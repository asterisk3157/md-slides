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1"/>
  </p:sldIdLst>
  <p:sldSz cx="1219212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slideViewPr>
    <p:cSldViewPr>
      <p:cViewPr>
        <p:scale>
          <a:sx n="100" d="100"/>
          <a:sy n="100" d="100"/>
        </p:scale>
        <p:origin x="0" y="0"/>
      </p:cViewPr>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theme" Target="theme/theme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ableStyles" Target="tableStyles.xml"/><Relationship Id="rId101"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FF0066"/>
    </inkml:brush>
  </inkml:definitions>
  <inkml:trace contextRef="#ctx0" brushRef="#br0">1680 1180 16384, 3120 2620 16384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FF0066"/>
    </inkml:brush>
  </inkml:definitions>
  <inkml:trace contextRef="#ctx0" brushRef="#br0">2580 4500 16384, 2574 4531 16384, 2557 4557 16384, 2531 4574 16384, 2500 4580 16384, 2469 4574 16384, 2443 4557 16384, 2426 4531 16384, 2420 4500 16384, 2426 4469 16384, 2443 4443 16384, 2469 4426 16384, 2500 4420 16384, 2531 4426 16384, 2557 4443 16384, 2574 4469 16384, 2580 4500 16384</inkml:trace>
  <inkml:trace contextRef="#ctx0" brushRef="#br0">2600 4100 16384, 3400 4900 16384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FF0066"/>
    </inkml:brush>
  </inkml:definitions>
  <inkml:trace contextRef="#ctx0" brushRef="#br0">2580 6500 16384, 2574 6531 16384, 2557 6557 16384, 2531 6574 16384, 2500 6580 16384, 2469 6574 16384, 2443 6557 16384, 2426 6531 16384, 2420 6500 16384, 2426 6469 16384, 2443 6443 16384, 2469 6426 16384, 2500 6420 16384, 2531 6426 16384, 2557 6443 16384, 2574 6469 16384, 2580 6500 16384</inkml:trace>
  <inkml:trace contextRef="#ctx0" brushRef="#br0">2600 6100 16384, 3400 6900 16384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FF0066"/>
    </inkml:brush>
  </inkml:definitions>
  <inkml:trace contextRef="#ctx0" brushRef="#br0">2580 8500 16384, 2574 8531 16384, 2557 8557 16384, 2531 8574 16384, 2500 8580 16384, 2469 8574 16384, 2443 8557 16384, 2426 8531 16384, 2420 8500 16384, 2426 8469 16384, 2443 8443 16384, 2469 8426 16384, 2500 8420 16384, 2531 8426 16384, 2557 8443 16384, 2574 8469 16384, 2580 8500 16384</inkml:trace>
  <inkml:trace contextRef="#ctx0" brushRef="#br0">2600 8100 16384, 3400 8900 16384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FF0066"/>
    </inkml:brush>
  </inkml:definitions>
  <inkml:trace contextRef="#ctx0" brushRef="#br0">2580 10500 16384, 2574 10531 16384, 2557 10557 16384, 2531 10574 16384, 2500 10580 16384, 2469 10574 16384, 2443 10557 16384, 2426 10531 16384, 2420 10500 16384, 2426 10469 16384, 2443 10443 16384, 2469 10426 16384, 2500 10420 16384, 2531 10426 16384, 2557 10443 16384, 2574 10469 16384, 2580 10500 16384</inkml:trace>
  <inkml:trace contextRef="#ctx0" brushRef="#br0">2600 10100 16384, 3400 10900 16384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lvl1pPr>
    </p:titleStyle>
    <p:bodyStyle>
      <a:lvl1pPr>
        <a:defRPr sz="3200"/>
      </a:lvl1pPr>
    </p:bodyStyle>
    <p:otherStyle>
      <a:lvl1pPr>
        <a:defRPr sz="1800"/>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p:cSld>
    <p:spTree>
      <p:nvGrpSpPr>
        <p:cNvPr id="1" name=""/>
        <p:cNvGrpSpPr/>
        <p:nvPr/>
      </p:nvGrpSpPr>
      <p:grpSpPr>
        <a:xfrm>
          <a:off x="0" y="0"/>
          <a:ext cx="0" cy="0"/>
          <a:chOff x="0" y="0"/>
          <a:chExt cx="0" cy="0"/>
        </a:xfrm>
      </p:grpSpPr>
      <mc:AlternateContent>
        <mc:Choice xmlns:mc="http://schemas.openxmlformats.org/markup-compatibility/2006" xmlns:p14="http://schemas.microsoft.com/office/powerpoint/2010/main" Requires="p14">
          <p:contentPart xmlns:r="http://schemas.openxmlformats.org/officeDocument/2006/relationships" p14:bwMode="auto" r:id="rId1000">
            <p14:nvContentPartPr>
              <p14:cNvPr id="100" name="インク 1"/>
              <p14:cNvContentPartPr/>
              <p14:nvPr/>
            </p14:nvContentPartPr>
            <p14:xfrm>
              <a:off x="540000" y="360000"/>
              <a:ext cx="648000" cy="648000"/>
            </p14:xfrm>
          </p:contentPart>
        </mc:Choice>
        <mc:Fallback>
          <p:pic>
            <p:nvPicPr>
              <p:cNvPr id="100" name="インク 1"/>
              <p:cNvPicPr/>
              <p:nvPr/>
            </p:nvPicPr>
            <p:blipFill>
              <a:blip r:embed="rId1001"/>
              <a:stretch>
                <a:fillRect/>
              </a:stretch>
            </p:blipFill>
            <p:spPr>
              <a:xfrm>
                <a:off x="540000" y="360000"/>
                <a:ext cx="648000" cy="648000"/>
              </a:xfrm>
              <a:prstGeom prst="rect">
                <a:avLst/>
              </a:prstGeom>
            </p:spPr>
          </p:pic>
        </mc:Fallback>
      </mc:AlternateContent>
      <mc:AlternateContent>
        <mc:Choice xmlns:mc="http://schemas.openxmlformats.org/markup-compatibility/2006" xmlns:p14="http://schemas.microsoft.com/office/powerpoint/2010/main" Requires="p14">
          <p:contentPart xmlns:r="http://schemas.openxmlformats.org/officeDocument/2006/relationships" p14:bwMode="auto" r:id="rId1002">
            <p14:nvContentPartPr>
              <p14:cNvPr id="101" name="インク 2"/>
              <p14:cNvContentPartPr/>
              <p14:nvPr/>
            </p14:nvContentPartPr>
            <p14:xfrm>
              <a:off x="720000" y="1440000"/>
              <a:ext cx="540000" cy="360000"/>
            </p14:xfrm>
          </p:contentPart>
        </mc:Choice>
        <mc:Fallback>
          <p:pic>
            <p:nvPicPr>
              <p:cNvPr id="101" name="インク 2"/>
              <p:cNvPicPr/>
              <p:nvPr/>
            </p:nvPicPr>
            <p:blipFill>
              <a:blip r:embed="rId1003"/>
              <a:stretch>
                <a:fillRect/>
              </a:stretch>
            </p:blipFill>
            <p:spPr>
              <a:xfrm>
                <a:off x="720000" y="1440000"/>
                <a:ext cx="540000" cy="360000"/>
              </a:xfrm>
              <a:prstGeom prst="rect">
                <a:avLst/>
              </a:prstGeom>
            </p:spPr>
          </p:pic>
        </mc:Fallback>
      </mc:AlternateContent>
      <mc:AlternateContent>
        <mc:Choice xmlns:mc="http://schemas.openxmlformats.org/markup-compatibility/2006" xmlns:p14="http://schemas.microsoft.com/office/powerpoint/2010/main" Requires="p14">
          <p:contentPart xmlns:r="http://schemas.openxmlformats.org/officeDocument/2006/relationships" p14:bwMode="auto" r:id="rId1004">
            <p14:nvContentPartPr>
              <p14:cNvPr id="102" name="インク 3"/>
              <p14:cNvContentPartPr/>
              <p14:nvPr/>
            </p14:nvContentPartPr>
            <p14:xfrm>
              <a:off x="720000" y="2160000"/>
              <a:ext cx="540000" cy="360000"/>
            </p14:xfrm>
          </p:contentPart>
        </mc:Choice>
        <mc:Fallback>
          <p:pic>
            <p:nvPicPr>
              <p:cNvPr id="102" name="インク 3"/>
              <p:cNvPicPr/>
              <p:nvPr/>
            </p:nvPicPr>
            <p:blipFill>
              <a:blip r:embed="rId1005"/>
              <a:stretch>
                <a:fillRect/>
              </a:stretch>
            </p:blipFill>
            <p:spPr>
              <a:xfrm>
                <a:off x="720000" y="2160000"/>
                <a:ext cx="540000" cy="360000"/>
              </a:xfrm>
              <a:prstGeom prst="rect">
                <a:avLst/>
              </a:prstGeom>
            </p:spPr>
          </p:pic>
        </mc:Fallback>
      </mc:AlternateContent>
      <mc:AlternateContent>
        <mc:Choice xmlns:mc="http://schemas.openxmlformats.org/markup-compatibility/2006" xmlns:p14="http://schemas.microsoft.com/office/powerpoint/2010/main" Requires="p14">
          <p:contentPart xmlns:r="http://schemas.openxmlformats.org/officeDocument/2006/relationships" p14:bwMode="auto" r:id="rId1006">
            <p14:nvContentPartPr>
              <p14:cNvPr id="103" name="インク 4"/>
              <p14:cNvContentPartPr/>
              <p14:nvPr/>
            </p14:nvContentPartPr>
            <p14:xfrm>
              <a:off x="720000" y="2880000"/>
              <a:ext cx="540000" cy="360000"/>
            </p14:xfrm>
          </p:contentPart>
        </mc:Choice>
        <mc:Fallback>
          <p:pic>
            <p:nvPicPr>
              <p:cNvPr id="103" name="インク 4"/>
              <p:cNvPicPr/>
              <p:nvPr/>
            </p:nvPicPr>
            <p:blipFill>
              <a:blip r:embed="rId1007"/>
              <a:stretch>
                <a:fillRect/>
              </a:stretch>
            </p:blipFill>
            <p:spPr>
              <a:xfrm>
                <a:off x="720000" y="2880000"/>
                <a:ext cx="540000" cy="360000"/>
              </a:xfrm>
              <a:prstGeom prst="rect">
                <a:avLst/>
              </a:prstGeom>
            </p:spPr>
          </p:pic>
        </mc:Fallback>
      </mc:AlternateContent>
      <mc:AlternateContent>
        <mc:Choice xmlns:mc="http://schemas.openxmlformats.org/markup-compatibility/2006" xmlns:p14="http://schemas.microsoft.com/office/powerpoint/2010/main" Requires="p14">
          <p:contentPart xmlns:r="http://schemas.openxmlformats.org/officeDocument/2006/relationships" p14:bwMode="auto" r:id="rId1008">
            <p14:nvContentPartPr>
              <p14:cNvPr id="104" name="インク 5"/>
              <p14:cNvContentPartPr/>
              <p14:nvPr/>
            </p14:nvContentPartPr>
            <p14:xfrm>
              <a:off x="720000" y="3600000"/>
              <a:ext cx="540000" cy="360000"/>
            </p14:xfrm>
          </p:contentPart>
        </mc:Choice>
        <mc:Fallback>
          <p:pic>
            <p:nvPicPr>
              <p:cNvPr id="104" name="インク 5"/>
              <p:cNvPicPr/>
              <p:nvPr/>
            </p:nvPicPr>
            <p:blipFill>
              <a:blip r:embed="rId1009"/>
              <a:stretch>
                <a:fillRect/>
              </a:stretch>
            </p:blipFill>
            <p:spPr>
              <a:xfrm>
                <a:off x="720000" y="3600000"/>
                <a:ext cx="540000" cy="3600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9525" cap="flat" cmpd="sng" algn="ctr">
          <a:solidFill>
            <a:schemeClr val="phClr"/>
          </a:solidFill>
        </a:ln>
        <a:ln w="9525" cap="flat" cmpd="sng" algn="ctr">
          <a:solidFill>
            <a:schemeClr val="phClr"/>
          </a:solidFill>
        </a:ln>
        <a:ln w="9525"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handwriting_pptx</Application>
  <PresentationFormat>Widescreen</PresentationFormat>
  <Slides>1</Slides>
</Properties>
</file>

<file path=docProps/core.xml><?xml version="1.0" encoding="utf-8"?>
<cp:coreProperties xmlns:cp="http://schemas.openxmlformats.org/package/2006/metadata/core-properties" xmlns:dc="http://purl.org/dc/elements/1.1/" xmlns:dcterms="http://purl.org/dc/terms/" xmlns:xsi="http://www.w3.org/2001/XMLSchema-instance">
  <dc:title>Handwritten</dc:title>
  <dc:creator>handwriting_pptx</dc:creator>
  <cp:lastModifiedBy>handwriting_pptx</cp:lastModifiedBy>
</cp:coreProperties>
</file>