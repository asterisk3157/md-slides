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1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00:00:00.000"/>
    </inkml:context>
    <inkml:brush xml:id="br0">
      <inkml:brushProperty name="width" value="0.08571" units="cm"/>
      <inkml:brushProperty name="height" value="0.08571" units="cm"/>
      <inkml:brushProperty name="color" value="#000000"/>
    </inkml:brush>
  </inkml:definitions>
  <inkml:trace contextRef="#ctx0" brushRef="#br0">1770 1270 16384, 3030 1270 16384, 3030 2530 16384, 1770 2530 16384, 1770 1270 16384</inkml:trace>
  <inkml:trace contextRef="#ctx0" brushRef="#br0">3570 1270 16384, 4830 1270 16384, 4830 2530 16384, 3570 2530 16384, 3570 1270 16384</inkml:trace>
  <inkml:trace contextRef="#ctx0" brushRef="#br0">5370 1270 16384, 6630 1270 16384, 6630 2530 16384, 5370 2530 16384, 5370 1270 16384</inkml:trace>
  <inkml:trace contextRef="#ctx0" brushRef="#br0">7170 1270 16384, 8430 1270 16384, 8430 2530 16384, 7170 2530 16384, 7170 1270 16384</inkml:trace>
  <inkml:trace contextRef="#ctx0" brushRef="#br0">8970 1270 16384, 10230 1270 16384, 10230 2530 16384, 8970 2530 16384, 8970 1270 16384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00:00:00.000"/>
    </inkml:context>
    <inkml:brush xml:id="br0">
      <inkml:brushProperty name="width" value="0.08571" units="cm"/>
      <inkml:brushProperty name="height" value="0.08571" units="cm"/>
      <inkml:brushProperty name="color" value="#000000"/>
    </inkml:brush>
  </inkml:definitions>
  <inkml:trace contextRef="#ctx0" brushRef="#br0">2450 4500 16384, 2500 4450 16384, 2550 4500 16384, 2500 4550 16384, 2450 4500 16384</inkml:trace>
  <inkml:trace contextRef="#ctx0" brushRef="#br0">2950 4500 16384, 3000 4450 16384, 3050 4500 16384, 3000 4550 16384, 2950 4500 16384</inkml:trace>
  <inkml:trace contextRef="#ctx0" brushRef="#br0">3150 4150 16384, 3850 4150 16384, 3850 4850 16384, 3150 4850 16384, 3150 4150 16384</inkml:trace>
  <inkml:trace contextRef="#ctx0" brushRef="#br0">4350 4250 16384, 4500 4100 16384, 4500 4900 16384</inkml:trace>
  <inkml:trace contextRef="#ctx0" brushRef="#br0">4300 4900 16384, 4700 4900 16384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00:00:00.000"/>
    </inkml:context>
    <inkml:brush xml:id="br0">
      <inkml:brushProperty name="width" value="0.08571" units="cm"/>
      <inkml:brushProperty name="height" value="0.08571" units="cm"/>
      <inkml:brushProperty name="color" value="#000000"/>
    </inkml:brush>
  </inkml:definitions>
  <inkml:trace contextRef="#ctx0" brushRef="#br0">2450 6500 16384, 2500 6450 16384, 2550 6500 16384, 2500 6550 16384, 2450 6500 16384</inkml:trace>
  <inkml:trace contextRef="#ctx0" brushRef="#br0">2950 6500 16384, 3000 6450 16384, 3050 6500 16384, 3000 6550 16384, 2950 6500 16384</inkml:trace>
  <inkml:trace contextRef="#ctx0" brushRef="#br0">3150 6150 16384, 3850 6150 16384, 3850 6850 16384, 3150 6850 16384, 3150 6150 16384</inkml:trace>
  <inkml:trace contextRef="#ctx0" brushRef="#br0">4250 6250 16384, 4400 6100 16384, 4650 6150 16384, 4650 6350 16384, 4250 6850 16384, 4700 6850 16384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00:00:00.000"/>
    </inkml:context>
    <inkml:brush xml:id="br0">
      <inkml:brushProperty name="width" value="0.08571" units="cm"/>
      <inkml:brushProperty name="height" value="0.08571" units="cm"/>
      <inkml:brushProperty name="color" value="#000000"/>
    </inkml:brush>
  </inkml:definitions>
  <inkml:trace contextRef="#ctx0" brushRef="#br0">2450 8500 16384, 2500 8450 16384, 2550 8500 16384, 2500 8550 16384, 2450 8500 16384</inkml:trace>
  <inkml:trace contextRef="#ctx0" brushRef="#br0">2950 8500 16384, 3000 8450 16384, 3050 8500 16384, 3000 8550 16384, 2950 8500 16384</inkml:trace>
  <inkml:trace contextRef="#ctx0" brushRef="#br0">3150 8150 16384, 3850 8150 16384, 3850 8850 16384, 3150 8850 16384, 3150 8150 16384</inkml:trace>
  <inkml:trace contextRef="#ctx0" brushRef="#br0">4150 8150 16384, 4850 8150 16384, 4850 8850 16384, 4150 8850 16384, 4150 8150 16384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00:00:00.000"/>
    </inkml:context>
    <inkml:brush xml:id="br0">
      <inkml:brushProperty name="width" value="0.08571" units="cm"/>
      <inkml:brushProperty name="height" value="0.08571" units="cm"/>
      <inkml:brushProperty name="color" value="#000000"/>
    </inkml:brush>
  </inkml:definitions>
  <inkml:trace contextRef="#ctx0" brushRef="#br0">2450 10500 16384, 2500 10450 16384, 2550 10500 16384, 2500 10550 16384, 2450 10500 16384</inkml:trace>
  <inkml:trace contextRef="#ctx0" brushRef="#br0">2950 10500 16384, 3000 10450 16384, 3050 10500 16384, 3000 10550 16384, 2950 10500 16384</inkml:trace>
  <inkml:trace contextRef="#ctx0" brushRef="#br0">3150 10150 16384, 3850 10150 16384, 3850 10850 16384, 3150 10850 16384, 3150 10150 16384</inkml:trace>
  <inkml:trace contextRef="#ctx0" brushRef="#br0">4150 10150 16384, 4850 10150 16384, 4850 10850 16384, 4150 10850 16384, 4150 10150 16384</inkml:trace>
</inkml:ink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1000" Type="http://schemas.openxmlformats.org/officeDocument/2006/relationships/customXml" Target="../ink/ink1.xml"/><Relationship Id="rId1002" Type="http://schemas.openxmlformats.org/officeDocument/2006/relationships/customXml" Target="../ink/ink2.xml"/><Relationship Id="rId1004" Type="http://schemas.openxmlformats.org/officeDocument/2006/relationships/customXml" Target="../ink/ink3.xml"/><Relationship Id="rId1006" Type="http://schemas.openxmlformats.org/officeDocument/2006/relationships/customXml" Target="../ink/ink4.xml"/><Relationship Id="rId1008" Type="http://schemas.openxmlformats.org/officeDocument/2006/relationships/customXml" Target="../ink/ink5.xml"/><Relationship Id="rId1001" Type="http://schemas.openxmlformats.org/officeDocument/2006/relationships/image" Target="../media/image1.png"/><Relationship Id="rId1003" Type="http://schemas.openxmlformats.org/officeDocument/2006/relationships/image" Target="../media/image2.png"/><Relationship Id="rId1005" Type="http://schemas.openxmlformats.org/officeDocument/2006/relationships/image" Target="../media/image3.png"/><Relationship Id="rId1007" Type="http://schemas.openxmlformats.org/officeDocument/2006/relationships/image" Target="../media/image4.png"/><Relationship Id="rId100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グループ化 100"/>
          <p:cNvGrpSpPr/>
          <p:nvPr/>
        </p:nvGrpSpPr>
        <p:grpSpPr>
          <a:xfrm>
            <a:off x="540000" y="360000"/>
            <a:ext cx="3240000" cy="648000"/>
            <a:chOff x="540000" y="360000"/>
            <a:chExt cx="3240000" cy="64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xmlns:r="http://schemas.openxmlformats.org/officeDocument/2006/relationships" p14:bwMode="auto" r:id="rId1000">
              <p14:nvContentPartPr>
                <p14:cNvPr id="1000" name="インク 1"/>
                <p14:cNvContentPartPr/>
                <p14:nvPr/>
              </p14:nvContentPartPr>
              <p14:xfrm>
                <a:off x="540000" y="360000"/>
                <a:ext cx="3240000" cy="648000"/>
              </p14:xfrm>
            </p:contentPart>
          </mc:Choice>
          <mc:Fallback xmlns="">
            <p:pic>
              <p:nvPicPr>
                <p:cNvPr id="1000" name="インク 1"/>
                <p:cNvPicPr/>
                <p:nvPr/>
              </p:nvPicPr>
              <p:blipFill>
                <a:blip r:embed="rId1001"/>
                <a:stretch>
                  <a:fillRect/>
                </a:stretch>
              </p:blipFill>
              <p:spPr>
                <a:xfrm>
                  <a:off x="540000" y="360000"/>
                  <a:ext cx="3240000" cy="64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グループ化 101"/>
          <p:cNvGrpSpPr/>
          <p:nvPr/>
        </p:nvGrpSpPr>
        <p:grpSpPr>
          <a:xfrm>
            <a:off x="720000" y="1440000"/>
            <a:ext cx="900000" cy="360000"/>
            <a:chOff x="720000" y="1440000"/>
            <a:chExt cx="900000" cy="36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xmlns:r="http://schemas.openxmlformats.org/officeDocument/2006/relationships" p14:bwMode="auto" r:id="rId1002">
              <p14:nvContentPartPr>
                <p14:cNvPr id="1001" name="インク 2"/>
                <p14:cNvContentPartPr/>
                <p14:nvPr/>
              </p14:nvContentPartPr>
              <p14:xfrm>
                <a:off x="720000" y="1440000"/>
                <a:ext cx="900000" cy="360000"/>
              </p14:xfrm>
            </p:contentPart>
          </mc:Choice>
          <mc:Fallback xmlns="">
            <p:pic>
              <p:nvPicPr>
                <p:cNvPr id="1001" name="インク 2"/>
                <p:cNvPicPr/>
                <p:nvPr/>
              </p:nvPicPr>
              <p:blipFill>
                <a:blip r:embed="rId1003"/>
                <a:stretch>
                  <a:fillRect/>
                </a:stretch>
              </p:blipFill>
              <p:spPr>
                <a:xfrm>
                  <a:off x="720000" y="1440000"/>
                  <a:ext cx="900000" cy="36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グループ化 102"/>
          <p:cNvGrpSpPr/>
          <p:nvPr/>
        </p:nvGrpSpPr>
        <p:grpSpPr>
          <a:xfrm>
            <a:off x="720000" y="2160000"/>
            <a:ext cx="900000" cy="360000"/>
            <a:chOff x="720000" y="2160000"/>
            <a:chExt cx="900000" cy="36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xmlns:r="http://schemas.openxmlformats.org/officeDocument/2006/relationships" p14:bwMode="auto" r:id="rId1004">
              <p14:nvContentPartPr>
                <p14:cNvPr id="1002" name="インク 3"/>
                <p14:cNvContentPartPr/>
                <p14:nvPr/>
              </p14:nvContentPartPr>
              <p14:xfrm>
                <a:off x="720000" y="2160000"/>
                <a:ext cx="900000" cy="360000"/>
              </p14:xfrm>
            </p:contentPart>
          </mc:Choice>
          <mc:Fallback xmlns="">
            <p:pic>
              <p:nvPicPr>
                <p:cNvPr id="1002" name="インク 3"/>
                <p:cNvPicPr/>
                <p:nvPr/>
              </p:nvPicPr>
              <p:blipFill>
                <a:blip r:embed="rId1005"/>
                <a:stretch>
                  <a:fillRect/>
                </a:stretch>
              </p:blipFill>
              <p:spPr>
                <a:xfrm>
                  <a:off x="720000" y="2160000"/>
                  <a:ext cx="900000" cy="36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グループ化 103"/>
          <p:cNvGrpSpPr/>
          <p:nvPr/>
        </p:nvGrpSpPr>
        <p:grpSpPr>
          <a:xfrm>
            <a:off x="720000" y="2880000"/>
            <a:ext cx="1080000" cy="360000"/>
            <a:chOff x="720000" y="2880000"/>
            <a:chExt cx="1080000" cy="36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xmlns:r="http://schemas.openxmlformats.org/officeDocument/2006/relationships" p14:bwMode="auto" r:id="rId1006">
              <p14:nvContentPartPr>
                <p14:cNvPr id="1003" name="インク 4"/>
                <p14:cNvContentPartPr/>
                <p14:nvPr/>
              </p14:nvContentPartPr>
              <p14:xfrm>
                <a:off x="720000" y="2880000"/>
                <a:ext cx="1080000" cy="360000"/>
              </p14:xfrm>
            </p:contentPart>
          </mc:Choice>
          <mc:Fallback xmlns="">
            <p:pic>
              <p:nvPicPr>
                <p:cNvPr id="1003" name="インク 4"/>
                <p:cNvPicPr/>
                <p:nvPr/>
              </p:nvPicPr>
              <p:blipFill>
                <a:blip r:embed="rId1007"/>
                <a:stretch>
                  <a:fillRect/>
                </a:stretch>
              </p:blipFill>
              <p:spPr>
                <a:xfrm>
                  <a:off x="720000" y="2880000"/>
                  <a:ext cx="1080000" cy="36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グループ化 104"/>
          <p:cNvGrpSpPr/>
          <p:nvPr/>
        </p:nvGrpSpPr>
        <p:grpSpPr>
          <a:xfrm>
            <a:off x="720000" y="3600000"/>
            <a:ext cx="1080000" cy="360000"/>
            <a:chOff x="720000" y="3600000"/>
            <a:chExt cx="1080000" cy="36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xmlns:r="http://schemas.openxmlformats.org/officeDocument/2006/relationships" p14:bwMode="auto" r:id="rId1008">
              <p14:nvContentPartPr>
                <p14:cNvPr id="1004" name="インク 5"/>
                <p14:cNvContentPartPr/>
                <p14:nvPr/>
              </p14:nvContentPartPr>
              <p14:xfrm>
                <a:off x="720000" y="3600000"/>
                <a:ext cx="1080000" cy="360000"/>
              </p14:xfrm>
            </p:contentPart>
          </mc:Choice>
          <mc:Fallback xmlns="">
            <p:pic>
              <p:nvPicPr>
                <p:cNvPr id="1004" name="インク 5"/>
                <p:cNvPicPr/>
                <p:nvPr/>
              </p:nvPicPr>
              <p:blipFill>
                <a:blip r:embed="rId1009"/>
                <a:stretch>
                  <a:fillRect/>
                </a:stretch>
              </p:blipFill>
              <p:spPr>
                <a:xfrm>
                  <a:off x="720000" y="3600000"/>
                  <a:ext cx="1080000" cy="3600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