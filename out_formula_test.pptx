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1637 1579 16384, 1610 1576 16384, 1617 1576 16384, 1668 1576 16384, 1771 1549 16384, 1946 1487 16384, 2162 1432 16384, 2361 1408 16384, 2535 1422 16384, 2659 1507 16384, 2734 1675 16384, 2769 1902 16384, 2769 2138 16384, 2734 2371 16384, 2669 2584 16384, 2601 2728 16384, 2556 2793 16384, 2518 2800 16384, 2467 2735 16384, 2385 2587 16384</inkml:trace>
  <inkml:trace contextRef="#ctx0" brushRef="#br0">2460 1000 16384, 2463 1034 16384, 2429 1209 16384, 2309 1566 16384, 2151 2011 16384, 2007 2385 16384, 1932 2581 16384, 1908 2683 16384, 1905 2697 16384</inkml:trace>
  <inkml:trace contextRef="#ctx0" brushRef="#br0">2772 1240 16384, 2751 1237 16384, 2782 1267 16384, 2871 1384 16384, 2995 1624 16384, 3081 1898 16384, 3129 2087 16384, 3166 2197 16384, 3190 2255 16384</inkml:trace>
  <inkml:trace contextRef="#ctx0" brushRef="#br0">4268 1032 16384, 4272 1008 16384, 4272 1000 16384, 4256 1052 16384, 4168 1236 16384, 3968 1636 16384, 3740 2128 16384, 3600 2484 16384, 3560 2672 16384, 3560 2760 16384, 3572 2800 16384, 3600 2780 16384, 3672 2644 16384, 3776 2400 16384, 3920 2096 16384, 4092 1860 16384, 4204 1788 16384, 4272 1768 16384, 4304 1816 16384, 4328 1956 16384, 4356 2184 16384, 4404 2428 16384, 4488 2604 16384, 4596 2692 16384, 4732 2740 16384, 4872 2744 16384, 4948 2728 16384</inkml:trace>
  <inkml:trace contextRef="#ctx0" brushRef="#br0">5435 1444 16384, 5422 1441 16384, 5444 1441 16384, 5592 1425 16384, 5851 1404 16384, 6131 1395 16384, 6418 1385 16384, 6634 1373 16384, 6754 1364 16384, 6794 1361 16384</inkml:trace>
  <inkml:trace contextRef="#ctx0" brushRef="#br0">6224 1006 16384, 6217 1000 16384, 6270 1037 16384, 6356 1166 16384, 6405 1401 16384, 6396 1669 16384, 6347 1943 16384, 6285 2100 16384, 6220 2199 16384, 6153 2242 16384, 6082 2239 16384, 6017 2184 16384, 5977 2076 16384, 5986 1974 16384, 6042 1885 16384, 6143 1811 16384, 6261 1795 16384, 6362 1848 16384, 6415 1986 16384, 6412 2180 16384, 6350 2399 16384, 6251 2600 16384, 6171 2726 16384, 6122 2797 16384, 6097 2800 16384</inkml:trace>
  <inkml:trace contextRef="#ctx0" brushRef="#br0">7761 1000 16384, 7816 1024 16384, 7962 1066 16384, 8104 1101 16384, 8205 1142 16384, 8250 1191 16384</inkml:trace>
  <inkml:trace contextRef="#ctx0" brushRef="#br0">7393 1871 16384, 7372 1871 16384, 7390 1857 16384, 7501 1787 16384, 7691 1669 16384, 7907 1558 16384, 8118 1503 16384, 8309 1510 16384, 8454 1603 16384, 8538 1787 16384, 8552 2072 16384, 8503 2311 16384, 8392 2502 16384, 8260 2668 16384, 8156 2772 16384, 8111 2800 16384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3709 3993 16384, 3713 3988 16384, 3718 3979 16384, 3722 3975 16384, 3722 3966 16384, 3722 3953 16384, 3722 3944 16384, 3718 3931 16384, 3709 3922 16384, 3700 3913 16384, 3691 3904 16384, 3674 3900 16384, 3660 3900 16384, 3643 3900 16384, 3629 3904 16384, 3616 3909 16384, 3603 3918 16384, 3594 3922 16384, 3568 3944 16384, 3559 3949 16384, 3532 3975 16384, 3519 3993 16384, 3501 4019 16384, 3497 4032 16384, 3475 4072 16384, 3462 4107 16384, 3444 4138 16384, 3435 4169 16384, 3426 4204 16384, 3418 4240 16384, 3404 4275 16384, 3391 4319 16384, 3374 4359 16384, 3356 4407 16384, 3338 4460 16384, 3325 4504 16384, 3312 4549 16384, 3294 4593 16384, 3276 4628 16384, 3263 4668 16384, 3250 4707 16384, 3237 4747 16384, 3228 4787 16384, 3215 4826 16384, 3201 4862 16384, 3184 4901 16384, 3171 4937 16384, 3157 4968 16384, 3144 5003 16384, 3135 5029 16384, 3126 5060 16384, 3118 5091 16384, 3104 5118 16384, 3091 5144 16384, 3082 5171 16384, 3069 5193 16384, 3060 5215 16384, 3051 5237 16384, 3047 5259 16384, 3038 5281 16384, 3029 5299 16384, 3016 5316 16384, 3007 5334 16384, 2999 5347 16384, 2985 5360 16384, 2976 5369 16384, 2972 5378 16384, 2963 5382 16384, 2954 5387 16384, 2950 5391 16384, 2941 5396 16384, 2932 5400 16384, 2924 5400 16384, 2910 5400 16384, 2901 5400 16384, 2888 5396 16384, 2875 5391 16384, 2862 5382 16384, 2853 5374 16384, 2844 5365 16384, 2835 5360 16384, 2822 5356 16384, 2813 5351 16384, 2804 5347 16384, 2800 5343 16384, 2800 5338 16384</inkml:trace>
  <inkml:trace contextRef="#ctx0" brushRef="#br0">3568 4163 16384, 3565 4157 16384, 3559 4157 16384, 3550 4168 16384, 3534 4195 16384, 3516 4241 16384, 3505 4304 16384, 3501 4379 16384, 3512 4427 16384, 3533 4458 16384, 3563 4473 16384, 3591 4475 16384, 3619 4457 16384, 3642 4420 16384, 3656 4366 16384, 3660 4306 16384, 3650 4264 16384, 3630 4234 16384, 3605 4208 16384, 3579 4177 16384, 3561 4156 16384, 3554 4155 16384, 3553 4167 16384</inkml:trace>
  <inkml:trace contextRef="#ctx0" brushRef="#br0">3452 4917 16384, 3450 4918 16384, 3451 4934 16384, 3450 4984 16384, 3441 5063 16384, 3431 5137 16384, 3423 5188 16384, 3421 5222 16384, 3427 5237 16384</inkml:trace>
  <inkml:trace contextRef="#ctx0" brushRef="#br0">3813 4467 16384, 3801 4436 16384, 3801 4424 16384, 3819 4406 16384, 3844 4382 16384, 3880 4358 16384, 3928 4333 16384, 3977 4315 16384, 4032 4309 16384, 4122 4321 16384, 4147 4333 16384, 4201 4370 16384, 4244 4430 16384, 4268 4503 16384, 4280 4594 16384, 4280 4679 16384, 4268 4758 16384, 4238 4836 16384, 4207 4903 16384, 4165 4970 16384, 4116 5030 16384, 4068 5085 16384, 4019 5127 16384, 3971 5164 16384, 3904 5194 16384, 3862 5200 16384, 3850 5200 16384</inkml:trace>
  <inkml:trace contextRef="#ctx0" brushRef="#br0">4619 4206 16384, 4607 4200 16384, 4565 4212 16384, 4547 4224 16384, 4510 4255 16384, 4468 4291 16384, 4419 4339 16384, 4371 4394 16384, 4335 4461 16384, 4292 4552 16384, 4268 4642 16384, 4250 4752 16384, 4244 4855 16384, 4256 4939 16384, 4280 5018 16384, 4328 5079 16384, 4377 5115 16384, 4432 5139 16384, 4492 5152 16384, 4547 5152 16384, 4577 5152 16384</inkml:trace>
  <inkml:trace contextRef="#ctx0" brushRef="#br0">4739 4187 16384, 4736 4183 16384, 4729 4173 16384, 4723 4157 16384, 4725 4133 16384, 4738 4112 16384, 4759 4095 16384, 4787 4090 16384, 4813 4104 16384, 4833 4141 16384, 4841 4202 16384, 4836 4269 16384, 4820 4312 16384, 4793 4346 16384, 4778 4362 16384, 4765 4375 16384, 4745 4390 16384, 4736 4393 16384, 4743 4391 16384, 4764 4391 16384, 4795 4394 16384, 4832 4401 16384, 4866 4407 16384, 4892 4410 16384, 4912 4409 16384, 4917 4408 16384</inkml:trace>
  <inkml:trace contextRef="#ctx0" brushRef="#br0">5818 4650 16384, 5815 4650 16384, 5811 4650 16384, 5811 4652 16384, 5815 4661 16384, 5815 4667 16384, 5818 4691 16384, 5815 4728 16384, 5809 4771 16384, 5802 4828 16384, 5796 4923 16384, 5792 4986 16384, 5787 5048 16384, 5785 5077 16384, 5783 5120 16384, 5783 5150 16384, 5787 5178 16384, 5789 5191 16384, 5792 5198 16384, 5794 5200 16384, 5796 5200 16384, 5796 5194 16384, 5796 5181 16384, 5796 5161 16384, 5794 5137 16384, 5789 5107 16384, 5785 5072 16384, 5779 5033 16384, 5768 4996 16384, 5761 4979 16384, 5733 4944 16384, 5724 4940 16384, 5694 4944 16384, 5677 4955 16384, 5659 4968 16384, 5649 4988 16384, 5634 5029 16384, 5629 5059 16384, 5627 5074 16384, 5627 5090 16384, 5631 5118 16384, 5644 5150 16384, 5655 5163 16384, 5666 5174 16384, 5683 5181 16384, 5701 5185 16384, 5716 5185 16384, 5742 5176 16384, 5757 5165 16384, 5772 5150 16384, 5785 5131 16384</inkml:trace>
  <inkml:trace contextRef="#ctx0" brushRef="#br0">6070 4797 16384, 6064 4780 16384, 6064 4773 16384, 6074 4763 16384, 6087 4750 16384, 6107 4737 16384, 6134 4723 16384, 6160 4713 16384, 6190 4710 16384, 6240 4717 16384, 6254 4723 16384, 6284 4743 16384, 6307 4777 16384, 6320 4817 16384, 6327 4867 16384, 6327 4913 16384, 6320 4957 16384, 6304 5000 16384, 6287 5037 16384, 6264 5073 16384, 6237 5107 16384, 6210 5137 16384, 6184 5160 16384, 6157 5180 16384, 6120 5197 16384, 6097 5200 16384, 6090 5200 16384</inkml:trace>
  <inkml:trace contextRef="#ctx0" brushRef="#br0">6514 4653 16384, 6507 4650 16384, 6484 4657 16384, 6474 4663 16384, 6454 4680 16384, 6430 4700 16384, 6404 4727 16384, 6377 4757 16384, 6357 4793 16384, 6334 4843 16384, 6320 4893 16384, 6310 4953 16384, 6307 5010 16384, 6314 5057 16384, 6327 5100 16384, 6354 5133 16384, 6380 5153 16384, 6410 5167 16384, 6444 5173 16384, 6474 5173 16384, 6490 5173 16384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2200 7338 16384, 2200 7350 16384, 2225 7388 16384, 2238 7425 16384, 2238 7438 16384, 2238 7462 16384, 2225 7488 16384, 2200 7512 16384, 2162 7525 16384, 2138 7525 16384, 2100 7525 16384, 2062 7525 16384, 2038 7512 16384, 2025 7488 16384, 2025 7462 16384, 2025 7400 16384, 2050 7362 16384, 2075 7325 16384, 2112 7300 16384, 2150 7288 16384, 2175 7275 16384, 2212 7275 16384, 2250 7275 16384, 2262 7275 16384, 2288 7300 16384, 2300 7312 16384, 2300 7350 16384, 2288 7362 16384, 2262 7388 16384, 2238 7412 16384, 2200 7425 16384, 2150 7450 16384, 2100 7462 16384, 2050 7462 16384, 2013 7450 16384, 2000 7438 16384, 2000 7412 16384, 2000 7388 16384, 2025 7362 16384, 2038 7350 16384, 2062 7325 16384, 2112 7312 16384, 2150 7300 16384, 2175 7300 16384, 2212 7300 16384, 2238 7300 16384, 2262 7338 16384, 2275 7375 16384, 2275 7400 16384, 2275 7425 16384, 2262 7450 16384, 2238 7475 16384, 2225 7488 16384, 2212 7488 16384, 2200 7488 16384, 2188 7475 16384, 2188 7462 16384, 2188 7438 16384, 2188 7425 16384, 2188 7412 16384, 2200 7388 16384, 2212 7375 16384, 2225 7362 16384, 2238 7362 16384, 2238 7375 16384, 2225 7400 16384, 2225 7412 16384, 2212 7412 16384, 2200 7425 16384, 2188 7438 16384, 2175 7438 16384, 2162 7438 16384, 2162 7425 16384, 2175 7400 16384, 2200 7375 16384, 2212 7362 16384, 2225 7350 16384, 2212 7375 16384, 2175 7400 16384, 2138 7425 16384, 2100 7438 16384, 2062 7462 16384, 2050 7462 16384, 2062 7450 16384, 2100 7425 16384, 2112 7412 16384, 2150 7388 16384, 2175 7362 16384, 2225 7325 16384, 2238 7300 16384, 2238 7288 16384, 2225 7288 16384, 2200 7312 16384, 2175 7338 16384, 2150 7362 16384, 2138 7388 16384, 2125 7400 16384</inkml:trace>
  <inkml:trace contextRef="#ctx0" brushRef="#br0">3457 7336 16384, 3463 7317 16384, 3463 7246 16384, 3457 7195 16384, 3444 7124 16384, 3419 7054 16384, 3374 6983 16384, 3329 6938 16384, 3297 6913 16384, 3252 6906 16384, 3201 6900 16384, 3156 6906 16384, 3098 6926 16384, 3040 6964 16384, 3002 7022 16384, 2957 7099 16384, 2912 7195 16384, 2893 7317 16384, 2887 7458 16384, 2893 7612 16384, 2912 7721 16384, 2944 7797 16384, 2989 7849 16384, 3034 7874 16384, 3079 7894 16384, 3143 7900 16384, 3194 7894 16384, 3246 7868 16384, 3297 7817 16384, 3342 7740 16384, 3387 7644 16384, 3431 7522 16384, 3457 7381 16384, 3476 7240 16384, 3483 7131 16384, 3489 7067 16384, 3489 7035 16384, 3489 7028 16384, 3489 7035 16384, 3483 7054 16384, 3470 7092 16384, 3463 7156 16384, 3457 7240 16384, 3457 7329 16384, 3463 7432 16384, 3483 7541 16384, 3508 7637 16384, 3540 7695 16384, 3579 7727 16384, 3611 7753 16384, 3649 7765 16384, 3688 7765 16384, 3713 7753 16384</inkml:trace>
  <inkml:trace contextRef="#ctx0" brushRef="#br0">2937 6740 11468, 3663 6740 11468, 3483 6670 11468, 3663 6740 11468, 3483 6810 11468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2200 10038 16384, 2200 10050 16384, 2225 10088 16384, 2238 10125 16384, 2238 10138 16384, 2238 10163 16384, 2225 10188 16384, 2200 10212 16384, 2162 10225 16384, 2138 10225 16384, 2100 10225 16384, 2062 10225 16384, 2038 10212 16384, 2025 10188 16384, 2025 10163 16384, 2025 10100 16384, 2050 10063 16384, 2075 10025 16384, 2112 10000 16384, 2150 9988 16384, 2175 9975 16384, 2212 9975 16384, 2250 9975 16384, 2262 9975 16384, 2288 10000 16384, 2300 10013 16384, 2300 10050 16384, 2288 10063 16384, 2262 10088 16384, 2238 10112 16384, 2200 10125 16384, 2150 10150 16384, 2100 10163 16384, 2050 10163 16384, 2013 10150 16384, 2000 10138 16384, 2000 10112 16384, 2000 10088 16384, 2025 10063 16384, 2038 10050 16384, 2062 10025 16384, 2112 10013 16384, 2150 10000 16384, 2175 10000 16384, 2212 10000 16384, 2238 10000 16384, 2262 10038 16384, 2275 10075 16384, 2275 10100 16384, 2275 10125 16384, 2262 10150 16384, 2238 10175 16384, 2225 10188 16384, 2212 10188 16384, 2200 10188 16384, 2188 10175 16384, 2188 10163 16384, 2188 10138 16384, 2188 10125 16384, 2188 10112 16384, 2200 10088 16384, 2212 10075 16384, 2225 10063 16384, 2238 10063 16384, 2238 10075 16384, 2225 10100 16384, 2225 10112 16384, 2212 10112 16384, 2200 10125 16384, 2188 10138 16384, 2175 10138 16384, 2162 10138 16384, 2162 10125 16384, 2175 10100 16384, 2200 10075 16384, 2212 10063 16384, 2225 10050 16384, 2212 10075 16384, 2175 10100 16384, 2138 10125 16384, 2100 10138 16384, 2062 10163 16384, 2050 10163 16384, 2062 10150 16384, 2100 10125 16384, 2112 10112 16384, 2150 10088 16384, 2175 10063 16384, 2225 10025 16384, 2238 10000 16384, 2238 9988 16384, 2225 9988 16384, 2200 10013 16384, 2175 10038 16384, 2150 10063 16384, 2138 10088 16384, 2125 10100 16384</inkml:trace>
  <inkml:trace contextRef="#ctx0" brushRef="#br0">2930 9230 16384, 2926 9231 16384, 2928 9264 16384, 2927 9366 16384, 2908 9526 16384, 2887 9675 16384, 2872 9780 16384, 2867 9850 16384, 2879 9880 16384</inkml:trace>
  <inkml:trace contextRef="#ctx0" brushRef="#br0">2800 10100 11468, 3603 10100 11468</inkml:trace>
  <inkml:trace contextRef="#ctx0" brushRef="#br0">2898 10517 16384, 2892 10508 16384, 2878 10489 16384, 2867 10457 16384, 2869 10408 16384, 2896 10364 16384, 2940 10330 16384, 2996 10320 16384, 3050 10348 16384, 3090 10423 16384, 3107 10548 16384, 3095 10684 16384, 3063 10770 16384, 3009 10841 16384, 2979 10873 16384, 2951 10898 16384, 2911 10930 16384, 2893 10936 16384, 2907 10932 16384, 2950 10931 16384, 3013 10937 16384, 3088 10951 16384, 3157 10964 16384, 3210 10970 16384, 3250 10967 16384, 3261 10965 16384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brush xml:id="br1">
      <inkml:brushProperty name="width" value="0.15428" units="cm"/>
      <inkml:brushProperty name="height" value="0.15428" units="cm"/>
      <inkml:brushProperty name="color" value="#000000"/>
    </inkml:brush>
  </inkml:definitions>
  <inkml:trace contextRef="#ctx0" brushRef="#br0">2200 12738 16384, 2200 12750 16384, 2225 12788 16384, 2238 12825 16384, 2238 12838 16384, 2238 12862 16384, 2225 12888 16384, 2200 12912 16384, 2162 12925 16384, 2138 12925 16384, 2100 12925 16384, 2062 12925 16384, 2038 12912 16384, 2025 12888 16384, 2025 12862 16384, 2025 12800 16384, 2050 12763 16384, 2075 12725 16384, 2112 12700 16384, 2150 12688 16384, 2175 12675 16384, 2212 12675 16384, 2250 12675 16384, 2262 12675 16384, 2288 12700 16384, 2300 12712 16384, 2300 12750 16384, 2288 12763 16384, 2262 12788 16384, 2238 12812 16384, 2200 12825 16384, 2150 12850 16384, 2100 12862 16384, 2050 12862 16384, 2013 12850 16384, 2000 12838 16384, 2000 12812 16384, 2000 12788 16384, 2025 12763 16384, 2038 12750 16384, 2062 12725 16384, 2112 12712 16384, 2150 12700 16384, 2175 12700 16384, 2212 12700 16384, 2238 12700 16384, 2262 12738 16384, 2275 12775 16384, 2275 12800 16384, 2275 12825 16384, 2262 12850 16384, 2238 12875 16384, 2225 12888 16384, 2212 12888 16384, 2200 12888 16384, 2188 12875 16384, 2188 12862 16384, 2188 12838 16384, 2188 12825 16384, 2188 12812 16384, 2200 12788 16384, 2212 12775 16384, 2225 12763 16384, 2238 12763 16384, 2238 12775 16384, 2225 12800 16384, 2225 12812 16384, 2212 12812 16384, 2200 12825 16384, 2188 12838 16384, 2175 12838 16384, 2162 12838 16384, 2162 12825 16384, 2175 12800 16384, 2200 12775 16384, 2212 12763 16384, 2225 12750 16384, 2212 12775 16384, 2175 12800 16384, 2138 12825 16384, 2100 12838 16384, 2062 12862 16384, 2050 12862 16384, 2062 12850 16384, 2100 12825 16384, 2112 12812 16384, 2150 12788 16384, 2175 12763 16384, 2225 12725 16384, 2238 12700 16384, 2238 12688 16384, 2225 12688 16384, 2200 12712 16384, 2175 12738 16384, 2150 12763 16384, 2138 12788 16384, 2125 12800 16384</inkml:trace>
  <inkml:trace contextRef="#ctx0" brushRef="#br0">3324 12446 16384, 3334 12421 16384, 3334 12411 16384, 3334 12401 16384, 3324 12385 16384, 3314 12365 16384, 3289 12340 16384, 3254 12315 16384, 3208 12300 16384, 3168 12300 16384, 3118 12305 16384, 3073 12325 16384, 3032 12350 16384, 2982 12390 16384, 2937 12436 16384, 2902 12481 16384, 2877 12531 16384, 2867 12576 16384, 2872 12627 16384, 2887 12682 16384, 2917 12742 16384, 2957 12792 16384, 2997 12853 16384, 3053 12908 16384, 3103 12953 16384, 3158 12993 16384, 3208 13034 16384, 3238 13069 16384, 3274 13104 16384, 3289 13134 16384, 3289 13164 16384, 3279 13189 16384, 3259 13215 16384, 3228 13240 16384, 3193 13260 16384, 3153 13280 16384, 3103 13290 16384, 3047 13295 16384, 2987 13300 16384, 2937 13300 16384, 2882 13295 16384, 2836 13280 16384, 2786 13255 16384, 2766 13235 16384</inkml:trace>
  <inkml:trace contextRef="#ctx0" brushRef="#br0">3439 12543 16384, 3463 12523 16384, 3468 12523 16384, 3488 12518 16384, 3513 12513 16384, 3538 12513 16384, 3562 12513 16384, 3582 12518 16384, 3592 12533 16384, 3592 12552 16384, 3592 12592 16384, 3582 12647 16384, 3562 12721 16384, 3538 12815 16384, 3513 12919 16384, 3493 13023 16384, 3483 13112 16384, 3483 13176 16384, 3488 13226 16384, 3498 13260 16384, 3518 13280 16384, 3543 13290 16384, 3567 13300 16384, 3592 13300 16384, 3612 13285 16384, 3647 13260 16384, 3661 13246 16384</inkml:trace>
  <inkml:trace contextRef="#ctx0" brushRef="#br0">3642 12305 16384, 3627 12300 16384, 3597 12300 16384, 3592 12300 16384, 3592 12305 16384, 3592 12315 16384, 3592 12320 16384</inkml:trace>
  <inkml:trace contextRef="#ctx0" brushRef="#br0">3587 12493 16384, 3559 12470 16384, 3559 12459 16384, 3570 12431 16384, 3610 12391 16384, 3644 12357 16384, 3672 12323 16384, 3695 12300 16384, 3718 12300 16384, 3746 12300 16384, 3769 12323 16384, 3786 12357 16384, 3797 12408 16384, 3809 12493 16384, 3814 12595 16384, 3820 12743 16384, 3820 12908 16384, 3814 13044 16384, 3809 13152 16384, 3803 13232 16384, 3797 13272 16384, 3797 13289 16384, 3797 13300 16384, 3803 13300 16384, 3803 13289 16384, 3803 13255 16384, 3809 13209 16384, 3820 13135 16384, 3837 13039 16384, 3860 12925 16384, 3882 12789 16384, 3911 12635 16384, 3956 12505 16384, 4013 12419 16384, 4064 12374 16384, 4121 12351 16384, 4166 12340 16384, 4206 12334 16384, 4246 12340 16384, 4280 12362 16384, 4309 12402 16384, 4337 12476 16384, 4360 12573 16384, 4382 12686 16384, 4394 12811 16384, 4411 12942 16384, 4422 13050 16384, 4434 13130 16384, 4456 13186 16384, 4479 13220 16384, 4502 13232 16384, 4524 13238 16384, 4541 13232 16384</inkml:trace>
  <inkml:trace contextRef="#ctx0" brushRef="#br0">5038 12325 16384, 5018 12333 16384, 4997 12345 16384, 4964 12366 16384, 4935 12399 16384, 4894 12445 16384, 4848 12502 16384, 4799 12577 16384, 4753 12668 16384, 4708 12775 16384, 4675 12887 16384, 4658 12998 16384, 4654 13102 16384, 4662 13180 16384, 4671 13209 16384, 4687 13250 16384, 4708 13275 16384, 4737 13292 16384, 4766 13300 16384, 4795 13300 16384, 4836 13288 16384, 4869 13255 16384, 4939 13180 16384, 4981 13118 16384, 5026 13048 16384, 5063 12965 16384, 5100 12874 16384, 5125 12771 16384, 5142 12664 16384, 5146 12564 16384, 5146 12478 16384, 5133 12407 16384, 5121 12362 16384, 5109 12329 16384, 5088 12304 16384, 5063 12300 16384, 5047 12300 16384, 5022 12312 16384, 5005 12321 16384, 4972 12345 16384, 4935 12379 16384, 4886 12453 16384, 4852 12507 16384, 4832 12569 16384, 4815 12635 16384, 4815 12688 16384, 4836 12730 16384, 4873 12767 16384, 4910 12783 16384, 4931 12792 16384, 4964 12800 16384, 4997 12800 16384, 5034 12800 16384, 5063 12792 16384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xml"/><Relationship Id="rId1002" Type="http://schemas.openxmlformats.org/officeDocument/2006/relationships/customXml" Target="../ink/ink2.xml"/><Relationship Id="rId1004" Type="http://schemas.openxmlformats.org/officeDocument/2006/relationships/customXml" Target="../ink/ink3.xml"/><Relationship Id="rId1006" Type="http://schemas.openxmlformats.org/officeDocument/2006/relationships/customXml" Target="../ink/ink4.xml"/><Relationship Id="rId1008" Type="http://schemas.openxmlformats.org/officeDocument/2006/relationships/customXml" Target="../ink/ink5.xml"/><Relationship Id="rId1001" Type="http://schemas.openxmlformats.org/officeDocument/2006/relationships/image" Target="../media/image1.png"/><Relationship Id="rId1003" Type="http://schemas.openxmlformats.org/officeDocument/2006/relationships/image" Target="../media/image2.png"/><Relationship Id="rId1005" Type="http://schemas.openxmlformats.org/officeDocument/2006/relationships/image" Target="../media/image3.png"/><Relationship Id="rId1007" Type="http://schemas.openxmlformats.org/officeDocument/2006/relationships/image" Target="../media/image4.png"/><Relationship Id="rId100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2669760" cy="684000"/>
            <a:chOff x="540000" y="342000"/>
            <a:chExt cx="2669760"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2669760" cy="684000"/>
              </p14:xfrm>
            </p:contentPart>
          </mc:Choice>
          <mc:Fallback xmlns="">
            <p:pic>
              <p:nvPicPr>
                <p:cNvPr id="1000" name="インク 1"/>
                <p:cNvPicPr/>
                <p:nvPr/>
              </p:nvPicPr>
              <p:blipFill>
                <a:blip r:embed="rId1001"/>
                <a:stretch>
                  <a:fillRect/>
                </a:stretch>
              </p:blipFill>
              <p:spPr>
                <a:xfrm>
                  <a:off x="540000" y="342000"/>
                  <a:ext cx="2669760" cy="684000"/>
                </a:xfrm>
                <a:prstGeom prst="rect">
                  <a:avLst/>
                </a:prstGeom>
              </p:spPr>
            </p:pic>
          </mc:Fallback>
        </mc:AlternateContent>
      </p:grpSp>
      <p:grpSp>
        <p:nvGrpSpPr>
          <p:cNvPr id="101" name="グループ化 101"/>
          <p:cNvGrpSpPr/>
          <p:nvPr/>
        </p:nvGrpSpPr>
        <p:grpSpPr>
          <a:xfrm>
            <a:off x="720000" y="1386000"/>
            <a:ext cx="1648902" cy="576000"/>
            <a:chOff x="720000" y="1386000"/>
            <a:chExt cx="1648902" cy="5760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386000"/>
                <a:ext cx="1648902" cy="576000"/>
              </p14:xfrm>
            </p:contentPart>
          </mc:Choice>
          <mc:Fallback xmlns="">
            <p:pic>
              <p:nvPicPr>
                <p:cNvPr id="1001" name="インク 2"/>
                <p:cNvPicPr/>
                <p:nvPr/>
              </p:nvPicPr>
              <p:blipFill>
                <a:blip r:embed="rId1003"/>
                <a:stretch>
                  <a:fillRect/>
                </a:stretch>
              </p:blipFill>
              <p:spPr>
                <a:xfrm>
                  <a:off x="720000" y="1386000"/>
                  <a:ext cx="1648902" cy="576000"/>
                </a:xfrm>
                <a:prstGeom prst="rect">
                  <a:avLst/>
                </a:prstGeom>
              </p:spPr>
            </p:pic>
          </mc:Fallback>
        </mc:AlternateContent>
      </p:grpSp>
      <p:grpSp>
        <p:nvGrpSpPr>
          <p:cNvPr id="102" name="グループ化 102"/>
          <p:cNvGrpSpPr/>
          <p:nvPr/>
        </p:nvGrpSpPr>
        <p:grpSpPr>
          <a:xfrm>
            <a:off x="720000" y="2383200"/>
            <a:ext cx="658800" cy="478800"/>
            <a:chOff x="720000" y="2383200"/>
            <a:chExt cx="658800" cy="4788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383200"/>
                <a:ext cx="658800" cy="478800"/>
              </p14:xfrm>
            </p:contentPart>
          </mc:Choice>
          <mc:Fallback xmlns="">
            <p:pic>
              <p:nvPicPr>
                <p:cNvPr id="1002" name="インク 3"/>
                <p:cNvPicPr/>
                <p:nvPr/>
              </p:nvPicPr>
              <p:blipFill>
                <a:blip r:embed="rId1005"/>
                <a:stretch>
                  <a:fillRect/>
                </a:stretch>
              </p:blipFill>
              <p:spPr>
                <a:xfrm>
                  <a:off x="720000" y="2383200"/>
                  <a:ext cx="658800" cy="478800"/>
                </a:xfrm>
                <a:prstGeom prst="rect">
                  <a:avLst/>
                </a:prstGeom>
              </p:spPr>
            </p:pic>
          </mc:Fallback>
        </mc:AlternateContent>
      </p:grpSp>
      <p:grpSp>
        <p:nvGrpSpPr>
          <p:cNvPr id="103" name="グループ化 103"/>
          <p:cNvGrpSpPr/>
          <p:nvPr/>
        </p:nvGrpSpPr>
        <p:grpSpPr>
          <a:xfrm>
            <a:off x="720000" y="3304800"/>
            <a:ext cx="595224" cy="662400"/>
            <a:chOff x="720000" y="3304800"/>
            <a:chExt cx="595224" cy="6624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3304800"/>
                <a:ext cx="595224" cy="662400"/>
              </p14:xfrm>
            </p:contentPart>
          </mc:Choice>
          <mc:Fallback xmlns="">
            <p:pic>
              <p:nvPicPr>
                <p:cNvPr id="1003" name="インク 4"/>
                <p:cNvPicPr/>
                <p:nvPr/>
              </p:nvPicPr>
              <p:blipFill>
                <a:blip r:embed="rId1007"/>
                <a:stretch>
                  <a:fillRect/>
                </a:stretch>
              </p:blipFill>
              <p:spPr>
                <a:xfrm>
                  <a:off x="720000" y="3304800"/>
                  <a:ext cx="595224" cy="662400"/>
                </a:xfrm>
                <a:prstGeom prst="rect">
                  <a:avLst/>
                </a:prstGeom>
              </p:spPr>
            </p:pic>
          </mc:Fallback>
        </mc:AlternateContent>
      </p:grpSp>
      <p:grpSp>
        <p:nvGrpSpPr>
          <p:cNvPr id="104" name="グループ化 104"/>
          <p:cNvGrpSpPr/>
          <p:nvPr/>
        </p:nvGrpSpPr>
        <p:grpSpPr>
          <a:xfrm>
            <a:off x="720000" y="4410000"/>
            <a:ext cx="1234800" cy="396000"/>
            <a:chOff x="720000" y="4410000"/>
            <a:chExt cx="1234800"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4410000"/>
                <a:ext cx="1234800" cy="396000"/>
              </p14:xfrm>
            </p:contentPart>
          </mc:Choice>
          <mc:Fallback xmlns="">
            <p:pic>
              <p:nvPicPr>
                <p:cNvPr id="1004" name="インク 5"/>
                <p:cNvPicPr/>
                <p:nvPr/>
              </p:nvPicPr>
              <p:blipFill>
                <a:blip r:embed="rId1009"/>
                <a:stretch>
                  <a:fillRect/>
                </a:stretch>
              </p:blipFill>
              <p:spPr>
                <a:xfrm>
                  <a:off x="720000" y="4410000"/>
                  <a:ext cx="1234800" cy="3960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