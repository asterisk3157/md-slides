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FF0066"/>
    </inkml:brush>
  </inkml:definitions>
  <inkml:trace contextRef="#ctx0" brushRef="#br0">1770 1270 16384, 3030 1270 16384, 3030 2530 16384, 1770 2530 16384, 1770 1270 16384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00" Type="http://schemas.openxmlformats.org/officeDocument/2006/relationships/customXml" Target="../ink/ink1.xml"/><Relationship Id="rId100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グループ化 100"/>
          <p:cNvGrpSpPr/>
          <p:nvPr/>
        </p:nvGrpSpPr>
        <p:grpSpPr>
          <a:xfrm>
            <a:off x="540000" y="360000"/>
            <a:ext cx="648000" cy="648000"/>
            <a:chOff x="540000" y="360000"/>
            <a:chExt cx="6480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0">
              <p14:nvContentPartPr>
                <p14:cNvPr id="1000" name="インク 1"/>
                <p14:cNvContentPartPr/>
                <p14:nvPr/>
              </p14:nvContentPartPr>
              <p14:xfrm>
                <a:off x="540000" y="360000"/>
                <a:ext cx="648000" cy="648000"/>
              </p14:xfrm>
            </p:contentPart>
          </mc:Choice>
          <mc:Fallback xmlns="">
            <p:pic>
              <p:nvPicPr>
                <p:cNvPr id="1000" name="インク 1"/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40000" y="360000"/>
                  <a:ext cx="648000" cy="64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