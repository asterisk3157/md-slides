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1637 1579 16384, 1610 1576 16384, 1617 1576 16384, 1668 1576 16384, 1771 1549 16384, 1946 1487 16384, 2162 1432 16384, 2361 1408 16384, 2535 1422 16384, 2659 1507 16384, 2734 1675 16384, 2769 1902 16384, 2769 2138 16384, 2734 2371 16384, 2669 2584 16384, 2601 2728 16384, 2556 2793 16384, 2518 2800 16384, 2467 2735 16384, 2385 2587 16384</inkml:trace>
  <inkml:trace contextRef="#ctx0" brushRef="#br0">2460 1000 16384, 2463 1034 16384, 2429 1209 16384, 2309 1566 16384, 2151 2011 16384, 2007 2385 16384, 1932 2581 16384, 1908 2683 16384, 1905 2697 16384</inkml:trace>
  <inkml:trace contextRef="#ctx0" brushRef="#br0">2772 1240 16384, 2751 1237 16384, 2782 1267 16384, 2871 1384 16384, 2995 1624 16384, 3081 1898 16384, 3129 2087 16384, 3166 2197 16384, 3190 2255 16384</inkml:trace>
  <inkml:trace contextRef="#ctx0" brushRef="#br0">4268 1032 16384, 4272 1008 16384, 4272 1000 16384, 4256 1052 16384, 4168 1236 16384, 3968 1636 16384, 3740 2128 16384, 3600 2484 16384, 3560 2672 16384, 3560 2760 16384, 3572 2800 16384, 3600 2780 16384, 3672 2644 16384, 3776 2400 16384, 3920 2096 16384, 4092 1860 16384, 4204 1788 16384, 4272 1768 16384, 4304 1816 16384, 4328 1956 16384, 4356 2184 16384, 4404 2428 16384, 4488 2604 16384, 4596 2692 16384, 4732 2740 16384, 4872 2744 16384, 4948 2728 16384</inkml:trace>
  <inkml:trace contextRef="#ctx0" brushRef="#br0">5435 1444 16384, 5422 1441 16384, 5444 1441 16384, 5592 1425 16384, 5851 1404 16384, 6131 1395 16384, 6418 1385 16384, 6634 1373 16384, 6754 1364 16384, 6794 1361 16384</inkml:trace>
  <inkml:trace contextRef="#ctx0" brushRef="#br0">6224 1006 16384, 6217 1000 16384, 6270 1037 16384, 6356 1166 16384, 6405 1401 16384, 6396 1669 16384, 6347 1943 16384, 6285 2100 16384, 6220 2199 16384, 6153 2242 16384, 6082 2239 16384, 6017 2184 16384, 5977 2076 16384, 5986 1974 16384, 6042 1885 16384, 6143 1811 16384, 6261 1795 16384, 6362 1848 16384, 6415 1986 16384, 6412 2180 16384, 6350 2399 16384, 6251 2600 16384, 6171 2726 16384, 6122 2797 16384, 6097 2800 16384</inkml:trace>
  <inkml:trace contextRef="#ctx0" brushRef="#br0">7761 1000 16384, 7816 1024 16384, 7962 1066 16384, 8104 1101 16384, 8205 1142 16384, 8250 1191 16384</inkml:trace>
  <inkml:trace contextRef="#ctx0" brushRef="#br0">7393 1871 16384, 7372 1871 16384, 7390 1857 16384, 7501 1787 16384, 7691 1669 16384, 7907 1558 16384, 8118 1503 16384, 8309 1510 16384, 8454 1603 16384, 8538 1787 16384, 8552 2072 16384, 8503 2311 16384, 8392 2502 16384, 8260 2668 16384, 8156 2772 16384, 8111 2800 16384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3324 4346 16384, 3334 4321 16384, 3334 4311 16384, 3334 4301 16384, 3324 4285 16384, 3314 4265 16384, 3289 4240 16384, 3254 4215 16384, 3208 4200 16384, 3168 4200 16384, 3118 4205 16384, 3073 4225 16384, 3032 4250 16384, 2982 4290 16384, 2937 4336 16384, 2902 4381 16384, 2877 4431 16384, 2867 4476 16384, 2872 4527 16384, 2887 4582 16384, 2917 4642 16384, 2957 4692 16384, 2997 4753 16384, 3053 4808 16384, 3103 4853 16384, 3158 4893 16384, 3208 4934 16384, 3238 4969 16384, 3274 5004 16384, 3289 5034 16384, 3289 5064 16384, 3279 5089 16384, 3259 5115 16384, 3228 5140 16384, 3193 5160 16384, 3153 5180 16384, 3103 5190 16384, 3047 5195 16384, 2987 5200 16384, 2937 5200 16384, 2882 5195 16384, 2836 5180 16384, 2786 5155 16384, 2766 5135 16384</inkml:trace>
  <inkml:trace contextRef="#ctx0" brushRef="#br0">3439 4443 16384, 3463 4423 16384, 3468 4423 16384, 3488 4418 16384, 3513 4413 16384, 3538 4413 16384, 3562 4413 16384, 3582 4418 16384, 3592 4433 16384, 3592 4452 16384, 3592 4492 16384, 3582 4547 16384, 3562 4621 16384, 3538 4715 16384, 3513 4819 16384, 3493 4923 16384, 3483 5012 16384, 3483 5076 16384, 3488 5126 16384, 3498 5160 16384, 3518 5180 16384, 3543 5190 16384, 3567 5200 16384, 3592 5200 16384, 3612 5185 16384, 3647 5160 16384, 3661 5146 16384</inkml:trace>
  <inkml:trace contextRef="#ctx0" brushRef="#br0">3642 4205 16384, 3627 4200 16384, 3597 4200 16384, 3592 4200 16384, 3592 4205 16384, 3592 4215 16384, 3592 4220 16384</inkml:trace>
  <inkml:trace contextRef="#ctx0" brushRef="#br0">3587 4393 16384, 3559 4370 16384, 3559 4359 16384, 3570 4331 16384, 3610 4291 16384, 3644 4257 16384, 3672 4223 16384, 3695 4200 16384, 3718 4200 16384, 3746 4200 16384, 3769 4223 16384, 3786 4257 16384, 3797 4308 16384, 3809 4393 16384, 3814 4495 16384, 3820 4643 16384, 3820 4808 16384, 3814 4944 16384, 3809 5052 16384, 3803 5132 16384, 3797 5172 16384, 3797 5189 16384, 3797 5200 16384, 3803 5200 16384, 3803 5189 16384, 3803 5155 16384, 3809 5109 16384, 3820 5035 16384, 3837 4939 16384, 3860 4825 16384, 3882 4689 16384, 3911 4535 16384, 3956 4405 16384, 4013 4319 16384, 4064 4274 16384, 4121 4251 16384, 4166 4240 16384, 4206 4234 16384, 4246 4240 16384, 4280 4262 16384, 4309 4302 16384, 4337 4376 16384, 4360 4473 16384, 4382 4586 16384, 4394 4711 16384, 4411 4842 16384, 4422 4950 16384, 4434 5030 16384, 4456 5086 16384, 4479 5120 16384, 4502 5132 16384, 4524 5138 16384, 4541 5132 16384</inkml:trace>
  <inkml:trace contextRef="#ctx0" brushRef="#br0">5538 4225 16384, 5518 4233 16384, 5497 4245 16384, 5464 4266 16384, 5435 4299 16384, 5394 4345 16384, 5348 4402 16384, 5299 4477 16384, 5253 4568 16384, 5208 4675 16384, 5175 4787 16384, 5158 4898 16384, 5154 5002 16384, 5162 5080 16384, 5171 5109 16384, 5187 5150 16384, 5208 5175 16384, 5237 5192 16384, 5266 5200 16384, 5295 5200 16384, 5336 5188 16384, 5369 5155 16384, 5439 5080 16384, 5481 5018 16384, 5526 4948 16384, 5563 4865 16384, 5600 4774 16384, 5625 4671 16384, 5642 4564 16384, 5646 4464 16384, 5646 4378 16384, 5633 4307 16384, 5621 4262 16384, 5609 4229 16384, 5588 4204 16384, 5563 4200 16384, 5547 4200 16384, 5522 4212 16384, 5505 4221 16384, 5472 4245 16384, 5435 4279 16384, 5386 4353 16384, 5352 4407 16384, 5332 4469 16384, 5315 4535 16384, 5315 4588 16384, 5336 4630 16384, 5373 4667 16384, 5410 4683 16384, 5431 4692 16384, 5464 4700 16384, 5497 4700 16384, 5534 4700 16384, 5563 4692 16384</inkml:trace>
  <inkml:trace contextRef="#ctx0" brushRef="#br0">6437 4691 16384, 6430 4691 16384, 6434 4691 16384, 6439 4691 16384, 6449 4689 16384, 6460 4689 16384, 6471 4687 16384, 6488 4687 16384, 6508 4685 16384, 6533 4683 16384, 6562 4683 16384, 6590 4681 16384, 6622 4681 16384, 6656 4679 16384, 6685 4679 16384, 6717 4681 16384, 6753 4683 16384, 6784 4687 16384, 6818 4689 16384, 6851 4691 16384, 6879 4693 16384, 6907 4693 16384, 6930 4693 16384, 6946 4693 16384, 6958 4694 16384, 6967 4694 16384, 6974 4694 16384, 6978 4694 16384, 6980 4691 16384</inkml:trace>
  <inkml:trace contextRef="#ctx0" brushRef="#br0">6715 4461 16384, 6715 4463 16384, 6713 4465 16384, 6713 4469 16384, 6713 4476 16384, 6713 4487 16384, 6715 4502 16384, 6717 4523 16384, 6719 4547 16384, 6719 4577 16384, 6721 4611 16384, 6719 4648 16384, 6717 4683 16384, 6713 4721 16384, 6710 4760 16384, 6708 4793 16384, 6708 4825 16384, 6708 4855 16384, 6708 4877 16384, 6708 4898 16384, 6710 4914 16384, 6712 4927 16384, 6713 4935 16384, 6715 4939 16384</inkml:trace>
  <inkml:trace contextRef="#ctx0" brushRef="#br0">8106 4543 16384, 8113 4515 16384, 8113 4487 16384, 8106 4459 16384, 8092 4431 16384, 8064 4375 16384, 8043 4347 16384, 7994 4298 16384, 7966 4270 16384, 7889 4221 16384, 7791 4200 16384, 7715 4207 16384, 7645 4249 16384, 7561 4305 16384, 7449 4424 16384, 7428 4459 16384, 7407 4494 16384, 7393 4578 16384, 7393 4710 16384, 7407 4808 16384, 7435 4913 16384, 7484 5018 16384, 7575 5130 16384, 7652 5179 16384, 7722 5200 16384, 7757 5200 16384, 7798 5200 16384, 7875 5186 16384, 7987 5137 16384, 8050 5088 16384, 8099 5032 16384, 8127 5004 16384</inkml:trace>
  <inkml:trace contextRef="#ctx0" brushRef="#br0">8391 4310 16384, 8342 4279 16384, 8324 4273 16384, 8281 4267 16384, 8239 4267 16384, 8190 4279 16384, 8135 4310 16384, 8074 4352 16384, 8007 4420 16384, 7952 4499 16384, 7909 4590 16384, 7873 4694 16384, 7867 4804 16384, 7873 4920 16384, 7909 5017 16384, 7958 5090 16384, 8007 5145 16384, 8074 5182 16384, 8135 5200 16384, 8214 5200 16384, 8275 5188 16384, 8355 5151 16384, 8428 5102 16384, 8495 5041 16384, 8550 4974 16384, 8611 4901 16384, 8635 4834 16384, 8653 4755 16384, 8653 4670 16384, 8641 4584 16384, 8617 4493 16384, 8580 4401 16384, 8531 4322 16384, 8489 4261 16384, 8446 4212 16384, 8397 4200 16384, 8348 4206 16384, 8306 4230 16384, 8287 4243 16384</inkml:trace>
  <inkml:trace contextRef="#ctx0" brushRef="#br0">9034 4346 16384, 9044 4321 16384, 9044 4311 16384, 9044 4301 16384, 9034 4285 16384, 9024 4265 16384, 8999 4240 16384, 8964 4215 16384, 8918 4200 16384, 8878 4200 16384, 8828 4205 16384, 8783 4225 16384, 8742 4250 16384, 8692 4290 16384, 8647 4336 16384, 8612 4381 16384, 8587 4431 16384, 8577 4476 16384, 8582 4527 16384, 8597 4582 16384, 8627 4642 16384, 8667 4692 16384, 8707 4753 16384, 8763 4808 16384, 8813 4853 16384, 8868 4893 16384, 8918 4934 16384, 8948 4969 16384, 8984 5004 16384, 8999 5034 16384, 8999 5064 16384, 8989 5089 16384, 8969 5115 16384, 8938 5140 16384, 8903 5160 16384, 8863 5180 16384, 8813 5190 16384, 8757 5195 16384, 8697 5200 16384, 8647 5200 16384, 8592 5195 16384, 8546 5180 16384, 8496 5155 16384, 8476 5135 16384</inkml:trace>
  <inkml:trace contextRef="#ctx0" brushRef="#br0">10248 4225 16384, 10228 4233 16384, 10207 4245 16384, 10174 4266 16384, 10145 4299 16384, 10104 4345 16384, 10058 4402 16384, 10009 4477 16384, 9963 4568 16384, 9918 4675 16384, 9885 4787 16384, 9868 4898 16384, 9864 5002 16384, 9872 5080 16384, 9881 5109 16384, 9897 5150 16384, 9918 5175 16384, 9947 5192 16384, 9976 5200 16384, 10005 5200 16384, 10046 5188 16384, 10079 5155 16384, 10149 5080 16384, 10191 5018 16384, 10236 4948 16384, 10273 4865 16384, 10310 4774 16384, 10335 4671 16384, 10352 4564 16384, 10356 4464 16384, 10356 4378 16384, 10343 4307 16384, 10331 4262 16384, 10319 4229 16384, 10298 4204 16384, 10273 4200 16384, 10257 4200 16384, 10232 4212 16384, 10215 4221 16384, 10182 4245 16384, 10145 4279 16384, 10096 4353 16384, 10062 4407 16384, 10042 4469 16384, 10025 4535 16384, 10025 4588 16384, 10046 4630 16384, 10083 4667 16384, 10120 4683 16384, 10141 4692 16384, 10174 4700 16384, 10207 4700 16384, 10244 4700 16384, 10273 4692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7338 16384, 2200 7350 16384, 2225 7388 16384, 2238 7425 16384, 2238 7438 16384, 2238 7462 16384, 2225 7488 16384, 2200 7512 16384, 2162 7525 16384, 2138 7525 16384, 2100 7525 16384, 2062 7525 16384, 2038 7512 16384, 2025 7488 16384, 2025 7462 16384, 2025 7400 16384, 2050 7362 16384, 2075 7325 16384, 2112 7300 16384, 2150 7288 16384, 2175 7275 16384, 2212 7275 16384, 2250 7275 16384, 2262 7275 16384, 2288 7300 16384, 2300 7312 16384, 2300 7350 16384, 2288 7362 16384, 2262 7388 16384, 2238 7412 16384, 2200 7425 16384, 2150 7450 16384, 2100 7462 16384, 2050 7462 16384, 2013 7450 16384, 2000 7438 16384, 2000 7412 16384, 2000 7388 16384, 2025 7362 16384, 2038 7350 16384, 2062 7325 16384, 2112 7312 16384, 2150 7300 16384, 2175 7300 16384, 2212 7300 16384, 2238 7300 16384, 2262 7338 16384, 2275 7375 16384, 2275 7400 16384, 2275 7425 16384, 2262 7450 16384, 2238 7475 16384, 2225 7488 16384, 2212 7488 16384, 2200 7488 16384, 2188 7475 16384, 2188 7462 16384, 2188 7438 16384, 2188 7425 16384, 2188 7412 16384, 2200 7388 16384, 2212 7375 16384, 2225 7362 16384, 2238 7362 16384, 2238 7375 16384, 2225 7400 16384, 2225 7412 16384, 2212 7412 16384, 2200 7425 16384, 2188 7438 16384, 2175 7438 16384, 2162 7438 16384, 2162 7425 16384, 2175 7400 16384, 2200 7375 16384, 2212 7362 16384, 2225 7350 16384, 2212 7375 16384, 2175 7400 16384, 2138 7425 16384, 2100 7438 16384, 2062 7462 16384, 2050 7462 16384, 2062 7450 16384, 2100 7425 16384, 2112 7412 16384, 2150 7388 16384, 2175 7362 16384, 2225 7325 16384, 2238 7300 16384, 2238 7288 16384, 2225 7288 16384, 2200 7312 16384, 2175 7338 16384, 2150 7362 16384, 2138 7388 16384, 2125 7400 16384</inkml:trace>
  <inkml:trace contextRef="#ctx0" brushRef="#br0">2809 7835 16384, 2804 7843 16384, 2809 7857 16384, 2817 7857 16384, 2843 7852 16384, 2870 7843 16384, 2900 7826 16384, 2939 7800 16384, 2978 7757 16384, 3026 7700 16384, 3078 7630 16384, 3130 7557 16384, 3174 7483 16384, 3209 7409 16384, 3239 7330 16384, 3261 7248 16384, 3274 7161 16384, 3287 7074 16384, 3296 7000 16384, 3296 6943 16384, 3291 6909 16384, 3278 6900 16384, 3261 6900 16384, 3243 6913 16384, 3226 6930 16384, 3209 6961 16384, 3183 7004 16384, 3165 7061 16384, 3148 7135 16384, 3130 7239 16384, 3117 7365 16384, 3113 7526 16384, 3117 7674 16384, 3130 7765 16384, 3148 7835 16384, 3170 7874 16384, 3196 7891 16384, 3226 7900 16384, 3248 7900 16384, 3265 7891 16384</inkml:trace>
  <inkml:trace contextRef="#ctx0" brushRef="#br0">3439 7143 16384, 3463 7123 16384, 3468 7123 16384, 3488 7118 16384, 3513 7113 16384, 3538 7113 16384, 3562 7113 16384, 3582 7118 16384, 3592 7133 16384, 3592 7152 16384, 3592 7192 16384, 3582 7247 16384, 3562 7321 16384, 3538 7415 16384, 3513 7519 16384, 3493 7623 16384, 3483 7712 16384, 3483 7776 16384, 3488 7826 16384, 3498 7860 16384, 3518 7880 16384, 3543 7890 16384, 3567 7900 16384, 3592 7900 16384, 3612 7885 16384, 3647 7860 16384, 3661 7846 16384</inkml:trace>
  <inkml:trace contextRef="#ctx0" brushRef="#br0">3642 6905 16384, 3627 6900 16384, 3597 6900 16384, 3592 6900 16384, 3592 6905 16384, 3592 6915 16384, 3592 6920 16384</inkml:trace>
  <inkml:trace contextRef="#ctx0" brushRef="#br0">3578 7239 16384, 3555 7207 16384, 3550 7194 16384, 3555 7161 16384, 3573 7125 16384, 3596 7083 16384, 3610 7051 16384, 3628 7028 16384, 3651 7015 16384, 3669 7010 16384, 3688 7006 16384, 3701 7010 16384, 3715 7033 16384, 3733 7065 16384, 3747 7125 16384, 3756 7207 16384, 3766 7313 16384, 3775 7437 16384, 3775 7556 16384, 3770 7657 16384, 3766 7726 16384, 3756 7772 16384, 3756 7790 16384, 3756 7794 16384, 3761 7794 16384, 3761 7781 16384, 3761 7758 16384, 3761 7721 16384, 3761 7666 16384, 3761 7602 16384, 3766 7524 16384, 3775 7428 16384, 3784 7304 16384, 3802 7194 16384, 3830 7111 16384, 3871 7065 16384, 3903 7042 16384, 3931 7033 16384, 3963 7024 16384, 3986 7028 16384, 4004 7038 16384, 4022 7070 16384, 4041 7120 16384, 4050 7198 16384, 4055 7285 16384, 4050 7391 16384, 4041 7496 16384, 4032 7574 16384, 4022 7639 16384, 4013 7680 16384, 4009 7703 16384, 4004 7717 16384, 4000 7717 16384, 4000 7707 16384, 3995 7689 16384, 3995 7657 16384, 3995 7611 16384, 3995 7542 16384, 4004 7460 16384, 4018 7359 16384, 4045 7239 16384, 4087 7134 16384, 4123 7083 16384, 4165 7061 16384, 4201 7042 16384, 4229 7033 16384, 4266 7028 16384, 4293 7033 16384, 4316 7051 16384, 4348 7083 16384, 4376 7139 16384, 4394 7212 16384, 4408 7308 16384, 4426 7418 16384, 4440 7510 16384, 4454 7597 16384, 4467 7661 16384, 4481 7712 16384, 4495 7739 16384, 4518 7753 16384, 4541 7753 16384, 4550 7749 16384</inkml:trace>
  <inkml:trace contextRef="#ctx0" brushRef="#br0">2534 8133 16384, 2528 8118 16384, 2528 8112 16384, 2537 8103 16384, 2549 8091 16384, 2567 8079 16384, 2591 8067 16384, 2615 8058 16384, 2643 8055 16384, 2688 8061 16384, 2700 8067 16384, 2728 8085 16384, 2749 8115 16384, 2761 8152 16384, 2767 8197 16384, 2767 8239 16384, 2761 8279 16384, 2746 8318 16384, 2731 8352 16384, 2709 8385 16384, 2685 8415 16384, 2661 8442 16384, 2637 8464 16384, 2612 8482 16384, 2579 8497 16384, 2558 8500 16384, 2552 8500 16384</inkml:trace>
  <inkml:trace contextRef="#ctx0" brushRef="#br0">2937 8003 16384, 2931 8000 16384, 2909 8006 16384, 2900 8012 16384, 2882 8027 16384, 2861 8045 16384, 2837 8070 16384, 2812 8097 16384, 2794 8130 16384, 2773 8176 16384, 2761 8221 16384, 2752 8276 16384, 2749 8327 16384, 2755 8370 16384, 2767 8409 16384, 2791 8439 16384, 2815 8458 16384, 2843 8470 16384, 2873 8476 16384, 2900 8476 16384, 2915 8476 16384</inkml:trace>
  <inkml:trace contextRef="#ctx0" brushRef="#br0">3247 8263 16384, 3251 8259 16384, 3255 8259 16384, 3267 8257 16384, 3284 8253 16384, 3307 8251 16384, 3335 8249 16384, 3362 8249 16384, 3395 8249 16384, 3434 8251 16384, 3473 8251 16384, 3512 8253 16384, 3552 8255 16384, 3588 8257 16384, 3621 8261 16384, 3650 8263 16384, 3677 8263 16384, 3698 8263 16384, 3716 8263 16384, 3726 8261 16384, 3735 8259 16384, 3739 8255 16384, 3739 8249 16384, 3737 8243 16384, 3731 8233 16384, 3722 8220 16384, 3712 8204 16384, 3700 8187 16384, 3685 8169 16384, 3673 8154 16384, 3663 8140 16384, 3656 8134 16384, 3652 8130 16384, 3648 8128 16384, 3648 8126 16384</inkml:trace>
  <inkml:trace contextRef="#ctx0" brushRef="#br0">3747 8278 16384, 3741 8278 16384, 3739 8278 16384, 3737 8282 16384, 3733 8286 16384, 3728 8294 16384, 3720 8304 16384, 3710 8317 16384, 3696 8333 16384, 3685 8346 16384, 3677 8356 16384, 3673 8364 16384, 3671 8368 16384, 3671 8372 16384, 3671 8374 16384</inkml:trace>
  <inkml:trace contextRef="#ctx0" brushRef="#br0">4241 8013 16384, 4236 8004 16384, 4228 8004 16384, 4213 8021 16384, 4189 8062 16384, 4161 8134 16384, 4143 8232 16384, 4138 8350 16384, 4154 8426 16384, 4188 8473 16384, 4234 8498 16384, 4278 8500 16384, 4322 8472 16384, 4358 8415 16384, 4380 8330 16384, 4386 8236 16384, 4370 8170 16384, 4339 8123 16384, 4300 8083 16384, 4258 8035 16384, 4230 8002 16384, 4219 8000 16384, 4218 8018 16384</inkml:trace>
  <inkml:trace contextRef="#ctx0" brushRef="#br0">5689 6625 16384, 5695 6608 16384, 5695 6602 16384, 5695 6595 16384, 5689 6586 16384, 5682 6572 16384, 5666 6556 16384, 5643 6540 16384, 5613 6530 16384, 5587 6530 16384, 5555 6533 16384, 5525 6546 16384, 5499 6563 16384, 5466 6589 16384, 5437 6618 16384, 5414 6648 16384, 5398 6680 16384, 5391 6710 16384, 5395 6742 16384, 5404 6778 16384, 5424 6817 16384, 5450 6850 16384, 5476 6889 16384, 5512 6925 16384, 5545 6955 16384, 5581 6981 16384, 5613 7007 16384, 5633 7030 16384, 5656 7053 16384, 5666 7072 16384, 5666 7092 16384, 5659 7108 16384, 5646 7124 16384, 5626 7141 16384, 5604 7154 16384, 5577 7167 16384, 5545 7173 16384, 5509 7177 16384, 5470 7180 16384, 5437 7180 16384, 5401 7177 16384, 5372 7167 16384, 5339 7151 16384, 5326 7138 16384</inkml:trace>
  <inkml:trace contextRef="#ctx0" brushRef="#br0">5763 6688 16384, 5779 6675 16384, 5782 6675 16384, 5795 6672 16384, 5811 6668 16384, 5827 6668 16384, 5844 6668 16384, 5856 6672 16384, 5863 6681 16384, 5863 6694 16384, 5863 6720 16384, 5856 6755 16384, 5844 6804 16384, 5827 6865 16384, 5811 6932 16384, 5798 7000 16384, 5792 7058 16384, 5792 7100 16384, 5795 7132 16384, 5802 7154 16384, 5815 7167 16384, 5831 7174 16384, 5847 7180 16384, 5863 7180 16384, 5876 7170 16384, 5898 7154 16384, 5908 7145 16384</inkml:trace>
  <inkml:trace contextRef="#ctx0" brushRef="#br0">5895 6533 16384, 5885 6530 16384, 5866 6530 16384, 5863 6530 16384, 5863 6533 16384, 5863 6540 16384, 5863 6543 16384</inkml:trace>
  <inkml:trace contextRef="#ctx0" brushRef="#br0">5860 6656 16384, 5841 6641 16384, 5841 6633 16384, 5848 6615 16384, 5874 6589 16384, 5896 6567 16384, 5915 6545 16384, 5930 6530 16384, 5944 6530 16384, 5963 6530 16384, 5978 6545 16384, 5989 6567 16384, 5996 6600 16384, 6004 6656 16384, 6007 6722 16384, 6011 6818 16384, 6011 6925 16384, 6007 7014 16384, 6004 7084 16384, 6000 7136 16384, 5996 7162 16384, 5996 7173 16384, 5996 7180 16384, 6000 7180 16384, 6000 7173 16384, 6000 7150 16384, 6004 7121 16384, 6011 7073 16384, 6022 7010 16384, 6037 6936 16384, 6052 6848 16384, 6070 6748 16384, 6100 6663 16384, 6136 6608 16384, 6170 6578 16384, 6207 6563 16384, 6236 6556 16384, 6262 6552 16384, 6288 6556 16384, 6310 6571 16384, 6329 6596 16384, 6347 6644 16384, 6362 6707 16384, 6377 6781 16384, 6384 6862 16384, 6395 6947 16384, 6402 7018 16384, 6410 7069 16384, 6425 7106 16384, 6439 7128 16384, 6454 7136 16384, 6469 7139 16384, 6480 7136 16384</inkml:trace>
  <inkml:trace contextRef="#ctx0" brushRef="#br0">6780 6703 16384, 6772 6684 16384, 6772 6676 16384, 6784 6664 16384, 6800 6648 16384, 6823 6632 16384, 6855 6617 16384, 6886 6605 16384, 6922 6601 16384, 6981 6609 16384, 6997 6617 16384, 7032 6640 16384, 7060 6680 16384, 7075 6727 16384, 7083 6786 16384, 7083 6841 16384, 7075 6892 16384, 7056 6944 16384, 7036 6987 16384, 7008 7030 16384, 6977 7070 16384, 6945 7105 16384, 6914 7133 16384, 6882 7156 16384, 6839 7176 16384, 6811 7180 16384, 6804 7180 16384</inkml:trace>
  <inkml:trace contextRef="#ctx0" brushRef="#br0">7304 6534 16384, 7296 6530 16384, 7268 6538 16384, 7257 6546 16384, 7233 6565 16384, 7205 6589 16384, 7174 6621 16384, 7142 6656 16384, 7119 6699 16384, 7091 6758 16384, 7075 6818 16384, 7064 6888 16384, 7060 6955 16384, 7068 7011 16384, 7083 7062 16384, 7115 7101 16384, 7146 7125 16384, 7182 7141 16384, 7221 7148 16384, 7257 7148 16384, 7276 7148 16384</inkml:trace>
  <inkml:trace contextRef="#ctx0" brushRef="#br0">5122 7400 11468, 7564 7400 11468</inkml:trace>
  <inkml:trace contextRef="#ctx0" brushRef="#br0">6016 7793 16384, 6008 7774 16384, 6008 7766 16384, 6020 7754 16384, 6036 7738 16384, 6060 7722 16384, 6091 7707 16384, 6123 7695 16384, 6158 7691 16384, 6217 7699 16384, 6233 7707 16384, 6268 7730 16384, 6296 7770 16384, 6312 7817 16384, 6320 7876 16384, 6320 7931 16384, 6312 7982 16384, 6292 8034 16384, 6272 8077 16384, 6245 8120 16384, 6213 8160 16384, 6182 8195 16384, 6150 8223 16384, 6119 8246 16384, 6075 8266 16384, 6048 8270 16384, 6040 8270 16384</inkml:trace>
  <inkml:trace contextRef="#ctx0" brushRef="#br0">6540 7624 16384, 6532 7620 16384, 6505 7628 16384, 6493 7636 16384, 6469 7655 16384, 6442 7679 16384, 6410 7711 16384, 6379 7746 16384, 6355 7789 16384, 6328 7848 16384, 6312 7908 16384, 6300 7978 16384, 6296 8045 16384, 6304 8101 16384, 6320 8152 16384, 6351 8191 16384, 6383 8215 16384, 6418 8231 16384, 6458 8238 16384, 6493 8238 16384, 6513 8238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10038 16384, 2200 10050 16384, 2225 10088 16384, 2238 10125 16384, 2238 10138 16384, 2238 10163 16384, 2225 10188 16384, 2200 10212 16384, 2162 10225 16384, 2138 10225 16384, 2100 10225 16384, 2062 10225 16384, 2038 10212 16384, 2025 10188 16384, 2025 10163 16384, 2025 10100 16384, 2050 10063 16384, 2075 10025 16384, 2112 10000 16384, 2150 9988 16384, 2175 9975 16384, 2212 9975 16384, 2250 9975 16384, 2262 9975 16384, 2288 10000 16384, 2300 10013 16384, 2300 10050 16384, 2288 10063 16384, 2262 10088 16384, 2238 10112 16384, 2200 10125 16384, 2150 10150 16384, 2100 10163 16384, 2050 10163 16384, 2013 10150 16384, 2000 10138 16384, 2000 10112 16384, 2000 10088 16384, 2025 10063 16384, 2038 10050 16384, 2062 10025 16384, 2112 10013 16384, 2150 10000 16384, 2175 10000 16384, 2212 10000 16384, 2238 10000 16384, 2262 10038 16384, 2275 10075 16384, 2275 10100 16384, 2275 10125 16384, 2262 10150 16384, 2238 10175 16384, 2225 10188 16384, 2212 10188 16384, 2200 10188 16384, 2188 10175 16384, 2188 10163 16384, 2188 10138 16384, 2188 10125 16384, 2188 10112 16384, 2200 10088 16384, 2212 10075 16384, 2225 10063 16384, 2238 10063 16384, 2238 10075 16384, 2225 10100 16384, 2225 10112 16384, 2212 10112 16384, 2200 10125 16384, 2188 10138 16384, 2175 10138 16384, 2162 10138 16384, 2162 10125 16384, 2175 10100 16384, 2200 10075 16384, 2212 10063 16384, 2225 10050 16384, 2212 10075 16384, 2175 10100 16384, 2138 10125 16384, 2100 10138 16384, 2062 10163 16384, 2050 10163 16384, 2062 10150 16384, 2100 10125 16384, 2112 10112 16384, 2150 10088 16384, 2175 10063 16384, 2225 10025 16384, 2238 10000 16384, 2238 9988 16384, 2225 9988 16384, 2200 10013 16384, 2175 10038 16384, 2150 10063 16384, 2138 10088 16384, 2125 10100 16384</inkml:trace>
  <inkml:trace contextRef="#ctx0" brushRef="#br0">2809 10535 16384, 2804 10543 16384, 2809 10557 16384, 2817 10557 16384, 2843 10552 16384, 2870 10543 16384, 2900 10526 16384, 2939 10500 16384, 2978 10457 16384, 3026 10400 16384, 3078 10330 16384, 3130 10257 16384, 3174 10183 16384, 3209 10109 16384, 3239 10030 16384, 3261 9948 16384, 3274 9861 16384, 3287 9774 16384, 3296 9700 16384, 3296 9643 16384, 3291 9609 16384, 3278 9600 16384, 3261 9600 16384, 3243 9613 16384, 3226 9630 16384, 3209 9661 16384, 3183 9704 16384, 3165 9761 16384, 3148 9835 16384, 3130 9939 16384, 3117 10065 16384, 3113 10226 16384, 3117 10374 16384, 3130 10465 16384, 3148 10535 16384, 3170 10574 16384, 3196 10591 16384, 3226 10600 16384, 3248 10600 16384, 3265 10591 16384</inkml:trace>
  <inkml:trace contextRef="#ctx0" brushRef="#br0">3681 9710 16384, 3632 9679 16384, 3614 9673 16384, 3571 9667 16384, 3529 9667 16384, 3480 9679 16384, 3425 9710 16384, 3364 9752 16384, 3297 9820 16384, 3242 9899 16384, 3199 9990 16384, 3163 10094 16384, 3157 10204 16384, 3163 10320 16384, 3199 10417 16384, 3248 10490 16384, 3297 10545 16384, 3364 10582 16384, 3425 10600 16384, 3504 10600 16384, 3565 10588 16384, 3645 10551 16384, 3718 10502 16384, 3785 10441 16384, 3840 10374 16384, 3901 10301 16384, 3925 10234 16384, 3943 10155 16384, 3943 10070 16384, 3931 9984 16384, 3907 9893 16384, 3870 9801 16384, 3821 9722 16384, 3779 9661 16384, 3736 9612 16384, 3687 9600 16384, 3638 9606 16384, 3596 9630 16384, 3577 9643 16384</inkml:trace>
  <inkml:trace contextRef="#ctx0" brushRef="#br0">4165 9866 16384, 4165 9820 16384, 4165 9802 16384, 4160 9774 16384, 4151 9738 16384, 4133 9687 16384, 4105 9650 16384, 4078 9618 16384, 4045 9600 16384, 4009 9605 16384, 3977 9623 16384, 3940 9655 16384, 3899 9701 16384, 3867 9756 16384, 3834 9816 16384, 3821 9871 16384, 3825 9917 16384, 3844 9962 16384, 3867 9990 16384, 3894 10013 16384, 3926 10027 16384, 3963 10036 16384, 4004 10036 16384, 4045 10027 16384, 4087 10004 16384, 4119 9972 16384, 4156 9926 16384, 4183 9880 16384, 4201 9829 16384, 4211 9779 16384, 4215 9738 16384, 4215 9706 16384, 4215 9692 16384, 4211 9692 16384, 4206 9696 16384, 4197 9715 16384, 4192 9747 16384, 4183 9793 16384, 4174 9852 16384, 4165 9930 16384, 4156 10031 16384, 4137 10155 16384, 4119 10274 16384, 4100 10380 16384, 4078 10467 16384, 4059 10527 16384, 4036 10568 16384, 4009 10591 16384, 3986 10600 16384, 3949 10600 16384, 3908 10591 16384, 3867 10568 16384, 3821 10545 16384, 3784 10504 16384, 3761 10462 16384, 3743 10417 16384, 3738 10384 16384, 3747 10361 16384, 3770 10343 16384, 3798 10329 16384, 3839 10306 16384, 3894 10283 16384, 3954 10265 16384, 4022 10251 16384, 4096 10247 16384, 4165 10247 16384, 4220 10251 16384, 4270 10256 16384, 4302 10261 16384, 4325 10265 16384, 4348 10270 16384, 4362 10270 16384</inkml:trace>
  <inkml:trace contextRef="#ctx0" brushRef="#br0">4199 10390 16384, 4197 10391 16384, 4198 10407 16384, 4197 10457 16384, 4188 10536 16384, 4178 10609 16384, 4170 10661 16384, 4168 10695 16384, 4174 10710 16384</inkml:trace>
  <inkml:trace contextRef="#ctx0" brushRef="#br0">4500 10399 16384, 4496 10392 16384, 4491 10392 16384, 4482 10403 16384, 4466 10430 16384, 4448 10476 16384, 4436 10539 16384, 4433 10614 16384, 4444 10663 16384, 4465 10693 16384, 4495 10708 16384, 4523 10710 16384, 4551 10692 16384, 4574 10655 16384, 4588 10601 16384, 4592 10541 16384, 4582 10499 16384, 4562 10469 16384, 4537 10443 16384, 4510 10413 16384, 4493 10392 16384, 4486 10390 16384, 4485 10402 16384</inkml:trace>
  <inkml:trace contextRef="#ctx0" brushRef="#br0">5670 9600 16384, 5665 9602 16384, 5669 9652 16384, 5667 9809 16384, 5637 10056 16384, 5606 10285 16384, 5581 10446 16384, 5574 10554 16384, 5593 10600 16384</inkml:trace>
  <inkml:trace contextRef="#ctx0" brushRef="#br0">6611 9627 16384, 6601 9607 16384, 6584 9607 16384, 6555 9641 16384, 6506 9724 16384, 6450 9868 16384, 6414 10065 16384, 6404 10301 16384, 6436 10452 16384, 6504 10546 16384, 6596 10595 16384, 6684 10600 16384, 6771 10544 16384, 6844 10430 16384, 6888 10259 16384, 6900 10072 16384, 6869 9941 16384, 6805 9846 16384, 6728 9765 16384, 6645 9671 16384, 6589 9605 16384, 6567 9600 16384, 6565 9636 16384</inkml:trace>
  <inkml:trace contextRef="#ctx0" brushRef="#br0">7641 9627 16384, 7631 9607 16384, 7614 9607 16384, 7585 9641 16384, 7536 9724 16384, 7480 9868 16384, 7444 10065 16384, 7434 10301 16384, 7466 10452 16384, 7534 10546 16384, 7626 10595 16384, 7714 10600 16384, 7801 10544 16384, 7874 10430 16384, 7918 10259 16384, 7930 10072 16384, 7899 9941 16384, 7835 9846 16384, 7758 9765 16384, 7675 9671 16384, 7619 9605 16384, 7597 9600 16384, 7595 9636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12738 16384, 2200 12750 16384, 2225 12788 16384, 2238 12825 16384, 2238 12838 16384, 2238 12862 16384, 2225 12888 16384, 2200 12912 16384, 2162 12925 16384, 2138 12925 16384, 2100 12925 16384, 2062 12925 16384, 2038 12912 16384, 2025 12888 16384, 2025 12862 16384, 2025 12800 16384, 2050 12763 16384, 2075 12725 16384, 2112 12700 16384, 2150 12688 16384, 2175 12675 16384, 2212 12675 16384, 2250 12675 16384, 2262 12675 16384, 2288 12700 16384, 2300 12712 16384, 2300 12750 16384, 2288 12763 16384, 2262 12788 16384, 2238 12812 16384, 2200 12825 16384, 2150 12850 16384, 2100 12862 16384, 2050 12862 16384, 2013 12850 16384, 2000 12838 16384, 2000 12812 16384, 2000 12788 16384, 2025 12763 16384, 2038 12750 16384, 2062 12725 16384, 2112 12712 16384, 2150 12700 16384, 2175 12700 16384, 2212 12700 16384, 2238 12700 16384, 2262 12738 16384, 2275 12775 16384, 2275 12800 16384, 2275 12825 16384, 2262 12850 16384, 2238 12875 16384, 2225 12888 16384, 2212 12888 16384, 2200 12888 16384, 2188 12875 16384, 2188 12862 16384, 2188 12838 16384, 2188 12825 16384, 2188 12812 16384, 2200 12788 16384, 2212 12775 16384, 2225 12763 16384, 2238 12763 16384, 2238 12775 16384, 2225 12800 16384, 2225 12812 16384, 2212 12812 16384, 2200 12825 16384, 2188 12838 16384, 2175 12838 16384, 2162 12838 16384, 2162 12825 16384, 2175 12800 16384, 2200 12775 16384, 2212 12763 16384, 2225 12750 16384, 2212 12775 16384, 2175 12800 16384, 2138 12825 16384, 2100 12838 16384, 2062 12862 16384, 2050 12862 16384, 2062 12850 16384, 2100 12825 16384, 2112 12812 16384, 2150 12788 16384, 2175 12763 16384, 2225 12725 16384, 2238 12700 16384, 2238 12688 16384, 2225 12688 16384, 2200 12712 16384, 2175 12738 16384, 2150 12763 16384, 2138 12788 16384, 2125 12800 16384</inkml:trace>
  <inkml:trace contextRef="#ctx0" brushRef="#br0">3154 12300 16384, 3212 12335 16384, 3279 12409 16384, 3326 12477 16384, 3343 12534 16384, 3324 12578 16384, 3277 12626 16384, 3226 12663 16384, 3216 12666 16384</inkml:trace>
  <inkml:trace contextRef="#ctx0" brushRef="#br0">3269 12869 16384, 3284 12880 16384, 3321 12924 16384, 3366 12996 16384, 3398 13066 16384, 3410 13133 16384, 3401 13201 16384, 3371 13245 16384, 3336 13273 16384, 3291 13268 16384</inkml:trace>
  <inkml:trace contextRef="#ctx0" brushRef="#br0">2813 13053 16384, 2838 13126 16384, 2866 13206 16384, 2891 13257 16384, 2928 13287 16384, 2986 13300 16384, 3020 13297 16384</inkml:trace>
  <inkml:trace contextRef="#ctx0" brushRef="#br0">3689 13009 16384, 3694 13029 16384, 3706 13074 16384, 3727 13123 16384, 3756 13156 16384, 3777 13175 16384, 3787 13183 16384</inkml:trace>
  <inkml:trace contextRef="#ctx0" brushRef="#br0">3841 12646 16384, 3830 12634 16384, 3843 12619 16384, 3921 12579 16384, 4077 12506 16384, 4261 12457 16384, 4461 12448 16384, 4641 12486 16384, 4759 12561 16384, 4823 12652 16384, 4830 12757 16384, 4777 12859 16384, 4679 12957 16384, 4566 13054 16384, 4477 13123 16384, 4443 13152 16384</inkml:trace>
  <inkml:trace contextRef="#ctx0" brushRef="#br0">5248 12300 16384, 5279 12313 16384, 5360 12337 16384, 5439 12356 16384, 5495 12379 16384, 5520 12406 16384</inkml:trace>
  <inkml:trace contextRef="#ctx0" brushRef="#br0">5044 12784 16384, 5032 12784 16384, 5042 12776 16384, 5104 12737 16384, 5210 12672 16384, 5329 12610 16384, 5447 12579 16384, 5553 12583 16384, 5634 12635 16384, 5680 12737 16384, 5688 12895 16384, 5661 13028 16384, 5599 13134 16384, 5526 13227 16384, 5468 13285 16384, 5443 13300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2669760" cy="684000"/>
            <a:chOff x="540000" y="342000"/>
            <a:chExt cx="266976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2669760" cy="684000"/>
              </p14:xfrm>
            </p:contentPart>
          </mc:Choice>
          <mc:Fallback xmlns="">
            <p:pic>
              <p:nvPicPr>
                <p:cNvPr id="1000" name="インク 1"/>
                <p:cNvPicPr/>
                <p:nvPr/>
              </p:nvPicPr>
              <p:blipFill>
                <a:blip r:embed="rId1001"/>
                <a:stretch>
                  <a:fillRect/>
                </a:stretch>
              </p:blipFill>
              <p:spPr>
                <a:xfrm>
                  <a:off x="540000" y="342000"/>
                  <a:ext cx="2669760" cy="684000"/>
                </a:xfrm>
                <a:prstGeom prst="rect">
                  <a:avLst/>
                </a:prstGeom>
              </p:spPr>
            </p:pic>
          </mc:Fallback>
        </mc:AlternateContent>
      </p:grpSp>
      <p:grpSp>
        <p:nvGrpSpPr>
          <p:cNvPr id="101" name="グループ化 101"/>
          <p:cNvGrpSpPr/>
          <p:nvPr/>
        </p:nvGrpSpPr>
        <p:grpSpPr>
          <a:xfrm>
            <a:off x="720000" y="1494000"/>
            <a:ext cx="3110400" cy="396000"/>
            <a:chOff x="720000" y="1494000"/>
            <a:chExt cx="31104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3110400" cy="396000"/>
              </p14:xfrm>
            </p:contentPart>
          </mc:Choice>
          <mc:Fallback xmlns="">
            <p:pic>
              <p:nvPicPr>
                <p:cNvPr id="1001" name="インク 2"/>
                <p:cNvPicPr/>
                <p:nvPr/>
              </p:nvPicPr>
              <p:blipFill>
                <a:blip r:embed="rId1003"/>
                <a:stretch>
                  <a:fillRect/>
                </a:stretch>
              </p:blipFill>
              <p:spPr>
                <a:xfrm>
                  <a:off x="720000" y="1494000"/>
                  <a:ext cx="3110400" cy="396000"/>
                </a:xfrm>
                <a:prstGeom prst="rect">
                  <a:avLst/>
                </a:prstGeom>
              </p:spPr>
            </p:pic>
          </mc:Fallback>
        </mc:AlternateContent>
      </p:grpSp>
      <p:grpSp>
        <p:nvGrpSpPr>
          <p:cNvPr id="102" name="グループ化 102"/>
          <p:cNvGrpSpPr/>
          <p:nvPr/>
        </p:nvGrpSpPr>
        <p:grpSpPr>
          <a:xfrm>
            <a:off x="720000" y="2332800"/>
            <a:ext cx="2021004" cy="745200"/>
            <a:chOff x="720000" y="2332800"/>
            <a:chExt cx="2021004" cy="7452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332800"/>
                <a:ext cx="2021004" cy="745200"/>
              </p14:xfrm>
            </p:contentPart>
          </mc:Choice>
          <mc:Fallback xmlns="">
            <p:pic>
              <p:nvPicPr>
                <p:cNvPr id="1002" name="インク 3"/>
                <p:cNvPicPr/>
                <p:nvPr/>
              </p:nvPicPr>
              <p:blipFill>
                <a:blip r:embed="rId1005"/>
                <a:stretch>
                  <a:fillRect/>
                </a:stretch>
              </p:blipFill>
              <p:spPr>
                <a:xfrm>
                  <a:off x="720000" y="2332800"/>
                  <a:ext cx="2021004" cy="745200"/>
                </a:xfrm>
                <a:prstGeom prst="rect">
                  <a:avLst/>
                </a:prstGeom>
              </p:spPr>
            </p:pic>
          </mc:Fallback>
        </mc:AlternateContent>
      </p:grpSp>
      <p:grpSp>
        <p:nvGrpSpPr>
          <p:cNvPr id="103" name="グループ化 103"/>
          <p:cNvGrpSpPr/>
          <p:nvPr/>
        </p:nvGrpSpPr>
        <p:grpSpPr>
          <a:xfrm>
            <a:off x="720000" y="3438000"/>
            <a:ext cx="2236396" cy="435600"/>
            <a:chOff x="720000" y="3438000"/>
            <a:chExt cx="2236396"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3438000"/>
                <a:ext cx="2236396" cy="435600"/>
              </p14:xfrm>
            </p:contentPart>
          </mc:Choice>
          <mc:Fallback xmlns="">
            <p:pic>
              <p:nvPicPr>
                <p:cNvPr id="1003" name="インク 4"/>
                <p:cNvPicPr/>
                <p:nvPr/>
              </p:nvPicPr>
              <p:blipFill>
                <a:blip r:embed="rId1007"/>
                <a:stretch>
                  <a:fillRect/>
                </a:stretch>
              </p:blipFill>
              <p:spPr>
                <a:xfrm>
                  <a:off x="720000" y="3438000"/>
                  <a:ext cx="2236396" cy="435600"/>
                </a:xfrm>
                <a:prstGeom prst="rect">
                  <a:avLst/>
                </a:prstGeom>
              </p:spPr>
            </p:pic>
          </mc:Fallback>
        </mc:AlternateContent>
      </p:grpSp>
      <p:grpSp>
        <p:nvGrpSpPr>
          <p:cNvPr id="104" name="グループ化 104"/>
          <p:cNvGrpSpPr/>
          <p:nvPr/>
        </p:nvGrpSpPr>
        <p:grpSpPr>
          <a:xfrm>
            <a:off x="720000" y="4410000"/>
            <a:ext cx="1400400" cy="396000"/>
            <a:chOff x="720000" y="4410000"/>
            <a:chExt cx="14004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4410000"/>
                <a:ext cx="1400400" cy="396000"/>
              </p14:xfrm>
            </p:contentPart>
          </mc:Choice>
          <mc:Fallback xmlns="">
            <p:pic>
              <p:nvPicPr>
                <p:cNvPr id="1004" name="インク 5"/>
                <p:cNvPicPr/>
                <p:nvPr/>
              </p:nvPicPr>
              <p:blipFill>
                <a:blip r:embed="rId1009"/>
                <a:stretch>
                  <a:fillRect/>
                </a:stretch>
              </p:blipFill>
              <p:spPr>
                <a:xfrm>
                  <a:off x="720000" y="4410000"/>
                  <a:ext cx="1400400" cy="39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