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1770 1270 16384, 3030 1270 16384, 3030 2530 16384, 1770 2530 16384, 1770 1270 16384</inkml:trace>
  <inkml:trace contextRef="#ctx0" brushRef="#br0">3570 1270 16384, 4830 1270 16384, 4830 2530 16384, 3570 2530 16384, 3570 1270 16384</inkml:trace>
  <inkml:trace contextRef="#ctx0" brushRef="#br0">5370 1270 16384, 6630 1270 16384, 6630 2530 16384, 5370 2530 16384, 5370 1270 16384</inkml:trace>
  <inkml:trace contextRef="#ctx0" brushRef="#br0">7170 1270 16384, 8430 1270 16384, 8430 2530 16384, 7170 2530 16384, 7170 1270 16384</inkml:trace>
  <inkml:trace contextRef="#ctx0" brushRef="#br0">8970 1270 16384, 10230 1270 16384, 10230 2530 16384, 8970 2530 16384, 8970 1270 16384</inkml:trace>
  <inkml:trace contextRef="#ctx0" brushRef="#br0">10860 1360 16384, 11940 1360 16384</inkml:trace>
  <inkml:trace contextRef="#ctx0" brushRef="#br0">10860 1900 16384, 11940 1900 16384</inkml:trace>
  <inkml:trace contextRef="#ctx0" brushRef="#br0">11400 1900 16384, 11400 2620 16384</inkml:trace>
  <inkml:trace contextRef="#ctx0" brushRef="#br0">12660 1360 16384, 13740 1360 16384, 12840 2440 16384</inkml:trace>
  <inkml:trace contextRef="#ctx0" brushRef="#br0">13020 1900 16384, 13380 2260 16384</inkml:trace>
  <inkml:trace contextRef="#ctx0" brushRef="#br0">15000 1180 16384, 15000 2620 16384</inkml:trace>
  <inkml:trace contextRef="#ctx0" brushRef="#br0">15000 1540 16384, 15540 1720 16384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2500 4500 16384</inkml:trace>
  <inkml:trace contextRef="#ctx0" brushRef="#br0">3150 4150 16384, 3850 4150 16384, 3850 4850 16384, 3150 4850 16384, 3150 4150 16384</inkml:trace>
  <inkml:trace contextRef="#ctx0" brushRef="#br0">4150 4150 16384, 4850 4150 16384, 4850 4850 16384, 4150 4850 16384, 4150 4150 16384</inkml:trace>
  <inkml:trace contextRef="#ctx0" brushRef="#br0">5150 4150 16384, 5850 4150 16384, 5850 4850 16384, 5150 4850 16384, 5150 4150 16384</inkml:trace>
  <inkml:trace contextRef="#ctx0" brushRef="#br0">6150 4150 16384, 6850 4150 16384, 6850 4850 16384, 6150 4850 16384, 6150 4150 16384</inkml:trace>
  <inkml:trace contextRef="#ctx0" brushRef="#br0">7500 4200 16384, 7700 4400 16384, 7500 4700 16384, 7300 4500 16384, 7500 4300 16384, 7600 4500 16384</inkml:trace>
  <inkml:trace contextRef="#ctx0" brushRef="#br0">8150 4150 16384, 8850 4150 16384, 8850 4850 16384, 8150 4850 16384, 8150 4150 16384</inkml:trace>
  <inkml:trace contextRef="#ctx0" brushRef="#br0">9150 4150 16384, 9850 4150 16384, 9850 4850 16384, 9150 4850 16384, 9150 4150 16384</inkml:trace>
  <inkml:trace contextRef="#ctx0" brushRef="#br0">10150 4150 16384, 10850 4150 16384, 10850 4850 16384, 10150 4850 16384, 10150 4150 16384</inkml:trace>
  <inkml:trace contextRef="#ctx0" brushRef="#br0">11650 4150 16384, 12350 4150 16384, 12350 4850 16384, 11650 4850 16384, 11650 4150 16384</inkml:trace>
  <inkml:trace contextRef="#ctx0" brushRef="#br0">12650 4150 16384, 13350 4150 16384, 13350 4850 16384, 12650 4850 16384, 12650 4150 16384</inkml:trace>
  <inkml:trace contextRef="#ctx0" brushRef="#br0">13650 4150 16384, 14350 4150 16384, 14350 4850 16384, 13650 4850 16384, 13650 4150 16384</inkml:trace>
  <inkml:trace contextRef="#ctx0" brushRef="#br0">14650 4150 16384, 15350 4150 16384, 15350 4850 16384, 14650 4850 16384, 14650 4150 16384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2500 6500 16384</inkml:trace>
  <inkml:trace contextRef="#ctx0" brushRef="#br0">3500 6100 16384, 3500 6900 16384</inkml:trace>
  <inkml:trace contextRef="#ctx0" brushRef="#br0">4700 6500 16384, 5300 6500 16384</inkml:trace>
  <inkml:trace contextRef="#ctx0" brushRef="#br0">5000 6200 16384, 5000 6800 16384</inkml:trace>
  <inkml:trace contextRef="#ctx0" brushRef="#br0">6200 6300 16384, 6500 6200 16384, 6800 6400 16384, 6200 6900 16384, 6800 6900 16384</inkml:trace>
  <inkml:trace contextRef="#ctx0" brushRef="#br0">7700 6400 16384, 8300 6400 16384</inkml:trace>
  <inkml:trace contextRef="#ctx0" brushRef="#br0">7700 6600 16384, 8300 6600 16384</inkml:trace>
  <inkml:trace contextRef="#ctx0" brushRef="#br0">9200 6200 16384, 9800 6300 16384, 9500 6500 16384, 9800 6700 16384, 9200 6800 16384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2500 8500 16384</inkml:trace>
  <inkml:trace contextRef="#ctx0" brushRef="#br0">3150 8150 16384, 3850 8150 16384, 3850 8850 16384, 3150 8850 16384, 3150 8150 16384</inkml:trace>
  <inkml:trace contextRef="#ctx0" brushRef="#br0">4150 8150 16384, 4850 8150 16384, 4850 8850 16384, 4150 8850 16384, 4150 8150 16384</inkml:trace>
  <inkml:trace contextRef="#ctx0" brushRef="#br0">5150 8150 16384, 5850 8150 16384, 5850 8850 16384, 5150 8850 16384, 5150 8150 16384</inkml:trace>
  <inkml:trace contextRef="#ctx0" brushRef="#br0">6150 8150 16384, 6850 8150 16384, 6850 8850 16384, 6150 8850 16384, 6150 8150 16384</inkml:trace>
  <inkml:trace contextRef="#ctx0" brushRef="#br0">7150 8150 16384, 7850 8150 16384, 7850 8850 16384, 7150 8850 16384, 7150 8150 16384</inkml:trace>
  <inkml:trace contextRef="#ctx0" brushRef="#br0">8150 8150 16384, 8850 8150 16384, 8850 8850 16384, 8150 8850 16384, 8150 8150 16384</inkml:trace>
  <inkml:trace contextRef="#ctx0" brushRef="#br0">9150 8150 16384, 9850 8150 16384, 9850 8850 16384, 9150 8850 16384, 9150 8150 16384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571" units="cm"/>
      <inkml:brushProperty name="height" value="0.08571" units="cm"/>
      <inkml:brushProperty name="color" value="#000000"/>
    </inkml:brush>
  </inkml:definitions>
  <inkml:trace contextRef="#ctx0" brushRef="#br0">2500 10500 16384</inkml:trace>
  <inkml:trace contextRef="#ctx0" brushRef="#br0">3500 10500 16384</inkml:trace>
  <inkml:trace contextRef="#ctx0" brushRef="#br0">4150 10150 16384, 4850 10150 16384, 4850 10850 16384, 4150 10850 16384, 4150 10150 16384</inkml:trace>
  <inkml:trace contextRef="#ctx0" brushRef="#br0">5150 10150 16384, 5850 10150 16384, 5850 10850 16384, 5150 10850 16384, 5150 10150 16384</inkml:trace>
  <inkml:trace contextRef="#ctx0" brushRef="#br0">6500 10500 16384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2" Type="http://schemas.openxmlformats.org/officeDocument/2006/relationships/customXml" Target="../ink/ink2.xml"/><Relationship Id="rId1004" Type="http://schemas.openxmlformats.org/officeDocument/2006/relationships/customXml" Target="../ink/ink3.xml"/><Relationship Id="rId1006" Type="http://schemas.openxmlformats.org/officeDocument/2006/relationships/customXml" Target="../ink/ink4.xml"/><Relationship Id="rId1008" Type="http://schemas.openxmlformats.org/officeDocument/2006/relationships/customXml" Target="../ink/ink5.xml"/><Relationship Id="rId1001" Type="http://schemas.openxmlformats.org/officeDocument/2006/relationships/image" Target="../media/image1.png"/><Relationship Id="rId1003" Type="http://schemas.openxmlformats.org/officeDocument/2006/relationships/image" Target="../media/image2.png"/><Relationship Id="rId1005" Type="http://schemas.openxmlformats.org/officeDocument/2006/relationships/image" Target="../media/image3.png"/><Relationship Id="rId1007" Type="http://schemas.openxmlformats.org/officeDocument/2006/relationships/image" Target="../media/image4.png"/><Relationship Id="rId100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0">
            <p14:nvContentPartPr>
              <p14:cNvPr id="100" name="インク 1"/>
              <p14:cNvContentPartPr/>
              <p14:nvPr/>
            </p14:nvContentPartPr>
            <p14:xfrm>
              <a:off x="540000" y="360000"/>
              <a:ext cx="5184000" cy="648000"/>
            </p14:xfrm>
          </p:contentPart>
        </mc:Choice>
        <mc:Fallback>
          <p:pic>
            <p:nvPicPr>
              <p:cNvPr id="100" name="インク 1"/>
              <p:cNvPicPr/>
              <p:nvPr/>
            </p:nvPicPr>
            <p:blipFill>
              <a:blip r:embed="rId1001"/>
              <a:stretch>
                <a:fillRect/>
              </a:stretch>
            </p:blipFill>
            <p:spPr>
              <a:xfrm>
                <a:off x="540000" y="360000"/>
                <a:ext cx="5184000" cy="648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2">
            <p14:nvContentPartPr>
              <p14:cNvPr id="101" name="インク 2"/>
              <p14:cNvContentPartPr/>
              <p14:nvPr/>
            </p14:nvContentPartPr>
            <p14:xfrm>
              <a:off x="720000" y="1440000"/>
              <a:ext cx="4860000" cy="360000"/>
            </p14:xfrm>
          </p:contentPart>
        </mc:Choice>
        <mc:Fallback>
          <p:pic>
            <p:nvPicPr>
              <p:cNvPr id="101" name="インク 2"/>
              <p:cNvPicPr/>
              <p:nvPr/>
            </p:nvPicPr>
            <p:blipFill>
              <a:blip r:embed="rId1003"/>
              <a:stretch>
                <a:fillRect/>
              </a:stretch>
            </p:blipFill>
            <p:spPr>
              <a:xfrm>
                <a:off x="720000" y="1440000"/>
                <a:ext cx="486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4">
            <p14:nvContentPartPr>
              <p14:cNvPr id="102" name="インク 3"/>
              <p14:cNvContentPartPr/>
              <p14:nvPr/>
            </p14:nvContentPartPr>
            <p14:xfrm>
              <a:off x="720000" y="2160000"/>
              <a:ext cx="2880000" cy="360000"/>
            </p14:xfrm>
          </p:contentPart>
        </mc:Choice>
        <mc:Fallback>
          <p:pic>
            <p:nvPicPr>
              <p:cNvPr id="102" name="インク 3"/>
              <p:cNvPicPr/>
              <p:nvPr/>
            </p:nvPicPr>
            <p:blipFill>
              <a:blip r:embed="rId1005"/>
              <a:stretch>
                <a:fillRect/>
              </a:stretch>
            </p:blipFill>
            <p:spPr>
              <a:xfrm>
                <a:off x="720000" y="2160000"/>
                <a:ext cx="288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6">
            <p14:nvContentPartPr>
              <p14:cNvPr id="103" name="インク 4"/>
              <p14:cNvContentPartPr/>
              <p14:nvPr/>
            </p14:nvContentPartPr>
            <p14:xfrm>
              <a:off x="720000" y="2880000"/>
              <a:ext cx="2880000" cy="360000"/>
            </p14:xfrm>
          </p:contentPart>
        </mc:Choice>
        <mc:Fallback>
          <p:pic>
            <p:nvPicPr>
              <p:cNvPr id="103" name="インク 4"/>
              <p:cNvPicPr/>
              <p:nvPr/>
            </p:nvPicPr>
            <p:blipFill>
              <a:blip r:embed="rId1007"/>
              <a:stretch>
                <a:fillRect/>
              </a:stretch>
            </p:blipFill>
            <p:spPr>
              <a:xfrm>
                <a:off x="720000" y="2880000"/>
                <a:ext cx="2880000" cy="360000"/>
              </a:xfrm>
              <a:prstGeom prst="rect">
                <a:avLst/>
              </a:prstGeom>
            </p:spPr>
          </p:pic>
        </mc:Fallback>
      </mc:AlternateContent>
      <mc:AlternateContent>
        <mc:Choice xmlns:mc="http://schemas.openxmlformats.org/markup-compatibility/2006" xmlns:p14="http://schemas.microsoft.com/office/powerpoint/2010/main" Requires="p14">
          <p:contentPart xmlns:r="http://schemas.openxmlformats.org/officeDocument/2006/relationships" p14:bwMode="auto" r:id="rId1008">
            <p14:nvContentPartPr>
              <p14:cNvPr id="104" name="インク 5"/>
              <p14:cNvContentPartPr/>
              <p14:nvPr/>
            </p14:nvContentPartPr>
            <p14:xfrm>
              <a:off x="720000" y="3600000"/>
              <a:ext cx="1800000" cy="360000"/>
            </p14:xfrm>
          </p:contentPart>
        </mc:Choice>
        <mc:Fallback>
          <p:pic>
            <p:nvPicPr>
              <p:cNvPr id="104" name="インク 5"/>
              <p:cNvPicPr/>
              <p:nvPr/>
            </p:nvPicPr>
            <p:blipFill>
              <a:blip r:embed="rId1009"/>
              <a:stretch>
                <a:fillRect/>
              </a:stretch>
            </p:blipFill>
            <p:spPr>
              <a:xfrm>
                <a:off x="720000" y="3600000"/>
                <a:ext cx="1800000" cy="360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