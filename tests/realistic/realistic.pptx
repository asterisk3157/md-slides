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1"/>
  </p:sldIdLst>
  <p:sldSz cx="1219212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/>
  <p:slideViewPr>
    <p:cSldViewPr>
      <p:cViewPr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theme" Target="theme/theme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ableStyles" Target="tableStyles.xml"/><Relationship Id="rId101" Type="http://schemas.openxmlformats.org/officeDocument/2006/relationships/slide" Target="slides/slid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8T00:00:00.000"/>
    </inkml:context>
    <inkml:brush xml:id="br0">
      <inkml:brushProperty name="width" value="0.08600" units="cm"/>
      <inkml:brushProperty name="height" value="0.08600" units="cm"/>
      <inkml:brushProperty name="color" value="#004F8B"/>
    </inkml:brush>
  </inkml:definitions>
  <inkml:trace contextRef="#ctx0" brushRef="#br0">1680 1360 16384, 2400 1360 16384</inkml:trace>
  <inkml:trace contextRef="#ctx0" brushRef="#br0">1680 1720 16384, 2400 1720 16384</inkml:trace>
  <inkml:trace contextRef="#ctx0" brushRef="#br0">2040 1180 16384, 2040 2620 16384</inkml:trace>
  <inkml:trace contextRef="#ctx0" brushRef="#br0">3840 1180 16384, 4560 1180 16384</inkml:trace>
  <inkml:trace contextRef="#ctx0" brushRef="#br0">4200 1180 16384, 4200 2620 16384</inkml:trace>
  <inkml:trace contextRef="#ctx0" brushRef="#br0">3480 1900 16384, 4920 1900 16384</inkml:trace>
  <inkml:trace contextRef="#ctx0" brushRef="#br0">6000 1180 16384, 6000 2080 16384, 5640 2440 16384</inkml:trace>
  <inkml:trace contextRef="#ctx0" brushRef="#br0">7800 1360 16384, 8160 1720 16384, 7800 2260 16384, 7440 1900 16384, 7800 1540 16384, 7980 1900 16384</inkml:trace>
  <inkml:trace contextRef="#ctx0" brushRef="#br0">9060 1360 16384, 10140 1360 16384</inkml:trace>
  <inkml:trace contextRef="#ctx0" brushRef="#br0">9060 1900 16384, 10140 1900 16384</inkml:trace>
  <inkml:trace contextRef="#ctx0" brushRef="#br0">9600 1900 16384, 9600 2620 16384</inkml:trace>
  <inkml:trace contextRef="#ctx0" brushRef="#br0">10860 1360 16384, 11940 1360 16384, 11040 2440 16384</inkml:trace>
  <inkml:trace contextRef="#ctx0" brushRef="#br0">11220 1900 16384, 11580 2260 16384</inkml:trace>
  <inkml:trace contextRef="#ctx0" brushRef="#br0">13200 1180 16384, 13200 2620 16384</inkml:trace>
  <inkml:trace contextRef="#ctx0" brushRef="#br0">13200 1540 16384, 13740 1720 16384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8T00:00:00.000"/>
    </inkml:context>
    <inkml:brush xml:id="br0">
      <inkml:brushProperty name="width" value="0.08600" units="cm"/>
      <inkml:brushProperty name="height" value="0.08600" units="cm"/>
      <inkml:brushProperty name="color" value="#004F8B"/>
    </inkml:brush>
  </inkml:definitions>
  <inkml:trace contextRef="#ctx0" brushRef="#br0">2500 4500 16384</inkml:trace>
  <inkml:trace contextRef="#ctx0" brushRef="#br0">3500 4100 16384, 3500 4900 16384</inkml:trace>
  <inkml:trace contextRef="#ctx0" brushRef="#br0">4700 4500 16384, 5300 4500 16384</inkml:trace>
  <inkml:trace contextRef="#ctx0" brushRef="#br0">5000 4200 16384, 5000 4800 16384</inkml:trace>
  <inkml:trace contextRef="#ctx0" brushRef="#br0">6200 4300 16384, 6500 4200 16384, 6800 4400 16384, 6200 4900 16384, 6800 4900 16384</inkml:trace>
  <inkml:trace contextRef="#ctx0" brushRef="#br0">7700 4400 16384, 8300 4400 16384</inkml:trace>
  <inkml:trace contextRef="#ctx0" brushRef="#br0">7700 4600 16384, 8300 4600 16384</inkml:trace>
  <inkml:trace contextRef="#ctx0" brushRef="#br0">9200 4200 16384, 9800 4300 16384, 9500 4500 16384, 9800 4700 16384, 9200 4800 16384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8T00:00:00.000"/>
    </inkml:context>
    <inkml:brush xml:id="br0">
      <inkml:brushProperty name="width" value="0.08600" units="cm"/>
      <inkml:brushProperty name="height" value="0.08600" units="cm"/>
      <inkml:brushProperty name="color" value="#004F8B"/>
    </inkml:brush>
  </inkml:definitions>
  <inkml:trace contextRef="#ctx0" brushRef="#br0">2500 6500 16384</inkml:trace>
  <inkml:trace contextRef="#ctx0" brushRef="#br0">3200 6200 16384, 3800 6800 16384</inkml:trace>
  <inkml:trace contextRef="#ctx0" brushRef="#br0">3800 6200 16384, 3200 6800 16384</inkml:trace>
  <inkml:trace contextRef="#ctx0" brushRef="#br0">5000 6200 16384, 5200 6400 16384, 5000 6700 16384, 4800 6500 16384, 5000 6300 16384, 5100 6500 16384</inkml:trace>
  <inkml:trace contextRef="#ctx0" brushRef="#br0">5650 6150 16384, 6350 6150 16384, 6350 6850 16384, 5650 6850 16384, 5650 6150 16384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8T00:00:00.000"/>
    </inkml:context>
    <inkml:brush xml:id="br0">
      <inkml:brushProperty name="width" value="0.08600" units="cm"/>
      <inkml:brushProperty name="height" value="0.08600" units="cm"/>
      <inkml:brushProperty name="color" value="#004F8B"/>
    </inkml:brush>
  </inkml:definitions>
  <inkml:trace contextRef="#ctx0" brushRef="#br0">2500 8500 16384</inkml:trace>
  <inkml:trace contextRef="#ctx0" brushRef="#br0">3200 8200 16384, 3800 8200 16384</inkml:trace>
  <inkml:trace contextRef="#ctx0" brushRef="#br0">3200 8500 16384, 3800 8500 16384</inkml:trace>
  <inkml:trace contextRef="#ctx0" brushRef="#br0">3500 8500 16384, 3500 8900 16384</inkml:trace>
  <inkml:trace contextRef="#ctx0" brushRef="#br0">4200 8200 16384, 4800 8200 16384, 4300 8800 16384</inkml:trace>
  <inkml:trace contextRef="#ctx0" brushRef="#br0">4400 8500 16384, 4600 8700 16384</inkml:trace>
  <inkml:trace contextRef="#ctx0" brushRef="#br0">5500 8100 16384, 5500 8900 16384</inkml:trace>
  <inkml:trace contextRef="#ctx0" brushRef="#br0">5500 8300 16384, 5800 8400 16384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8T00:00:00.000"/>
    </inkml:context>
    <inkml:brush xml:id="br0">
      <inkml:brushProperty name="width" value="0.08600" units="cm"/>
      <inkml:brushProperty name="height" value="0.08600" units="cm"/>
      <inkml:brushProperty name="color" value="#004F8B"/>
    </inkml:brush>
  </inkml:definitions>
  <inkml:trace contextRef="#ctx0" brushRef="#br0">2500 10500 16384</inkml:trace>
  <inkml:trace contextRef="#ctx0" brushRef="#br0">3500 10500 16384</inkml:trace>
  <inkml:trace contextRef="#ctx0" brushRef="#br0">4500 10200 16384, 4700 10400 16384, 4500 10700 16384, 4300 10500 16384, 4500 10300 16384, 4600 10500 16384</inkml:trace>
  <inkml:trace contextRef="#ctx0" brushRef="#br0">5150 10150 16384, 5850 10150 16384, 5850 10850 16384, 5150 10850 16384, 5150 10150 16384</inkml:trace>
  <inkml:trace contextRef="#ctx0" brushRef="#br0">6150 10150 16384, 6850 10150 16384, 6850 10850 16384, 6150 10850 16384, 6150 10150 16384</inkml:trace>
</inkml:ink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/>
      </a:lvl1pPr>
    </p:titleStyle>
    <p:bodyStyle>
      <a:lvl1pPr>
        <a:defRPr sz="32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1000" Type="http://schemas.openxmlformats.org/officeDocument/2006/relationships/customXml" Target="../ink/ink1.xml"/><Relationship Id="rId1002" Type="http://schemas.openxmlformats.org/officeDocument/2006/relationships/customXml" Target="../ink/ink2.xml"/><Relationship Id="rId1004" Type="http://schemas.openxmlformats.org/officeDocument/2006/relationships/customXml" Target="../ink/ink3.xml"/><Relationship Id="rId1006" Type="http://schemas.openxmlformats.org/officeDocument/2006/relationships/customXml" Target="../ink/ink4.xml"/><Relationship Id="rId1008" Type="http://schemas.openxmlformats.org/officeDocument/2006/relationships/customXml" Target="../ink/ink5.xml"/><Relationship Id="rId1001" Type="http://schemas.openxmlformats.org/officeDocument/2006/relationships/image" Target="../media/image1.png"/><Relationship Id="rId1003" Type="http://schemas.openxmlformats.org/officeDocument/2006/relationships/image" Target="../media/image2.png"/><Relationship Id="rId1005" Type="http://schemas.openxmlformats.org/officeDocument/2006/relationships/image" Target="../media/image3.png"/><Relationship Id="rId1007" Type="http://schemas.openxmlformats.org/officeDocument/2006/relationships/image" Target="../media/image4.png"/><Relationship Id="rId1009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>
        <mc:Choice xmlns:mc="http://schemas.openxmlformats.org/markup-compatibility/2006" xmlns:p14="http://schemas.microsoft.com/office/powerpoint/2010/main" Requires="p14">
          <p:contentPart xmlns:r="http://schemas.openxmlformats.org/officeDocument/2006/relationships" p14:bwMode="auto" r:id="rId1000">
            <p14:nvContentPartPr>
              <p14:cNvPr id="100" name="インク 1"/>
              <p14:cNvContentPartPr/>
              <p14:nvPr/>
            </p14:nvContentPartPr>
            <p14:xfrm>
              <a:off x="540000" y="360000"/>
              <a:ext cx="4536000" cy="648000"/>
            </p14:xfrm>
          </p:contentPart>
        </mc:Choice>
        <mc:Fallback>
          <p:pic>
            <p:nvPicPr>
              <p:cNvPr id="100" name="インク 1"/>
              <p:cNvPicPr/>
              <p:nvPr/>
            </p:nvPicPr>
            <p:blipFill>
              <a:blip r:embed="rId1001"/>
              <a:stretch>
                <a:fillRect/>
              </a:stretch>
            </p:blipFill>
            <p:spPr>
              <a:xfrm>
                <a:off x="540000" y="360000"/>
                <a:ext cx="4536000" cy="648000"/>
              </a:xfrm>
              <a:prstGeom prst="rect">
                <a:avLst/>
              </a:prstGeom>
            </p:spPr>
          </p:pic>
        </mc:Fallback>
      </mc:AlternateContent>
      <mc:AlternateContent>
        <mc:Choice xmlns:mc="http://schemas.openxmlformats.org/markup-compatibility/2006" xmlns:p14="http://schemas.microsoft.com/office/powerpoint/2010/main" Requires="p14">
          <p:contentPart xmlns:r="http://schemas.openxmlformats.org/officeDocument/2006/relationships" p14:bwMode="auto" r:id="rId1002">
            <p14:nvContentPartPr>
              <p14:cNvPr id="101" name="インク 2"/>
              <p14:cNvContentPartPr/>
              <p14:nvPr/>
            </p14:nvContentPartPr>
            <p14:xfrm>
              <a:off x="720000" y="1440000"/>
              <a:ext cx="2880000" cy="360000"/>
            </p14:xfrm>
          </p:contentPart>
        </mc:Choice>
        <mc:Fallback>
          <p:pic>
            <p:nvPicPr>
              <p:cNvPr id="101" name="インク 2"/>
              <p:cNvPicPr/>
              <p:nvPr/>
            </p:nvPicPr>
            <p:blipFill>
              <a:blip r:embed="rId1003"/>
              <a:stretch>
                <a:fillRect/>
              </a:stretch>
            </p:blipFill>
            <p:spPr>
              <a:xfrm>
                <a:off x="720000" y="1440000"/>
                <a:ext cx="2880000" cy="360000"/>
              </a:xfrm>
              <a:prstGeom prst="rect">
                <a:avLst/>
              </a:prstGeom>
            </p:spPr>
          </p:pic>
        </mc:Fallback>
      </mc:AlternateContent>
      <mc:AlternateContent>
        <mc:Choice xmlns:mc="http://schemas.openxmlformats.org/markup-compatibility/2006" xmlns:p14="http://schemas.microsoft.com/office/powerpoint/2010/main" Requires="p14">
          <p:contentPart xmlns:r="http://schemas.openxmlformats.org/officeDocument/2006/relationships" p14:bwMode="auto" r:id="rId1004">
            <p14:nvContentPartPr>
              <p14:cNvPr id="102" name="インク 3"/>
              <p14:cNvContentPartPr/>
              <p14:nvPr/>
            </p14:nvContentPartPr>
            <p14:xfrm>
              <a:off x="720000" y="2160000"/>
              <a:ext cx="1620000" cy="360000"/>
            </p14:xfrm>
          </p:contentPart>
        </mc:Choice>
        <mc:Fallback>
          <p:pic>
            <p:nvPicPr>
              <p:cNvPr id="102" name="インク 3"/>
              <p:cNvPicPr/>
              <p:nvPr/>
            </p:nvPicPr>
            <p:blipFill>
              <a:blip r:embed="rId1005"/>
              <a:stretch>
                <a:fillRect/>
              </a:stretch>
            </p:blipFill>
            <p:spPr>
              <a:xfrm>
                <a:off x="720000" y="2160000"/>
                <a:ext cx="1620000" cy="360000"/>
              </a:xfrm>
              <a:prstGeom prst="rect">
                <a:avLst/>
              </a:prstGeom>
            </p:spPr>
          </p:pic>
        </mc:Fallback>
      </mc:AlternateContent>
      <mc:AlternateContent>
        <mc:Choice xmlns:mc="http://schemas.openxmlformats.org/markup-compatibility/2006" xmlns:p14="http://schemas.microsoft.com/office/powerpoint/2010/main" Requires="p14">
          <p:contentPart xmlns:r="http://schemas.openxmlformats.org/officeDocument/2006/relationships" p14:bwMode="auto" r:id="rId1006">
            <p14:nvContentPartPr>
              <p14:cNvPr id="103" name="インク 4"/>
              <p14:cNvContentPartPr/>
              <p14:nvPr/>
            </p14:nvContentPartPr>
            <p14:xfrm>
              <a:off x="720000" y="2880000"/>
              <a:ext cx="1440000" cy="360000"/>
            </p14:xfrm>
          </p:contentPart>
        </mc:Choice>
        <mc:Fallback>
          <p:pic>
            <p:nvPicPr>
              <p:cNvPr id="103" name="インク 4"/>
              <p:cNvPicPr/>
              <p:nvPr/>
            </p:nvPicPr>
            <p:blipFill>
              <a:blip r:embed="rId1007"/>
              <a:stretch>
                <a:fillRect/>
              </a:stretch>
            </p:blipFill>
            <p:spPr>
              <a:xfrm>
                <a:off x="720000" y="2880000"/>
                <a:ext cx="1440000" cy="360000"/>
              </a:xfrm>
              <a:prstGeom prst="rect">
                <a:avLst/>
              </a:prstGeom>
            </p:spPr>
          </p:pic>
        </mc:Fallback>
      </mc:AlternateContent>
      <mc:AlternateContent>
        <mc:Choice xmlns:mc="http://schemas.openxmlformats.org/markup-compatibility/2006" xmlns:p14="http://schemas.microsoft.com/office/powerpoint/2010/main" Requires="p14">
          <p:contentPart xmlns:r="http://schemas.openxmlformats.org/officeDocument/2006/relationships" p14:bwMode="auto" r:id="rId1008">
            <p14:nvContentPartPr>
              <p14:cNvPr id="104" name="インク 5"/>
              <p14:cNvContentPartPr/>
              <p14:nvPr/>
            </p14:nvContentPartPr>
            <p14:xfrm>
              <a:off x="720000" y="3600000"/>
              <a:ext cx="1800000" cy="360000"/>
            </p14:xfrm>
          </p:contentPart>
        </mc:Choice>
        <mc:Fallback>
          <p:pic>
            <p:nvPicPr>
              <p:cNvPr id="104" name="インク 5"/>
              <p:cNvPicPr/>
              <p:nvPr/>
            </p:nvPicPr>
            <p:blipFill>
              <a:blip r:embed="rId1009"/>
              <a:stretch>
                <a:fillRect/>
              </a:stretch>
            </p:blipFill>
            <p:spPr>
              <a:xfrm>
                <a:off x="720000" y="3600000"/>
                <a:ext cx="1800000" cy="360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</a:ln>
        <a:ln w="9525" cap="flat" cmpd="sng" algn="ctr">
          <a:solidFill>
            <a:schemeClr val="phClr"/>
          </a:solidFill>
        </a:ln>
        <a:ln w="9525" cap="flat" cmpd="sng" algn="ctr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handwriting_pptx</Application>
  <PresentationFormat>Widescreen</PresentationFormat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Handwritten</dc:title>
  <dc:creator>handwriting_pptx</dc:creator>
  <cp:lastModifiedBy>handwriting_pptx</cp:lastModifiedBy>
</cp:coreProperties>
</file>