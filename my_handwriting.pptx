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FF0066"/>
    </inkml:brush>
  </inkml:definitions>
  <inkml:trace contextRef="#ctx0" brushRef="#br0">1508 1254 16384, 1500 1254 16384, 1591 1245 16384, 1833 1220 16384, 2132 1179 16384, 2464 1133 16384, 2814 1096 16384, 3096 1079 16384, 3263 1079 16384, 3300 1091 16384, 3275 1112 16384, 3138 1204 16384, 2905 1353 16384, 2664 1553 16384, 2477 1819 16384, 2435 2052 16384, 2473 2289 16384, 2581 2484 16384, 2747 2630 16384, 2934 2696 16384, 3142 2721 16384, 3296 2692 16384</inkml:trace>
  <inkml:trace contextRef="#ctx0" brushRef="#br0">3527 1444 16384, 3514 1441 16384, 3536 1441 16384, 3684 1425 16384, 3943 1404 16384, 4223 1395 16384, 4510 1385 16384, 4726 1373 16384, 4846 1364 16384, 4886 1361 16384</inkml:trace>
  <inkml:trace contextRef="#ctx0" brushRef="#br0">4316 1006 16384, 4309 1000 16384, 4362 1037 16384, 4448 1166 16384, 4497 1401 16384, 4488 1669 16384, 4439 1943 16384, 4377 2100 16384, 4312 2199 16384, 4245 2242 16384, 4174 2239 16384, 4109 2184 16384, 4069 2076 16384, 4078 1974 16384, 4134 1885 16384, 4235 1811 16384, 4353 1795 16384, 4454 1848 16384, 4507 1986 16384, 4504 2180 16384, 4442 2399 16384, 4343 2600 16384, 4263 2726 16384, 4214 2797 16384, 4189 2800 16384</inkml:trace>
  <inkml:trace contextRef="#ctx0" brushRef="#br0">5100 1080 16384, 5123 1084 16384, 5244 1161 16384, 5419 1336 16384, 5567 1488 16384, 5683 1612 16384, 5784 1702 16384, 5804 1713 16384</inkml:trace>
  <inkml:trace contextRef="#ctx0" brushRef="#br0">6395 1208 16384, 6379 1208 16384, 6286 1255 16384, 6138 1395 16384, 5909 1632 16384, 5714 1877 16384, 5586 2133 16384, 5547 2339 16384, 5594 2475 16384, 5718 2592 16384, 5893 2678 16384, 6084 2709 16384, 6309 2720 16384, 6538 2701 16384, 6744 2662 16384, 6900 2623 16384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FF0066"/>
    </inkml:brush>
  </inkml:definitions>
  <inkml:trace contextRef="#ctx0" brushRef="#br0">2580 4500 16384, 2574 4531 16384, 2557 4557 16384, 2531 4574 16384, 2500 4580 16384, 2469 4574 16384, 2443 4557 16384, 2426 4531 16384, 2420 4500 16384, 2426 4469 16384, 2443 4443 16384, 2469 4426 16384, 2500 4420 16384, 2531 4426 16384, 2557 4443 16384, 2574 4469 16384, 2580 4500 16384</inkml:trace>
  <inkml:trace contextRef="#ctx0" brushRef="#br0">2642 4240 16384, 2632 4226 16384, 2638 4225 16384, 2654 4226 16384, 2675 4234 16384, 2703 4242 16384, 2763 4250 16384, 2863 4250 16384, 2986 4244 16384, 3114 4228 16384, 3239 4209 16384, 3331 4192 16384, 3368 4182 16384</inkml:trace>
  <inkml:trace contextRef="#ctx0" brushRef="#br0">2934 4000 16384, 2918 4006 16384, 2909 4033 16384, 2907 4107 16384, 2899 4267 16384, 2895 4459 16384, 2913 4641 16384, 2955 4810 16384, 3001 4921 16384, 3055 4987 16384, 3068 5000 16384</inkml:trace>
  <inkml:trace contextRef="#ctx0" brushRef="#br0">3047 4349 16384, 3037 4353 16384, 3032 4374 16384, 3032 4451 16384, 3005 4591 16384, 2947 4758 16384, 2895 4866 16384, 2861 4904 16384, 2824 4917 16384, 2780 4887 16384, 2742 4812 16384, 2730 4712 16384, 2759 4645 16384, 2830 4589 16384, 2938 4543 16384, 3068 4526 16384, 3183 4555 16384, 3266 4631 16384, 3312 4743 16384, 3316 4841 16384, 3297 4912 16384, 3268 4960 16384, 3235 4981 16384</inkml:trace>
  <inkml:trace contextRef="#ctx0" brushRef="#br0">3510 4014 16384, 3505 4014 16384, 3500 4016 16384, 3500 4072 16384, 3510 4221 16384, 3528 4451 16384, 3558 4693 16384, 3601 4870 16384, 3654 4958 16384, 3702 4986 16384, 3742 4979 16384, 3788 4918 16384, 3841 4797 16384, 3912 4693 16384</inkml:trace>
  <inkml:trace contextRef="#ctx0" brushRef="#br0">4245 4234 16384, 4263 4244 16384, 4331 4294 16384, 4402 4383 16384, 4455 4489 16384, 4482 4574 16384, 4492 4633 16384, 4495 4658 16384, 4500 4658 16384</inkml:trace>
  <inkml:trace contextRef="#ctx0" brushRef="#br0">4888 4000 16384, 4919 4013 16384, 5000 4037 16384, 5079 4056 16384, 5135 4079 16384, 5160 4106 16384</inkml:trace>
  <inkml:trace contextRef="#ctx0" brushRef="#br0">4684 4484 16384, 4672 4484 16384, 4682 4476 16384, 4744 4437 16384, 4850 4372 16384, 4969 4310 16384, 5087 4279 16384, 5193 4283 16384, 5274 4335 16384, 5320 4437 16384, 5328 4595 16384, 5301 4728 16384, 5239 4834 16384, 5166 4927 16384, 5108 4985 16384, 5083 5000 16384</inkml:trace>
  <inkml:trace contextRef="#ctx0" brushRef="#br0">5890 4000 16384, 5895 4011 16384, 5933 4044 16384, 5992 4087 16384, 6033 4123 16384, 6051 4149 16384</inkml:trace>
  <inkml:trace contextRef="#ctx0" brushRef="#br0">5700 4429 16384, 5692 4429 16384, 5689 4429 16384, 5740 4416 16384, 5825 4381 16384, 5925 4342 16384, 6008 4313 16384, 6064 4304 16384, 6082 4316 16384, 6069 4360 16384, 6021 4448 16384, 5938 4584 16384, 5846 4735 16384, 5766 4881 16384, 5720 4966 16384, 5710 4995 16384, 5709 5000 16384, 5720 4990 16384, 5753 4946 16384, 5800 4871 16384, 5866 4771 16384, 5954 4686 16384, 6021 4658 16384, 6059 4651 16384, 6072 4663 16384, 6075 4709 16384, 6069 4789 16384, 6067 4871 16384, 6088 4931 16384, 6128 4966 16384, 6177 4985 16384, 6241 4987 16384, 6311 4964 16384</inkml:trace>
  <inkml:trace contextRef="#ctx0" brushRef="#br0">6507 4164 16384, 6500 4162 16384, 6507 4162 16384, 6578 4164 16384, 6711 4140 16384, 6839 4104 16384, 6943 4091 16384, 7003 4089 16384, 7023 4091 16384</inkml:trace>
  <inkml:trace contextRef="#ctx0" brushRef="#br0">6737 4009 16384, 6726 4007 16384, 6735 4024 16384, 6773 4095 16384, 6802 4239 16384, 6806 4446 16384, 6793 4683 16384, 6762 4847 16384, 6737 4945 16384, 6715 4982 16384, 6680 4987 16384, 6635 4958 16384, 6595 4887 16384, 6578 4796 16384, 6586 4712 16384, 6637 4636 16384, 6722 4561 16384, 6848 4490 16384, 7006 4448 16384, 7134 4455 16384, 7229 4521 16384, 7296 4656 16384, 7327 4800 16384, 7336 4900 16384, 7327 4967 16384, 7316 4993 16384, 7307 4993 16384</inkml:trace>
  <inkml:trace contextRef="#ctx0" brushRef="#br0">7365 4098 16384, 7371 4106 16384, 7420 4206 16384, 7476 4317 16384, 7500 4392 16384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FF0066"/>
    </inkml:brush>
  </inkml:definitions>
  <inkml:trace contextRef="#ctx0" brushRef="#br0">2580 6500 16384, 2574 6531 16384, 2557 6557 16384, 2531 6574 16384, 2500 6580 16384, 2469 6574 16384, 2443 6557 16384, 2426 6531 16384, 2420 6500 16384, 2426 6469 16384, 2443 6443 16384, 2469 6426 16384, 2500 6420 16384, 2531 6426 16384, 2557 6443 16384, 2574 6469 16384, 2580 6500 16384</inkml:trace>
  <inkml:trace contextRef="#ctx0" brushRef="#br0">2576 6322 16384, 2561 6320 16384, 2565 6320 16384, 2593 6320 16384, 2650 6305 16384, 2748 6270 16384, 2868 6240 16384, 2978 6227 16384, 3075 6234 16384, 3144 6282 16384, 3186 6375 16384, 3205 6501 16384, 3205 6632 16384, 3186 6762 16384, 3150 6880 16384, 3111 6960 16384, 3087 6996 16384, 3066 7000 16384, 3037 6964 16384, 2991 6882 16384</inkml:trace>
  <inkml:trace contextRef="#ctx0" brushRef="#br0">3033 6000 16384, 3035 6019 16384, 3016 6116 16384, 2950 6314 16384, 2862 6562 16384, 2782 6770 16384, 2740 6878 16384, 2727 6935 16384, 2725 6943 16384</inkml:trace>
  <inkml:trace contextRef="#ctx0" brushRef="#br0">3207 6133 16384, 3195 6131 16384, 3212 6149 16384, 3262 6213 16384, 3330 6347 16384, 3378 6499 16384, 3405 6604 16384, 3426 6665 16384, 3439 6697 16384</inkml:trace>
  <inkml:trace contextRef="#ctx0" brushRef="#br0">3647 6166 16384, 3643 6166 16384, 3647 6164 16384, 3697 6156 16384, 3809 6136 16384, 3947 6102 16384, 4067 6072 16384, 4175 6052 16384, 4253 6040 16384, 4293 6034 16384</inkml:trace>
  <inkml:trace contextRef="#ctx0" brushRef="#br0">3641 6462 16384, 3665 6456 16384, 3767 6438 16384, 3911 6390 16384, 4063 6332 16384, 4205 6296 16384, 4305 6282 16384, 4351 6276 16384, 4359 6276 16384</inkml:trace>
  <inkml:trace contextRef="#ctx0" brushRef="#br0">3863 6000 16384, 3903 6022 16384, 3997 6098 16384, 4071 6196 16384, 4127 6300 16384, 4159 6400 16384, 4171 6478 16384, 4173 6540 16384, 4157 6580 16384, 4129 6604 16384, 4085 6608 16384</inkml:trace>
  <inkml:trace contextRef="#ctx0" brushRef="#br0">3745 6778 16384, 3735 6790 16384, 3749 6838 16384, 3831 6902 16384, 3933 6948 16384, 4035 6982 16384, 4125 6998 16384, 4203 7000 16384, 4277 6996 16384</inkml:trace>
  <inkml:trace contextRef="#ctx0" brushRef="#br0">5170 6000 16384, 5157 6000 16384, 5140 6017 16384, 5078 6098 16384, 4971 6216 16384, 4874 6317 16384, 4801 6398 16384, 4751 6451 16384, 4713 6495 16384, 4690 6520 16384, 4686 6526 16384, 4694 6537 16384, 4725 6564 16384, 4784 6608 16384, 4874 6671 16384, 4990 6761 16384, 5109 6849 16384, 5197 6912 16384, 5262 6960 16384, 5298 6989 16384, 5314 7000 16384</inkml:trace>
  <inkml:trace contextRef="#ctx0" brushRef="#br0">5606 6006 16384, 5606 6000 16384, 5605 6029 16384, 5582 6124 16384, 5534 6308 16384, 5513 6529 16384, 5521 6753 16384, 5559 6903 16384, 5610 6970 16384, 5660 7000 16384, 5707 6989 16384, 5719 6977 16384</inkml:trace>
  <inkml:trace contextRef="#ctx0" brushRef="#br0">5865 6283 16384, 5873 6283 16384, 5943 6287 16384, 6078 6276 16384, 6215 6260 16384, 6340 6262 16384, 6433 6278 16384, 6477 6289 16384, 6487 6297 16384</inkml:trace>
  <inkml:trace contextRef="#ctx0" brushRef="#br0">6236 6029 16384, 6262 6059 16384, 6310 6177 16384, 6321 6380 16384, 6281 6608 16384, 6230 6787 16384, 6190 6875 16384, 6173 6916 16384</inkml:trace>
  <inkml:trace contextRef="#ctx0" brushRef="#br0">6500 6055 16384, 6514 6049 16384, 6617 6030 16384, 6791 6006 16384, 6965 6012 16384, 7119 6073 16384, 7227 6150 16384, 7270 6216 16384, 7263 6270 16384, 7200 6340 16384, 7177 6360 16384</inkml:trace>
  <inkml:trace contextRef="#ctx0" brushRef="#br0">6525 6606 16384, 6520 6624 16384, 6547 6717 16384, 6631 6836 16384, 6746 6924 16384, 6872 6976 16384, 7006 6992 16384, 7146 6994 16384, 7288 6979 16384, 7426 6945 16384, 7500 6918 16384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FF0066"/>
    </inkml:brush>
  </inkml:definitions>
  <inkml:trace contextRef="#ctx0" brushRef="#br0">2580 8500 16384, 2574 8531 16384, 2557 8557 16384, 2531 8574 16384, 2500 8580 16384, 2469 8574 16384, 2443 8557 16384, 2426 8531 16384, 2420 8500 16384, 2426 8469 16384, 2443 8443 16384, 2469 8426 16384, 2500 8420 16384, 2531 8426 16384, 2557 8443 16384, 2574 8469 16384, 2580 8500 16384</inkml:trace>
  <inkml:trace contextRef="#ctx0" brushRef="#br0">3048 8000 16384, 3043 8002 16384, 3046 8052 16384, 3044 8209 16384, 3015 8456 16384, 2983 8685 16384, 2959 8846 16384, 2952 8954 16384, 2970 9000 16384</inkml:trace>
  <inkml:trace contextRef="#ctx0" brushRef="#br0">3650 8150 16384, 4350 8150 16384, 4350 8850 16384, 3650 8850 16384, 3650 8150 16384</inkml:trace>
  <inkml:trace contextRef="#ctx0" brushRef="#br0">5008 8018 16384, 5010 8004 16384, 5010 8000 16384, 5001 8029 16384, 4952 8131 16384, 4841 8353 16384, 4714 8627 16384, 4637 8824 16384, 4614 8929 16384, 4614 8978 16384, 4621 9000 16384, 4637 8989 16384, 4677 8913 16384, 4734 8778 16384, 4814 8609 16384, 4910 8478 16384, 4972 8438 16384, 5010 8427 16384, 5028 8453 16384, 5041 8531 16384, 5057 8658 16384, 5083 8793 16384, 5130 8891 16384, 5190 8940 16384, 5266 8967 16384, 5343 8969 16384, 5386 8960 16384</inkml:trace>
  <inkml:trace contextRef="#ctx0" brushRef="#br0">5587 8002 16384, 5576 8000 16384, 5582 8027 16384, 5597 8109 16384, 5626 8250 16384, 5685 8464 16384, 5775 8683 16384, 5873 8831 16384, 5964 8910 16384, 6040 8944 16384, 6073 8950 16384</inkml:trace>
  <inkml:trace contextRef="#ctx0" brushRef="#br0">6061 8058 16384, 6056 8063 16384, 6027 8207 16384, 5979 8401 16384, 5896 8610 16384, 5798 8768 16384, 5708 8852 16384, 5628 8879 16384, 5568 8860 16384, 5536 8770 16384, 5532 8610 16384, 5601 8463 16384, 5731 8357 16384, 5919 8259 16384, 6142 8240 16384, 6296 8328 16384, 6397 8474 16384, 6453 8670 16384, 6468 8808 16384, 6449 8916 16384, 6411 8983 16384, 6382 9000 16384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8T00:00:00.000"/>
    </inkml:context>
    <inkml:brush xml:id="br0">
      <inkml:brushProperty name="width" value="0.08600" units="cm"/>
      <inkml:brushProperty name="height" value="0.08600" units="cm"/>
      <inkml:brushProperty name="color" value="#FF0066"/>
    </inkml:brush>
  </inkml:definitions>
  <inkml:trace contextRef="#ctx0" brushRef="#br0">2580 10500 16384, 2574 10531 16384, 2557 10557 16384, 2531 10574 16384, 2500 10580 16384, 2469 10574 16384, 2443 10557 16384, 2426 10531 16384, 2420 10500 16384, 2426 10469 16384, 2443 10443 16384, 2469 10426 16384, 2500 10420 16384, 2531 10426 16384, 2557 10443 16384, 2574 10469 16384, 2580 10500 16384</inkml:trace>
  <inkml:trace contextRef="#ctx0" brushRef="#br0">2745 10303 16384, 2736 10290 16384, 2714 10261 16384, 2697 10210 16384, 2701 10135 16384, 2741 10068 16384, 2809 10015 16384, 2896 10000 16384, 2979 10042 16384, 3041 10158 16384, 3066 10351 16384, 3048 10560 16384, 2998 10693 16384, 2915 10801 16384, 2869 10851 16384, 2826 10890 16384, 2764 10938 16384, 2737 10948 16384, 2759 10942 16384, 2824 10940 16384, 2921 10950 16384, 3037 10971 16384, 3143 10990 16384, 3224 11000 16384, 3286 10996 16384, 3303 10992 16384</inkml:trace>
  <inkml:trace contextRef="#ctx0" brushRef="#br0">3650 10150 16384, 4350 10150 16384, 4350 10850 16384, 3650 10850 16384, 3650 10150 16384</inkml:trace>
  <inkml:trace contextRef="#ctx0" brushRef="#br0">5008 10018 16384, 5010 10004 16384, 5010 10000 16384, 5001 10029 16384, 4952 10131 16384, 4841 10353 16384, 4714 10627 16384, 4637 10824 16384, 4614 10929 16384, 4614 10978 16384, 4621 11000 16384, 4637 10989 16384, 4677 10913 16384, 4734 10778 16384, 4814 10609 16384, 4910 10478 16384, 4972 10438 16384, 5010 10427 16384, 5028 10453 16384, 5041 10531 16384, 5057 10658 16384, 5083 10793 16384, 5130 10891 16384, 5190 10940 16384, 5266 10967 16384, 5343 10969 16384, 5386 10960 16384</inkml:trace>
  <inkml:trace contextRef="#ctx0" brushRef="#br0">5587 10002 16384, 5576 10000 16384, 5582 10027 16384, 5597 10109 16384, 5626 10250 16384, 5685 10464 16384, 5775 10683 16384, 5873 10831 16384, 5964 10910 16384, 6040 10944 16384, 6073 10950 16384</inkml:trace>
  <inkml:trace contextRef="#ctx0" brushRef="#br0">6061 10058 16384, 6056 10063 16384, 6027 10207 16384, 5979 10401 16384, 5896 10610 16384, 5798 10768 16384, 5708 10852 16384, 5628 10879 16384, 5568 10860 16384, 5536 10770 16384, 5532 10610 16384, 5601 10463 16384, 5731 10357 16384, 5919 10259 16384, 6142 10240 16384, 6296 10328 16384, 6397 10474 16384, 6453 10670 16384, 6468 10808 16384, 6449 10916 16384, 6411 10983 16384, 6382 11000 16384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1000" Type="http://schemas.openxmlformats.org/officeDocument/2006/relationships/customXml" Target="../ink/ink1.xml"/><Relationship Id="rId1002" Type="http://schemas.openxmlformats.org/officeDocument/2006/relationships/customXml" Target="../ink/ink2.xml"/><Relationship Id="rId1004" Type="http://schemas.openxmlformats.org/officeDocument/2006/relationships/customXml" Target="../ink/ink3.xml"/><Relationship Id="rId1006" Type="http://schemas.openxmlformats.org/officeDocument/2006/relationships/customXml" Target="../ink/ink4.xml"/><Relationship Id="rId1008" Type="http://schemas.openxmlformats.org/officeDocument/2006/relationships/customXml" Target="../ink/ink5.xml"/><Relationship Id="rId1001" Type="http://schemas.openxmlformats.org/officeDocument/2006/relationships/image" Target="../media/image1.png"/><Relationship Id="rId1003" Type="http://schemas.openxmlformats.org/officeDocument/2006/relationships/image" Target="../media/image2.png"/><Relationship Id="rId1005" Type="http://schemas.openxmlformats.org/officeDocument/2006/relationships/image" Target="../media/image3.png"/><Relationship Id="rId1007" Type="http://schemas.openxmlformats.org/officeDocument/2006/relationships/image" Target="../media/image4.png"/><Relationship Id="rId100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0" name="グループ化 100"/>
          <p:cNvGrpSpPr/>
          <p:nvPr/>
        </p:nvGrpSpPr>
        <p:grpSpPr>
          <a:xfrm>
            <a:off x="540000" y="360000"/>
            <a:ext cx="1944000" cy="648000"/>
            <a:chOff x="540000" y="360000"/>
            <a:chExt cx="1944000" cy="648000"/>
          </a:xfrm>
        </p:grpSpPr>
        <mc:AlternateContent xmlns:mc="http://schemas.openxmlformats.org/markup-compatibility/2006" xmlns:p14="http://schemas.microsoft.com/office/powerpoint/2010/main">
          <mc:Choice Requires="p14">
            <p:contentPart xmlns:r="http://schemas.openxmlformats.org/officeDocument/2006/relationships" p14:bwMode="auto" r:id="rId1000">
              <p14:nvContentPartPr>
                <p14:cNvPr id="1000" name="インク 1"/>
                <p14:cNvContentPartPr/>
                <p14:nvPr/>
              </p14:nvContentPartPr>
              <p14:xfrm>
                <a:off x="540000" y="360000"/>
                <a:ext cx="1944000" cy="648000"/>
              </p14:xfrm>
            </p:contentPart>
          </mc:Choice>
          <mc:Fallback xmlns="">
            <p:pic>
              <p:nvPicPr>
                <p:cNvPr id="1000" name="インク 1"/>
                <p:cNvPicPr/>
                <p:nvPr/>
              </p:nvPicPr>
              <p:blipFill>
                <a:blip r:embed="rId1001"/>
                <a:stretch>
                  <a:fillRect/>
                </a:stretch>
              </p:blipFill>
              <p:spPr>
                <a:xfrm>
                  <a:off x="540000" y="360000"/>
                  <a:ext cx="1944000" cy="648000"/>
                </a:xfrm>
                <a:prstGeom prst="rect">
                  <a:avLst/>
                </a:prstGeom>
              </p:spPr>
            </p:pic>
          </mc:Fallback>
        </mc:AlternateContent>
      </p:grpSp>
      <p:grpSp>
        <p:nvGrpSpPr>
          <p:cNvPr id="101" name="グループ化 101"/>
          <p:cNvGrpSpPr/>
          <p:nvPr/>
        </p:nvGrpSpPr>
        <p:grpSpPr>
          <a:xfrm>
            <a:off x="720000" y="1440000"/>
            <a:ext cx="1980000" cy="360000"/>
            <a:chOff x="720000" y="1440000"/>
            <a:chExt cx="1980000" cy="360000"/>
          </a:xfrm>
        </p:grpSpPr>
        <mc:AlternateContent xmlns:mc="http://schemas.openxmlformats.org/markup-compatibility/2006" xmlns:p14="http://schemas.microsoft.com/office/powerpoint/2010/main">
          <mc:Choice Requires="p14">
            <p:contentPart xmlns:r="http://schemas.openxmlformats.org/officeDocument/2006/relationships" p14:bwMode="auto" r:id="rId1002">
              <p14:nvContentPartPr>
                <p14:cNvPr id="1001" name="インク 2"/>
                <p14:cNvContentPartPr/>
                <p14:nvPr/>
              </p14:nvContentPartPr>
              <p14:xfrm>
                <a:off x="720000" y="1440000"/>
                <a:ext cx="1980000" cy="360000"/>
              </p14:xfrm>
            </p:contentPart>
          </mc:Choice>
          <mc:Fallback xmlns="">
            <p:pic>
              <p:nvPicPr>
                <p:cNvPr id="1001" name="インク 2"/>
                <p:cNvPicPr/>
                <p:nvPr/>
              </p:nvPicPr>
              <p:blipFill>
                <a:blip r:embed="rId1003"/>
                <a:stretch>
                  <a:fillRect/>
                </a:stretch>
              </p:blipFill>
              <p:spPr>
                <a:xfrm>
                  <a:off x="720000" y="1440000"/>
                  <a:ext cx="1980000" cy="360000"/>
                </a:xfrm>
                <a:prstGeom prst="rect">
                  <a:avLst/>
                </a:prstGeom>
              </p:spPr>
            </p:pic>
          </mc:Fallback>
        </mc:AlternateContent>
      </p:grpSp>
      <p:grpSp>
        <p:nvGrpSpPr>
          <p:cNvPr id="102" name="グループ化 102"/>
          <p:cNvGrpSpPr/>
          <p:nvPr/>
        </p:nvGrpSpPr>
        <p:grpSpPr>
          <a:xfrm>
            <a:off x="720000" y="2160000"/>
            <a:ext cx="1980000" cy="360000"/>
            <a:chOff x="720000" y="2160000"/>
            <a:chExt cx="1980000" cy="360000"/>
          </a:xfrm>
        </p:grpSpPr>
        <mc:AlternateContent xmlns:mc="http://schemas.openxmlformats.org/markup-compatibility/2006" xmlns:p14="http://schemas.microsoft.com/office/powerpoint/2010/main">
          <mc:Choice Requires="p14">
            <p:contentPart xmlns:r="http://schemas.openxmlformats.org/officeDocument/2006/relationships" p14:bwMode="auto" r:id="rId1004">
              <p14:nvContentPartPr>
                <p14:cNvPr id="1002" name="インク 3"/>
                <p14:cNvContentPartPr/>
                <p14:nvPr/>
              </p14:nvContentPartPr>
              <p14:xfrm>
                <a:off x="720000" y="2160000"/>
                <a:ext cx="1980000" cy="360000"/>
              </p14:xfrm>
            </p:contentPart>
          </mc:Choice>
          <mc:Fallback xmlns="">
            <p:pic>
              <p:nvPicPr>
                <p:cNvPr id="1002" name="インク 3"/>
                <p:cNvPicPr/>
                <p:nvPr/>
              </p:nvPicPr>
              <p:blipFill>
                <a:blip r:embed="rId1005"/>
                <a:stretch>
                  <a:fillRect/>
                </a:stretch>
              </p:blipFill>
              <p:spPr>
                <a:xfrm>
                  <a:off x="720000" y="2160000"/>
                  <a:ext cx="1980000" cy="360000"/>
                </a:xfrm>
                <a:prstGeom prst="rect">
                  <a:avLst/>
                </a:prstGeom>
              </p:spPr>
            </p:pic>
          </mc:Fallback>
        </mc:AlternateContent>
      </p:grpSp>
      <p:grpSp>
        <p:nvGrpSpPr>
          <p:cNvPr id="103" name="グループ化 103"/>
          <p:cNvGrpSpPr/>
          <p:nvPr/>
        </p:nvGrpSpPr>
        <p:grpSpPr>
          <a:xfrm>
            <a:off x="720000" y="2880000"/>
            <a:ext cx="1620000" cy="360000"/>
            <a:chOff x="720000" y="2880000"/>
            <a:chExt cx="1620000" cy="360000"/>
          </a:xfrm>
        </p:grpSpPr>
        <mc:AlternateContent xmlns:mc="http://schemas.openxmlformats.org/markup-compatibility/2006" xmlns:p14="http://schemas.microsoft.com/office/powerpoint/2010/main">
          <mc:Choice Requires="p14">
            <p:contentPart xmlns:r="http://schemas.openxmlformats.org/officeDocument/2006/relationships" p14:bwMode="auto" r:id="rId1006">
              <p14:nvContentPartPr>
                <p14:cNvPr id="1003" name="インク 4"/>
                <p14:cNvContentPartPr/>
                <p14:nvPr/>
              </p14:nvContentPartPr>
              <p14:xfrm>
                <a:off x="720000" y="2880000"/>
                <a:ext cx="1620000" cy="360000"/>
              </p14:xfrm>
            </p:contentPart>
          </mc:Choice>
          <mc:Fallback xmlns="">
            <p:pic>
              <p:nvPicPr>
                <p:cNvPr id="1003" name="インク 4"/>
                <p:cNvPicPr/>
                <p:nvPr/>
              </p:nvPicPr>
              <p:blipFill>
                <a:blip r:embed="rId1007"/>
                <a:stretch>
                  <a:fillRect/>
                </a:stretch>
              </p:blipFill>
              <p:spPr>
                <a:xfrm>
                  <a:off x="720000" y="2880000"/>
                  <a:ext cx="1620000" cy="360000"/>
                </a:xfrm>
                <a:prstGeom prst="rect">
                  <a:avLst/>
                </a:prstGeom>
              </p:spPr>
            </p:pic>
          </mc:Fallback>
        </mc:AlternateContent>
      </p:grpSp>
      <p:grpSp>
        <p:nvGrpSpPr>
          <p:cNvPr id="104" name="グループ化 104"/>
          <p:cNvGrpSpPr/>
          <p:nvPr/>
        </p:nvGrpSpPr>
        <p:grpSpPr>
          <a:xfrm>
            <a:off x="720000" y="3600000"/>
            <a:ext cx="1620000" cy="360000"/>
            <a:chOff x="720000" y="3600000"/>
            <a:chExt cx="1620000" cy="360000"/>
          </a:xfrm>
        </p:grpSpPr>
        <mc:AlternateContent xmlns:mc="http://schemas.openxmlformats.org/markup-compatibility/2006" xmlns:p14="http://schemas.microsoft.com/office/powerpoint/2010/main">
          <mc:Choice Requires="p14">
            <p:contentPart xmlns:r="http://schemas.openxmlformats.org/officeDocument/2006/relationships" p14:bwMode="auto" r:id="rId1008">
              <p14:nvContentPartPr>
                <p14:cNvPr id="1004" name="インク 5"/>
                <p14:cNvContentPartPr/>
                <p14:nvPr/>
              </p14:nvContentPartPr>
              <p14:xfrm>
                <a:off x="720000" y="3600000"/>
                <a:ext cx="1620000" cy="360000"/>
              </p14:xfrm>
            </p:contentPart>
          </mc:Choice>
          <mc:Fallback xmlns="">
            <p:pic>
              <p:nvPicPr>
                <p:cNvPr id="1004" name="インク 5"/>
                <p:cNvPicPr/>
                <p:nvPr/>
              </p:nvPicPr>
              <p:blipFill>
                <a:blip r:embed="rId1009"/>
                <a:stretch>
                  <a:fillRect/>
                </a:stretch>
              </p:blipFill>
              <p:spPr>
                <a:xfrm>
                  <a:off x="720000" y="3600000"/>
                  <a:ext cx="1620000" cy="36000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p:cTn id="7" dur="1000" fill="hold"/>
                                        <p:tgtEl>
                                          <p:spTgt spid="100"/>
                                        </p:tgtEl>
                                        <p:attrNameLst>
                                          <p:attrName>drawProgress</p:attrName>
                                        </p:attrNameLst>
                                      </p:cBhvr>
                                      <p:tavLst>
                                        <p:tav tm="0">
                                          <p:val>
                                            <p:fltVal val="0"/>
                                          </p:val>
                                        </p:tav>
                                        <p:tav tm="100000">
                                          <p:val>
                                            <p:fltVal val="1"/>
                                          </p:val>
                                        </p:tav>
                                      </p:tavLst>
                                    </p:anim>
                                  </p:childTnLst>
                                </p:cTn>
                              </p:par>
                            </p:childTnLst>
                          </p:cTn>
                        </p:par>
                      </p:childTnLst>
                    </p:cTn>
                  </p:par>
                  <p:par>
                    <p:cTn id="8" fill="hold">
                      <p:stCondLst>
                        <p:cond delay="indefinite"/>
                      </p:stCondLst>
                      <p:childTnLst>
                        <p:par>
                          <p:cTn id="9" fill="hold">
                            <p:stCondLst>
                              <p:cond delay="0"/>
                            </p:stCondLst>
                            <p:childTnLst>
                              <p:par>
                                <p:cTn id="10" presetID="63"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 calcmode="lin" valueType="num">
                                      <p:cBhvr>
                                        <p:cTn id="12" dur="1000" fill="hold"/>
                                        <p:tgtEl>
                                          <p:spTgt spid="101"/>
                                        </p:tgtEl>
                                        <p:attrNameLst>
                                          <p:attrName>drawProgress</p:attrName>
                                        </p:attrNameLst>
                                      </p:cBhvr>
                                      <p:tavLst>
                                        <p:tav tm="0">
                                          <p:val>
                                            <p:fltVal val="0"/>
                                          </p:val>
                                        </p:tav>
                                        <p:tav tm="100000">
                                          <p:val>
                                            <p:fltVal val="1"/>
                                          </p:val>
                                        </p:tav>
                                      </p:tavLst>
                                    </p:anim>
                                  </p:childTnLst>
                                </p:cTn>
                              </p:par>
                            </p:childTnLst>
                          </p:cTn>
                        </p:par>
                      </p:childTnLst>
                    </p:cTn>
                  </p:par>
                  <p:par>
                    <p:cTn id="13" fill="hold">
                      <p:stCondLst>
                        <p:cond delay="indefinite"/>
                      </p:stCondLst>
                      <p:childTnLst>
                        <p:par>
                          <p:cTn id="14" fill="hold">
                            <p:stCondLst>
                              <p:cond delay="0"/>
                            </p:stCondLst>
                            <p:childTnLst>
                              <p:par>
                                <p:cTn id="15" presetID="63"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 calcmode="lin" valueType="num">
                                      <p:cBhvr>
                                        <p:cTn id="17" dur="1000" fill="hold"/>
                                        <p:tgtEl>
                                          <p:spTgt spid="102"/>
                                        </p:tgtEl>
                                        <p:attrNameLst>
                                          <p:attrName>drawProgress</p:attrName>
                                        </p:attrNameLst>
                                      </p:cBhvr>
                                      <p:tavLst>
                                        <p:tav tm="0">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63"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 calcmode="lin" valueType="num">
                                      <p:cBhvr>
                                        <p:cTn id="22" dur="1000" fill="hold"/>
                                        <p:tgtEl>
                                          <p:spTgt spid="103"/>
                                        </p:tgtEl>
                                        <p:attrNameLst>
                                          <p:attrName>drawProgress</p:attrName>
                                        </p:attrNameLst>
                                      </p:cBhvr>
                                      <p:tavLst>
                                        <p:tav tm="0">
                                          <p:val>
                                            <p:fltVal val="0"/>
                                          </p:val>
                                        </p:tav>
                                        <p:tav tm="100000">
                                          <p:val>
                                            <p:fltVal val="1"/>
                                          </p:val>
                                        </p:tav>
                                      </p:tavLst>
                                    </p:anim>
                                  </p:childTnLst>
                                </p:cTn>
                              </p:par>
                            </p:childTnLst>
                          </p:cTn>
                        </p:par>
                      </p:childTnLst>
                    </p:cTn>
                  </p:par>
                  <p:par>
                    <p:cTn id="23" fill="hold">
                      <p:stCondLst>
                        <p:cond delay="indefinite"/>
                      </p:stCondLst>
                      <p:childTnLst>
                        <p:par>
                          <p:cTn id="24" fill="hold">
                            <p:stCondLst>
                              <p:cond delay="0"/>
                            </p:stCondLst>
                            <p:childTnLst>
                              <p:par>
                                <p:cTn id="25" presetID="63" presetClass="entr" presetSubtype="0" fill="hold" nodeType="clickEffect">
                                  <p:stCondLst>
                                    <p:cond delay="0"/>
                                  </p:stCondLst>
                                  <p:childTnLst>
                                    <p:set>
                                      <p:cBhvr>
                                        <p:cTn id="26" dur="1" fill="hold">
                                          <p:stCondLst>
                                            <p:cond delay="0"/>
                                          </p:stCondLst>
                                        </p:cTn>
                                        <p:tgtEl>
                                          <p:spTgt spid="104"/>
                                        </p:tgtEl>
                                        <p:attrNameLst>
                                          <p:attrName>style.visibility</p:attrName>
                                        </p:attrNameLst>
                                      </p:cBhvr>
                                      <p:to>
                                        <p:strVal val="visible"/>
                                      </p:to>
                                    </p:set>
                                    <p:anim calcmode="lin" valueType="num">
                                      <p:cBhvr>
                                        <p:cTn id="27" dur="1000" fill="hold"/>
                                        <p:tgtEl>
                                          <p:spTgt spid="104"/>
                                        </p:tgtEl>
                                        <p:attrNameLst>
                                          <p:attrName>drawProgress</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