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notesSlides/notesSlide1.xml" ContentType="application/vnd.openxmlformats-officedocument.presentationml.notesSlide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36E53D-CEF8-1178-988F-889C333D3FDC}" v="4" dt="2026-04-21T14:32:19.153"/>
    <p1510:client id="{321E82B4-67E6-414C-BD11-39DDE9BF1F98}" v="21" dt="2026-04-20T23:21:09.881"/>
    <p1510:client id="{806C4E63-FFA0-F74C-B99A-65DFE2CA1642}" v="3987" dt="2026-04-20T15:22:30.571"/>
    <p1510:client id="{CD462AC7-45D5-4D38-AE5B-CD5352683213}" v="215" dt="2026-04-20T15:33:18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28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くん あっ" userId="b02e18f88093bbb2" providerId="LiveId" clId="{A6AB8097-671C-4783-A056-5A985F003BDF}"/>
    <pc:docChg chg="custSel modSld">
      <pc:chgData name="くん あっ" userId="b02e18f88093bbb2" providerId="LiveId" clId="{A6AB8097-671C-4783-A056-5A985F003BDF}" dt="2026-04-19T14:04:02.591" v="1965"/>
      <pc:docMkLst>
        <pc:docMk/>
      </pc:docMkLst>
      <pc:sldChg chg="addSp delSp modSp mod">
        <pc:chgData name="くん あっ" userId="b02e18f88093bbb2" providerId="LiveId" clId="{A6AB8097-671C-4783-A056-5A985F003BDF}" dt="2026-04-17T06:31:39.826" v="691"/>
        <pc:sldMkLst>
          <pc:docMk/>
          <pc:sldMk cId="0" sldId="256"/>
        </pc:sldMkLst>
        <pc:picChg chg="add mod">
          <ac:chgData name="くん あっ" userId="b02e18f88093bbb2" providerId="LiveId" clId="{A6AB8097-671C-4783-A056-5A985F003BDF}" dt="2026-04-17T05:52:06.414" v="6" actId="14100"/>
          <ac:picMkLst>
            <pc:docMk/>
            <pc:sldMk cId="0" sldId="256"/>
            <ac:picMk id="7" creationId="{D987B669-74C2-680F-9C65-BE3F57B4FD57}"/>
          </ac:picMkLst>
        </pc:picChg>
        <pc:inkChg chg="add">
          <ac:chgData name="くん あっ" userId="b02e18f88093bbb2" providerId="LiveId" clId="{A6AB8097-671C-4783-A056-5A985F003BDF}" dt="2026-04-17T05:52:49.029" v="9"/>
          <ac:inkMkLst>
            <pc:docMk/>
            <pc:sldMk cId="0" sldId="256"/>
            <ac:inkMk id="9" creationId="{03F187E9-1C56-1057-AFDD-9B2934C27FAC}"/>
          </ac:inkMkLst>
        </pc:inkChg>
        <pc:inkChg chg="add reco">
          <ac:chgData name="くん あっ" userId="b02e18f88093bbb2" providerId="LiveId" clId="{A6AB8097-671C-4783-A056-5A985F003BDF}" dt="2026-04-17T05:52:56.556" v="16"/>
          <ac:inkMkLst>
            <pc:docMk/>
            <pc:sldMk cId="0" sldId="256"/>
            <ac:inkMk id="17" creationId="{6B483EF8-5532-F66E-7FB7-F0550E1587B2}"/>
          </ac:inkMkLst>
        </pc:inkChg>
        <pc:inkChg chg="add reco">
          <ac:chgData name="くん あっ" userId="b02e18f88093bbb2" providerId="LiveId" clId="{A6AB8097-671C-4783-A056-5A985F003BDF}" dt="2026-04-17T05:53:00.774" v="26"/>
          <ac:inkMkLst>
            <pc:docMk/>
            <pc:sldMk cId="0" sldId="256"/>
            <ac:inkMk id="27" creationId="{1F244314-9941-4288-CFB5-A09703849AFA}"/>
          </ac:inkMkLst>
        </pc:inkChg>
        <pc:inkChg chg="add reco">
          <ac:chgData name="くん あっ" userId="b02e18f88093bbb2" providerId="LiveId" clId="{A6AB8097-671C-4783-A056-5A985F003BDF}" dt="2026-04-17T05:53:02.629" v="32"/>
          <ac:inkMkLst>
            <pc:docMk/>
            <pc:sldMk cId="0" sldId="256"/>
            <ac:inkMk id="33" creationId="{4AC88CE6-EE9C-9074-3C4D-6CCF63BBF94E}"/>
          </ac:inkMkLst>
        </pc:inkChg>
        <pc:inkChg chg="add reco">
          <ac:chgData name="くん あっ" userId="b02e18f88093bbb2" providerId="LiveId" clId="{A6AB8097-671C-4783-A056-5A985F003BDF}" dt="2026-04-17T05:53:12.064" v="52"/>
          <ac:inkMkLst>
            <pc:docMk/>
            <pc:sldMk cId="0" sldId="256"/>
            <ac:inkMk id="51" creationId="{606E6F1D-9CC9-0C61-DBEE-B8F70C88719F}"/>
          </ac:inkMkLst>
        </pc:inkChg>
        <pc:inkChg chg="add mod reco modStrokes">
          <ac:chgData name="くん あっ" userId="b02e18f88093bbb2" providerId="LiveId" clId="{A6AB8097-671C-4783-A056-5A985F003BDF}" dt="2026-04-17T05:53:30.875" v="59"/>
          <ac:inkMkLst>
            <pc:docMk/>
            <pc:sldMk cId="0" sldId="256"/>
            <ac:inkMk id="56" creationId="{8AC256FB-DE07-F896-BAE5-E7F7DFFD5F17}"/>
          </ac:inkMkLst>
        </pc:inkChg>
        <pc:inkChg chg="add">
          <ac:chgData name="くん あっ" userId="b02e18f88093bbb2" providerId="LiveId" clId="{A6AB8097-671C-4783-A056-5A985F003BDF}" dt="2026-04-17T05:53:31.441" v="60"/>
          <ac:inkMkLst>
            <pc:docMk/>
            <pc:sldMk cId="0" sldId="256"/>
            <ac:inkMk id="57" creationId="{17693CC4-F3B9-D80A-48D6-532AB927AD7E}"/>
          </ac:inkMkLst>
        </pc:inkChg>
        <pc:inkChg chg="add reco">
          <ac:chgData name="くん あっ" userId="b02e18f88093bbb2" providerId="LiveId" clId="{A6AB8097-671C-4783-A056-5A985F003BDF}" dt="2026-04-17T05:53:42.571" v="91"/>
          <ac:inkMkLst>
            <pc:docMk/>
            <pc:sldMk cId="0" sldId="256"/>
            <ac:inkMk id="88" creationId="{BF57A997-981D-FDA3-C7C0-BB770C06AE6F}"/>
          </ac:inkMkLst>
        </pc:inkChg>
        <pc:inkChg chg="add mod reco modStrokes">
          <ac:chgData name="くん あっ" userId="b02e18f88093bbb2" providerId="LiveId" clId="{A6AB8097-671C-4783-A056-5A985F003BDF}" dt="2026-04-17T05:54:00.870" v="122"/>
          <ac:inkMkLst>
            <pc:docMk/>
            <pc:sldMk cId="0" sldId="256"/>
            <ac:inkMk id="118" creationId="{426DD798-6AFB-AB1E-8F3B-DAB3DE36DC5F}"/>
          </ac:inkMkLst>
        </pc:inkChg>
        <pc:inkChg chg="add">
          <ac:chgData name="くん あっ" userId="b02e18f88093bbb2" providerId="LiveId" clId="{A6AB8097-671C-4783-A056-5A985F003BDF}" dt="2026-04-17T05:54:01.890" v="123"/>
          <ac:inkMkLst>
            <pc:docMk/>
            <pc:sldMk cId="0" sldId="256"/>
            <ac:inkMk id="119" creationId="{806A85C9-5FF5-A146-FB0B-26F072EDEEA4}"/>
          </ac:inkMkLst>
        </pc:inkChg>
        <pc:inkChg chg="add reco">
          <ac:chgData name="くん あっ" userId="b02e18f88093bbb2" providerId="LiveId" clId="{A6AB8097-671C-4783-A056-5A985F003BDF}" dt="2026-04-17T05:54:17.740" v="127"/>
          <ac:inkMkLst>
            <pc:docMk/>
            <pc:sldMk cId="0" sldId="256"/>
            <ac:inkMk id="123" creationId="{DF9846E5-0570-49A7-030A-E7E0FC2A527B}"/>
          </ac:inkMkLst>
        </pc:inkChg>
        <pc:inkChg chg="add reco">
          <ac:chgData name="くん あっ" userId="b02e18f88093bbb2" providerId="LiveId" clId="{A6AB8097-671C-4783-A056-5A985F003BDF}" dt="2026-04-17T05:54:24.696" v="143"/>
          <ac:inkMkLst>
            <pc:docMk/>
            <pc:sldMk cId="0" sldId="256"/>
            <ac:inkMk id="139" creationId="{E957D1C4-C743-7996-F121-0A7E97A723E1}"/>
          </ac:inkMkLst>
        </pc:inkChg>
        <pc:inkChg chg="add reco">
          <ac:chgData name="くん あっ" userId="b02e18f88093bbb2" providerId="LiveId" clId="{A6AB8097-671C-4783-A056-5A985F003BDF}" dt="2026-04-17T05:54:30.809" v="160"/>
          <ac:inkMkLst>
            <pc:docMk/>
            <pc:sldMk cId="0" sldId="256"/>
            <ac:inkMk id="154" creationId="{61C764A7-6318-C699-E797-0F39AA37C7FF}"/>
          </ac:inkMkLst>
        </pc:inkChg>
        <pc:inkChg chg="add reco">
          <ac:chgData name="くん あっ" userId="b02e18f88093bbb2" providerId="LiveId" clId="{A6AB8097-671C-4783-A056-5A985F003BDF}" dt="2026-04-17T05:54:37.330" v="172"/>
          <ac:inkMkLst>
            <pc:docMk/>
            <pc:sldMk cId="0" sldId="256"/>
            <ac:inkMk id="166" creationId="{448FEA8F-097E-956D-9221-B767BE0F7C76}"/>
          </ac:inkMkLst>
        </pc:inkChg>
        <pc:inkChg chg="add reco">
          <ac:chgData name="くん あっ" userId="b02e18f88093bbb2" providerId="LiveId" clId="{A6AB8097-671C-4783-A056-5A985F003BDF}" dt="2026-04-17T05:54:41.224" v="183"/>
          <ac:inkMkLst>
            <pc:docMk/>
            <pc:sldMk cId="0" sldId="256"/>
            <ac:inkMk id="177" creationId="{9C57ECD4-6DD0-D309-7E5F-CAD1390DBF78}"/>
          </ac:inkMkLst>
        </pc:inkChg>
        <pc:inkChg chg="add reco">
          <ac:chgData name="くん あっ" userId="b02e18f88093bbb2" providerId="LiveId" clId="{A6AB8097-671C-4783-A056-5A985F003BDF}" dt="2026-04-17T05:54:55.353" v="187"/>
          <ac:inkMkLst>
            <pc:docMk/>
            <pc:sldMk cId="0" sldId="256"/>
            <ac:inkMk id="181" creationId="{BD66AF75-9A75-5814-DCA0-4A50FA8FD265}"/>
          </ac:inkMkLst>
        </pc:inkChg>
        <pc:inkChg chg="add">
          <ac:chgData name="くん あっ" userId="b02e18f88093bbb2" providerId="LiveId" clId="{A6AB8097-671C-4783-A056-5A985F003BDF}" dt="2026-04-17T05:57:39.871" v="235"/>
          <ac:inkMkLst>
            <pc:docMk/>
            <pc:sldMk cId="0" sldId="256"/>
            <ac:inkMk id="228" creationId="{F3AA3B34-9EDA-6070-DC68-1F4A03CDDF78}"/>
          </ac:inkMkLst>
        </pc:inkChg>
        <pc:inkChg chg="add">
          <ac:chgData name="くん あっ" userId="b02e18f88093bbb2" providerId="LiveId" clId="{A6AB8097-671C-4783-A056-5A985F003BDF}" dt="2026-04-17T05:57:44.609" v="236"/>
          <ac:inkMkLst>
            <pc:docMk/>
            <pc:sldMk cId="0" sldId="256"/>
            <ac:inkMk id="229" creationId="{B163BD74-5393-E873-245A-BC86DB824E8F}"/>
          </ac:inkMkLst>
        </pc:inkChg>
        <pc:inkChg chg="add reco">
          <ac:chgData name="くん あっ" userId="b02e18f88093bbb2" providerId="LiveId" clId="{A6AB8097-671C-4783-A056-5A985F003BDF}" dt="2026-04-17T05:58:01.121" v="251"/>
          <ac:inkMkLst>
            <pc:docMk/>
            <pc:sldMk cId="0" sldId="256"/>
            <ac:inkMk id="239" creationId="{8511FA70-CCDB-E9FB-8370-FB1C12D39265}"/>
          </ac:inkMkLst>
        </pc:inkChg>
        <pc:inkChg chg="add mod reco modStrokes">
          <ac:chgData name="くん あっ" userId="b02e18f88093bbb2" providerId="LiveId" clId="{A6AB8097-671C-4783-A056-5A985F003BDF}" dt="2026-04-17T05:59:20.352" v="284"/>
          <ac:inkMkLst>
            <pc:docMk/>
            <pc:sldMk cId="0" sldId="256"/>
            <ac:inkMk id="267" creationId="{94A5E503-2E10-64AC-0216-19E63FF9D746}"/>
          </ac:inkMkLst>
        </pc:inkChg>
        <pc:inkChg chg="add reco">
          <ac:chgData name="くん あっ" userId="b02e18f88093bbb2" providerId="LiveId" clId="{A6AB8097-671C-4783-A056-5A985F003BDF}" dt="2026-04-17T05:59:23.650" v="291"/>
          <ac:inkMkLst>
            <pc:docMk/>
            <pc:sldMk cId="0" sldId="256"/>
            <ac:inkMk id="275" creationId="{9A7DBC8D-1EC2-3384-8AA9-F946EE5A4400}"/>
          </ac:inkMkLst>
        </pc:inkChg>
        <pc:inkChg chg="add reco">
          <ac:chgData name="くん あっ" userId="b02e18f88093bbb2" providerId="LiveId" clId="{A6AB8097-671C-4783-A056-5A985F003BDF}" dt="2026-04-17T06:01:51.184" v="301"/>
          <ac:inkMkLst>
            <pc:docMk/>
            <pc:sldMk cId="0" sldId="256"/>
            <ac:inkMk id="282" creationId="{1C9A5FF2-0548-FE8E-D721-F87433A031BB}"/>
          </ac:inkMkLst>
        </pc:inkChg>
        <pc:inkChg chg="add reco">
          <ac:chgData name="くん あっ" userId="b02e18f88093bbb2" providerId="LiveId" clId="{A6AB8097-671C-4783-A056-5A985F003BDF}" dt="2026-04-17T06:01:54.052" v="309"/>
          <ac:inkMkLst>
            <pc:docMk/>
            <pc:sldMk cId="0" sldId="256"/>
            <ac:inkMk id="290" creationId="{E11768A4-59E0-0A97-0562-83BFBF97A5F1}"/>
          </ac:inkMkLst>
        </pc:inkChg>
        <pc:inkChg chg="add reco">
          <ac:chgData name="くん あっ" userId="b02e18f88093bbb2" providerId="LiveId" clId="{A6AB8097-671C-4783-A056-5A985F003BDF}" dt="2026-04-17T06:01:59.515" v="317"/>
          <ac:inkMkLst>
            <pc:docMk/>
            <pc:sldMk cId="0" sldId="256"/>
            <ac:inkMk id="298" creationId="{A5A4C420-AC34-D93D-159C-89159A683BDE}"/>
          </ac:inkMkLst>
        </pc:inkChg>
        <pc:inkChg chg="add reco">
          <ac:chgData name="くん あっ" userId="b02e18f88093bbb2" providerId="LiveId" clId="{A6AB8097-671C-4783-A056-5A985F003BDF}" dt="2026-04-17T06:01:59.515" v="317"/>
          <ac:inkMkLst>
            <pc:docMk/>
            <pc:sldMk cId="0" sldId="256"/>
            <ac:inkMk id="299" creationId="{D7A5D94A-EF61-2178-6AB6-0CAA7D096594}"/>
          </ac:inkMkLst>
        </pc:inkChg>
        <pc:inkChg chg="add mod reco modStrokes">
          <ac:chgData name="くん あっ" userId="b02e18f88093bbb2" providerId="LiveId" clId="{A6AB8097-671C-4783-A056-5A985F003BDF}" dt="2026-04-17T06:02:19.677" v="324"/>
          <ac:inkMkLst>
            <pc:docMk/>
            <pc:sldMk cId="0" sldId="256"/>
            <ac:inkMk id="304" creationId="{12A707E5-D017-8B3F-D412-16400EC835CC}"/>
          </ac:inkMkLst>
        </pc:inkChg>
        <pc:inkChg chg="add reco">
          <ac:chgData name="くん あっ" userId="b02e18f88093bbb2" providerId="LiveId" clId="{A6AB8097-671C-4783-A056-5A985F003BDF}" dt="2026-04-17T06:02:22.585" v="330"/>
          <ac:inkMkLst>
            <pc:docMk/>
            <pc:sldMk cId="0" sldId="256"/>
            <ac:inkMk id="310" creationId="{69E6C993-AC43-DEAC-E196-407304E8937A}"/>
          </ac:inkMkLst>
        </pc:inkChg>
        <pc:inkChg chg="add reco">
          <ac:chgData name="くん あっ" userId="b02e18f88093bbb2" providerId="LiveId" clId="{A6AB8097-671C-4783-A056-5A985F003BDF}" dt="2026-04-17T06:02:25.217" v="336"/>
          <ac:inkMkLst>
            <pc:docMk/>
            <pc:sldMk cId="0" sldId="256"/>
            <ac:inkMk id="316" creationId="{EFCDD27D-9BB5-41A2-6BEF-CC40B09CFD0A}"/>
          </ac:inkMkLst>
        </pc:inkChg>
        <pc:inkChg chg="add reco">
          <ac:chgData name="くん あっ" userId="b02e18f88093bbb2" providerId="LiveId" clId="{A6AB8097-671C-4783-A056-5A985F003BDF}" dt="2026-04-17T06:02:30.884" v="348"/>
          <ac:inkMkLst>
            <pc:docMk/>
            <pc:sldMk cId="0" sldId="256"/>
            <ac:inkMk id="328" creationId="{F9A20409-6EB0-3D12-FF81-00813D06686B}"/>
          </ac:inkMkLst>
        </pc:inkChg>
        <pc:inkChg chg="add reco">
          <ac:chgData name="くん あっ" userId="b02e18f88093bbb2" providerId="LiveId" clId="{A6AB8097-671C-4783-A056-5A985F003BDF}" dt="2026-04-17T06:02:49.631" v="399"/>
          <ac:inkMkLst>
            <pc:docMk/>
            <pc:sldMk cId="0" sldId="256"/>
            <ac:inkMk id="379" creationId="{829B810F-2759-4B22-3B62-498EEC7525B8}"/>
          </ac:inkMkLst>
        </pc:inkChg>
        <pc:inkChg chg="add mod reco">
          <ac:chgData name="くん あっ" userId="b02e18f88093bbb2" providerId="LiveId" clId="{A6AB8097-671C-4783-A056-5A985F003BDF}" dt="2026-04-17T06:03:23.925" v="430" actId="1076"/>
          <ac:inkMkLst>
            <pc:docMk/>
            <pc:sldMk cId="0" sldId="256"/>
            <ac:inkMk id="390" creationId="{3FA500C9-7575-9198-AF46-425FBC81CA4B}"/>
          </ac:inkMkLst>
        </pc:inkChg>
        <pc:inkChg chg="add mod reco">
          <ac:chgData name="くん あっ" userId="b02e18f88093bbb2" providerId="LiveId" clId="{A6AB8097-671C-4783-A056-5A985F003BDF}" dt="2026-04-17T06:03:23.925" v="430" actId="1076"/>
          <ac:inkMkLst>
            <pc:docMk/>
            <pc:sldMk cId="0" sldId="256"/>
            <ac:inkMk id="407" creationId="{614D369F-96C3-BB36-1ACB-2B51B739F37D}"/>
          </ac:inkMkLst>
        </pc:inkChg>
        <pc:inkChg chg="add mod reco modStrokes">
          <ac:chgData name="くん あっ" userId="b02e18f88093bbb2" providerId="LiveId" clId="{A6AB8097-671C-4783-A056-5A985F003BDF}" dt="2026-04-17T06:03:36.473" v="441"/>
          <ac:inkMkLst>
            <pc:docMk/>
            <pc:sldMk cId="0" sldId="256"/>
            <ac:inkMk id="418" creationId="{DEA1E663-3792-BF11-85E7-D277FFDC4A05}"/>
          </ac:inkMkLst>
        </pc:inkChg>
        <pc:inkChg chg="add reco">
          <ac:chgData name="くん あっ" userId="b02e18f88093bbb2" providerId="LiveId" clId="{A6AB8097-671C-4783-A056-5A985F003BDF}" dt="2026-04-17T06:03:39.827" v="448"/>
          <ac:inkMkLst>
            <pc:docMk/>
            <pc:sldMk cId="0" sldId="256"/>
            <ac:inkMk id="425" creationId="{C4277BC1-0AB3-8C74-4E41-409FA8D73C81}"/>
          </ac:inkMkLst>
        </pc:inkChg>
        <pc:inkChg chg="add reco">
          <ac:chgData name="くん あっ" userId="b02e18f88093bbb2" providerId="LiveId" clId="{A6AB8097-671C-4783-A056-5A985F003BDF}" dt="2026-04-17T06:03:41.769" v="453"/>
          <ac:inkMkLst>
            <pc:docMk/>
            <pc:sldMk cId="0" sldId="256"/>
            <ac:inkMk id="430" creationId="{170D129D-16DC-C547-EBF4-717112878D0A}"/>
          </ac:inkMkLst>
        </pc:inkChg>
        <pc:inkChg chg="mod modStrokes">
          <ac:chgData name="くん あっ" userId="b02e18f88093bbb2" providerId="LiveId" clId="{A6AB8097-671C-4783-A056-5A985F003BDF}" dt="2026-04-17T06:03:47.654" v="465"/>
          <ac:inkMkLst>
            <pc:docMk/>
            <pc:sldMk cId="0" sldId="256"/>
            <ac:inkMk id="441" creationId="{65F29B26-3B32-6045-08C5-35E89B1CC652}"/>
          </ac:inkMkLst>
        </pc:inkChg>
        <pc:inkChg chg="add mod reco modStrokes">
          <ac:chgData name="くん あっ" userId="b02e18f88093bbb2" providerId="LiveId" clId="{A6AB8097-671C-4783-A056-5A985F003BDF}" dt="2026-04-17T06:03:50.937" v="472"/>
          <ac:inkMkLst>
            <pc:docMk/>
            <pc:sldMk cId="0" sldId="256"/>
            <ac:inkMk id="447" creationId="{1D6954E8-DD9C-4E02-C7B6-8824278616F1}"/>
          </ac:inkMkLst>
        </pc:inkChg>
        <pc:inkChg chg="add reco">
          <ac:chgData name="くん あっ" userId="b02e18f88093bbb2" providerId="LiveId" clId="{A6AB8097-671C-4783-A056-5A985F003BDF}" dt="2026-04-17T06:03:54.444" v="480"/>
          <ac:inkMkLst>
            <pc:docMk/>
            <pc:sldMk cId="0" sldId="256"/>
            <ac:inkMk id="455" creationId="{081E0C40-DE76-76B4-0910-02C49C1F2CAC}"/>
          </ac:inkMkLst>
        </pc:inkChg>
        <pc:inkChg chg="add reco">
          <ac:chgData name="くん あっ" userId="b02e18f88093bbb2" providerId="LiveId" clId="{A6AB8097-671C-4783-A056-5A985F003BDF}" dt="2026-04-17T06:28:15.375" v="503"/>
          <ac:inkMkLst>
            <pc:docMk/>
            <pc:sldMk cId="0" sldId="256"/>
            <ac:inkMk id="478" creationId="{61940E59-C9AE-5F95-9BF7-36445A43255F}"/>
          </ac:inkMkLst>
        </pc:inkChg>
        <pc:inkChg chg="add reco">
          <ac:chgData name="くん あっ" userId="b02e18f88093bbb2" providerId="LiveId" clId="{A6AB8097-671C-4783-A056-5A985F003BDF}" dt="2026-04-17T06:28:52.362" v="529"/>
          <ac:inkMkLst>
            <pc:docMk/>
            <pc:sldMk cId="0" sldId="256"/>
            <ac:inkMk id="502" creationId="{F825A911-3056-F765-1491-D0295D6FB34B}"/>
          </ac:inkMkLst>
        </pc:inkChg>
        <pc:inkChg chg="add">
          <ac:chgData name="くん あっ" userId="b02e18f88093bbb2" providerId="LiveId" clId="{A6AB8097-671C-4783-A056-5A985F003BDF}" dt="2026-04-17T06:28:54.443" v="530"/>
          <ac:inkMkLst>
            <pc:docMk/>
            <pc:sldMk cId="0" sldId="256"/>
            <ac:inkMk id="503" creationId="{85047BAD-3B6E-8F52-68DD-01EA719E7F19}"/>
          </ac:inkMkLst>
        </pc:inkChg>
        <pc:inkChg chg="add mod reco modStrokes">
          <ac:chgData name="くん あっ" userId="b02e18f88093bbb2" providerId="LiveId" clId="{A6AB8097-671C-4783-A056-5A985F003BDF}" dt="2026-04-17T06:29:07.454" v="539"/>
          <ac:inkMkLst>
            <pc:docMk/>
            <pc:sldMk cId="0" sldId="256"/>
            <ac:inkMk id="511" creationId="{52F728E8-9416-5A6A-EFCC-B40A381D84CB}"/>
          </ac:inkMkLst>
        </pc:inkChg>
        <pc:inkChg chg="add reco">
          <ac:chgData name="くん あっ" userId="b02e18f88093bbb2" providerId="LiveId" clId="{A6AB8097-671C-4783-A056-5A985F003BDF}" dt="2026-04-17T06:29:10.222" v="544"/>
          <ac:inkMkLst>
            <pc:docMk/>
            <pc:sldMk cId="0" sldId="256"/>
            <ac:inkMk id="516" creationId="{6672F3CF-4BCF-7D9D-9FB7-A3986688D745}"/>
          </ac:inkMkLst>
        </pc:inkChg>
        <pc:inkChg chg="add mod reco modStrokes">
          <ac:chgData name="くん あっ" userId="b02e18f88093bbb2" providerId="LiveId" clId="{A6AB8097-671C-4783-A056-5A985F003BDF}" dt="2026-04-17T06:29:19.286" v="550"/>
          <ac:inkMkLst>
            <pc:docMk/>
            <pc:sldMk cId="0" sldId="256"/>
            <ac:inkMk id="521" creationId="{8CD9F049-2519-0C05-7D6B-C51403ADD24D}"/>
          </ac:inkMkLst>
        </pc:inkChg>
        <pc:inkChg chg="add reco">
          <ac:chgData name="くん あっ" userId="b02e18f88093bbb2" providerId="LiveId" clId="{A6AB8097-671C-4783-A056-5A985F003BDF}" dt="2026-04-17T06:29:21.639" v="554"/>
          <ac:inkMkLst>
            <pc:docMk/>
            <pc:sldMk cId="0" sldId="256"/>
            <ac:inkMk id="525" creationId="{52952088-0D57-3774-F514-C40BC71E1B66}"/>
          </ac:inkMkLst>
        </pc:inkChg>
        <pc:inkChg chg="add">
          <ac:chgData name="くん あっ" userId="b02e18f88093bbb2" providerId="LiveId" clId="{A6AB8097-671C-4783-A056-5A985F003BDF}" dt="2026-04-17T06:29:23.036" v="557"/>
          <ac:inkMkLst>
            <pc:docMk/>
            <pc:sldMk cId="0" sldId="256"/>
            <ac:inkMk id="527" creationId="{29EED611-7F35-D805-9994-C9199CC8E3FC}"/>
          </ac:inkMkLst>
        </pc:inkChg>
        <pc:inkChg chg="add reco">
          <ac:chgData name="くん あっ" userId="b02e18f88093bbb2" providerId="LiveId" clId="{A6AB8097-671C-4783-A056-5A985F003BDF}" dt="2026-04-17T06:29:29.136" v="560"/>
          <ac:inkMkLst>
            <pc:docMk/>
            <pc:sldMk cId="0" sldId="256"/>
            <ac:inkMk id="530" creationId="{19248E13-747A-EA53-E7DA-1FE2A8BBF6FA}"/>
          </ac:inkMkLst>
        </pc:inkChg>
        <pc:inkChg chg="add reco">
          <ac:chgData name="くん あっ" userId="b02e18f88093bbb2" providerId="LiveId" clId="{A6AB8097-671C-4783-A056-5A985F003BDF}" dt="2026-04-17T06:29:38.609" v="571"/>
          <ac:inkMkLst>
            <pc:docMk/>
            <pc:sldMk cId="0" sldId="256"/>
            <ac:inkMk id="538" creationId="{53D086F0-C333-EEDA-38C7-E1FBB8B525C0}"/>
          </ac:inkMkLst>
        </pc:inkChg>
        <pc:inkChg chg="add">
          <ac:chgData name="くん あっ" userId="b02e18f88093bbb2" providerId="LiveId" clId="{A6AB8097-671C-4783-A056-5A985F003BDF}" dt="2026-04-17T06:29:40.522" v="572"/>
          <ac:inkMkLst>
            <pc:docMk/>
            <pc:sldMk cId="0" sldId="256"/>
            <ac:inkMk id="539" creationId="{17C8BB65-0A4E-2FFC-F695-5195D36425DF}"/>
          </ac:inkMkLst>
        </pc:inkChg>
        <pc:inkChg chg="add mod reco modStrokes">
          <ac:chgData name="くん あっ" userId="b02e18f88093bbb2" providerId="LiveId" clId="{A6AB8097-671C-4783-A056-5A985F003BDF}" dt="2026-04-17T06:29:46.718" v="583"/>
          <ac:inkMkLst>
            <pc:docMk/>
            <pc:sldMk cId="0" sldId="256"/>
            <ac:inkMk id="551" creationId="{85B6FF91-63D2-22BA-9313-D92639430FB8}"/>
          </ac:inkMkLst>
        </pc:inkChg>
        <pc:inkChg chg="add reco">
          <ac:chgData name="くん あっ" userId="b02e18f88093bbb2" providerId="LiveId" clId="{A6AB8097-671C-4783-A056-5A985F003BDF}" dt="2026-04-17T06:29:50.952" v="592"/>
          <ac:inkMkLst>
            <pc:docMk/>
            <pc:sldMk cId="0" sldId="256"/>
            <ac:inkMk id="560" creationId="{9A43EA91-4DE0-8E20-6A59-0B12553DC791}"/>
          </ac:inkMkLst>
        </pc:inkChg>
        <pc:inkChg chg="add">
          <ac:chgData name="くん あっ" userId="b02e18f88093bbb2" providerId="LiveId" clId="{A6AB8097-671C-4783-A056-5A985F003BDF}" dt="2026-04-17T06:29:51.217" v="593"/>
          <ac:inkMkLst>
            <pc:docMk/>
            <pc:sldMk cId="0" sldId="256"/>
            <ac:inkMk id="561" creationId="{29658301-C484-ECB5-E4A2-2FFFA3367FCA}"/>
          </ac:inkMkLst>
        </pc:inkChg>
        <pc:inkChg chg="add reco">
          <ac:chgData name="くん あっ" userId="b02e18f88093bbb2" providerId="LiveId" clId="{A6AB8097-671C-4783-A056-5A985F003BDF}" dt="2026-04-17T06:30:05.691" v="600"/>
          <ac:inkMkLst>
            <pc:docMk/>
            <pc:sldMk cId="0" sldId="256"/>
            <ac:inkMk id="568" creationId="{50A76AE8-CD62-D2B3-7D0D-0A2360F32A24}"/>
          </ac:inkMkLst>
        </pc:inkChg>
        <pc:inkChg chg="add reco">
          <ac:chgData name="くん あっ" userId="b02e18f88093bbb2" providerId="LiveId" clId="{A6AB8097-671C-4783-A056-5A985F003BDF}" dt="2026-04-17T06:30:08.920" v="607"/>
          <ac:inkMkLst>
            <pc:docMk/>
            <pc:sldMk cId="0" sldId="256"/>
            <ac:inkMk id="575" creationId="{9F450223-8283-E01E-5F96-553B6DA7B27D}"/>
          </ac:inkMkLst>
        </pc:inkChg>
        <pc:inkChg chg="add reco">
          <ac:chgData name="くん あっ" userId="b02e18f88093bbb2" providerId="LiveId" clId="{A6AB8097-671C-4783-A056-5A985F003BDF}" dt="2026-04-17T06:30:22.849" v="610"/>
          <ac:inkMkLst>
            <pc:docMk/>
            <pc:sldMk cId="0" sldId="256"/>
            <ac:inkMk id="578" creationId="{6F9A8D25-FF3F-36C1-99BA-60C0EACC532C}"/>
          </ac:inkMkLst>
        </pc:inkChg>
        <pc:inkChg chg="add reco">
          <ac:chgData name="くん あっ" userId="b02e18f88093bbb2" providerId="LiveId" clId="{A6AB8097-671C-4783-A056-5A985F003BDF}" dt="2026-04-17T06:30:35.445" v="638"/>
          <ac:inkMkLst>
            <pc:docMk/>
            <pc:sldMk cId="0" sldId="256"/>
            <ac:inkMk id="601" creationId="{02B14661-D446-5529-350F-DF0B53DC76DB}"/>
          </ac:inkMkLst>
        </pc:inkChg>
        <pc:inkChg chg="add reco">
          <ac:chgData name="くん あっ" userId="b02e18f88093bbb2" providerId="LiveId" clId="{A6AB8097-671C-4783-A056-5A985F003BDF}" dt="2026-04-17T06:30:38.465" v="642"/>
          <ac:inkMkLst>
            <pc:docMk/>
            <pc:sldMk cId="0" sldId="256"/>
            <ac:inkMk id="605" creationId="{EBCA5692-3BD8-D46C-4BAA-8FBDF42E22EF}"/>
          </ac:inkMkLst>
        </pc:inkChg>
        <pc:inkChg chg="add reco">
          <ac:chgData name="くん あっ" userId="b02e18f88093bbb2" providerId="LiveId" clId="{A6AB8097-671C-4783-A056-5A985F003BDF}" dt="2026-04-17T06:30:45.733" v="650"/>
          <ac:inkMkLst>
            <pc:docMk/>
            <pc:sldMk cId="0" sldId="256"/>
            <ac:inkMk id="612" creationId="{C8A349DD-6098-B9CD-AB53-E75E7597705D}"/>
          </ac:inkMkLst>
        </pc:inkChg>
        <pc:inkChg chg="add mod reco modStrokes">
          <ac:chgData name="くん あっ" userId="b02e18f88093bbb2" providerId="LiveId" clId="{A6AB8097-671C-4783-A056-5A985F003BDF}" dt="2026-04-17T06:31:02.995" v="657"/>
          <ac:inkMkLst>
            <pc:docMk/>
            <pc:sldMk cId="0" sldId="256"/>
            <ac:inkMk id="617" creationId="{4FCEC189-6734-8271-9DB0-57031D796312}"/>
          </ac:inkMkLst>
        </pc:inkChg>
        <pc:inkChg chg="add mod reco modStrokes">
          <ac:chgData name="くん あっ" userId="b02e18f88093bbb2" providerId="LiveId" clId="{A6AB8097-671C-4783-A056-5A985F003BDF}" dt="2026-04-17T06:31:31.010" v="677"/>
          <ac:inkMkLst>
            <pc:docMk/>
            <pc:sldMk cId="0" sldId="256"/>
            <ac:inkMk id="628" creationId="{17B58642-C09E-0B0F-3276-1B01BC2679F9}"/>
          </ac:inkMkLst>
        </pc:inkChg>
        <pc:inkChg chg="add mod reco modStrokes">
          <ac:chgData name="くん あっ" userId="b02e18f88093bbb2" providerId="LiveId" clId="{A6AB8097-671C-4783-A056-5A985F003BDF}" dt="2026-04-17T06:31:32.527" v="681"/>
          <ac:inkMkLst>
            <pc:docMk/>
            <pc:sldMk cId="0" sldId="256"/>
            <ac:inkMk id="632" creationId="{31DD6162-C516-1C7D-164B-1C9DE39E5358}"/>
          </ac:inkMkLst>
        </pc:inkChg>
        <pc:inkChg chg="add">
          <ac:chgData name="くん あっ" userId="b02e18f88093bbb2" providerId="LiveId" clId="{A6AB8097-671C-4783-A056-5A985F003BDF}" dt="2026-04-17T06:31:36.311" v="684"/>
          <ac:inkMkLst>
            <pc:docMk/>
            <pc:sldMk cId="0" sldId="256"/>
            <ac:inkMk id="636" creationId="{D3AB283A-CAF5-EB46-A8FF-35247053EC9F}"/>
          </ac:inkMkLst>
        </pc:inkChg>
        <pc:inkChg chg="add reco">
          <ac:chgData name="くん あっ" userId="b02e18f88093bbb2" providerId="LiveId" clId="{A6AB8097-671C-4783-A056-5A985F003BDF}" dt="2026-04-17T06:31:39.826" v="691"/>
          <ac:inkMkLst>
            <pc:docMk/>
            <pc:sldMk cId="0" sldId="256"/>
            <ac:inkMk id="642" creationId="{3D7F267F-FDD1-E5B1-F558-FC686DED7B90}"/>
          </ac:inkMkLst>
        </pc:inkChg>
      </pc:sldChg>
      <pc:sldChg chg="addSp delSp modSp mod">
        <pc:chgData name="くん あっ" userId="b02e18f88093bbb2" providerId="LiveId" clId="{A6AB8097-671C-4783-A056-5A985F003BDF}" dt="2026-04-19T13:56:34.361" v="1300"/>
        <pc:sldMkLst>
          <pc:docMk/>
          <pc:sldMk cId="2758796449" sldId="257"/>
        </pc:sldMkLst>
        <pc:inkChg chg="add reco">
          <ac:chgData name="くん あっ" userId="b02e18f88093bbb2" providerId="LiveId" clId="{A6AB8097-671C-4783-A056-5A985F003BDF}" dt="2026-04-19T13:48:22.025" v="712"/>
          <ac:inkMkLst>
            <pc:docMk/>
            <pc:sldMk cId="2758796449" sldId="257"/>
            <ac:inkMk id="29" creationId="{F019E238-7F04-1C3E-842E-2B3FB793CCF3}"/>
          </ac:inkMkLst>
        </pc:inkChg>
        <pc:inkChg chg="add reco">
          <ac:chgData name="くん あっ" userId="b02e18f88093bbb2" providerId="LiveId" clId="{A6AB8097-671C-4783-A056-5A985F003BDF}" dt="2026-04-19T13:48:32.124" v="735"/>
          <ac:inkMkLst>
            <pc:docMk/>
            <pc:sldMk cId="2758796449" sldId="257"/>
            <ac:inkMk id="54" creationId="{5A9B44F9-0075-98BB-A9EE-9B19080C112B}"/>
          </ac:inkMkLst>
        </pc:inkChg>
        <pc:inkChg chg="add reco">
          <ac:chgData name="くん あっ" userId="b02e18f88093bbb2" providerId="LiveId" clId="{A6AB8097-671C-4783-A056-5A985F003BDF}" dt="2026-04-19T13:48:35.908" v="745"/>
          <ac:inkMkLst>
            <pc:docMk/>
            <pc:sldMk cId="2758796449" sldId="257"/>
            <ac:inkMk id="64" creationId="{D2BBE6BA-A216-D78A-F9BC-0BA706DCC85D}"/>
          </ac:inkMkLst>
        </pc:inkChg>
        <pc:inkChg chg="add reco">
          <ac:chgData name="くん あっ" userId="b02e18f88093bbb2" providerId="LiveId" clId="{A6AB8097-671C-4783-A056-5A985F003BDF}" dt="2026-04-19T13:48:43.706" v="772"/>
          <ac:inkMkLst>
            <pc:docMk/>
            <pc:sldMk cId="2758796449" sldId="257"/>
            <ac:inkMk id="91" creationId="{3E350AA4-410F-D4B1-BC71-8E4C4E11F770}"/>
          </ac:inkMkLst>
        </pc:inkChg>
        <pc:inkChg chg="add reco">
          <ac:chgData name="くん あっ" userId="b02e18f88093bbb2" providerId="LiveId" clId="{A6AB8097-671C-4783-A056-5A985F003BDF}" dt="2026-04-19T13:48:48.266" v="776"/>
          <ac:inkMkLst>
            <pc:docMk/>
            <pc:sldMk cId="2758796449" sldId="257"/>
            <ac:inkMk id="95" creationId="{8172C35F-E33F-3DAD-E6D6-B028F5E8FE23}"/>
          </ac:inkMkLst>
        </pc:inkChg>
        <pc:inkChg chg="add reco">
          <ac:chgData name="くん あっ" userId="b02e18f88093bbb2" providerId="LiveId" clId="{A6AB8097-671C-4783-A056-5A985F003BDF}" dt="2026-04-19T13:48:53.261" v="781"/>
          <ac:inkMkLst>
            <pc:docMk/>
            <pc:sldMk cId="2758796449" sldId="257"/>
            <ac:inkMk id="100" creationId="{DBF16AB3-FFA0-5A9A-FD62-3F61429D8519}"/>
          </ac:inkMkLst>
        </pc:inkChg>
        <pc:inkChg chg="add mod reco modStrokes">
          <ac:chgData name="くん あっ" userId="b02e18f88093bbb2" providerId="LiveId" clId="{A6AB8097-671C-4783-A056-5A985F003BDF}" dt="2026-04-19T13:48:59.270" v="792"/>
          <ac:inkMkLst>
            <pc:docMk/>
            <pc:sldMk cId="2758796449" sldId="257"/>
            <ac:inkMk id="110" creationId="{16DB3EA8-237D-A490-DE4C-45996260988E}"/>
          </ac:inkMkLst>
        </pc:inkChg>
        <pc:inkChg chg="add reco">
          <ac:chgData name="くん あっ" userId="b02e18f88093bbb2" providerId="LiveId" clId="{A6AB8097-671C-4783-A056-5A985F003BDF}" dt="2026-04-19T13:49:02.972" v="801"/>
          <ac:inkMkLst>
            <pc:docMk/>
            <pc:sldMk cId="2758796449" sldId="257"/>
            <ac:inkMk id="119" creationId="{E4A76CCE-C311-8939-C892-6BC7B593C818}"/>
          </ac:inkMkLst>
        </pc:inkChg>
        <pc:inkChg chg="add reco">
          <ac:chgData name="くん あっ" userId="b02e18f88093bbb2" providerId="LiveId" clId="{A6AB8097-671C-4783-A056-5A985F003BDF}" dt="2026-04-19T13:49:02.972" v="801"/>
          <ac:inkMkLst>
            <pc:docMk/>
            <pc:sldMk cId="2758796449" sldId="257"/>
            <ac:inkMk id="120" creationId="{745D5E1A-B618-2E4F-486B-F19BD47C0F2F}"/>
          </ac:inkMkLst>
        </pc:inkChg>
        <pc:inkChg chg="add mod">
          <ac:chgData name="くん あっ" userId="b02e18f88093bbb2" providerId="LiveId" clId="{A6AB8097-671C-4783-A056-5A985F003BDF}" dt="2026-04-19T13:50:54.064" v="905" actId="1076"/>
          <ac:inkMkLst>
            <pc:docMk/>
            <pc:sldMk cId="2758796449" sldId="257"/>
            <ac:inkMk id="185" creationId="{DFD1D674-8572-7ADA-30F7-85938BA35CCE}"/>
          </ac:inkMkLst>
        </pc:inkChg>
        <pc:inkChg chg="add mod">
          <ac:chgData name="くん あっ" userId="b02e18f88093bbb2" providerId="LiveId" clId="{A6AB8097-671C-4783-A056-5A985F003BDF}" dt="2026-04-19T13:50:54.064" v="905" actId="1076"/>
          <ac:inkMkLst>
            <pc:docMk/>
            <pc:sldMk cId="2758796449" sldId="257"/>
            <ac:inkMk id="186" creationId="{20791945-3A5A-EFF4-62E2-77D53CC2C518}"/>
          </ac:inkMkLst>
        </pc:inkChg>
        <pc:inkChg chg="add mod">
          <ac:chgData name="くん あっ" userId="b02e18f88093bbb2" providerId="LiveId" clId="{A6AB8097-671C-4783-A056-5A985F003BDF}" dt="2026-04-19T13:50:54.064" v="905" actId="1076"/>
          <ac:inkMkLst>
            <pc:docMk/>
            <pc:sldMk cId="2758796449" sldId="257"/>
            <ac:inkMk id="187" creationId="{8BEBB16C-B689-B3BA-F7CB-1DBF2D3E058C}"/>
          </ac:inkMkLst>
        </pc:inkChg>
        <pc:inkChg chg="add mod">
          <ac:chgData name="くん あっ" userId="b02e18f88093bbb2" providerId="LiveId" clId="{A6AB8097-671C-4783-A056-5A985F003BDF}" dt="2026-04-19T13:50:54.064" v="905" actId="1076"/>
          <ac:inkMkLst>
            <pc:docMk/>
            <pc:sldMk cId="2758796449" sldId="257"/>
            <ac:inkMk id="188" creationId="{6CA799A4-EBA3-7CDF-81EC-D486341E0AA0}"/>
          </ac:inkMkLst>
        </pc:inkChg>
        <pc:inkChg chg="add mod">
          <ac:chgData name="くん あっ" userId="b02e18f88093bbb2" providerId="LiveId" clId="{A6AB8097-671C-4783-A056-5A985F003BDF}" dt="2026-04-19T13:50:54.064" v="905" actId="1076"/>
          <ac:inkMkLst>
            <pc:docMk/>
            <pc:sldMk cId="2758796449" sldId="257"/>
            <ac:inkMk id="192" creationId="{4CB9BCC4-272A-25CD-606D-31F832C39E69}"/>
          </ac:inkMkLst>
        </pc:inkChg>
        <pc:inkChg chg="add mod reco">
          <ac:chgData name="くん あっ" userId="b02e18f88093bbb2" providerId="LiveId" clId="{A6AB8097-671C-4783-A056-5A985F003BDF}" dt="2026-04-19T13:50:54.064" v="905" actId="1076"/>
          <ac:inkMkLst>
            <pc:docMk/>
            <pc:sldMk cId="2758796449" sldId="257"/>
            <ac:inkMk id="194" creationId="{B1BC8589-6766-7DA9-5267-868A3254F8E2}"/>
          </ac:inkMkLst>
        </pc:inkChg>
        <pc:inkChg chg="add mod">
          <ac:chgData name="くん あっ" userId="b02e18f88093bbb2" providerId="LiveId" clId="{A6AB8097-671C-4783-A056-5A985F003BDF}" dt="2026-04-19T13:50:54.064" v="905" actId="1076"/>
          <ac:inkMkLst>
            <pc:docMk/>
            <pc:sldMk cId="2758796449" sldId="257"/>
            <ac:inkMk id="195" creationId="{C1826E2D-4C86-AA75-70A8-5E4C3C2483D6}"/>
          </ac:inkMkLst>
        </pc:inkChg>
        <pc:inkChg chg="add mod reco modStrokes">
          <ac:chgData name="くん あっ" userId="b02e18f88093bbb2" providerId="LiveId" clId="{A6AB8097-671C-4783-A056-5A985F003BDF}" dt="2026-04-19T13:52:01.408" v="958"/>
          <ac:inkMkLst>
            <pc:docMk/>
            <pc:sldMk cId="2758796449" sldId="257"/>
            <ac:inkMk id="204" creationId="{00F9FFC3-0FE1-A0DB-C144-A03628771A7F}"/>
          </ac:inkMkLst>
        </pc:inkChg>
        <pc:inkChg chg="add reco">
          <ac:chgData name="くん あっ" userId="b02e18f88093bbb2" providerId="LiveId" clId="{A6AB8097-671C-4783-A056-5A985F003BDF}" dt="2026-04-19T13:51:02.531" v="917"/>
          <ac:inkMkLst>
            <pc:docMk/>
            <pc:sldMk cId="2758796449" sldId="257"/>
            <ac:inkMk id="216" creationId="{4BADE20F-0EC9-D487-38BC-55CD6D778E4C}"/>
          </ac:inkMkLst>
        </pc:inkChg>
        <pc:inkChg chg="add">
          <ac:chgData name="くん あっ" userId="b02e18f88093bbb2" providerId="LiveId" clId="{A6AB8097-671C-4783-A056-5A985F003BDF}" dt="2026-04-19T13:51:03.675" v="920"/>
          <ac:inkMkLst>
            <pc:docMk/>
            <pc:sldMk cId="2758796449" sldId="257"/>
            <ac:inkMk id="219" creationId="{BF4C2406-60CE-CCF3-0972-33ED6D378615}"/>
          </ac:inkMkLst>
        </pc:inkChg>
        <pc:inkChg chg="add reco">
          <ac:chgData name="くん あっ" userId="b02e18f88093bbb2" providerId="LiveId" clId="{A6AB8097-671C-4783-A056-5A985F003BDF}" dt="2026-04-19T13:51:08.007" v="929"/>
          <ac:inkMkLst>
            <pc:docMk/>
            <pc:sldMk cId="2758796449" sldId="257"/>
            <ac:inkMk id="228" creationId="{58586DAB-A529-E533-7755-DD0F4FB78E90}"/>
          </ac:inkMkLst>
        </pc:inkChg>
        <pc:inkChg chg="add reco">
          <ac:chgData name="くん あっ" userId="b02e18f88093bbb2" providerId="LiveId" clId="{A6AB8097-671C-4783-A056-5A985F003BDF}" dt="2026-04-19T13:51:08.007" v="929"/>
          <ac:inkMkLst>
            <pc:docMk/>
            <pc:sldMk cId="2758796449" sldId="257"/>
            <ac:inkMk id="229" creationId="{5A90D965-3F6B-8B28-1C6C-818C913E4523}"/>
          </ac:inkMkLst>
        </pc:inkChg>
        <pc:inkChg chg="add reco">
          <ac:chgData name="くん あっ" userId="b02e18f88093bbb2" providerId="LiveId" clId="{A6AB8097-671C-4783-A056-5A985F003BDF}" dt="2026-04-19T13:51:08.007" v="929"/>
          <ac:inkMkLst>
            <pc:docMk/>
            <pc:sldMk cId="2758796449" sldId="257"/>
            <ac:inkMk id="230" creationId="{08100D67-6EFF-BC80-08C5-6F80394BF72C}"/>
          </ac:inkMkLst>
        </pc:inkChg>
        <pc:inkChg chg="add reco">
          <ac:chgData name="くん あっ" userId="b02e18f88093bbb2" providerId="LiveId" clId="{A6AB8097-671C-4783-A056-5A985F003BDF}" dt="2026-04-19T13:51:08.007" v="929"/>
          <ac:inkMkLst>
            <pc:docMk/>
            <pc:sldMk cId="2758796449" sldId="257"/>
            <ac:inkMk id="231" creationId="{EFCD8C9C-CDC0-A3E6-BC1D-0BF952A6BE0B}"/>
          </ac:inkMkLst>
        </pc:inkChg>
        <pc:inkChg chg="add reco">
          <ac:chgData name="くん あっ" userId="b02e18f88093bbb2" providerId="LiveId" clId="{A6AB8097-671C-4783-A056-5A985F003BDF}" dt="2026-04-19T13:51:12.018" v="940"/>
          <ac:inkMkLst>
            <pc:docMk/>
            <pc:sldMk cId="2758796449" sldId="257"/>
            <ac:inkMk id="243" creationId="{5ADB7C43-1BF7-0CCC-960E-75086B6A5495}"/>
          </ac:inkMkLst>
        </pc:inkChg>
        <pc:inkChg chg="add">
          <ac:chgData name="くん あっ" userId="b02e18f88093bbb2" providerId="LiveId" clId="{A6AB8097-671C-4783-A056-5A985F003BDF}" dt="2026-04-19T13:51:16.729" v="941"/>
          <ac:inkMkLst>
            <pc:docMk/>
            <pc:sldMk cId="2758796449" sldId="257"/>
            <ac:inkMk id="244" creationId="{79CC511E-327E-9F78-78E9-5D7D90B04025}"/>
          </ac:inkMkLst>
        </pc:inkChg>
        <pc:inkChg chg="add reco">
          <ac:chgData name="くん あっ" userId="b02e18f88093bbb2" providerId="LiveId" clId="{A6AB8097-671C-4783-A056-5A985F003BDF}" dt="2026-04-19T13:51:20.661" v="952"/>
          <ac:inkMkLst>
            <pc:docMk/>
            <pc:sldMk cId="2758796449" sldId="257"/>
            <ac:inkMk id="255" creationId="{415BBBC3-B5AC-484F-BB76-13138226A471}"/>
          </ac:inkMkLst>
        </pc:inkChg>
        <pc:inkChg chg="add reco">
          <ac:chgData name="くん あっ" userId="b02e18f88093bbb2" providerId="LiveId" clId="{A6AB8097-671C-4783-A056-5A985F003BDF}" dt="2026-04-19T13:51:36.519" v="956"/>
          <ac:inkMkLst>
            <pc:docMk/>
            <pc:sldMk cId="2758796449" sldId="257"/>
            <ac:inkMk id="259" creationId="{AAC4A195-1497-0F9C-3D15-64D0712C8F90}"/>
          </ac:inkMkLst>
        </pc:inkChg>
        <pc:inkChg chg="add reco">
          <ac:chgData name="くん あっ" userId="b02e18f88093bbb2" providerId="LiveId" clId="{A6AB8097-671C-4783-A056-5A985F003BDF}" dt="2026-04-19T13:53:12.656" v="1010"/>
          <ac:inkMkLst>
            <pc:docMk/>
            <pc:sldMk cId="2758796449" sldId="257"/>
            <ac:inkMk id="313" creationId="{322875A5-8487-A861-176C-60839640D05E}"/>
          </ac:inkMkLst>
        </pc:inkChg>
        <pc:inkChg chg="add reco">
          <ac:chgData name="くん あっ" userId="b02e18f88093bbb2" providerId="LiveId" clId="{A6AB8097-671C-4783-A056-5A985F003BDF}" dt="2026-04-19T13:53:23.398" v="1025"/>
          <ac:inkMkLst>
            <pc:docMk/>
            <pc:sldMk cId="2758796449" sldId="257"/>
            <ac:inkMk id="328" creationId="{F46D6CA5-BA69-C835-785B-F0CC513990B4}"/>
          </ac:inkMkLst>
        </pc:inkChg>
        <pc:inkChg chg="add mod reco modStrokes">
          <ac:chgData name="くん あっ" userId="b02e18f88093bbb2" providerId="LiveId" clId="{A6AB8097-671C-4783-A056-5A985F003BDF}" dt="2026-04-19T13:53:26.466" v="1030"/>
          <ac:inkMkLst>
            <pc:docMk/>
            <pc:sldMk cId="2758796449" sldId="257"/>
            <ac:inkMk id="332" creationId="{47B962B1-F95C-7BFC-2555-8E418D2BA15A}"/>
          </ac:inkMkLst>
        </pc:inkChg>
        <pc:inkChg chg="add reco">
          <ac:chgData name="くん あっ" userId="b02e18f88093bbb2" providerId="LiveId" clId="{A6AB8097-671C-4783-A056-5A985F003BDF}" dt="2026-04-19T13:53:30.632" v="1038"/>
          <ac:inkMkLst>
            <pc:docMk/>
            <pc:sldMk cId="2758796449" sldId="257"/>
            <ac:inkMk id="340" creationId="{C6991B26-90FE-2BF0-232D-0F7FD8D5C5D8}"/>
          </ac:inkMkLst>
        </pc:inkChg>
        <pc:inkChg chg="add reco">
          <ac:chgData name="くん あっ" userId="b02e18f88093bbb2" providerId="LiveId" clId="{A6AB8097-671C-4783-A056-5A985F003BDF}" dt="2026-04-19T13:53:38.848" v="1056"/>
          <ac:inkMkLst>
            <pc:docMk/>
            <pc:sldMk cId="2758796449" sldId="257"/>
            <ac:inkMk id="356" creationId="{C67B47D5-1421-CA8F-DAB6-7F3B327ABC17}"/>
          </ac:inkMkLst>
        </pc:inkChg>
        <pc:inkChg chg="add reco">
          <ac:chgData name="くん あっ" userId="b02e18f88093bbb2" providerId="LiveId" clId="{A6AB8097-671C-4783-A056-5A985F003BDF}" dt="2026-04-19T13:53:42.419" v="1063"/>
          <ac:inkMkLst>
            <pc:docMk/>
            <pc:sldMk cId="2758796449" sldId="257"/>
            <ac:inkMk id="361" creationId="{3695A2AB-C3B2-BC99-B39C-2ADF77609ABE}"/>
          </ac:inkMkLst>
        </pc:inkChg>
        <pc:inkChg chg="add reco">
          <ac:chgData name="くん あっ" userId="b02e18f88093bbb2" providerId="LiveId" clId="{A6AB8097-671C-4783-A056-5A985F003BDF}" dt="2026-04-19T13:53:44.333" v="1067"/>
          <ac:inkMkLst>
            <pc:docMk/>
            <pc:sldMk cId="2758796449" sldId="257"/>
            <ac:inkMk id="365" creationId="{10526412-4525-E904-F69D-6809A8232600}"/>
          </ac:inkMkLst>
        </pc:inkChg>
        <pc:inkChg chg="add reco">
          <ac:chgData name="くん あっ" userId="b02e18f88093bbb2" providerId="LiveId" clId="{A6AB8097-671C-4783-A056-5A985F003BDF}" dt="2026-04-19T13:53:49.318" v="1077"/>
          <ac:inkMkLst>
            <pc:docMk/>
            <pc:sldMk cId="2758796449" sldId="257"/>
            <ac:inkMk id="375" creationId="{8AC546D4-2BB3-481F-BC4B-073742989979}"/>
          </ac:inkMkLst>
        </pc:inkChg>
        <pc:inkChg chg="add reco">
          <ac:chgData name="くん あっ" userId="b02e18f88093bbb2" providerId="LiveId" clId="{A6AB8097-671C-4783-A056-5A985F003BDF}" dt="2026-04-19T13:53:59.707" v="1089"/>
          <ac:inkMkLst>
            <pc:docMk/>
            <pc:sldMk cId="2758796449" sldId="257"/>
            <ac:inkMk id="387" creationId="{3D2A1400-F66F-055C-D9E7-90A361D3DD00}"/>
          </ac:inkMkLst>
        </pc:inkChg>
        <pc:inkChg chg="add reco">
          <ac:chgData name="くん あっ" userId="b02e18f88093bbb2" providerId="LiveId" clId="{A6AB8097-671C-4783-A056-5A985F003BDF}" dt="2026-04-19T13:54:04.777" v="1100"/>
          <ac:inkMkLst>
            <pc:docMk/>
            <pc:sldMk cId="2758796449" sldId="257"/>
            <ac:inkMk id="398" creationId="{EA0161BB-D2C6-DB15-AF49-DA59385947BA}"/>
          </ac:inkMkLst>
        </pc:inkChg>
        <pc:inkChg chg="add">
          <ac:chgData name="くん あっ" userId="b02e18f88093bbb2" providerId="LiveId" clId="{A6AB8097-671C-4783-A056-5A985F003BDF}" dt="2026-04-19T13:54:05.697" v="1101"/>
          <ac:inkMkLst>
            <pc:docMk/>
            <pc:sldMk cId="2758796449" sldId="257"/>
            <ac:inkMk id="399" creationId="{2C89A3DA-49CA-5FAE-652E-22C12BD5E011}"/>
          </ac:inkMkLst>
        </pc:inkChg>
        <pc:inkChg chg="add reco">
          <ac:chgData name="くん あっ" userId="b02e18f88093bbb2" providerId="LiveId" clId="{A6AB8097-671C-4783-A056-5A985F003BDF}" dt="2026-04-19T13:54:17.699" v="1105"/>
          <ac:inkMkLst>
            <pc:docMk/>
            <pc:sldMk cId="2758796449" sldId="257"/>
            <ac:inkMk id="403" creationId="{36D689B9-531F-83EA-BE17-A702F190E17D}"/>
          </ac:inkMkLst>
        </pc:inkChg>
        <pc:inkChg chg="add reco">
          <ac:chgData name="くん あっ" userId="b02e18f88093bbb2" providerId="LiveId" clId="{A6AB8097-671C-4783-A056-5A985F003BDF}" dt="2026-04-19T13:54:36.011" v="1145"/>
          <ac:inkMkLst>
            <pc:docMk/>
            <pc:sldMk cId="2758796449" sldId="257"/>
            <ac:inkMk id="441" creationId="{7BFBAE2E-F739-0F36-A6E8-7B7B44A38AF9}"/>
          </ac:inkMkLst>
        </pc:inkChg>
        <pc:inkChg chg="add reco">
          <ac:chgData name="くん あっ" userId="b02e18f88093bbb2" providerId="LiveId" clId="{A6AB8097-671C-4783-A056-5A985F003BDF}" dt="2026-04-19T13:54:39.094" v="1153"/>
          <ac:inkMkLst>
            <pc:docMk/>
            <pc:sldMk cId="2758796449" sldId="257"/>
            <ac:inkMk id="449" creationId="{CE1F340E-566C-754A-D39C-C5F1D1F47C50}"/>
          </ac:inkMkLst>
        </pc:inkChg>
        <pc:inkChg chg="add reco">
          <ac:chgData name="くん あっ" userId="b02e18f88093bbb2" providerId="LiveId" clId="{A6AB8097-671C-4783-A056-5A985F003BDF}" dt="2026-04-19T13:54:41.296" v="1159"/>
          <ac:inkMkLst>
            <pc:docMk/>
            <pc:sldMk cId="2758796449" sldId="257"/>
            <ac:inkMk id="455" creationId="{C73A4E83-FF2C-385D-41E7-2936592A1559}"/>
          </ac:inkMkLst>
        </pc:inkChg>
        <pc:inkChg chg="add reco">
          <ac:chgData name="くん あっ" userId="b02e18f88093bbb2" providerId="LiveId" clId="{A6AB8097-671C-4783-A056-5A985F003BDF}" dt="2026-04-19T13:54:43.240" v="1166"/>
          <ac:inkMkLst>
            <pc:docMk/>
            <pc:sldMk cId="2758796449" sldId="257"/>
            <ac:inkMk id="462" creationId="{A44D2BFB-588E-2A3C-7333-FD84071A0F05}"/>
          </ac:inkMkLst>
        </pc:inkChg>
        <pc:inkChg chg="add reco">
          <ac:chgData name="くん あっ" userId="b02e18f88093bbb2" providerId="LiveId" clId="{A6AB8097-671C-4783-A056-5A985F003BDF}" dt="2026-04-19T13:54:59.959" v="1169"/>
          <ac:inkMkLst>
            <pc:docMk/>
            <pc:sldMk cId="2758796449" sldId="257"/>
            <ac:inkMk id="465" creationId="{3615468D-E4F0-8762-9840-D2A47D818936}"/>
          </ac:inkMkLst>
        </pc:inkChg>
        <pc:inkChg chg="mod modStrokes">
          <ac:chgData name="くん あっ" userId="b02e18f88093bbb2" providerId="LiveId" clId="{A6AB8097-671C-4783-A056-5A985F003BDF}" dt="2026-04-19T13:55:51.961" v="1225"/>
          <ac:inkMkLst>
            <pc:docMk/>
            <pc:sldMk cId="2758796449" sldId="257"/>
            <ac:inkMk id="492" creationId="{F65DEAF2-80F9-890C-CB9B-14315A327638}"/>
          </ac:inkMkLst>
        </pc:inkChg>
        <pc:inkChg chg="add reco">
          <ac:chgData name="くん あっ" userId="b02e18f88093bbb2" providerId="LiveId" clId="{A6AB8097-671C-4783-A056-5A985F003BDF}" dt="2026-04-19T13:55:37.674" v="1205"/>
          <ac:inkMkLst>
            <pc:docMk/>
            <pc:sldMk cId="2758796449" sldId="257"/>
            <ac:inkMk id="501" creationId="{9CE0541C-AA3E-442A-90D7-F2A541E402D7}"/>
          </ac:inkMkLst>
        </pc:inkChg>
        <pc:inkChg chg="add reco">
          <ac:chgData name="くん あっ" userId="b02e18f88093bbb2" providerId="LiveId" clId="{A6AB8097-671C-4783-A056-5A985F003BDF}" dt="2026-04-19T13:55:42.161" v="1214"/>
          <ac:inkMkLst>
            <pc:docMk/>
            <pc:sldMk cId="2758796449" sldId="257"/>
            <ac:inkMk id="509" creationId="{5F220189-875A-34AA-EFDA-614DD842C53F}"/>
          </ac:inkMkLst>
        </pc:inkChg>
        <pc:inkChg chg="add reco">
          <ac:chgData name="くん あっ" userId="b02e18f88093bbb2" providerId="LiveId" clId="{A6AB8097-671C-4783-A056-5A985F003BDF}" dt="2026-04-19T13:55:46.923" v="1224"/>
          <ac:inkMkLst>
            <pc:docMk/>
            <pc:sldMk cId="2758796449" sldId="257"/>
            <ac:inkMk id="519" creationId="{E2B3C05C-A839-1935-D42A-4A0D06A91933}"/>
          </ac:inkMkLst>
        </pc:inkChg>
        <pc:inkChg chg="add reco">
          <ac:chgData name="くん あっ" userId="b02e18f88093bbb2" providerId="LiveId" clId="{A6AB8097-671C-4783-A056-5A985F003BDF}" dt="2026-04-19T13:55:57.936" v="1238"/>
          <ac:inkMkLst>
            <pc:docMk/>
            <pc:sldMk cId="2758796449" sldId="257"/>
            <ac:inkMk id="528" creationId="{9CE9F9EF-242D-EF75-1942-4D1C22EFEC10}"/>
          </ac:inkMkLst>
        </pc:inkChg>
        <pc:inkChg chg="add mod reco modStrokes">
          <ac:chgData name="くん あっ" userId="b02e18f88093bbb2" providerId="LiveId" clId="{A6AB8097-671C-4783-A056-5A985F003BDF}" dt="2026-04-19T13:56:14.486" v="1243"/>
          <ac:inkMkLst>
            <pc:docMk/>
            <pc:sldMk cId="2758796449" sldId="257"/>
            <ac:inkMk id="532" creationId="{DCB565C7-ED03-3D75-4A3C-A843E0960522}"/>
          </ac:inkMkLst>
        </pc:inkChg>
        <pc:inkChg chg="add reco">
          <ac:chgData name="くん あっ" userId="b02e18f88093bbb2" providerId="LiveId" clId="{A6AB8097-671C-4783-A056-5A985F003BDF}" dt="2026-04-19T13:56:17.220" v="1248"/>
          <ac:inkMkLst>
            <pc:docMk/>
            <pc:sldMk cId="2758796449" sldId="257"/>
            <ac:inkMk id="537" creationId="{0FCEBC37-90D0-B006-9B78-697E3ED0DEB9}"/>
          </ac:inkMkLst>
        </pc:inkChg>
        <pc:inkChg chg="add reco">
          <ac:chgData name="くん あっ" userId="b02e18f88093bbb2" providerId="LiveId" clId="{A6AB8097-671C-4783-A056-5A985F003BDF}" dt="2026-04-19T13:56:26.543" v="1275"/>
          <ac:inkMkLst>
            <pc:docMk/>
            <pc:sldMk cId="2758796449" sldId="257"/>
            <ac:inkMk id="564" creationId="{F768DF0E-1CE5-81F1-335C-59B3A248A065}"/>
          </ac:inkMkLst>
        </pc:inkChg>
      </pc:sldChg>
      <pc:sldChg chg="addSp delSp modSp mod">
        <pc:chgData name="くん あっ" userId="b02e18f88093bbb2" providerId="LiveId" clId="{A6AB8097-671C-4783-A056-5A985F003BDF}" dt="2026-04-19T14:04:02.591" v="1965"/>
        <pc:sldMkLst>
          <pc:docMk/>
          <pc:sldMk cId="3493980762" sldId="258"/>
        </pc:sldMkLst>
        <pc:inkChg chg="add reco">
          <ac:chgData name="くん あっ" userId="b02e18f88093bbb2" providerId="LiveId" clId="{A6AB8097-671C-4783-A056-5A985F003BDF}" dt="2026-04-19T13:56:58.042" v="1304"/>
          <ac:inkMkLst>
            <pc:docMk/>
            <pc:sldMk cId="3493980762" sldId="258"/>
            <ac:inkMk id="5" creationId="{7767543E-CD84-AEBB-FD95-CF2CC0416D02}"/>
          </ac:inkMkLst>
        </pc:inkChg>
        <pc:inkChg chg="mod modStrokes">
          <ac:chgData name="くん あっ" userId="b02e18f88093bbb2" providerId="LiveId" clId="{A6AB8097-671C-4783-A056-5A985F003BDF}" dt="2026-04-19T13:57:07.435" v="1321"/>
          <ac:inkMkLst>
            <pc:docMk/>
            <pc:sldMk cId="3493980762" sldId="258"/>
            <ac:inkMk id="22" creationId="{D9BFDA38-9D8F-23DA-078D-E8E77411DBC2}"/>
          </ac:inkMkLst>
        </pc:inkChg>
        <pc:inkChg chg="add reco">
          <ac:chgData name="くん あっ" userId="b02e18f88093bbb2" providerId="LiveId" clId="{A6AB8097-671C-4783-A056-5A985F003BDF}" dt="2026-04-19T13:57:05.753" v="1320"/>
          <ac:inkMkLst>
            <pc:docMk/>
            <pc:sldMk cId="3493980762" sldId="258"/>
            <ac:inkMk id="23" creationId="{09AAD395-EEBE-11AC-92B4-16F59F872EB2}"/>
          </ac:inkMkLst>
        </pc:inkChg>
        <pc:inkChg chg="add reco">
          <ac:chgData name="くん あっ" userId="b02e18f88093bbb2" providerId="LiveId" clId="{A6AB8097-671C-4783-A056-5A985F003BDF}" dt="2026-04-19T13:57:17.283" v="1340"/>
          <ac:inkMkLst>
            <pc:docMk/>
            <pc:sldMk cId="3493980762" sldId="258"/>
            <ac:inkMk id="41" creationId="{34A464B1-DB43-2460-95AD-D21D699A1C90}"/>
          </ac:inkMkLst>
        </pc:inkChg>
        <pc:inkChg chg="add reco">
          <ac:chgData name="くん あっ" userId="b02e18f88093bbb2" providerId="LiveId" clId="{A6AB8097-671C-4783-A056-5A985F003BDF}" dt="2026-04-19T13:57:20.749" v="1348"/>
          <ac:inkMkLst>
            <pc:docMk/>
            <pc:sldMk cId="3493980762" sldId="258"/>
            <ac:inkMk id="49" creationId="{ACE71C66-8BCF-A579-C780-119388A9F153}"/>
          </ac:inkMkLst>
        </pc:inkChg>
        <pc:inkChg chg="add reco">
          <ac:chgData name="くん あっ" userId="b02e18f88093bbb2" providerId="LiveId" clId="{A6AB8097-671C-4783-A056-5A985F003BDF}" dt="2026-04-19T13:57:25.996" v="1358"/>
          <ac:inkMkLst>
            <pc:docMk/>
            <pc:sldMk cId="3493980762" sldId="258"/>
            <ac:inkMk id="59" creationId="{78F7FB3D-753A-E6BA-F4D4-62EF20614A54}"/>
          </ac:inkMkLst>
        </pc:inkChg>
        <pc:inkChg chg="add reco">
          <ac:chgData name="くん あっ" userId="b02e18f88093bbb2" providerId="LiveId" clId="{A6AB8097-671C-4783-A056-5A985F003BDF}" dt="2026-04-19T13:57:36.021" v="1376"/>
          <ac:inkMkLst>
            <pc:docMk/>
            <pc:sldMk cId="3493980762" sldId="258"/>
            <ac:inkMk id="77" creationId="{E3C60A1E-78F1-71F5-508B-07E8B11C6951}"/>
          </ac:inkMkLst>
        </pc:inkChg>
        <pc:inkChg chg="add reco">
          <ac:chgData name="くん あっ" userId="b02e18f88093bbb2" providerId="LiveId" clId="{A6AB8097-671C-4783-A056-5A985F003BDF}" dt="2026-04-19T13:57:36.021" v="1376"/>
          <ac:inkMkLst>
            <pc:docMk/>
            <pc:sldMk cId="3493980762" sldId="258"/>
            <ac:inkMk id="78" creationId="{5CDBA977-ABE8-D577-F844-8A70E3CF768C}"/>
          </ac:inkMkLst>
        </pc:inkChg>
        <pc:inkChg chg="add reco">
          <ac:chgData name="くん あっ" userId="b02e18f88093bbb2" providerId="LiveId" clId="{A6AB8097-671C-4783-A056-5A985F003BDF}" dt="2026-04-19T13:57:39.040" v="1385"/>
          <ac:inkMkLst>
            <pc:docMk/>
            <pc:sldMk cId="3493980762" sldId="258"/>
            <ac:inkMk id="87" creationId="{18EFC1B6-19F6-D029-EAAA-A5DBEBC5794B}"/>
          </ac:inkMkLst>
        </pc:inkChg>
        <pc:inkChg chg="add reco">
          <ac:chgData name="くん あっ" userId="b02e18f88093bbb2" providerId="LiveId" clId="{A6AB8097-671C-4783-A056-5A985F003BDF}" dt="2026-04-19T13:58:11.283" v="1412"/>
          <ac:inkMkLst>
            <pc:docMk/>
            <pc:sldMk cId="3493980762" sldId="258"/>
            <ac:inkMk id="103" creationId="{7FDD96CD-8290-14EE-3449-20556F047424}"/>
          </ac:inkMkLst>
        </pc:inkChg>
        <pc:inkChg chg="add reco">
          <ac:chgData name="くん あっ" userId="b02e18f88093bbb2" providerId="LiveId" clId="{A6AB8097-671C-4783-A056-5A985F003BDF}" dt="2026-04-19T13:58:14.995" v="1417"/>
          <ac:inkMkLst>
            <pc:docMk/>
            <pc:sldMk cId="3493980762" sldId="258"/>
            <ac:inkMk id="108" creationId="{33C80734-D650-2717-4D02-2879E4712795}"/>
          </ac:inkMkLst>
        </pc:inkChg>
        <pc:inkChg chg="add mod reco modStrokes">
          <ac:chgData name="くん あっ" userId="b02e18f88093bbb2" providerId="LiveId" clId="{A6AB8097-671C-4783-A056-5A985F003BDF}" dt="2026-04-19T13:58:19.260" v="1427"/>
          <ac:inkMkLst>
            <pc:docMk/>
            <pc:sldMk cId="3493980762" sldId="258"/>
            <ac:inkMk id="117" creationId="{054E71D6-096D-9A26-E9B7-20874D947B48}"/>
          </ac:inkMkLst>
        </pc:inkChg>
        <pc:inkChg chg="add reco">
          <ac:chgData name="くん あっ" userId="b02e18f88093bbb2" providerId="LiveId" clId="{A6AB8097-671C-4783-A056-5A985F003BDF}" dt="2026-04-19T13:58:19.133" v="1426"/>
          <ac:inkMkLst>
            <pc:docMk/>
            <pc:sldMk cId="3493980762" sldId="258"/>
            <ac:inkMk id="118" creationId="{6053F7C0-016F-D181-3E88-2CC249560851}"/>
          </ac:inkMkLst>
        </pc:inkChg>
        <pc:inkChg chg="add">
          <ac:chgData name="くん あっ" userId="b02e18f88093bbb2" providerId="LiveId" clId="{A6AB8097-671C-4783-A056-5A985F003BDF}" dt="2026-04-19T13:58:19.677" v="1428"/>
          <ac:inkMkLst>
            <pc:docMk/>
            <pc:sldMk cId="3493980762" sldId="258"/>
            <ac:inkMk id="119" creationId="{3F0ED058-8B06-4802-68DB-7A0C01314EB3}"/>
          </ac:inkMkLst>
        </pc:inkChg>
        <pc:inkChg chg="add reco">
          <ac:chgData name="くん あっ" userId="b02e18f88093bbb2" providerId="LiveId" clId="{A6AB8097-671C-4783-A056-5A985F003BDF}" dt="2026-04-19T13:58:21.217" v="1431"/>
          <ac:inkMkLst>
            <pc:docMk/>
            <pc:sldMk cId="3493980762" sldId="258"/>
            <ac:inkMk id="122" creationId="{CEA4FA44-AF3D-1F0A-BBFB-C75764052D74}"/>
          </ac:inkMkLst>
        </pc:inkChg>
      </pc:sldChg>
    </pc:docChg>
  </pc:docChgLst>
  <pc:docChgLst>
    <pc:chgData name="植田 篤俊" userId="0d2b3cda-30c1-45e3-9e5c-02c0046d67fa" providerId="ADAL" clId="{2212E1C9-E370-4E6F-9AD9-18E779E10EF2}"/>
    <pc:docChg chg="undo custSel addSld modSld sldOrd">
      <pc:chgData name="植田 篤俊" userId="0d2b3cda-30c1-45e3-9e5c-02c0046d67fa" providerId="ADAL" clId="{2212E1C9-E370-4E6F-9AD9-18E779E10EF2}" dt="2026-04-20T23:21:09.881" v="602"/>
      <pc:docMkLst>
        <pc:docMk/>
      </pc:docMkLst>
      <pc:sldChg chg="ord">
        <pc:chgData name="植田 篤俊" userId="0d2b3cda-30c1-45e3-9e5c-02c0046d67fa" providerId="ADAL" clId="{2212E1C9-E370-4E6F-9AD9-18E779E10EF2}" dt="2026-04-20T23:12:52.971" v="2"/>
        <pc:sldMkLst>
          <pc:docMk/>
          <pc:sldMk cId="0" sldId="256"/>
        </pc:sldMkLst>
      </pc:sldChg>
      <pc:sldChg chg="addSp delSp modSp new mod">
        <pc:chgData name="植田 篤俊" userId="0d2b3cda-30c1-45e3-9e5c-02c0046d67fa" providerId="ADAL" clId="{2212E1C9-E370-4E6F-9AD9-18E779E10EF2}" dt="2026-04-20T23:20:37.148" v="598" actId="478"/>
        <pc:sldMkLst>
          <pc:docMk/>
          <pc:sldMk cId="2094875535" sldId="262"/>
        </pc:sldMkLst>
        <pc:spChg chg="add del mod">
          <ac:chgData name="植田 篤俊" userId="0d2b3cda-30c1-45e3-9e5c-02c0046d67fa" providerId="ADAL" clId="{2212E1C9-E370-4E6F-9AD9-18E779E10EF2}" dt="2026-04-20T23:20:37.148" v="598" actId="478"/>
          <ac:spMkLst>
            <pc:docMk/>
            <pc:sldMk cId="2094875535" sldId="262"/>
            <ac:spMk id="2" creationId="{98DDC976-3710-E394-483A-CBAF322B7AC9}"/>
          </ac:spMkLst>
        </pc:spChg>
      </pc:sldChg>
      <pc:sldChg chg="addSp modSp new mod">
        <pc:chgData name="植田 篤俊" userId="0d2b3cda-30c1-45e3-9e5c-02c0046d67fa" providerId="ADAL" clId="{2212E1C9-E370-4E6F-9AD9-18E779E10EF2}" dt="2026-04-20T23:20:18.276" v="596"/>
        <pc:sldMkLst>
          <pc:docMk/>
          <pc:sldMk cId="4062886815" sldId="263"/>
        </pc:sldMkLst>
        <pc:spChg chg="add mod">
          <ac:chgData name="植田 篤俊" userId="0d2b3cda-30c1-45e3-9e5c-02c0046d67fa" providerId="ADAL" clId="{2212E1C9-E370-4E6F-9AD9-18E779E10EF2}" dt="2026-04-20T23:14:18.071" v="82" actId="1076"/>
          <ac:spMkLst>
            <pc:docMk/>
            <pc:sldMk cId="4062886815" sldId="263"/>
            <ac:spMk id="2" creationId="{1625AA46-29C4-E7D4-9F47-24ACF5E4AFA9}"/>
          </ac:spMkLst>
        </pc:spChg>
        <pc:spChg chg="add mod">
          <ac:chgData name="植田 篤俊" userId="0d2b3cda-30c1-45e3-9e5c-02c0046d67fa" providerId="ADAL" clId="{2212E1C9-E370-4E6F-9AD9-18E779E10EF2}" dt="2026-04-20T23:18:32.139" v="383" actId="14100"/>
          <ac:spMkLst>
            <pc:docMk/>
            <pc:sldMk cId="4062886815" sldId="263"/>
            <ac:spMk id="8" creationId="{CAD3FEC1-5C4E-4D0D-ED9D-CEA0A9A0D6E4}"/>
          </ac:spMkLst>
        </pc:spChg>
        <pc:spChg chg="add mod">
          <ac:chgData name="植田 篤俊" userId="0d2b3cda-30c1-45e3-9e5c-02c0046d67fa" providerId="ADAL" clId="{2212E1C9-E370-4E6F-9AD9-18E779E10EF2}" dt="2026-04-20T23:18:32.139" v="383" actId="14100"/>
          <ac:spMkLst>
            <pc:docMk/>
            <pc:sldMk cId="4062886815" sldId="263"/>
            <ac:spMk id="9" creationId="{463BF3DE-46AD-ADDB-9B47-51500094F34A}"/>
          </ac:spMkLst>
        </pc:spChg>
        <pc:spChg chg="add mod">
          <ac:chgData name="植田 篤俊" userId="0d2b3cda-30c1-45e3-9e5c-02c0046d67fa" providerId="ADAL" clId="{2212E1C9-E370-4E6F-9AD9-18E779E10EF2}" dt="2026-04-20T23:18:32.139" v="383" actId="14100"/>
          <ac:spMkLst>
            <pc:docMk/>
            <pc:sldMk cId="4062886815" sldId="263"/>
            <ac:spMk id="10" creationId="{0A69D59C-431E-3D79-3286-44A81BCCF30A}"/>
          </ac:spMkLst>
        </pc:spChg>
        <pc:spChg chg="add mod">
          <ac:chgData name="植田 篤俊" userId="0d2b3cda-30c1-45e3-9e5c-02c0046d67fa" providerId="ADAL" clId="{2212E1C9-E370-4E6F-9AD9-18E779E10EF2}" dt="2026-04-20T23:18:38.202" v="384" actId="1076"/>
          <ac:spMkLst>
            <pc:docMk/>
            <pc:sldMk cId="4062886815" sldId="263"/>
            <ac:spMk id="11" creationId="{7BA25D49-21E1-40DD-9B64-289A76349F15}"/>
          </ac:spMkLst>
        </pc:spChg>
        <pc:spChg chg="add mod">
          <ac:chgData name="植田 篤俊" userId="0d2b3cda-30c1-45e3-9e5c-02c0046d67fa" providerId="ADAL" clId="{2212E1C9-E370-4E6F-9AD9-18E779E10EF2}" dt="2026-04-20T23:18:32.139" v="383" actId="14100"/>
          <ac:spMkLst>
            <pc:docMk/>
            <pc:sldMk cId="4062886815" sldId="263"/>
            <ac:spMk id="14" creationId="{29AC59B1-CD33-B287-4A4B-79E6E36BBC96}"/>
          </ac:spMkLst>
        </pc:spChg>
        <pc:spChg chg="add mod">
          <ac:chgData name="植田 篤俊" userId="0d2b3cda-30c1-45e3-9e5c-02c0046d67fa" providerId="ADAL" clId="{2212E1C9-E370-4E6F-9AD9-18E779E10EF2}" dt="2026-04-20T23:18:38.202" v="384" actId="1076"/>
          <ac:spMkLst>
            <pc:docMk/>
            <pc:sldMk cId="4062886815" sldId="263"/>
            <ac:spMk id="15" creationId="{A69634CF-71A3-6B5A-6691-3FD837F9F082}"/>
          </ac:spMkLst>
        </pc:spChg>
        <pc:spChg chg="add mod">
          <ac:chgData name="植田 篤俊" userId="0d2b3cda-30c1-45e3-9e5c-02c0046d67fa" providerId="ADAL" clId="{2212E1C9-E370-4E6F-9AD9-18E779E10EF2}" dt="2026-04-20T23:18:41.400" v="385"/>
          <ac:spMkLst>
            <pc:docMk/>
            <pc:sldMk cId="4062886815" sldId="263"/>
            <ac:spMk id="22" creationId="{C9081006-ACAB-8BC8-E327-E4A9BA33F98B}"/>
          </ac:spMkLst>
        </pc:spChg>
        <pc:spChg chg="add mod">
          <ac:chgData name="植田 篤俊" userId="0d2b3cda-30c1-45e3-9e5c-02c0046d67fa" providerId="ADAL" clId="{2212E1C9-E370-4E6F-9AD9-18E779E10EF2}" dt="2026-04-20T23:20:18.276" v="596"/>
          <ac:spMkLst>
            <pc:docMk/>
            <pc:sldMk cId="4062886815" sldId="263"/>
            <ac:spMk id="23" creationId="{30FDB5C5-309F-FA54-0EFE-9E07D124C1DB}"/>
          </ac:spMkLst>
        </pc:spChg>
        <pc:cxnChg chg="add mod">
          <ac:chgData name="植田 篤俊" userId="0d2b3cda-30c1-45e3-9e5c-02c0046d67fa" providerId="ADAL" clId="{2212E1C9-E370-4E6F-9AD9-18E779E10EF2}" dt="2026-04-20T23:18:32.139" v="383" actId="14100"/>
          <ac:cxnSpMkLst>
            <pc:docMk/>
            <pc:sldMk cId="4062886815" sldId="263"/>
            <ac:cxnSpMk id="4" creationId="{B3794227-A7E8-D1B4-3538-64550DBBE804}"/>
          </ac:cxnSpMkLst>
        </pc:cxnChg>
        <pc:cxnChg chg="add mod">
          <ac:chgData name="植田 篤俊" userId="0d2b3cda-30c1-45e3-9e5c-02c0046d67fa" providerId="ADAL" clId="{2212E1C9-E370-4E6F-9AD9-18E779E10EF2}" dt="2026-04-20T23:18:32.139" v="383" actId="14100"/>
          <ac:cxnSpMkLst>
            <pc:docMk/>
            <pc:sldMk cId="4062886815" sldId="263"/>
            <ac:cxnSpMk id="5" creationId="{0A8DEF6A-F557-2218-02F9-64E210DC6168}"/>
          </ac:cxnSpMkLst>
        </pc:cxnChg>
        <pc:cxnChg chg="add mod">
          <ac:chgData name="植田 篤俊" userId="0d2b3cda-30c1-45e3-9e5c-02c0046d67fa" providerId="ADAL" clId="{2212E1C9-E370-4E6F-9AD9-18E779E10EF2}" dt="2026-04-20T23:18:38.202" v="384" actId="1076"/>
          <ac:cxnSpMkLst>
            <pc:docMk/>
            <pc:sldMk cId="4062886815" sldId="263"/>
            <ac:cxnSpMk id="6" creationId="{594D8320-901C-D4EF-3FB5-3B438E50B220}"/>
          </ac:cxnSpMkLst>
        </pc:cxnChg>
      </pc:sldChg>
      <pc:sldChg chg="addSp modSp add mod">
        <pc:chgData name="植田 篤俊" userId="0d2b3cda-30c1-45e3-9e5c-02c0046d67fa" providerId="ADAL" clId="{2212E1C9-E370-4E6F-9AD9-18E779E10EF2}" dt="2026-04-20T23:20:16.453" v="595" actId="1076"/>
        <pc:sldMkLst>
          <pc:docMk/>
          <pc:sldMk cId="1944943288" sldId="264"/>
        </pc:sldMkLst>
        <pc:spChg chg="mod">
          <ac:chgData name="植田 篤俊" userId="0d2b3cda-30c1-45e3-9e5c-02c0046d67fa" providerId="ADAL" clId="{2212E1C9-E370-4E6F-9AD9-18E779E10EF2}" dt="2026-04-20T23:18:51.335" v="409" actId="20577"/>
          <ac:spMkLst>
            <pc:docMk/>
            <pc:sldMk cId="1944943288" sldId="264"/>
            <ac:spMk id="2" creationId="{CB82F96C-81FA-3A88-F121-F08464A61279}"/>
          </ac:spMkLst>
        </pc:spChg>
        <pc:spChg chg="add mod">
          <ac:chgData name="植田 篤俊" userId="0d2b3cda-30c1-45e3-9e5c-02c0046d67fa" providerId="ADAL" clId="{2212E1C9-E370-4E6F-9AD9-18E779E10EF2}" dt="2026-04-20T23:19:58.582" v="574" actId="1076"/>
          <ac:spMkLst>
            <pc:docMk/>
            <pc:sldMk cId="1944943288" sldId="264"/>
            <ac:spMk id="3" creationId="{BB9BE943-6ED8-E6C1-78C1-E0D6CD11D998}"/>
          </ac:spMkLst>
        </pc:spChg>
        <pc:spChg chg="add mod">
          <ac:chgData name="植田 篤俊" userId="0d2b3cda-30c1-45e3-9e5c-02c0046d67fa" providerId="ADAL" clId="{2212E1C9-E370-4E6F-9AD9-18E779E10EF2}" dt="2026-04-20T23:20:16.453" v="595" actId="1076"/>
          <ac:spMkLst>
            <pc:docMk/>
            <pc:sldMk cId="1944943288" sldId="264"/>
            <ac:spMk id="7" creationId="{353BE91E-4B4A-E378-AEE2-AA5F6AD58C94}"/>
          </ac:spMkLst>
        </pc:spChg>
        <pc:spChg chg="mod">
          <ac:chgData name="植田 篤俊" userId="0d2b3cda-30c1-45e3-9e5c-02c0046d67fa" providerId="ADAL" clId="{2212E1C9-E370-4E6F-9AD9-18E779E10EF2}" dt="2026-04-20T23:19:04.987" v="448" actId="14100"/>
          <ac:spMkLst>
            <pc:docMk/>
            <pc:sldMk cId="1944943288" sldId="264"/>
            <ac:spMk id="10" creationId="{460022DD-696B-DD9C-3A51-8CD9F01B5F22}"/>
          </ac:spMkLst>
        </pc:spChg>
        <pc:spChg chg="mod">
          <ac:chgData name="植田 篤俊" userId="0d2b3cda-30c1-45e3-9e5c-02c0046d67fa" providerId="ADAL" clId="{2212E1C9-E370-4E6F-9AD9-18E779E10EF2}" dt="2026-04-20T23:19:10.229" v="470" actId="20577"/>
          <ac:spMkLst>
            <pc:docMk/>
            <pc:sldMk cId="1944943288" sldId="264"/>
            <ac:spMk id="14" creationId="{D47DBF45-DFBE-6388-F18C-964908996821}"/>
          </ac:spMkLst>
        </pc:spChg>
        <pc:spChg chg="mod">
          <ac:chgData name="植田 篤俊" userId="0d2b3cda-30c1-45e3-9e5c-02c0046d67fa" providerId="ADAL" clId="{2212E1C9-E370-4E6F-9AD9-18E779E10EF2}" dt="2026-04-20T23:19:20.917" v="495" actId="14100"/>
          <ac:spMkLst>
            <pc:docMk/>
            <pc:sldMk cId="1944943288" sldId="264"/>
            <ac:spMk id="15" creationId="{68F02D41-57D7-7780-0534-40E083CD0450}"/>
          </ac:spMkLst>
        </pc:spChg>
      </pc:sldChg>
      <pc:sldChg chg="add modAnim">
        <pc:chgData name="植田 篤俊" userId="0d2b3cda-30c1-45e3-9e5c-02c0046d67fa" providerId="ADAL" clId="{2212E1C9-E370-4E6F-9AD9-18E779E10EF2}" dt="2026-04-20T23:21:09.881" v="602"/>
        <pc:sldMkLst>
          <pc:docMk/>
          <pc:sldMk cId="1860647947" sldId="265"/>
        </pc:sldMkLst>
      </pc:sldChg>
    </pc:docChg>
  </pc:docChgLst>
  <pc:docChgLst>
    <pc:chgData name="植田 篤俊" userId="0d2b3cda-30c1-45e3-9e5c-02c0046d67fa" providerId="ADAL" clId="{0727E06A-3B49-4236-9D64-1FAAF9F282AC}"/>
    <pc:docChg chg="undo custSel delSld modSld">
      <pc:chgData name="植田 篤俊" userId="0d2b3cda-30c1-45e3-9e5c-02c0046d67fa" providerId="ADAL" clId="{0727E06A-3B49-4236-9D64-1FAAF9F282AC}" dt="2026-04-20T15:33:18.639" v="214"/>
      <pc:docMkLst>
        <pc:docMk/>
      </pc:docMkLst>
      <pc:sldChg chg="addSp modSp modAnim">
        <pc:chgData name="植田 篤俊" userId="0d2b3cda-30c1-45e3-9e5c-02c0046d67fa" providerId="ADAL" clId="{0727E06A-3B49-4236-9D64-1FAAF9F282AC}" dt="2026-04-20T15:27:35.155" v="80"/>
        <pc:sldMkLst>
          <pc:docMk/>
          <pc:sldMk cId="0" sldId="256"/>
        </pc:sldMkLst>
        <pc:grpChg chg="add mod">
          <ac:chgData name="植田 篤俊" userId="0d2b3cda-30c1-45e3-9e5c-02c0046d67fa" providerId="ADAL" clId="{0727E06A-3B49-4236-9D64-1FAAF9F282AC}" dt="2026-04-20T14:34:13.972" v="39" actId="164"/>
          <ac:grpSpMkLst>
            <pc:docMk/>
            <pc:sldMk cId="0" sldId="256"/>
            <ac:grpSpMk id="2" creationId="{32823EAE-F14E-D7D0-D0FA-5CD53ABF2F3B}"/>
          </ac:grpSpMkLst>
        </pc:grpChg>
        <pc:grpChg chg="add mod">
          <ac:chgData name="植田 篤俊" userId="0d2b3cda-30c1-45e3-9e5c-02c0046d67fa" providerId="ADAL" clId="{0727E06A-3B49-4236-9D64-1FAAF9F282AC}" dt="2026-04-20T14:34:24.037" v="41" actId="164"/>
          <ac:grpSpMkLst>
            <pc:docMk/>
            <pc:sldMk cId="0" sldId="256"/>
            <ac:grpSpMk id="3" creationId="{0041DA32-96FF-6712-30E5-924EA2E354B8}"/>
          </ac:grpSpMkLst>
        </pc:grpChg>
        <pc:grpChg chg="add mod">
          <ac:chgData name="植田 篤俊" userId="0d2b3cda-30c1-45e3-9e5c-02c0046d67fa" providerId="ADAL" clId="{0727E06A-3B49-4236-9D64-1FAAF9F282AC}" dt="2026-04-20T15:27:09.217" v="69" actId="164"/>
          <ac:grpSpMkLst>
            <pc:docMk/>
            <pc:sldMk cId="0" sldId="256"/>
            <ac:grpSpMk id="4" creationId="{5A3ACD5F-E576-9888-B202-C4082E1D72C7}"/>
          </ac:grpSpMkLst>
        </pc:grpChg>
        <pc:grpChg chg="add mod">
          <ac:chgData name="植田 篤俊" userId="0d2b3cda-30c1-45e3-9e5c-02c0046d67fa" providerId="ADAL" clId="{0727E06A-3B49-4236-9D64-1FAAF9F282AC}" dt="2026-04-20T14:34:27.214" v="42" actId="164"/>
          <ac:grpSpMkLst>
            <pc:docMk/>
            <pc:sldMk cId="0" sldId="256"/>
            <ac:grpSpMk id="5" creationId="{FD1FB68C-0DDE-2D1B-4ADA-45979191A5ED}"/>
          </ac:grpSpMkLst>
        </pc:grpChg>
        <pc:grpChg chg="add mod">
          <ac:chgData name="植田 篤俊" userId="0d2b3cda-30c1-45e3-9e5c-02c0046d67fa" providerId="ADAL" clId="{0727E06A-3B49-4236-9D64-1FAAF9F282AC}" dt="2026-04-20T14:34:34.369" v="43" actId="164"/>
          <ac:grpSpMkLst>
            <pc:docMk/>
            <pc:sldMk cId="0" sldId="256"/>
            <ac:grpSpMk id="6" creationId="{97DEF169-8B72-F04C-27B6-93CC7B69225F}"/>
          </ac:grpSpMkLst>
        </pc:grpChg>
        <pc:grpChg chg="add mod">
          <ac:chgData name="植田 篤俊" userId="0d2b3cda-30c1-45e3-9e5c-02c0046d67fa" providerId="ADAL" clId="{0727E06A-3B49-4236-9D64-1FAAF9F282AC}" dt="2026-04-20T14:34:36.839" v="44" actId="164"/>
          <ac:grpSpMkLst>
            <pc:docMk/>
            <pc:sldMk cId="0" sldId="256"/>
            <ac:grpSpMk id="8" creationId="{7D0A8311-EAFB-E47F-3A38-15EB4AC62DC4}"/>
          </ac:grpSpMkLst>
        </pc:grpChg>
        <pc:grpChg chg="add mod">
          <ac:chgData name="植田 篤俊" userId="0d2b3cda-30c1-45e3-9e5c-02c0046d67fa" providerId="ADAL" clId="{0727E06A-3B49-4236-9D64-1FAAF9F282AC}" dt="2026-04-20T14:34:40.817" v="45" actId="164"/>
          <ac:grpSpMkLst>
            <pc:docMk/>
            <pc:sldMk cId="0" sldId="256"/>
            <ac:grpSpMk id="10" creationId="{F0A68EA8-E50C-517E-A116-C791B6CD6D23}"/>
          </ac:grpSpMkLst>
        </pc:grpChg>
        <pc:grpChg chg="add mod">
          <ac:chgData name="植田 篤俊" userId="0d2b3cda-30c1-45e3-9e5c-02c0046d67fa" providerId="ADAL" clId="{0727E06A-3B49-4236-9D64-1FAAF9F282AC}" dt="2026-04-20T14:34:44.741" v="46" actId="164"/>
          <ac:grpSpMkLst>
            <pc:docMk/>
            <pc:sldMk cId="0" sldId="256"/>
            <ac:grpSpMk id="11" creationId="{C03CFDAA-888B-9499-B843-AE7E54C22083}"/>
          </ac:grpSpMkLst>
        </pc:grpChg>
        <pc:grpChg chg="add mod">
          <ac:chgData name="植田 篤俊" userId="0d2b3cda-30c1-45e3-9e5c-02c0046d67fa" providerId="ADAL" clId="{0727E06A-3B49-4236-9D64-1FAAF9F282AC}" dt="2026-04-20T14:34:46.208" v="47" actId="164"/>
          <ac:grpSpMkLst>
            <pc:docMk/>
            <pc:sldMk cId="0" sldId="256"/>
            <ac:grpSpMk id="12" creationId="{47BB4A88-6911-8B48-DDC1-3E1CA813A3CB}"/>
          </ac:grpSpMkLst>
        </pc:grpChg>
        <pc:grpChg chg="add mod">
          <ac:chgData name="植田 篤俊" userId="0d2b3cda-30c1-45e3-9e5c-02c0046d67fa" providerId="ADAL" clId="{0727E06A-3B49-4236-9D64-1FAAF9F282AC}" dt="2026-04-20T14:34:53.583" v="48" actId="164"/>
          <ac:grpSpMkLst>
            <pc:docMk/>
            <pc:sldMk cId="0" sldId="256"/>
            <ac:grpSpMk id="13" creationId="{6FF6B01D-3966-A57A-BDC0-862711DF83A1}"/>
          </ac:grpSpMkLst>
        </pc:grpChg>
        <pc:grpChg chg="add mod">
          <ac:chgData name="植田 篤俊" userId="0d2b3cda-30c1-45e3-9e5c-02c0046d67fa" providerId="ADAL" clId="{0727E06A-3B49-4236-9D64-1FAAF9F282AC}" dt="2026-04-20T14:34:58.934" v="49" actId="164"/>
          <ac:grpSpMkLst>
            <pc:docMk/>
            <pc:sldMk cId="0" sldId="256"/>
            <ac:grpSpMk id="14" creationId="{1242996F-0B30-7A0B-39DA-423000C9B1C2}"/>
          </ac:grpSpMkLst>
        </pc:grpChg>
        <pc:grpChg chg="add mod">
          <ac:chgData name="植田 篤俊" userId="0d2b3cda-30c1-45e3-9e5c-02c0046d67fa" providerId="ADAL" clId="{0727E06A-3B49-4236-9D64-1FAAF9F282AC}" dt="2026-04-20T14:35:00.396" v="50" actId="164"/>
          <ac:grpSpMkLst>
            <pc:docMk/>
            <pc:sldMk cId="0" sldId="256"/>
            <ac:grpSpMk id="15" creationId="{87D9B37C-637E-5620-10BA-A371D2D284FF}"/>
          </ac:grpSpMkLst>
        </pc:grpChg>
        <pc:grpChg chg="add mod">
          <ac:chgData name="植田 篤俊" userId="0d2b3cda-30c1-45e3-9e5c-02c0046d67fa" providerId="ADAL" clId="{0727E06A-3B49-4236-9D64-1FAAF9F282AC}" dt="2026-04-20T15:27:09.217" v="69" actId="164"/>
          <ac:grpSpMkLst>
            <pc:docMk/>
            <pc:sldMk cId="0" sldId="256"/>
            <ac:grpSpMk id="16" creationId="{85074683-73E1-2470-E826-F263124AA767}"/>
          </ac:grpSpMkLst>
        </pc:grpChg>
        <pc:inkChg chg="mod">
          <ac:chgData name="植田 篤俊" userId="0d2b3cda-30c1-45e3-9e5c-02c0046d67fa" providerId="ADAL" clId="{0727E06A-3B49-4236-9D64-1FAAF9F282AC}" dt="2026-04-20T14:34:13.972" v="39" actId="164"/>
          <ac:inkMkLst>
            <pc:docMk/>
            <pc:sldMk cId="0" sldId="256"/>
            <ac:inkMk id="9" creationId="{03F187E9-1C56-1057-AFDD-9B2934C27FAC}"/>
          </ac:inkMkLst>
        </pc:inkChg>
        <pc:inkChg chg="mod">
          <ac:chgData name="植田 篤俊" userId="0d2b3cda-30c1-45e3-9e5c-02c0046d67fa" providerId="ADAL" clId="{0727E06A-3B49-4236-9D64-1FAAF9F282AC}" dt="2026-04-20T14:34:13.972" v="39" actId="164"/>
          <ac:inkMkLst>
            <pc:docMk/>
            <pc:sldMk cId="0" sldId="256"/>
            <ac:inkMk id="17" creationId="{6B483EF8-5532-F66E-7FB7-F0550E1587B2}"/>
          </ac:inkMkLst>
        </pc:inkChg>
        <pc:inkChg chg="mod">
          <ac:chgData name="植田 篤俊" userId="0d2b3cda-30c1-45e3-9e5c-02c0046d67fa" providerId="ADAL" clId="{0727E06A-3B49-4236-9D64-1FAAF9F282AC}" dt="2026-04-20T14:34:13.972" v="39" actId="164"/>
          <ac:inkMkLst>
            <pc:docMk/>
            <pc:sldMk cId="0" sldId="256"/>
            <ac:inkMk id="27" creationId="{1F244314-9941-4288-CFB5-A09703849AFA}"/>
          </ac:inkMkLst>
        </pc:inkChg>
        <pc:inkChg chg="mod">
          <ac:chgData name="植田 篤俊" userId="0d2b3cda-30c1-45e3-9e5c-02c0046d67fa" providerId="ADAL" clId="{0727E06A-3B49-4236-9D64-1FAAF9F282AC}" dt="2026-04-20T14:34:13.972" v="39" actId="164"/>
          <ac:inkMkLst>
            <pc:docMk/>
            <pc:sldMk cId="0" sldId="256"/>
            <ac:inkMk id="33" creationId="{4AC88CE6-EE9C-9074-3C4D-6CCF63BBF94E}"/>
          </ac:inkMkLst>
        </pc:inkChg>
        <pc:inkChg chg="mod">
          <ac:chgData name="植田 篤俊" userId="0d2b3cda-30c1-45e3-9e5c-02c0046d67fa" providerId="ADAL" clId="{0727E06A-3B49-4236-9D64-1FAAF9F282AC}" dt="2026-04-20T14:34:13.972" v="39" actId="164"/>
          <ac:inkMkLst>
            <pc:docMk/>
            <pc:sldMk cId="0" sldId="256"/>
            <ac:inkMk id="51" creationId="{606E6F1D-9CC9-0C61-DBEE-B8F70C88719F}"/>
          </ac:inkMkLst>
        </pc:inkChg>
        <pc:inkChg chg="mod">
          <ac:chgData name="植田 篤俊" userId="0d2b3cda-30c1-45e3-9e5c-02c0046d67fa" providerId="ADAL" clId="{0727E06A-3B49-4236-9D64-1FAAF9F282AC}" dt="2026-04-20T15:27:09.217" v="69" actId="164"/>
          <ac:inkMkLst>
            <pc:docMk/>
            <pc:sldMk cId="0" sldId="256"/>
            <ac:inkMk id="56" creationId="{8AC256FB-DE07-F896-BAE5-E7F7DFFD5F17}"/>
          </ac:inkMkLst>
        </pc:inkChg>
        <pc:inkChg chg="mod">
          <ac:chgData name="植田 篤俊" userId="0d2b3cda-30c1-45e3-9e5c-02c0046d67fa" providerId="ADAL" clId="{0727E06A-3B49-4236-9D64-1FAAF9F282AC}" dt="2026-04-20T15:27:09.217" v="69" actId="164"/>
          <ac:inkMkLst>
            <pc:docMk/>
            <pc:sldMk cId="0" sldId="256"/>
            <ac:inkMk id="57" creationId="{17693CC4-F3B9-D80A-48D6-532AB927AD7E}"/>
          </ac:inkMkLst>
        </pc:inkChg>
        <pc:inkChg chg="mod">
          <ac:chgData name="植田 篤俊" userId="0d2b3cda-30c1-45e3-9e5c-02c0046d67fa" providerId="ADAL" clId="{0727E06A-3B49-4236-9D64-1FAAF9F282AC}" dt="2026-04-20T14:34:22.865" v="40" actId="164"/>
          <ac:inkMkLst>
            <pc:docMk/>
            <pc:sldMk cId="0" sldId="256"/>
            <ac:inkMk id="70" creationId="{886F8870-E42A-FDF0-E552-CA01FCF1099D}"/>
          </ac:inkMkLst>
        </pc:inkChg>
        <pc:inkChg chg="mod">
          <ac:chgData name="植田 篤俊" userId="0d2b3cda-30c1-45e3-9e5c-02c0046d67fa" providerId="ADAL" clId="{0727E06A-3B49-4236-9D64-1FAAF9F282AC}" dt="2026-04-20T14:34:22.865" v="40" actId="164"/>
          <ac:inkMkLst>
            <pc:docMk/>
            <pc:sldMk cId="0" sldId="256"/>
            <ac:inkMk id="88" creationId="{BF57A997-981D-FDA3-C7C0-BB770C06AE6F}"/>
          </ac:inkMkLst>
        </pc:inkChg>
        <pc:inkChg chg="mod">
          <ac:chgData name="植田 篤俊" userId="0d2b3cda-30c1-45e3-9e5c-02c0046d67fa" providerId="ADAL" clId="{0727E06A-3B49-4236-9D64-1FAAF9F282AC}" dt="2026-04-20T14:34:24.037" v="41" actId="164"/>
          <ac:inkMkLst>
            <pc:docMk/>
            <pc:sldMk cId="0" sldId="256"/>
            <ac:inkMk id="105" creationId="{5136FF85-9070-EA28-8CB6-450F305938A8}"/>
          </ac:inkMkLst>
        </pc:inkChg>
        <pc:inkChg chg="mod">
          <ac:chgData name="植田 篤俊" userId="0d2b3cda-30c1-45e3-9e5c-02c0046d67fa" providerId="ADAL" clId="{0727E06A-3B49-4236-9D64-1FAAF9F282AC}" dt="2026-04-20T14:34:22.865" v="40" actId="164"/>
          <ac:inkMkLst>
            <pc:docMk/>
            <pc:sldMk cId="0" sldId="256"/>
            <ac:inkMk id="118" creationId="{426DD798-6AFB-AB1E-8F3B-DAB3DE36DC5F}"/>
          </ac:inkMkLst>
        </pc:inkChg>
        <pc:inkChg chg="mod">
          <ac:chgData name="植田 篤俊" userId="0d2b3cda-30c1-45e3-9e5c-02c0046d67fa" providerId="ADAL" clId="{0727E06A-3B49-4236-9D64-1FAAF9F282AC}" dt="2026-04-20T14:34:22.865" v="40" actId="164"/>
          <ac:inkMkLst>
            <pc:docMk/>
            <pc:sldMk cId="0" sldId="256"/>
            <ac:inkMk id="119" creationId="{806A85C9-5FF5-A146-FB0B-26F072EDEEA4}"/>
          </ac:inkMkLst>
        </pc:inkChg>
        <pc:inkChg chg="mod">
          <ac:chgData name="植田 篤俊" userId="0d2b3cda-30c1-45e3-9e5c-02c0046d67fa" providerId="ADAL" clId="{0727E06A-3B49-4236-9D64-1FAAF9F282AC}" dt="2026-04-20T14:34:27.214" v="42" actId="164"/>
          <ac:inkMkLst>
            <pc:docMk/>
            <pc:sldMk cId="0" sldId="256"/>
            <ac:inkMk id="123" creationId="{DF9846E5-0570-49A7-030A-E7E0FC2A527B}"/>
          </ac:inkMkLst>
        </pc:inkChg>
        <pc:inkChg chg="mod">
          <ac:chgData name="植田 篤俊" userId="0d2b3cda-30c1-45e3-9e5c-02c0046d67fa" providerId="ADAL" clId="{0727E06A-3B49-4236-9D64-1FAAF9F282AC}" dt="2026-04-20T14:34:27.214" v="42" actId="164"/>
          <ac:inkMkLst>
            <pc:docMk/>
            <pc:sldMk cId="0" sldId="256"/>
            <ac:inkMk id="139" creationId="{E957D1C4-C743-7996-F121-0A7E97A723E1}"/>
          </ac:inkMkLst>
        </pc:inkChg>
        <pc:inkChg chg="mod">
          <ac:chgData name="植田 篤俊" userId="0d2b3cda-30c1-45e3-9e5c-02c0046d67fa" providerId="ADAL" clId="{0727E06A-3B49-4236-9D64-1FAAF9F282AC}" dt="2026-04-20T14:34:27.214" v="42" actId="164"/>
          <ac:inkMkLst>
            <pc:docMk/>
            <pc:sldMk cId="0" sldId="256"/>
            <ac:inkMk id="154" creationId="{61C764A7-6318-C699-E797-0F39AA37C7FF}"/>
          </ac:inkMkLst>
        </pc:inkChg>
        <pc:inkChg chg="mod">
          <ac:chgData name="植田 篤俊" userId="0d2b3cda-30c1-45e3-9e5c-02c0046d67fa" providerId="ADAL" clId="{0727E06A-3B49-4236-9D64-1FAAF9F282AC}" dt="2026-04-20T14:34:27.214" v="42" actId="164"/>
          <ac:inkMkLst>
            <pc:docMk/>
            <pc:sldMk cId="0" sldId="256"/>
            <ac:inkMk id="166" creationId="{448FEA8F-097E-956D-9221-B767BE0F7C76}"/>
          </ac:inkMkLst>
        </pc:inkChg>
        <pc:inkChg chg="mod">
          <ac:chgData name="植田 篤俊" userId="0d2b3cda-30c1-45e3-9e5c-02c0046d67fa" providerId="ADAL" clId="{0727E06A-3B49-4236-9D64-1FAAF9F282AC}" dt="2026-04-20T14:34:27.214" v="42" actId="164"/>
          <ac:inkMkLst>
            <pc:docMk/>
            <pc:sldMk cId="0" sldId="256"/>
            <ac:inkMk id="177" creationId="{9C57ECD4-6DD0-D309-7E5F-CAD1390DBF78}"/>
          </ac:inkMkLst>
        </pc:inkChg>
        <pc:inkChg chg="mod">
          <ac:chgData name="植田 篤俊" userId="0d2b3cda-30c1-45e3-9e5c-02c0046d67fa" providerId="ADAL" clId="{0727E06A-3B49-4236-9D64-1FAAF9F282AC}" dt="2026-04-20T14:34:34.369" v="43" actId="164"/>
          <ac:inkMkLst>
            <pc:docMk/>
            <pc:sldMk cId="0" sldId="256"/>
            <ac:inkMk id="181" creationId="{BD66AF75-9A75-5814-DCA0-4A50FA8FD265}"/>
          </ac:inkMkLst>
        </pc:inkChg>
        <pc:inkChg chg="mod">
          <ac:chgData name="植田 篤俊" userId="0d2b3cda-30c1-45e3-9e5c-02c0046d67fa" providerId="ADAL" clId="{0727E06A-3B49-4236-9D64-1FAAF9F282AC}" dt="2026-04-20T14:34:34.369" v="43" actId="164"/>
          <ac:inkMkLst>
            <pc:docMk/>
            <pc:sldMk cId="0" sldId="256"/>
            <ac:inkMk id="199" creationId="{175E2B3F-59C4-6181-A1F4-62378A82D462}"/>
          </ac:inkMkLst>
        </pc:inkChg>
        <pc:inkChg chg="mod">
          <ac:chgData name="植田 篤俊" userId="0d2b3cda-30c1-45e3-9e5c-02c0046d67fa" providerId="ADAL" clId="{0727E06A-3B49-4236-9D64-1FAAF9F282AC}" dt="2026-04-20T14:34:34.369" v="43" actId="164"/>
          <ac:inkMkLst>
            <pc:docMk/>
            <pc:sldMk cId="0" sldId="256"/>
            <ac:inkMk id="224" creationId="{05F75F33-A3C6-4246-198B-BE9C7779A290}"/>
          </ac:inkMkLst>
        </pc:inkChg>
        <pc:inkChg chg="mod">
          <ac:chgData name="植田 篤俊" userId="0d2b3cda-30c1-45e3-9e5c-02c0046d67fa" providerId="ADAL" clId="{0727E06A-3B49-4236-9D64-1FAAF9F282AC}" dt="2026-04-20T14:34:36.839" v="44" actId="164"/>
          <ac:inkMkLst>
            <pc:docMk/>
            <pc:sldMk cId="0" sldId="256"/>
            <ac:inkMk id="228" creationId="{F3AA3B34-9EDA-6070-DC68-1F4A03CDDF78}"/>
          </ac:inkMkLst>
        </pc:inkChg>
        <pc:inkChg chg="mod">
          <ac:chgData name="植田 篤俊" userId="0d2b3cda-30c1-45e3-9e5c-02c0046d67fa" providerId="ADAL" clId="{0727E06A-3B49-4236-9D64-1FAAF9F282AC}" dt="2026-04-20T14:34:36.839" v="44" actId="164"/>
          <ac:inkMkLst>
            <pc:docMk/>
            <pc:sldMk cId="0" sldId="256"/>
            <ac:inkMk id="229" creationId="{B163BD74-5393-E873-245A-BC86DB824E8F}"/>
          </ac:inkMkLst>
        </pc:inkChg>
        <pc:inkChg chg="mod">
          <ac:chgData name="植田 篤俊" userId="0d2b3cda-30c1-45e3-9e5c-02c0046d67fa" providerId="ADAL" clId="{0727E06A-3B49-4236-9D64-1FAAF9F282AC}" dt="2026-04-20T14:34:36.839" v="44" actId="164"/>
          <ac:inkMkLst>
            <pc:docMk/>
            <pc:sldMk cId="0" sldId="256"/>
            <ac:inkMk id="239" creationId="{8511FA70-CCDB-E9FB-8370-FB1C12D39265}"/>
          </ac:inkMkLst>
        </pc:inkChg>
        <pc:inkChg chg="mod">
          <ac:chgData name="植田 篤俊" userId="0d2b3cda-30c1-45e3-9e5c-02c0046d67fa" providerId="ADAL" clId="{0727E06A-3B49-4236-9D64-1FAAF9F282AC}" dt="2026-04-20T14:34:40.817" v="45" actId="164"/>
          <ac:inkMkLst>
            <pc:docMk/>
            <pc:sldMk cId="0" sldId="256"/>
            <ac:inkMk id="255" creationId="{568CBF74-93EC-B66D-5749-90D1E7F0AED7}"/>
          </ac:inkMkLst>
        </pc:inkChg>
        <pc:inkChg chg="mod">
          <ac:chgData name="植田 篤俊" userId="0d2b3cda-30c1-45e3-9e5c-02c0046d67fa" providerId="ADAL" clId="{0727E06A-3B49-4236-9D64-1FAAF9F282AC}" dt="2026-04-20T14:34:40.817" v="45" actId="164"/>
          <ac:inkMkLst>
            <pc:docMk/>
            <pc:sldMk cId="0" sldId="256"/>
            <ac:inkMk id="267" creationId="{94A5E503-2E10-64AC-0216-19E63FF9D746}"/>
          </ac:inkMkLst>
        </pc:inkChg>
        <pc:inkChg chg="mod">
          <ac:chgData name="植田 篤俊" userId="0d2b3cda-30c1-45e3-9e5c-02c0046d67fa" providerId="ADAL" clId="{0727E06A-3B49-4236-9D64-1FAAF9F282AC}" dt="2026-04-20T14:34:40.817" v="45" actId="164"/>
          <ac:inkMkLst>
            <pc:docMk/>
            <pc:sldMk cId="0" sldId="256"/>
            <ac:inkMk id="275" creationId="{9A7DBC8D-1EC2-3384-8AA9-F946EE5A4400}"/>
          </ac:inkMkLst>
        </pc:inkChg>
        <pc:inkChg chg="mod">
          <ac:chgData name="植田 篤俊" userId="0d2b3cda-30c1-45e3-9e5c-02c0046d67fa" providerId="ADAL" clId="{0727E06A-3B49-4236-9D64-1FAAF9F282AC}" dt="2026-04-20T14:34:40.817" v="45" actId="164"/>
          <ac:inkMkLst>
            <pc:docMk/>
            <pc:sldMk cId="0" sldId="256"/>
            <ac:inkMk id="282" creationId="{1C9A5FF2-0548-FE8E-D721-F87433A031BB}"/>
          </ac:inkMkLst>
        </pc:inkChg>
        <pc:inkChg chg="mod">
          <ac:chgData name="植田 篤俊" userId="0d2b3cda-30c1-45e3-9e5c-02c0046d67fa" providerId="ADAL" clId="{0727E06A-3B49-4236-9D64-1FAAF9F282AC}" dt="2026-04-20T14:34:40.817" v="45" actId="164"/>
          <ac:inkMkLst>
            <pc:docMk/>
            <pc:sldMk cId="0" sldId="256"/>
            <ac:inkMk id="290" creationId="{E11768A4-59E0-0A97-0562-83BFBF97A5F1}"/>
          </ac:inkMkLst>
        </pc:inkChg>
        <pc:inkChg chg="mod">
          <ac:chgData name="植田 篤俊" userId="0d2b3cda-30c1-45e3-9e5c-02c0046d67fa" providerId="ADAL" clId="{0727E06A-3B49-4236-9D64-1FAAF9F282AC}" dt="2026-04-20T14:34:40.817" v="45" actId="164"/>
          <ac:inkMkLst>
            <pc:docMk/>
            <pc:sldMk cId="0" sldId="256"/>
            <ac:inkMk id="298" creationId="{A5A4C420-AC34-D93D-159C-89159A683BDE}"/>
          </ac:inkMkLst>
        </pc:inkChg>
        <pc:inkChg chg="mod">
          <ac:chgData name="植田 篤俊" userId="0d2b3cda-30c1-45e3-9e5c-02c0046d67fa" providerId="ADAL" clId="{0727E06A-3B49-4236-9D64-1FAAF9F282AC}" dt="2026-04-20T14:34:40.817" v="45" actId="164"/>
          <ac:inkMkLst>
            <pc:docMk/>
            <pc:sldMk cId="0" sldId="256"/>
            <ac:inkMk id="299" creationId="{D7A5D94A-EF61-2178-6AB6-0CAA7D096594}"/>
          </ac:inkMkLst>
        </pc:inkChg>
        <pc:inkChg chg="mod">
          <ac:chgData name="植田 篤俊" userId="0d2b3cda-30c1-45e3-9e5c-02c0046d67fa" providerId="ADAL" clId="{0727E06A-3B49-4236-9D64-1FAAF9F282AC}" dt="2026-04-20T14:34:44.741" v="46" actId="164"/>
          <ac:inkMkLst>
            <pc:docMk/>
            <pc:sldMk cId="0" sldId="256"/>
            <ac:inkMk id="304" creationId="{12A707E5-D017-8B3F-D412-16400EC835CC}"/>
          </ac:inkMkLst>
        </pc:inkChg>
        <pc:inkChg chg="mod">
          <ac:chgData name="植田 篤俊" userId="0d2b3cda-30c1-45e3-9e5c-02c0046d67fa" providerId="ADAL" clId="{0727E06A-3B49-4236-9D64-1FAAF9F282AC}" dt="2026-04-20T14:34:44.741" v="46" actId="164"/>
          <ac:inkMkLst>
            <pc:docMk/>
            <pc:sldMk cId="0" sldId="256"/>
            <ac:inkMk id="310" creationId="{69E6C993-AC43-DEAC-E196-407304E8937A}"/>
          </ac:inkMkLst>
        </pc:inkChg>
        <pc:inkChg chg="mod">
          <ac:chgData name="植田 篤俊" userId="0d2b3cda-30c1-45e3-9e5c-02c0046d67fa" providerId="ADAL" clId="{0727E06A-3B49-4236-9D64-1FAAF9F282AC}" dt="2026-04-20T14:34:44.741" v="46" actId="164"/>
          <ac:inkMkLst>
            <pc:docMk/>
            <pc:sldMk cId="0" sldId="256"/>
            <ac:inkMk id="316" creationId="{EFCDD27D-9BB5-41A2-6BEF-CC40B09CFD0A}"/>
          </ac:inkMkLst>
        </pc:inkChg>
        <pc:inkChg chg="mod">
          <ac:chgData name="植田 篤俊" userId="0d2b3cda-30c1-45e3-9e5c-02c0046d67fa" providerId="ADAL" clId="{0727E06A-3B49-4236-9D64-1FAAF9F282AC}" dt="2026-04-20T14:34:44.741" v="46" actId="164"/>
          <ac:inkMkLst>
            <pc:docMk/>
            <pc:sldMk cId="0" sldId="256"/>
            <ac:inkMk id="328" creationId="{F9A20409-6EB0-3D12-FF81-00813D06686B}"/>
          </ac:inkMkLst>
        </pc:inkChg>
        <pc:inkChg chg="mod">
          <ac:chgData name="植田 篤俊" userId="0d2b3cda-30c1-45e3-9e5c-02c0046d67fa" providerId="ADAL" clId="{0727E06A-3B49-4236-9D64-1FAAF9F282AC}" dt="2026-04-20T14:34:44.741" v="46" actId="164"/>
          <ac:inkMkLst>
            <pc:docMk/>
            <pc:sldMk cId="0" sldId="256"/>
            <ac:inkMk id="357" creationId="{32A9E0B2-5BC0-BCAB-BA12-0FD22A33E264}"/>
          </ac:inkMkLst>
        </pc:inkChg>
        <pc:inkChg chg="mod">
          <ac:chgData name="植田 篤俊" userId="0d2b3cda-30c1-45e3-9e5c-02c0046d67fa" providerId="ADAL" clId="{0727E06A-3B49-4236-9D64-1FAAF9F282AC}" dt="2026-04-20T14:34:44.741" v="46" actId="164"/>
          <ac:inkMkLst>
            <pc:docMk/>
            <pc:sldMk cId="0" sldId="256"/>
            <ac:inkMk id="379" creationId="{829B810F-2759-4B22-3B62-498EEC7525B8}"/>
          </ac:inkMkLst>
        </pc:inkChg>
        <pc:inkChg chg="mod">
          <ac:chgData name="植田 篤俊" userId="0d2b3cda-30c1-45e3-9e5c-02c0046d67fa" providerId="ADAL" clId="{0727E06A-3B49-4236-9D64-1FAAF9F282AC}" dt="2026-04-20T14:34:46.208" v="47" actId="164"/>
          <ac:inkMkLst>
            <pc:docMk/>
            <pc:sldMk cId="0" sldId="256"/>
            <ac:inkMk id="390" creationId="{3FA500C9-7575-9198-AF46-425FBC81CA4B}"/>
          </ac:inkMkLst>
        </pc:inkChg>
        <pc:inkChg chg="mod">
          <ac:chgData name="植田 篤俊" userId="0d2b3cda-30c1-45e3-9e5c-02c0046d67fa" providerId="ADAL" clId="{0727E06A-3B49-4236-9D64-1FAAF9F282AC}" dt="2026-04-20T14:34:46.208" v="47" actId="164"/>
          <ac:inkMkLst>
            <pc:docMk/>
            <pc:sldMk cId="0" sldId="256"/>
            <ac:inkMk id="407" creationId="{614D369F-96C3-BB36-1ACB-2B51B739F37D}"/>
          </ac:inkMkLst>
        </pc:inkChg>
        <pc:inkChg chg="mod">
          <ac:chgData name="植田 篤俊" userId="0d2b3cda-30c1-45e3-9e5c-02c0046d67fa" providerId="ADAL" clId="{0727E06A-3B49-4236-9D64-1FAAF9F282AC}" dt="2026-04-20T14:34:53.583" v="48" actId="164"/>
          <ac:inkMkLst>
            <pc:docMk/>
            <pc:sldMk cId="0" sldId="256"/>
            <ac:inkMk id="418" creationId="{DEA1E663-3792-BF11-85E7-D277FFDC4A05}"/>
          </ac:inkMkLst>
        </pc:inkChg>
        <pc:inkChg chg="mod">
          <ac:chgData name="植田 篤俊" userId="0d2b3cda-30c1-45e3-9e5c-02c0046d67fa" providerId="ADAL" clId="{0727E06A-3B49-4236-9D64-1FAAF9F282AC}" dt="2026-04-20T14:34:53.583" v="48" actId="164"/>
          <ac:inkMkLst>
            <pc:docMk/>
            <pc:sldMk cId="0" sldId="256"/>
            <ac:inkMk id="425" creationId="{C4277BC1-0AB3-8C74-4E41-409FA8D73C81}"/>
          </ac:inkMkLst>
        </pc:inkChg>
        <pc:inkChg chg="mod">
          <ac:chgData name="植田 篤俊" userId="0d2b3cda-30c1-45e3-9e5c-02c0046d67fa" providerId="ADAL" clId="{0727E06A-3B49-4236-9D64-1FAAF9F282AC}" dt="2026-04-20T14:34:53.583" v="48" actId="164"/>
          <ac:inkMkLst>
            <pc:docMk/>
            <pc:sldMk cId="0" sldId="256"/>
            <ac:inkMk id="430" creationId="{170D129D-16DC-C547-EBF4-717112878D0A}"/>
          </ac:inkMkLst>
        </pc:inkChg>
        <pc:inkChg chg="mod">
          <ac:chgData name="植田 篤俊" userId="0d2b3cda-30c1-45e3-9e5c-02c0046d67fa" providerId="ADAL" clId="{0727E06A-3B49-4236-9D64-1FAAF9F282AC}" dt="2026-04-20T14:34:53.583" v="48" actId="164"/>
          <ac:inkMkLst>
            <pc:docMk/>
            <pc:sldMk cId="0" sldId="256"/>
            <ac:inkMk id="441" creationId="{65F29B26-3B32-6045-08C5-35E89B1CC652}"/>
          </ac:inkMkLst>
        </pc:inkChg>
        <pc:inkChg chg="mod">
          <ac:chgData name="植田 篤俊" userId="0d2b3cda-30c1-45e3-9e5c-02c0046d67fa" providerId="ADAL" clId="{0727E06A-3B49-4236-9D64-1FAAF9F282AC}" dt="2026-04-20T14:34:53.583" v="48" actId="164"/>
          <ac:inkMkLst>
            <pc:docMk/>
            <pc:sldMk cId="0" sldId="256"/>
            <ac:inkMk id="447" creationId="{1D6954E8-DD9C-4E02-C7B6-8824278616F1}"/>
          </ac:inkMkLst>
        </pc:inkChg>
        <pc:inkChg chg="mod">
          <ac:chgData name="植田 篤俊" userId="0d2b3cda-30c1-45e3-9e5c-02c0046d67fa" providerId="ADAL" clId="{0727E06A-3B49-4236-9D64-1FAAF9F282AC}" dt="2026-04-20T14:34:53.583" v="48" actId="164"/>
          <ac:inkMkLst>
            <pc:docMk/>
            <pc:sldMk cId="0" sldId="256"/>
            <ac:inkMk id="455" creationId="{081E0C40-DE76-76B4-0910-02C49C1F2CAC}"/>
          </ac:inkMkLst>
        </pc:inkChg>
        <pc:inkChg chg="mod">
          <ac:chgData name="植田 篤俊" userId="0d2b3cda-30c1-45e3-9e5c-02c0046d67fa" providerId="ADAL" clId="{0727E06A-3B49-4236-9D64-1FAAF9F282AC}" dt="2026-04-20T14:34:53.583" v="48" actId="164"/>
          <ac:inkMkLst>
            <pc:docMk/>
            <pc:sldMk cId="0" sldId="256"/>
            <ac:inkMk id="474" creationId="{07A77424-BD59-AC07-3F2E-59D3D8ADCF78}"/>
          </ac:inkMkLst>
        </pc:inkChg>
        <pc:inkChg chg="mod">
          <ac:chgData name="植田 篤俊" userId="0d2b3cda-30c1-45e3-9e5c-02c0046d67fa" providerId="ADAL" clId="{0727E06A-3B49-4236-9D64-1FAAF9F282AC}" dt="2026-04-20T14:34:58.934" v="49" actId="164"/>
          <ac:inkMkLst>
            <pc:docMk/>
            <pc:sldMk cId="0" sldId="256"/>
            <ac:inkMk id="478" creationId="{61940E59-C9AE-5F95-9BF7-36445A43255F}"/>
          </ac:inkMkLst>
        </pc:inkChg>
        <pc:inkChg chg="mod">
          <ac:chgData name="植田 篤俊" userId="0d2b3cda-30c1-45e3-9e5c-02c0046d67fa" providerId="ADAL" clId="{0727E06A-3B49-4236-9D64-1FAAF9F282AC}" dt="2026-04-20T14:34:58.934" v="49" actId="164"/>
          <ac:inkMkLst>
            <pc:docMk/>
            <pc:sldMk cId="0" sldId="256"/>
            <ac:inkMk id="499" creationId="{8932B4E8-B38D-9C79-196A-BC51FC8907DE}"/>
          </ac:inkMkLst>
        </pc:inkChg>
        <pc:inkChg chg="mod">
          <ac:chgData name="植田 篤俊" userId="0d2b3cda-30c1-45e3-9e5c-02c0046d67fa" providerId="ADAL" clId="{0727E06A-3B49-4236-9D64-1FAAF9F282AC}" dt="2026-04-20T14:34:58.934" v="49" actId="164"/>
          <ac:inkMkLst>
            <pc:docMk/>
            <pc:sldMk cId="0" sldId="256"/>
            <ac:inkMk id="502" creationId="{F825A911-3056-F765-1491-D0295D6FB34B}"/>
          </ac:inkMkLst>
        </pc:inkChg>
        <pc:inkChg chg="mod">
          <ac:chgData name="植田 篤俊" userId="0d2b3cda-30c1-45e3-9e5c-02c0046d67fa" providerId="ADAL" clId="{0727E06A-3B49-4236-9D64-1FAAF9F282AC}" dt="2026-04-20T14:34:58.934" v="49" actId="164"/>
          <ac:inkMkLst>
            <pc:docMk/>
            <pc:sldMk cId="0" sldId="256"/>
            <ac:inkMk id="521" creationId="{8CD9F049-2519-0C05-7D6B-C51403ADD24D}"/>
          </ac:inkMkLst>
        </pc:inkChg>
        <pc:inkChg chg="mod">
          <ac:chgData name="植田 篤俊" userId="0d2b3cda-30c1-45e3-9e5c-02c0046d67fa" providerId="ADAL" clId="{0727E06A-3B49-4236-9D64-1FAAF9F282AC}" dt="2026-04-20T14:34:58.934" v="49" actId="164"/>
          <ac:inkMkLst>
            <pc:docMk/>
            <pc:sldMk cId="0" sldId="256"/>
            <ac:inkMk id="539" creationId="{17C8BB65-0A4E-2FFC-F695-5195D36425DF}"/>
          </ac:inkMkLst>
        </pc:inkChg>
        <pc:inkChg chg="mod">
          <ac:chgData name="植田 篤俊" userId="0d2b3cda-30c1-45e3-9e5c-02c0046d67fa" providerId="ADAL" clId="{0727E06A-3B49-4236-9D64-1FAAF9F282AC}" dt="2026-04-20T14:34:58.934" v="49" actId="164"/>
          <ac:inkMkLst>
            <pc:docMk/>
            <pc:sldMk cId="0" sldId="256"/>
            <ac:inkMk id="551" creationId="{85B6FF91-63D2-22BA-9313-D92639430FB8}"/>
          </ac:inkMkLst>
        </pc:inkChg>
        <pc:inkChg chg="mod">
          <ac:chgData name="植田 篤俊" userId="0d2b3cda-30c1-45e3-9e5c-02c0046d67fa" providerId="ADAL" clId="{0727E06A-3B49-4236-9D64-1FAAF9F282AC}" dt="2026-04-20T14:34:58.934" v="49" actId="164"/>
          <ac:inkMkLst>
            <pc:docMk/>
            <pc:sldMk cId="0" sldId="256"/>
            <ac:inkMk id="560" creationId="{9A43EA91-4DE0-8E20-6A59-0B12553DC791}"/>
          </ac:inkMkLst>
        </pc:inkChg>
        <pc:inkChg chg="mod">
          <ac:chgData name="植田 篤俊" userId="0d2b3cda-30c1-45e3-9e5c-02c0046d67fa" providerId="ADAL" clId="{0727E06A-3B49-4236-9D64-1FAAF9F282AC}" dt="2026-04-20T14:34:58.934" v="49" actId="164"/>
          <ac:inkMkLst>
            <pc:docMk/>
            <pc:sldMk cId="0" sldId="256"/>
            <ac:inkMk id="561" creationId="{29658301-C484-ECB5-E4A2-2FFFA3367FCA}"/>
          </ac:inkMkLst>
        </pc:inkChg>
        <pc:inkChg chg="mod">
          <ac:chgData name="植田 篤俊" userId="0d2b3cda-30c1-45e3-9e5c-02c0046d67fa" providerId="ADAL" clId="{0727E06A-3B49-4236-9D64-1FAAF9F282AC}" dt="2026-04-20T14:34:58.934" v="49" actId="164"/>
          <ac:inkMkLst>
            <pc:docMk/>
            <pc:sldMk cId="0" sldId="256"/>
            <ac:inkMk id="575" creationId="{9F450223-8283-E01E-5F96-553B6DA7B27D}"/>
          </ac:inkMkLst>
        </pc:inkChg>
        <pc:inkChg chg="mod">
          <ac:chgData name="植田 篤俊" userId="0d2b3cda-30c1-45e3-9e5c-02c0046d67fa" providerId="ADAL" clId="{0727E06A-3B49-4236-9D64-1FAAF9F282AC}" dt="2026-04-20T14:35:00.396" v="50" actId="164"/>
          <ac:inkMkLst>
            <pc:docMk/>
            <pc:sldMk cId="0" sldId="256"/>
            <ac:inkMk id="578" creationId="{6F9A8D25-FF3F-36C1-99BA-60C0EACC532C}"/>
          </ac:inkMkLst>
        </pc:inkChg>
        <pc:inkChg chg="mod">
          <ac:chgData name="植田 篤俊" userId="0d2b3cda-30c1-45e3-9e5c-02c0046d67fa" providerId="ADAL" clId="{0727E06A-3B49-4236-9D64-1FAAF9F282AC}" dt="2026-04-20T14:35:00.396" v="50" actId="164"/>
          <ac:inkMkLst>
            <pc:docMk/>
            <pc:sldMk cId="0" sldId="256"/>
            <ac:inkMk id="601" creationId="{02B14661-D446-5529-350F-DF0B53DC76DB}"/>
          </ac:inkMkLst>
        </pc:inkChg>
        <pc:inkChg chg="mod">
          <ac:chgData name="植田 篤俊" userId="0d2b3cda-30c1-45e3-9e5c-02c0046d67fa" providerId="ADAL" clId="{0727E06A-3B49-4236-9D64-1FAAF9F282AC}" dt="2026-04-20T14:35:00.396" v="50" actId="164"/>
          <ac:inkMkLst>
            <pc:docMk/>
            <pc:sldMk cId="0" sldId="256"/>
            <ac:inkMk id="605" creationId="{EBCA5692-3BD8-D46C-4BAA-8FBDF42E22EF}"/>
          </ac:inkMkLst>
        </pc:inkChg>
        <pc:inkChg chg="mod">
          <ac:chgData name="植田 篤俊" userId="0d2b3cda-30c1-45e3-9e5c-02c0046d67fa" providerId="ADAL" clId="{0727E06A-3B49-4236-9D64-1FAAF9F282AC}" dt="2026-04-20T14:35:00.396" v="50" actId="164"/>
          <ac:inkMkLst>
            <pc:docMk/>
            <pc:sldMk cId="0" sldId="256"/>
            <ac:inkMk id="612" creationId="{C8A349DD-6098-B9CD-AB53-E75E7597705D}"/>
          </ac:inkMkLst>
        </pc:inkChg>
        <pc:inkChg chg="mod">
          <ac:chgData name="植田 篤俊" userId="0d2b3cda-30c1-45e3-9e5c-02c0046d67fa" providerId="ADAL" clId="{0727E06A-3B49-4236-9D64-1FAAF9F282AC}" dt="2026-04-20T14:35:00.396" v="50" actId="164"/>
          <ac:inkMkLst>
            <pc:docMk/>
            <pc:sldMk cId="0" sldId="256"/>
            <ac:inkMk id="617" creationId="{4FCEC189-6734-8271-9DB0-57031D796312}"/>
          </ac:inkMkLst>
        </pc:inkChg>
        <pc:inkChg chg="mod">
          <ac:chgData name="植田 篤俊" userId="0d2b3cda-30c1-45e3-9e5c-02c0046d67fa" providerId="ADAL" clId="{0727E06A-3B49-4236-9D64-1FAAF9F282AC}" dt="2026-04-20T14:35:00.396" v="50" actId="164"/>
          <ac:inkMkLst>
            <pc:docMk/>
            <pc:sldMk cId="0" sldId="256"/>
            <ac:inkMk id="628" creationId="{17B58642-C09E-0B0F-3276-1B01BC2679F9}"/>
          </ac:inkMkLst>
        </pc:inkChg>
        <pc:inkChg chg="mod">
          <ac:chgData name="植田 篤俊" userId="0d2b3cda-30c1-45e3-9e5c-02c0046d67fa" providerId="ADAL" clId="{0727E06A-3B49-4236-9D64-1FAAF9F282AC}" dt="2026-04-20T14:35:00.396" v="50" actId="164"/>
          <ac:inkMkLst>
            <pc:docMk/>
            <pc:sldMk cId="0" sldId="256"/>
            <ac:inkMk id="632" creationId="{31DD6162-C516-1C7D-164B-1C9DE39E5358}"/>
          </ac:inkMkLst>
        </pc:inkChg>
        <pc:inkChg chg="mod">
          <ac:chgData name="植田 篤俊" userId="0d2b3cda-30c1-45e3-9e5c-02c0046d67fa" providerId="ADAL" clId="{0727E06A-3B49-4236-9D64-1FAAF9F282AC}" dt="2026-04-20T14:35:00.396" v="50" actId="164"/>
          <ac:inkMkLst>
            <pc:docMk/>
            <pc:sldMk cId="0" sldId="256"/>
            <ac:inkMk id="636" creationId="{D3AB283A-CAF5-EB46-A8FF-35247053EC9F}"/>
          </ac:inkMkLst>
        </pc:inkChg>
        <pc:inkChg chg="mod">
          <ac:chgData name="植田 篤俊" userId="0d2b3cda-30c1-45e3-9e5c-02c0046d67fa" providerId="ADAL" clId="{0727E06A-3B49-4236-9D64-1FAAF9F282AC}" dt="2026-04-20T14:35:00.396" v="50" actId="164"/>
          <ac:inkMkLst>
            <pc:docMk/>
            <pc:sldMk cId="0" sldId="256"/>
            <ac:inkMk id="642" creationId="{3D7F267F-FDD1-E5B1-F558-FC686DED7B90}"/>
          </ac:inkMkLst>
        </pc:inkChg>
      </pc:sldChg>
      <pc:sldChg chg="addSp modSp mod modAnim">
        <pc:chgData name="植田 篤俊" userId="0d2b3cda-30c1-45e3-9e5c-02c0046d67fa" providerId="ADAL" clId="{0727E06A-3B49-4236-9D64-1FAAF9F282AC}" dt="2026-04-20T15:30:08.874" v="138"/>
        <pc:sldMkLst>
          <pc:docMk/>
          <pc:sldMk cId="2758796449" sldId="257"/>
        </pc:sldMkLst>
        <pc:grpChg chg="add mod">
          <ac:chgData name="植田 篤俊" userId="0d2b3cda-30c1-45e3-9e5c-02c0046d67fa" providerId="ADAL" clId="{0727E06A-3B49-4236-9D64-1FAAF9F282AC}" dt="2026-04-20T14:33:58.098" v="32" actId="164"/>
          <ac:grpSpMkLst>
            <pc:docMk/>
            <pc:sldMk cId="2758796449" sldId="257"/>
            <ac:grpSpMk id="2" creationId="{89A5EC8A-1DCA-A2A8-434B-69C1F0FD52A8}"/>
          </ac:grpSpMkLst>
        </pc:grpChg>
        <pc:grpChg chg="add mod">
          <ac:chgData name="植田 篤俊" userId="0d2b3cda-30c1-45e3-9e5c-02c0046d67fa" providerId="ADAL" clId="{0727E06A-3B49-4236-9D64-1FAAF9F282AC}" dt="2026-04-20T14:33:59.673" v="33" actId="164"/>
          <ac:grpSpMkLst>
            <pc:docMk/>
            <pc:sldMk cId="2758796449" sldId="257"/>
            <ac:grpSpMk id="3" creationId="{2D770B8E-067C-EBC3-AB32-9F765ECF8D32}"/>
          </ac:grpSpMkLst>
        </pc:grpChg>
        <pc:grpChg chg="add mod">
          <ac:chgData name="植田 篤俊" userId="0d2b3cda-30c1-45e3-9e5c-02c0046d67fa" providerId="ADAL" clId="{0727E06A-3B49-4236-9D64-1FAAF9F282AC}" dt="2026-04-20T15:29:14.162" v="131" actId="164"/>
          <ac:grpSpMkLst>
            <pc:docMk/>
            <pc:sldMk cId="2758796449" sldId="257"/>
            <ac:grpSpMk id="4" creationId="{8B4C4823-5554-1ABE-BAF2-8B07038EE89D}"/>
          </ac:grpSpMkLst>
        </pc:grpChg>
        <pc:grpChg chg="add mod">
          <ac:chgData name="植田 篤俊" userId="0d2b3cda-30c1-45e3-9e5c-02c0046d67fa" providerId="ADAL" clId="{0727E06A-3B49-4236-9D64-1FAAF9F282AC}" dt="2026-04-20T15:29:14.162" v="131" actId="164"/>
          <ac:grpSpMkLst>
            <pc:docMk/>
            <pc:sldMk cId="2758796449" sldId="257"/>
            <ac:grpSpMk id="6" creationId="{F83CB84F-E8BE-DCCF-5D5F-C42C753A1135}"/>
          </ac:grpSpMkLst>
        </pc:grpChg>
        <pc:grpChg chg="add mod">
          <ac:chgData name="植田 篤俊" userId="0d2b3cda-30c1-45e3-9e5c-02c0046d67fa" providerId="ADAL" clId="{0727E06A-3B49-4236-9D64-1FAAF9F282AC}" dt="2026-04-20T14:34:06.388" v="36" actId="164"/>
          <ac:grpSpMkLst>
            <pc:docMk/>
            <pc:sldMk cId="2758796449" sldId="257"/>
            <ac:grpSpMk id="8" creationId="{7B1C1D53-8B70-1970-39AC-A8B7420C3F22}"/>
          </ac:grpSpMkLst>
        </pc:grpChg>
        <pc:grpChg chg="add mod">
          <ac:chgData name="植田 篤俊" userId="0d2b3cda-30c1-45e3-9e5c-02c0046d67fa" providerId="ADAL" clId="{0727E06A-3B49-4236-9D64-1FAAF9F282AC}" dt="2026-04-20T14:34:08.466" v="37" actId="164"/>
          <ac:grpSpMkLst>
            <pc:docMk/>
            <pc:sldMk cId="2758796449" sldId="257"/>
            <ac:grpSpMk id="10" creationId="{E95BA08F-EAF1-C4CD-50F3-C236C8816E31}"/>
          </ac:grpSpMkLst>
        </pc:grpChg>
        <pc:grpChg chg="add mod">
          <ac:chgData name="植田 篤俊" userId="0d2b3cda-30c1-45e3-9e5c-02c0046d67fa" providerId="ADAL" clId="{0727E06A-3B49-4236-9D64-1FAAF9F282AC}" dt="2026-04-20T14:34:10.241" v="38" actId="164"/>
          <ac:grpSpMkLst>
            <pc:docMk/>
            <pc:sldMk cId="2758796449" sldId="257"/>
            <ac:grpSpMk id="12" creationId="{C2D69791-B21B-9E0F-5AE7-D3CD2321A14C}"/>
          </ac:grpSpMkLst>
        </pc:grpChg>
        <pc:grpChg chg="add mod">
          <ac:chgData name="植田 篤俊" userId="0d2b3cda-30c1-45e3-9e5c-02c0046d67fa" providerId="ADAL" clId="{0727E06A-3B49-4236-9D64-1FAAF9F282AC}" dt="2026-04-20T15:29:14.162" v="131" actId="164"/>
          <ac:grpSpMkLst>
            <pc:docMk/>
            <pc:sldMk cId="2758796449" sldId="257"/>
            <ac:grpSpMk id="13" creationId="{3CC3926E-B9F9-EF90-B875-E7765D90D7E4}"/>
          </ac:grpSpMkLst>
        </pc:grpChg>
        <pc:picChg chg="ord">
          <ac:chgData name="植田 篤俊" userId="0d2b3cda-30c1-45e3-9e5c-02c0046d67fa" providerId="ADAL" clId="{0727E06A-3B49-4236-9D64-1FAAF9F282AC}" dt="2026-04-20T15:28:41.942" v="114" actId="167"/>
          <ac:picMkLst>
            <pc:docMk/>
            <pc:sldMk cId="2758796449" sldId="257"/>
            <ac:picMk id="5" creationId="{09E6CA45-E4EC-EE98-C139-BD6822BCFF1B}"/>
          </ac:picMkLst>
        </pc:picChg>
        <pc:picChg chg="ord">
          <ac:chgData name="植田 篤俊" userId="0d2b3cda-30c1-45e3-9e5c-02c0046d67fa" providerId="ADAL" clId="{0727E06A-3B49-4236-9D64-1FAAF9F282AC}" dt="2026-04-20T15:28:38.871" v="112" actId="167"/>
          <ac:picMkLst>
            <pc:docMk/>
            <pc:sldMk cId="2758796449" sldId="257"/>
            <ac:picMk id="7" creationId="{1DDED80D-74FB-9E72-389F-BB0D21B15CBE}"/>
          </ac:picMkLst>
        </pc:picChg>
        <pc:picChg chg="ord">
          <ac:chgData name="植田 篤俊" userId="0d2b3cda-30c1-45e3-9e5c-02c0046d67fa" providerId="ADAL" clId="{0727E06A-3B49-4236-9D64-1FAAF9F282AC}" dt="2026-04-20T15:28:35.605" v="110" actId="167"/>
          <ac:picMkLst>
            <pc:docMk/>
            <pc:sldMk cId="2758796449" sldId="257"/>
            <ac:picMk id="9" creationId="{CA76C095-0750-F23B-B7FB-AE7066DED128}"/>
          </ac:picMkLst>
        </pc:picChg>
        <pc:picChg chg="ord">
          <ac:chgData name="植田 篤俊" userId="0d2b3cda-30c1-45e3-9e5c-02c0046d67fa" providerId="ADAL" clId="{0727E06A-3B49-4236-9D64-1FAAF9F282AC}" dt="2026-04-20T15:28:31.917" v="108" actId="167"/>
          <ac:picMkLst>
            <pc:docMk/>
            <pc:sldMk cId="2758796449" sldId="257"/>
            <ac:picMk id="11" creationId="{B471238D-406A-24B0-0508-92F98783C665}"/>
          </ac:picMkLst>
        </pc:picChg>
        <pc:picChg chg="ord">
          <ac:chgData name="植田 篤俊" userId="0d2b3cda-30c1-45e3-9e5c-02c0046d67fa" providerId="ADAL" clId="{0727E06A-3B49-4236-9D64-1FAAF9F282AC}" dt="2026-04-20T15:28:28.713" v="106" actId="167"/>
          <ac:picMkLst>
            <pc:docMk/>
            <pc:sldMk cId="2758796449" sldId="257"/>
            <ac:picMk id="14" creationId="{93BFADE1-3DB7-D287-C7A0-8415A8AE9A09}"/>
          </ac:picMkLst>
        </pc:picChg>
        <pc:picChg chg="ord">
          <ac:chgData name="植田 篤俊" userId="0d2b3cda-30c1-45e3-9e5c-02c0046d67fa" providerId="ADAL" clId="{0727E06A-3B49-4236-9D64-1FAAF9F282AC}" dt="2026-04-20T15:28:25.602" v="104" actId="167"/>
          <ac:picMkLst>
            <pc:docMk/>
            <pc:sldMk cId="2758796449" sldId="257"/>
            <ac:picMk id="16" creationId="{64301F8B-A81E-BCD5-BBFF-F160A6363043}"/>
          </ac:picMkLst>
        </pc:picChg>
        <pc:picChg chg="ord">
          <ac:chgData name="植田 篤俊" userId="0d2b3cda-30c1-45e3-9e5c-02c0046d67fa" providerId="ADAL" clId="{0727E06A-3B49-4236-9D64-1FAAF9F282AC}" dt="2026-04-20T15:28:21.688" v="102" actId="167"/>
          <ac:picMkLst>
            <pc:docMk/>
            <pc:sldMk cId="2758796449" sldId="257"/>
            <ac:picMk id="18" creationId="{0001E148-F115-BD43-64BC-19AB8CBA8C5D}"/>
          </ac:picMkLst>
        </pc:picChg>
        <pc:picChg chg="ord">
          <ac:chgData name="植田 篤俊" userId="0d2b3cda-30c1-45e3-9e5c-02c0046d67fa" providerId="ADAL" clId="{0727E06A-3B49-4236-9D64-1FAAF9F282AC}" dt="2026-04-20T15:28:18.146" v="100" actId="167"/>
          <ac:picMkLst>
            <pc:docMk/>
            <pc:sldMk cId="2758796449" sldId="257"/>
            <ac:picMk id="20" creationId="{A58DC0CB-C0B8-3E67-F123-1ED45554C608}"/>
          </ac:picMkLst>
        </pc:picChg>
        <pc:picChg chg="ord">
          <ac:chgData name="植田 篤俊" userId="0d2b3cda-30c1-45e3-9e5c-02c0046d67fa" providerId="ADAL" clId="{0727E06A-3B49-4236-9D64-1FAAF9F282AC}" dt="2026-04-20T15:28:15.138" v="98" actId="167"/>
          <ac:picMkLst>
            <pc:docMk/>
            <pc:sldMk cId="2758796449" sldId="257"/>
            <ac:picMk id="22" creationId="{DFDA06AB-F0A8-4FC2-E3FF-441DA4AA5FAF}"/>
          </ac:picMkLst>
        </pc:picChg>
        <pc:picChg chg="ord">
          <ac:chgData name="植田 篤俊" userId="0d2b3cda-30c1-45e3-9e5c-02c0046d67fa" providerId="ADAL" clId="{0727E06A-3B49-4236-9D64-1FAAF9F282AC}" dt="2026-04-20T15:28:12.222" v="96" actId="167"/>
          <ac:picMkLst>
            <pc:docMk/>
            <pc:sldMk cId="2758796449" sldId="257"/>
            <ac:picMk id="24" creationId="{D662ABD1-444F-AA94-D645-5107719DD753}"/>
          </ac:picMkLst>
        </pc:picChg>
        <pc:picChg chg="ord">
          <ac:chgData name="植田 篤俊" userId="0d2b3cda-30c1-45e3-9e5c-02c0046d67fa" providerId="ADAL" clId="{0727E06A-3B49-4236-9D64-1FAAF9F282AC}" dt="2026-04-20T15:28:09.539" v="94" actId="167"/>
          <ac:picMkLst>
            <pc:docMk/>
            <pc:sldMk cId="2758796449" sldId="257"/>
            <ac:picMk id="26" creationId="{89933117-E691-734A-5078-63B90894C85A}"/>
          </ac:picMkLst>
        </pc:picChg>
        <pc:picChg chg="ord">
          <ac:chgData name="植田 篤俊" userId="0d2b3cda-30c1-45e3-9e5c-02c0046d67fa" providerId="ADAL" clId="{0727E06A-3B49-4236-9D64-1FAAF9F282AC}" dt="2026-04-20T15:28:06.366" v="92" actId="167"/>
          <ac:picMkLst>
            <pc:docMk/>
            <pc:sldMk cId="2758796449" sldId="257"/>
            <ac:picMk id="28" creationId="{8DD496BB-8D99-533D-275A-356D80229388}"/>
          </ac:picMkLst>
        </pc:picChg>
        <pc:picChg chg="ord">
          <ac:chgData name="植田 篤俊" userId="0d2b3cda-30c1-45e3-9e5c-02c0046d67fa" providerId="ADAL" clId="{0727E06A-3B49-4236-9D64-1FAAF9F282AC}" dt="2026-04-20T15:28:03.496" v="90" actId="167"/>
          <ac:picMkLst>
            <pc:docMk/>
            <pc:sldMk cId="2758796449" sldId="257"/>
            <ac:picMk id="30" creationId="{FAF8F9AF-AF53-7B3A-2564-94C2FEB302C7}"/>
          </ac:picMkLst>
        </pc:picChg>
        <pc:picChg chg="ord">
          <ac:chgData name="植田 篤俊" userId="0d2b3cda-30c1-45e3-9e5c-02c0046d67fa" providerId="ADAL" clId="{0727E06A-3B49-4236-9D64-1FAAF9F282AC}" dt="2026-04-20T15:28:00.693" v="88" actId="167"/>
          <ac:picMkLst>
            <pc:docMk/>
            <pc:sldMk cId="2758796449" sldId="257"/>
            <ac:picMk id="32" creationId="{D9C33C7A-126D-EC7D-F02A-3DE5F2087D28}"/>
          </ac:picMkLst>
        </pc:picChg>
        <pc:picChg chg="ord">
          <ac:chgData name="植田 篤俊" userId="0d2b3cda-30c1-45e3-9e5c-02c0046d67fa" providerId="ADAL" clId="{0727E06A-3B49-4236-9D64-1FAAF9F282AC}" dt="2026-04-20T15:27:57.141" v="86" actId="167"/>
          <ac:picMkLst>
            <pc:docMk/>
            <pc:sldMk cId="2758796449" sldId="257"/>
            <ac:picMk id="34" creationId="{05718426-A554-58EA-8A22-D5EB28A193C9}"/>
          </ac:picMkLst>
        </pc:picChg>
        <pc:inkChg chg="mod">
          <ac:chgData name="植田 篤俊" userId="0d2b3cda-30c1-45e3-9e5c-02c0046d67fa" providerId="ADAL" clId="{0727E06A-3B49-4236-9D64-1FAAF9F282AC}" dt="2026-04-20T14:33:58.098" v="32" actId="164"/>
          <ac:inkMkLst>
            <pc:docMk/>
            <pc:sldMk cId="2758796449" sldId="257"/>
            <ac:inkMk id="29" creationId="{F019E238-7F04-1C3E-842E-2B3FB793CCF3}"/>
          </ac:inkMkLst>
        </pc:inkChg>
        <pc:inkChg chg="mod">
          <ac:chgData name="植田 篤俊" userId="0d2b3cda-30c1-45e3-9e5c-02c0046d67fa" providerId="ADAL" clId="{0727E06A-3B49-4236-9D64-1FAAF9F282AC}" dt="2026-04-20T14:33:58.098" v="32" actId="164"/>
          <ac:inkMkLst>
            <pc:docMk/>
            <pc:sldMk cId="2758796449" sldId="257"/>
            <ac:inkMk id="64" creationId="{D2BBE6BA-A216-D78A-F9BC-0BA706DCC85D}"/>
          </ac:inkMkLst>
        </pc:inkChg>
        <pc:inkChg chg="mod">
          <ac:chgData name="植田 篤俊" userId="0d2b3cda-30c1-45e3-9e5c-02c0046d67fa" providerId="ADAL" clId="{0727E06A-3B49-4236-9D64-1FAAF9F282AC}" dt="2026-04-20T14:33:58.098" v="32" actId="164"/>
          <ac:inkMkLst>
            <pc:docMk/>
            <pc:sldMk cId="2758796449" sldId="257"/>
            <ac:inkMk id="100" creationId="{DBF16AB3-FFA0-5A9A-FD62-3F61429D8519}"/>
          </ac:inkMkLst>
        </pc:inkChg>
        <pc:inkChg chg="mod">
          <ac:chgData name="植田 篤俊" userId="0d2b3cda-30c1-45e3-9e5c-02c0046d67fa" providerId="ADAL" clId="{0727E06A-3B49-4236-9D64-1FAAF9F282AC}" dt="2026-04-20T14:33:58.098" v="32" actId="164"/>
          <ac:inkMkLst>
            <pc:docMk/>
            <pc:sldMk cId="2758796449" sldId="257"/>
            <ac:inkMk id="119" creationId="{E4A76CCE-C311-8939-C892-6BC7B593C818}"/>
          </ac:inkMkLst>
        </pc:inkChg>
        <pc:inkChg chg="mod">
          <ac:chgData name="植田 篤俊" userId="0d2b3cda-30c1-45e3-9e5c-02c0046d67fa" providerId="ADAL" clId="{0727E06A-3B49-4236-9D64-1FAAF9F282AC}" dt="2026-04-20T14:33:58.098" v="32" actId="164"/>
          <ac:inkMkLst>
            <pc:docMk/>
            <pc:sldMk cId="2758796449" sldId="257"/>
            <ac:inkMk id="120" creationId="{745D5E1A-B618-2E4F-486B-F19BD47C0F2F}"/>
          </ac:inkMkLst>
        </pc:inkChg>
        <pc:inkChg chg="mod">
          <ac:chgData name="植田 篤俊" userId="0d2b3cda-30c1-45e3-9e5c-02c0046d67fa" providerId="ADAL" clId="{0727E06A-3B49-4236-9D64-1FAAF9F282AC}" dt="2026-04-20T14:33:58.098" v="32" actId="164"/>
          <ac:inkMkLst>
            <pc:docMk/>
            <pc:sldMk cId="2758796449" sldId="257"/>
            <ac:inkMk id="133" creationId="{99E9410E-C5A4-A815-4ED6-4CC4370BC528}"/>
          </ac:inkMkLst>
        </pc:inkChg>
        <pc:inkChg chg="mod">
          <ac:chgData name="植田 篤俊" userId="0d2b3cda-30c1-45e3-9e5c-02c0046d67fa" providerId="ADAL" clId="{0727E06A-3B49-4236-9D64-1FAAF9F282AC}" dt="2026-04-20T14:33:58.098" v="32" actId="164"/>
          <ac:inkMkLst>
            <pc:docMk/>
            <pc:sldMk cId="2758796449" sldId="257"/>
            <ac:inkMk id="181" creationId="{42973B42-1342-880D-7834-722BBE2ABCB9}"/>
          </ac:inkMkLst>
        </pc:inkChg>
        <pc:inkChg chg="mod">
          <ac:chgData name="植田 篤俊" userId="0d2b3cda-30c1-45e3-9e5c-02c0046d67fa" providerId="ADAL" clId="{0727E06A-3B49-4236-9D64-1FAAF9F282AC}" dt="2026-04-20T14:33:58.098" v="32" actId="164"/>
          <ac:inkMkLst>
            <pc:docMk/>
            <pc:sldMk cId="2758796449" sldId="257"/>
            <ac:inkMk id="182" creationId="{B2DF2E4A-B4AE-EFB8-EED1-11B5E08EEA60}"/>
          </ac:inkMkLst>
        </pc:inkChg>
        <pc:inkChg chg="mod">
          <ac:chgData name="植田 篤俊" userId="0d2b3cda-30c1-45e3-9e5c-02c0046d67fa" providerId="ADAL" clId="{0727E06A-3B49-4236-9D64-1FAAF9F282AC}" dt="2026-04-20T14:33:58.098" v="32" actId="164"/>
          <ac:inkMkLst>
            <pc:docMk/>
            <pc:sldMk cId="2758796449" sldId="257"/>
            <ac:inkMk id="183" creationId="{F6049479-DA9E-2816-D53E-C7775732770A}"/>
          </ac:inkMkLst>
        </pc:inkChg>
        <pc:inkChg chg="mod">
          <ac:chgData name="植田 篤俊" userId="0d2b3cda-30c1-45e3-9e5c-02c0046d67fa" providerId="ADAL" clId="{0727E06A-3B49-4236-9D64-1FAAF9F282AC}" dt="2026-04-20T14:33:59.673" v="33" actId="164"/>
          <ac:inkMkLst>
            <pc:docMk/>
            <pc:sldMk cId="2758796449" sldId="257"/>
            <ac:inkMk id="186" creationId="{20791945-3A5A-EFF4-62E2-77D53CC2C518}"/>
          </ac:inkMkLst>
        </pc:inkChg>
        <pc:inkChg chg="mod">
          <ac:chgData name="植田 篤俊" userId="0d2b3cda-30c1-45e3-9e5c-02c0046d67fa" providerId="ADAL" clId="{0727E06A-3B49-4236-9D64-1FAAF9F282AC}" dt="2026-04-20T14:33:59.673" v="33" actId="164"/>
          <ac:inkMkLst>
            <pc:docMk/>
            <pc:sldMk cId="2758796449" sldId="257"/>
            <ac:inkMk id="188" creationId="{6CA799A4-EBA3-7CDF-81EC-D486341E0AA0}"/>
          </ac:inkMkLst>
        </pc:inkChg>
        <pc:inkChg chg="mod">
          <ac:chgData name="植田 篤俊" userId="0d2b3cda-30c1-45e3-9e5c-02c0046d67fa" providerId="ADAL" clId="{0727E06A-3B49-4236-9D64-1FAAF9F282AC}" dt="2026-04-20T14:33:59.673" v="33" actId="164"/>
          <ac:inkMkLst>
            <pc:docMk/>
            <pc:sldMk cId="2758796449" sldId="257"/>
            <ac:inkMk id="192" creationId="{4CB9BCC4-272A-25CD-606D-31F832C39E69}"/>
          </ac:inkMkLst>
        </pc:inkChg>
        <pc:inkChg chg="mod">
          <ac:chgData name="植田 篤俊" userId="0d2b3cda-30c1-45e3-9e5c-02c0046d67fa" providerId="ADAL" clId="{0727E06A-3B49-4236-9D64-1FAAF9F282AC}" dt="2026-04-20T14:33:59.673" v="33" actId="164"/>
          <ac:inkMkLst>
            <pc:docMk/>
            <pc:sldMk cId="2758796449" sldId="257"/>
            <ac:inkMk id="194" creationId="{B1BC8589-6766-7DA9-5267-868A3254F8E2}"/>
          </ac:inkMkLst>
        </pc:inkChg>
        <pc:inkChg chg="mod">
          <ac:chgData name="植田 篤俊" userId="0d2b3cda-30c1-45e3-9e5c-02c0046d67fa" providerId="ADAL" clId="{0727E06A-3B49-4236-9D64-1FAAF9F282AC}" dt="2026-04-20T14:33:59.673" v="33" actId="164"/>
          <ac:inkMkLst>
            <pc:docMk/>
            <pc:sldMk cId="2758796449" sldId="257"/>
            <ac:inkMk id="229" creationId="{5A90D965-3F6B-8B28-1C6C-818C913E4523}"/>
          </ac:inkMkLst>
        </pc:inkChg>
        <pc:inkChg chg="mod">
          <ac:chgData name="植田 篤俊" userId="0d2b3cda-30c1-45e3-9e5c-02c0046d67fa" providerId="ADAL" clId="{0727E06A-3B49-4236-9D64-1FAAF9F282AC}" dt="2026-04-20T14:33:59.673" v="33" actId="164"/>
          <ac:inkMkLst>
            <pc:docMk/>
            <pc:sldMk cId="2758796449" sldId="257"/>
            <ac:inkMk id="230" creationId="{08100D67-6EFF-BC80-08C5-6F80394BF72C}"/>
          </ac:inkMkLst>
        </pc:inkChg>
        <pc:inkChg chg="mod">
          <ac:chgData name="植田 篤俊" userId="0d2b3cda-30c1-45e3-9e5c-02c0046d67fa" providerId="ADAL" clId="{0727E06A-3B49-4236-9D64-1FAAF9F282AC}" dt="2026-04-20T14:33:59.673" v="33" actId="164"/>
          <ac:inkMkLst>
            <pc:docMk/>
            <pc:sldMk cId="2758796449" sldId="257"/>
            <ac:inkMk id="255" creationId="{415BBBC3-B5AC-484F-BB76-13138226A471}"/>
          </ac:inkMkLst>
        </pc:inkChg>
        <pc:inkChg chg="mod">
          <ac:chgData name="植田 篤俊" userId="0d2b3cda-30c1-45e3-9e5c-02c0046d67fa" providerId="ADAL" clId="{0727E06A-3B49-4236-9D64-1FAAF9F282AC}" dt="2026-04-20T14:33:59.673" v="33" actId="164"/>
          <ac:inkMkLst>
            <pc:docMk/>
            <pc:sldMk cId="2758796449" sldId="257"/>
            <ac:inkMk id="259" creationId="{AAC4A195-1497-0F9C-3D15-64D0712C8F90}"/>
          </ac:inkMkLst>
        </pc:inkChg>
        <pc:inkChg chg="mod">
          <ac:chgData name="植田 篤俊" userId="0d2b3cda-30c1-45e3-9e5c-02c0046d67fa" providerId="ADAL" clId="{0727E06A-3B49-4236-9D64-1FAAF9F282AC}" dt="2026-04-20T14:34:02.552" v="34" actId="164"/>
          <ac:inkMkLst>
            <pc:docMk/>
            <pc:sldMk cId="2758796449" sldId="257"/>
            <ac:inkMk id="298" creationId="{5BFB47D8-28F4-6207-453C-A81CF77DD6C1}"/>
          </ac:inkMkLst>
        </pc:inkChg>
        <pc:inkChg chg="mod">
          <ac:chgData name="植田 篤俊" userId="0d2b3cda-30c1-45e3-9e5c-02c0046d67fa" providerId="ADAL" clId="{0727E06A-3B49-4236-9D64-1FAAF9F282AC}" dt="2026-04-20T14:33:59.673" v="33" actId="164"/>
          <ac:inkMkLst>
            <pc:docMk/>
            <pc:sldMk cId="2758796449" sldId="257"/>
            <ac:inkMk id="299" creationId="{A3B22F10-0CF2-703F-07B5-F1291025EEF7}"/>
          </ac:inkMkLst>
        </pc:inkChg>
        <pc:inkChg chg="mod">
          <ac:chgData name="植田 篤俊" userId="0d2b3cda-30c1-45e3-9e5c-02c0046d67fa" providerId="ADAL" clId="{0727E06A-3B49-4236-9D64-1FAAF9F282AC}" dt="2026-04-20T14:34:02.552" v="34" actId="164"/>
          <ac:inkMkLst>
            <pc:docMk/>
            <pc:sldMk cId="2758796449" sldId="257"/>
            <ac:inkMk id="313" creationId="{322875A5-8487-A861-176C-60839640D05E}"/>
          </ac:inkMkLst>
        </pc:inkChg>
        <pc:inkChg chg="mod">
          <ac:chgData name="植田 篤俊" userId="0d2b3cda-30c1-45e3-9e5c-02c0046d67fa" providerId="ADAL" clId="{0727E06A-3B49-4236-9D64-1FAAF9F282AC}" dt="2026-04-20T14:34:04.185" v="35" actId="164"/>
          <ac:inkMkLst>
            <pc:docMk/>
            <pc:sldMk cId="2758796449" sldId="257"/>
            <ac:inkMk id="332" creationId="{47B962B1-F95C-7BFC-2555-8E418D2BA15A}"/>
          </ac:inkMkLst>
        </pc:inkChg>
        <pc:inkChg chg="mod">
          <ac:chgData name="植田 篤俊" userId="0d2b3cda-30c1-45e3-9e5c-02c0046d67fa" providerId="ADAL" clId="{0727E06A-3B49-4236-9D64-1FAAF9F282AC}" dt="2026-04-20T14:34:04.185" v="35" actId="164"/>
          <ac:inkMkLst>
            <pc:docMk/>
            <pc:sldMk cId="2758796449" sldId="257"/>
            <ac:inkMk id="340" creationId="{C6991B26-90FE-2BF0-232D-0F7FD8D5C5D8}"/>
          </ac:inkMkLst>
        </pc:inkChg>
        <pc:inkChg chg="mod">
          <ac:chgData name="植田 篤俊" userId="0d2b3cda-30c1-45e3-9e5c-02c0046d67fa" providerId="ADAL" clId="{0727E06A-3B49-4236-9D64-1FAAF9F282AC}" dt="2026-04-20T14:34:04.185" v="35" actId="164"/>
          <ac:inkMkLst>
            <pc:docMk/>
            <pc:sldMk cId="2758796449" sldId="257"/>
            <ac:inkMk id="356" creationId="{C67B47D5-1421-CA8F-DAB6-7F3B327ABC17}"/>
          </ac:inkMkLst>
        </pc:inkChg>
        <pc:inkChg chg="mod">
          <ac:chgData name="植田 篤俊" userId="0d2b3cda-30c1-45e3-9e5c-02c0046d67fa" providerId="ADAL" clId="{0727E06A-3B49-4236-9D64-1FAAF9F282AC}" dt="2026-04-20T14:34:04.185" v="35" actId="164"/>
          <ac:inkMkLst>
            <pc:docMk/>
            <pc:sldMk cId="2758796449" sldId="257"/>
            <ac:inkMk id="361" creationId="{3695A2AB-C3B2-BC99-B39C-2ADF77609ABE}"/>
          </ac:inkMkLst>
        </pc:inkChg>
        <pc:inkChg chg="mod">
          <ac:chgData name="植田 篤俊" userId="0d2b3cda-30c1-45e3-9e5c-02c0046d67fa" providerId="ADAL" clId="{0727E06A-3B49-4236-9D64-1FAAF9F282AC}" dt="2026-04-20T14:34:04.185" v="35" actId="164"/>
          <ac:inkMkLst>
            <pc:docMk/>
            <pc:sldMk cId="2758796449" sldId="257"/>
            <ac:inkMk id="387" creationId="{3D2A1400-F66F-055C-D9E7-90A361D3DD00}"/>
          </ac:inkMkLst>
        </pc:inkChg>
        <pc:inkChg chg="mod">
          <ac:chgData name="植田 篤俊" userId="0d2b3cda-30c1-45e3-9e5c-02c0046d67fa" providerId="ADAL" clId="{0727E06A-3B49-4236-9D64-1FAAF9F282AC}" dt="2026-04-20T14:34:04.185" v="35" actId="164"/>
          <ac:inkMkLst>
            <pc:docMk/>
            <pc:sldMk cId="2758796449" sldId="257"/>
            <ac:inkMk id="398" creationId="{EA0161BB-D2C6-DB15-AF49-DA59385947BA}"/>
          </ac:inkMkLst>
        </pc:inkChg>
        <pc:inkChg chg="mod">
          <ac:chgData name="植田 篤俊" userId="0d2b3cda-30c1-45e3-9e5c-02c0046d67fa" providerId="ADAL" clId="{0727E06A-3B49-4236-9D64-1FAAF9F282AC}" dt="2026-04-20T14:34:06.388" v="36" actId="164"/>
          <ac:inkMkLst>
            <pc:docMk/>
            <pc:sldMk cId="2758796449" sldId="257"/>
            <ac:inkMk id="403" creationId="{36D689B9-531F-83EA-BE17-A702F190E17D}"/>
          </ac:inkMkLst>
        </pc:inkChg>
        <pc:inkChg chg="mod">
          <ac:chgData name="植田 篤俊" userId="0d2b3cda-30c1-45e3-9e5c-02c0046d67fa" providerId="ADAL" clId="{0727E06A-3B49-4236-9D64-1FAAF9F282AC}" dt="2026-04-20T14:34:06.388" v="36" actId="164"/>
          <ac:inkMkLst>
            <pc:docMk/>
            <pc:sldMk cId="2758796449" sldId="257"/>
            <ac:inkMk id="432" creationId="{F07B4A2B-44A9-49EF-A95F-B98DE899BC97}"/>
          </ac:inkMkLst>
        </pc:inkChg>
        <pc:inkChg chg="mod">
          <ac:chgData name="植田 篤俊" userId="0d2b3cda-30c1-45e3-9e5c-02c0046d67fa" providerId="ADAL" clId="{0727E06A-3B49-4236-9D64-1FAAF9F282AC}" dt="2026-04-20T14:34:06.388" v="36" actId="164"/>
          <ac:inkMkLst>
            <pc:docMk/>
            <pc:sldMk cId="2758796449" sldId="257"/>
            <ac:inkMk id="441" creationId="{7BFBAE2E-F739-0F36-A6E8-7B7B44A38AF9}"/>
          </ac:inkMkLst>
        </pc:inkChg>
        <pc:inkChg chg="mod">
          <ac:chgData name="植田 篤俊" userId="0d2b3cda-30c1-45e3-9e5c-02c0046d67fa" providerId="ADAL" clId="{0727E06A-3B49-4236-9D64-1FAAF9F282AC}" dt="2026-04-20T14:34:06.388" v="36" actId="164"/>
          <ac:inkMkLst>
            <pc:docMk/>
            <pc:sldMk cId="2758796449" sldId="257"/>
            <ac:inkMk id="449" creationId="{CE1F340E-566C-754A-D39C-C5F1D1F47C50}"/>
          </ac:inkMkLst>
        </pc:inkChg>
        <pc:inkChg chg="mod">
          <ac:chgData name="植田 篤俊" userId="0d2b3cda-30c1-45e3-9e5c-02c0046d67fa" providerId="ADAL" clId="{0727E06A-3B49-4236-9D64-1FAAF9F282AC}" dt="2026-04-20T14:34:06.388" v="36" actId="164"/>
          <ac:inkMkLst>
            <pc:docMk/>
            <pc:sldMk cId="2758796449" sldId="257"/>
            <ac:inkMk id="455" creationId="{C73A4E83-FF2C-385D-41E7-2936592A1559}"/>
          </ac:inkMkLst>
        </pc:inkChg>
        <pc:inkChg chg="mod">
          <ac:chgData name="植田 篤俊" userId="0d2b3cda-30c1-45e3-9e5c-02c0046d67fa" providerId="ADAL" clId="{0727E06A-3B49-4236-9D64-1FAAF9F282AC}" dt="2026-04-20T14:34:06.388" v="36" actId="164"/>
          <ac:inkMkLst>
            <pc:docMk/>
            <pc:sldMk cId="2758796449" sldId="257"/>
            <ac:inkMk id="462" creationId="{A44D2BFB-588E-2A3C-7333-FD84071A0F05}"/>
          </ac:inkMkLst>
        </pc:inkChg>
        <pc:inkChg chg="mod">
          <ac:chgData name="植田 篤俊" userId="0d2b3cda-30c1-45e3-9e5c-02c0046d67fa" providerId="ADAL" clId="{0727E06A-3B49-4236-9D64-1FAAF9F282AC}" dt="2026-04-20T14:34:08.466" v="37" actId="164"/>
          <ac:inkMkLst>
            <pc:docMk/>
            <pc:sldMk cId="2758796449" sldId="257"/>
            <ac:inkMk id="465" creationId="{3615468D-E4F0-8762-9840-D2A47D818936}"/>
          </ac:inkMkLst>
        </pc:inkChg>
        <pc:inkChg chg="mod">
          <ac:chgData name="植田 篤俊" userId="0d2b3cda-30c1-45e3-9e5c-02c0046d67fa" providerId="ADAL" clId="{0727E06A-3B49-4236-9D64-1FAAF9F282AC}" dt="2026-04-20T14:34:08.466" v="37" actId="164"/>
          <ac:inkMkLst>
            <pc:docMk/>
            <pc:sldMk cId="2758796449" sldId="257"/>
            <ac:inkMk id="492" creationId="{F65DEAF2-80F9-890C-CB9B-14315A327638}"/>
          </ac:inkMkLst>
        </pc:inkChg>
        <pc:inkChg chg="mod">
          <ac:chgData name="植田 篤俊" userId="0d2b3cda-30c1-45e3-9e5c-02c0046d67fa" providerId="ADAL" clId="{0727E06A-3B49-4236-9D64-1FAAF9F282AC}" dt="2026-04-20T14:34:04.185" v="35" actId="164"/>
          <ac:inkMkLst>
            <pc:docMk/>
            <pc:sldMk cId="2758796449" sldId="257"/>
            <ac:inkMk id="501" creationId="{9CE0541C-AA3E-442A-90D7-F2A541E402D7}"/>
          </ac:inkMkLst>
        </pc:inkChg>
        <pc:inkChg chg="mod">
          <ac:chgData name="植田 篤俊" userId="0d2b3cda-30c1-45e3-9e5c-02c0046d67fa" providerId="ADAL" clId="{0727E06A-3B49-4236-9D64-1FAAF9F282AC}" dt="2026-04-20T14:34:04.185" v="35" actId="164"/>
          <ac:inkMkLst>
            <pc:docMk/>
            <pc:sldMk cId="2758796449" sldId="257"/>
            <ac:inkMk id="509" creationId="{5F220189-875A-34AA-EFDA-614DD842C53F}"/>
          </ac:inkMkLst>
        </pc:inkChg>
        <pc:inkChg chg="mod">
          <ac:chgData name="植田 篤俊" userId="0d2b3cda-30c1-45e3-9e5c-02c0046d67fa" providerId="ADAL" clId="{0727E06A-3B49-4236-9D64-1FAAF9F282AC}" dt="2026-04-20T14:34:04.185" v="35" actId="164"/>
          <ac:inkMkLst>
            <pc:docMk/>
            <pc:sldMk cId="2758796449" sldId="257"/>
            <ac:inkMk id="519" creationId="{E2B3C05C-A839-1935-D42A-4A0D06A91933}"/>
          </ac:inkMkLst>
        </pc:inkChg>
        <pc:inkChg chg="mod">
          <ac:chgData name="植田 篤俊" userId="0d2b3cda-30c1-45e3-9e5c-02c0046d67fa" providerId="ADAL" clId="{0727E06A-3B49-4236-9D64-1FAAF9F282AC}" dt="2026-04-20T14:34:08.466" v="37" actId="164"/>
          <ac:inkMkLst>
            <pc:docMk/>
            <pc:sldMk cId="2758796449" sldId="257"/>
            <ac:inkMk id="528" creationId="{9CE9F9EF-242D-EF75-1942-4D1C22EFEC10}"/>
          </ac:inkMkLst>
        </pc:inkChg>
        <pc:inkChg chg="mod">
          <ac:chgData name="植田 篤俊" userId="0d2b3cda-30c1-45e3-9e5c-02c0046d67fa" providerId="ADAL" clId="{0727E06A-3B49-4236-9D64-1FAAF9F282AC}" dt="2026-04-20T14:34:10.241" v="38" actId="164"/>
          <ac:inkMkLst>
            <pc:docMk/>
            <pc:sldMk cId="2758796449" sldId="257"/>
            <ac:inkMk id="532" creationId="{DCB565C7-ED03-3D75-4A3C-A843E0960522}"/>
          </ac:inkMkLst>
        </pc:inkChg>
        <pc:inkChg chg="mod">
          <ac:chgData name="植田 篤俊" userId="0d2b3cda-30c1-45e3-9e5c-02c0046d67fa" providerId="ADAL" clId="{0727E06A-3B49-4236-9D64-1FAAF9F282AC}" dt="2026-04-20T14:34:10.241" v="38" actId="164"/>
          <ac:inkMkLst>
            <pc:docMk/>
            <pc:sldMk cId="2758796449" sldId="257"/>
            <ac:inkMk id="537" creationId="{0FCEBC37-90D0-B006-9B78-697E3ED0DEB9}"/>
          </ac:inkMkLst>
        </pc:inkChg>
        <pc:inkChg chg="mod">
          <ac:chgData name="植田 篤俊" userId="0d2b3cda-30c1-45e3-9e5c-02c0046d67fa" providerId="ADAL" clId="{0727E06A-3B49-4236-9D64-1FAAF9F282AC}" dt="2026-04-20T14:34:10.241" v="38" actId="164"/>
          <ac:inkMkLst>
            <pc:docMk/>
            <pc:sldMk cId="2758796449" sldId="257"/>
            <ac:inkMk id="564" creationId="{F768DF0E-1CE5-81F1-335C-59B3A248A065}"/>
          </ac:inkMkLst>
        </pc:inkChg>
        <pc:inkChg chg="mod">
          <ac:chgData name="植田 篤俊" userId="0d2b3cda-30c1-45e3-9e5c-02c0046d67fa" providerId="ADAL" clId="{0727E06A-3B49-4236-9D64-1FAAF9F282AC}" dt="2026-04-20T14:34:10.241" v="38" actId="164"/>
          <ac:inkMkLst>
            <pc:docMk/>
            <pc:sldMk cId="2758796449" sldId="257"/>
            <ac:inkMk id="589" creationId="{727AE7EC-7CDC-EC1D-6CD4-642A9BAD62D0}"/>
          </ac:inkMkLst>
        </pc:inkChg>
      </pc:sldChg>
      <pc:sldChg chg="addSp delSp modSp mod modAnim">
        <pc:chgData name="植田 篤俊" userId="0d2b3cda-30c1-45e3-9e5c-02c0046d67fa" providerId="ADAL" clId="{0727E06A-3B49-4236-9D64-1FAAF9F282AC}" dt="2026-04-20T15:31:28.062" v="163"/>
        <pc:sldMkLst>
          <pc:docMk/>
          <pc:sldMk cId="3493980762" sldId="258"/>
        </pc:sldMkLst>
        <pc:grpChg chg="add mod">
          <ac:chgData name="植田 篤俊" userId="0d2b3cda-30c1-45e3-9e5c-02c0046d67fa" providerId="ADAL" clId="{0727E06A-3B49-4236-9D64-1FAAF9F282AC}" dt="2026-04-20T14:26:29.245" v="12" actId="1076"/>
          <ac:grpSpMkLst>
            <pc:docMk/>
            <pc:sldMk cId="3493980762" sldId="258"/>
            <ac:grpSpMk id="194" creationId="{DA584E98-2085-44E5-04E5-2D646CA4BA3C}"/>
          </ac:grpSpMkLst>
        </pc:grpChg>
        <pc:grpChg chg="add mod">
          <ac:chgData name="植田 篤俊" userId="0d2b3cda-30c1-45e3-9e5c-02c0046d67fa" providerId="ADAL" clId="{0727E06A-3B49-4236-9D64-1FAAF9F282AC}" dt="2026-04-20T14:33:28.744" v="23" actId="164"/>
          <ac:grpSpMkLst>
            <pc:docMk/>
            <pc:sldMk cId="3493980762" sldId="258"/>
            <ac:grpSpMk id="197" creationId="{6C189094-C44B-AE52-EF55-D0B7C7ABCC4F}"/>
          </ac:grpSpMkLst>
        </pc:grpChg>
        <pc:grpChg chg="add mod">
          <ac:chgData name="植田 篤俊" userId="0d2b3cda-30c1-45e3-9e5c-02c0046d67fa" providerId="ADAL" clId="{0727E06A-3B49-4236-9D64-1FAAF9F282AC}" dt="2026-04-20T14:33:30.267" v="24" actId="164"/>
          <ac:grpSpMkLst>
            <pc:docMk/>
            <pc:sldMk cId="3493980762" sldId="258"/>
            <ac:grpSpMk id="198" creationId="{1B89C840-5C53-DB38-2809-05D8CA57607F}"/>
          </ac:grpSpMkLst>
        </pc:grpChg>
        <pc:grpChg chg="add mod">
          <ac:chgData name="植田 篤俊" userId="0d2b3cda-30c1-45e3-9e5c-02c0046d67fa" providerId="ADAL" clId="{0727E06A-3B49-4236-9D64-1FAAF9F282AC}" dt="2026-04-20T14:33:39.359" v="25" actId="164"/>
          <ac:grpSpMkLst>
            <pc:docMk/>
            <pc:sldMk cId="3493980762" sldId="258"/>
            <ac:grpSpMk id="199" creationId="{F11C5DE4-AEC2-15A9-C4B4-020F133F6311}"/>
          </ac:grpSpMkLst>
        </pc:grpChg>
        <pc:grpChg chg="add mod">
          <ac:chgData name="植田 篤俊" userId="0d2b3cda-30c1-45e3-9e5c-02c0046d67fa" providerId="ADAL" clId="{0727E06A-3B49-4236-9D64-1FAAF9F282AC}" dt="2026-04-20T14:33:41.507" v="26" actId="164"/>
          <ac:grpSpMkLst>
            <pc:docMk/>
            <pc:sldMk cId="3493980762" sldId="258"/>
            <ac:grpSpMk id="201" creationId="{A39A6866-CF97-F875-0636-1FEE81636384}"/>
          </ac:grpSpMkLst>
        </pc:grpChg>
        <pc:grpChg chg="add mod">
          <ac:chgData name="植田 篤俊" userId="0d2b3cda-30c1-45e3-9e5c-02c0046d67fa" providerId="ADAL" clId="{0727E06A-3B49-4236-9D64-1FAAF9F282AC}" dt="2026-04-20T14:33:43.003" v="27" actId="164"/>
          <ac:grpSpMkLst>
            <pc:docMk/>
            <pc:sldMk cId="3493980762" sldId="258"/>
            <ac:grpSpMk id="202" creationId="{EE732775-5E1C-8729-90FF-267B42F47301}"/>
          </ac:grpSpMkLst>
        </pc:grpChg>
        <pc:grpChg chg="add mod">
          <ac:chgData name="植田 篤俊" userId="0d2b3cda-30c1-45e3-9e5c-02c0046d67fa" providerId="ADAL" clId="{0727E06A-3B49-4236-9D64-1FAAF9F282AC}" dt="2026-04-20T14:33:44.593" v="28" actId="164"/>
          <ac:grpSpMkLst>
            <pc:docMk/>
            <pc:sldMk cId="3493980762" sldId="258"/>
            <ac:grpSpMk id="203" creationId="{0BE4F3E7-905A-B5B0-E66C-735AA910A1DF}"/>
          </ac:grpSpMkLst>
        </pc:grpChg>
        <pc:grpChg chg="add mod">
          <ac:chgData name="植田 篤俊" userId="0d2b3cda-30c1-45e3-9e5c-02c0046d67fa" providerId="ADAL" clId="{0727E06A-3B49-4236-9D64-1FAAF9F282AC}" dt="2026-04-20T14:33:48.244" v="29" actId="164"/>
          <ac:grpSpMkLst>
            <pc:docMk/>
            <pc:sldMk cId="3493980762" sldId="258"/>
            <ac:grpSpMk id="204" creationId="{622E6ECF-245C-631B-B641-8793CA8E772D}"/>
          </ac:grpSpMkLst>
        </pc:grpChg>
        <pc:grpChg chg="add mod">
          <ac:chgData name="植田 篤俊" userId="0d2b3cda-30c1-45e3-9e5c-02c0046d67fa" providerId="ADAL" clId="{0727E06A-3B49-4236-9D64-1FAAF9F282AC}" dt="2026-04-20T14:33:50.622" v="30" actId="164"/>
          <ac:grpSpMkLst>
            <pc:docMk/>
            <pc:sldMk cId="3493980762" sldId="258"/>
            <ac:grpSpMk id="205" creationId="{C64A7213-9D79-B0A3-D7F3-2E56B1E9184E}"/>
          </ac:grpSpMkLst>
        </pc:grpChg>
        <pc:grpChg chg="add mod">
          <ac:chgData name="植田 篤俊" userId="0d2b3cda-30c1-45e3-9e5c-02c0046d67fa" providerId="ADAL" clId="{0727E06A-3B49-4236-9D64-1FAAF9F282AC}" dt="2026-04-20T14:33:52.814" v="31" actId="164"/>
          <ac:grpSpMkLst>
            <pc:docMk/>
            <pc:sldMk cId="3493980762" sldId="258"/>
            <ac:grpSpMk id="206" creationId="{A9C54B7B-5BD3-C15A-B57A-7A5F03F45252}"/>
          </ac:grpSpMkLst>
        </pc:grpChg>
        <pc:grpChg chg="add mod">
          <ac:chgData name="植田 篤俊" userId="0d2b3cda-30c1-45e3-9e5c-02c0046d67fa" providerId="ADAL" clId="{0727E06A-3B49-4236-9D64-1FAAF9F282AC}" dt="2026-04-20T15:30:31.390" v="143" actId="164"/>
          <ac:grpSpMkLst>
            <pc:docMk/>
            <pc:sldMk cId="3493980762" sldId="258"/>
            <ac:grpSpMk id="207" creationId="{B49FB29C-2D9B-6B5B-5790-C6EDFE265052}"/>
          </ac:grpSpMkLst>
        </pc:grpChg>
        <pc:grpChg chg="add mod">
          <ac:chgData name="植田 篤俊" userId="0d2b3cda-30c1-45e3-9e5c-02c0046d67fa" providerId="ADAL" clId="{0727E06A-3B49-4236-9D64-1FAAF9F282AC}" dt="2026-04-20T15:30:31.390" v="143" actId="164"/>
          <ac:grpSpMkLst>
            <pc:docMk/>
            <pc:sldMk cId="3493980762" sldId="258"/>
            <ac:grpSpMk id="491" creationId="{D9AC2B43-01C1-FFE5-4725-7691938CF824}"/>
          </ac:grpSpMkLst>
        </pc:grpChg>
        <pc:grpChg chg="add mod">
          <ac:chgData name="植田 篤俊" userId="0d2b3cda-30c1-45e3-9e5c-02c0046d67fa" providerId="ADAL" clId="{0727E06A-3B49-4236-9D64-1FAAF9F282AC}" dt="2026-04-20T14:22:37.349" v="6" actId="1076"/>
          <ac:grpSpMkLst>
            <pc:docMk/>
            <pc:sldMk cId="3493980762" sldId="258"/>
            <ac:grpSpMk id="502" creationId="{7D4F01FA-3A59-0FEB-5995-CFF66916C812}"/>
          </ac:grpSpMkLst>
        </pc:grpChg>
        <pc:grpChg chg="add mod">
          <ac:chgData name="植田 篤俊" userId="0d2b3cda-30c1-45e3-9e5c-02c0046d67fa" providerId="ADAL" clId="{0727E06A-3B49-4236-9D64-1FAAF9F282AC}" dt="2026-04-20T14:22:37.349" v="6" actId="1076"/>
          <ac:grpSpMkLst>
            <pc:docMk/>
            <pc:sldMk cId="3493980762" sldId="258"/>
            <ac:grpSpMk id="554" creationId="{93EA1827-5482-49E5-2D8E-1FD8DF07428B}"/>
          </ac:grpSpMkLst>
        </pc:grpChg>
        <pc:grpChg chg="add mod">
          <ac:chgData name="植田 篤俊" userId="0d2b3cda-30c1-45e3-9e5c-02c0046d67fa" providerId="ADAL" clId="{0727E06A-3B49-4236-9D64-1FAAF9F282AC}" dt="2026-04-20T14:15:42.496" v="3" actId="164"/>
          <ac:grpSpMkLst>
            <pc:docMk/>
            <pc:sldMk cId="3493980762" sldId="258"/>
            <ac:grpSpMk id="560" creationId="{78B4AE0E-7C2A-111F-FD1A-43EFE4E3DDE0}"/>
          </ac:grpSpMkLst>
        </pc:grpChg>
        <pc:grpChg chg="add mod">
          <ac:chgData name="植田 篤俊" userId="0d2b3cda-30c1-45e3-9e5c-02c0046d67fa" providerId="ADAL" clId="{0727E06A-3B49-4236-9D64-1FAAF9F282AC}" dt="2026-04-20T14:22:37.349" v="6" actId="1076"/>
          <ac:grpSpMkLst>
            <pc:docMk/>
            <pc:sldMk cId="3493980762" sldId="258"/>
            <ac:grpSpMk id="568" creationId="{34A8ECAD-C1B4-AC9C-8341-B8F7BF1178D4}"/>
          </ac:grpSpMkLst>
        </pc:grpChg>
        <pc:grpChg chg="add mod">
          <ac:chgData name="植田 篤俊" userId="0d2b3cda-30c1-45e3-9e5c-02c0046d67fa" providerId="ADAL" clId="{0727E06A-3B49-4236-9D64-1FAAF9F282AC}" dt="2026-04-20T14:22:37.349" v="6" actId="1076"/>
          <ac:grpSpMkLst>
            <pc:docMk/>
            <pc:sldMk cId="3493980762" sldId="258"/>
            <ac:grpSpMk id="571" creationId="{6BA6310C-006B-3D53-EAA4-1E19F75AF7D8}"/>
          </ac:grpSpMkLst>
        </pc:grpChg>
        <pc:picChg chg="del">
          <ac:chgData name="植田 篤俊" userId="0d2b3cda-30c1-45e3-9e5c-02c0046d67fa" providerId="ADAL" clId="{0727E06A-3B49-4236-9D64-1FAAF9F282AC}" dt="2026-04-20T14:33:25.789" v="22" actId="478"/>
          <ac:picMkLst>
            <pc:docMk/>
            <pc:sldMk cId="3493980762" sldId="258"/>
            <ac:picMk id="13" creationId="{E9189616-4994-78AD-0DBA-89531E674EC4}"/>
          </ac:picMkLst>
        </pc:picChg>
        <pc:picChg chg="add mod ord">
          <ac:chgData name="植田 篤俊" userId="0d2b3cda-30c1-45e3-9e5c-02c0046d67fa" providerId="ADAL" clId="{0727E06A-3B49-4236-9D64-1FAAF9F282AC}" dt="2026-04-20T15:31:14.140" v="158" actId="167"/>
          <ac:picMkLst>
            <pc:docMk/>
            <pc:sldMk cId="3493980762" sldId="258"/>
            <ac:picMk id="193" creationId="{70E5C27B-1A6E-0E2B-B510-2511B4B9BDCA}"/>
          </ac:picMkLst>
        </pc:picChg>
        <pc:picChg chg="add mod ord">
          <ac:chgData name="植田 篤俊" userId="0d2b3cda-30c1-45e3-9e5c-02c0046d67fa" providerId="ADAL" clId="{0727E06A-3B49-4236-9D64-1FAAF9F282AC}" dt="2026-04-20T15:31:05.246" v="155" actId="167"/>
          <ac:picMkLst>
            <pc:docMk/>
            <pc:sldMk cId="3493980762" sldId="258"/>
            <ac:picMk id="196" creationId="{A3436604-C2F7-798E-3F2C-6BD8B873D934}"/>
          </ac:picMkLst>
        </pc:picChg>
        <pc:inkChg chg="mod">
          <ac:chgData name="植田 篤俊" userId="0d2b3cda-30c1-45e3-9e5c-02c0046d67fa" providerId="ADAL" clId="{0727E06A-3B49-4236-9D64-1FAAF9F282AC}" dt="2026-04-20T14:15:42.496" v="3" actId="164"/>
          <ac:inkMkLst>
            <pc:docMk/>
            <pc:sldMk cId="3493980762" sldId="258"/>
            <ac:inkMk id="5" creationId="{7767543E-CD84-AEBB-FD95-CF2CC0416D02}"/>
          </ac:inkMkLst>
        </pc:inkChg>
        <pc:inkChg chg="mod">
          <ac:chgData name="植田 篤俊" userId="0d2b3cda-30c1-45e3-9e5c-02c0046d67fa" providerId="ADAL" clId="{0727E06A-3B49-4236-9D64-1FAAF9F282AC}" dt="2026-04-20T14:15:32.756" v="2" actId="164"/>
          <ac:inkMkLst>
            <pc:docMk/>
            <pc:sldMk cId="3493980762" sldId="258"/>
            <ac:inkMk id="10" creationId="{54A1C539-28A2-E926-DDD3-3F7245DA89EE}"/>
          </ac:inkMkLst>
        </pc:inkChg>
        <pc:inkChg chg="mod">
          <ac:chgData name="植田 篤俊" userId="0d2b3cda-30c1-45e3-9e5c-02c0046d67fa" providerId="ADAL" clId="{0727E06A-3B49-4236-9D64-1FAAF9F282AC}" dt="2026-04-20T14:33:50.622" v="30" actId="164"/>
          <ac:inkMkLst>
            <pc:docMk/>
            <pc:sldMk cId="3493980762" sldId="258"/>
            <ac:inkMk id="11" creationId="{B4ECF234-0BA1-BB29-7A49-2691A953CB8A}"/>
          </ac:inkMkLst>
        </pc:inkChg>
        <pc:inkChg chg="mod">
          <ac:chgData name="植田 篤俊" userId="0d2b3cda-30c1-45e3-9e5c-02c0046d67fa" providerId="ADAL" clId="{0727E06A-3B49-4236-9D64-1FAAF9F282AC}" dt="2026-04-20T14:15:42.496" v="3" actId="164"/>
          <ac:inkMkLst>
            <pc:docMk/>
            <pc:sldMk cId="3493980762" sldId="258"/>
            <ac:inkMk id="22" creationId="{D9BFDA38-9D8F-23DA-078D-E8E77411DBC2}"/>
          </ac:inkMkLst>
        </pc:inkChg>
        <pc:inkChg chg="mod">
          <ac:chgData name="植田 篤俊" userId="0d2b3cda-30c1-45e3-9e5c-02c0046d67fa" providerId="ADAL" clId="{0727E06A-3B49-4236-9D64-1FAAF9F282AC}" dt="2026-04-20T14:15:42.496" v="3" actId="164"/>
          <ac:inkMkLst>
            <pc:docMk/>
            <pc:sldMk cId="3493980762" sldId="258"/>
            <ac:inkMk id="23" creationId="{09AAD395-EEBE-11AC-92B4-16F59F872EB2}"/>
          </ac:inkMkLst>
        </pc:inkChg>
        <pc:inkChg chg="mod">
          <ac:chgData name="植田 篤俊" userId="0d2b3cda-30c1-45e3-9e5c-02c0046d67fa" providerId="ADAL" clId="{0727E06A-3B49-4236-9D64-1FAAF9F282AC}" dt="2026-04-20T14:15:42.496" v="3" actId="164"/>
          <ac:inkMkLst>
            <pc:docMk/>
            <pc:sldMk cId="3493980762" sldId="258"/>
            <ac:inkMk id="24" creationId="{230983F9-AB7C-5759-C886-95CA7C5E3AEA}"/>
          </ac:inkMkLst>
        </pc:inkChg>
        <pc:inkChg chg="mod">
          <ac:chgData name="植田 篤俊" userId="0d2b3cda-30c1-45e3-9e5c-02c0046d67fa" providerId="ADAL" clId="{0727E06A-3B49-4236-9D64-1FAAF9F282AC}" dt="2026-04-20T14:15:32.756" v="2" actId="164"/>
          <ac:inkMkLst>
            <pc:docMk/>
            <pc:sldMk cId="3493980762" sldId="258"/>
            <ac:inkMk id="25" creationId="{B0CCA238-7034-79BA-453D-AB62B8017E4E}"/>
          </ac:inkMkLst>
        </pc:inkChg>
        <pc:inkChg chg="mod">
          <ac:chgData name="植田 篤俊" userId="0d2b3cda-30c1-45e3-9e5c-02c0046d67fa" providerId="ADAL" clId="{0727E06A-3B49-4236-9D64-1FAAF9F282AC}" dt="2026-04-20T14:33:39.359" v="25" actId="164"/>
          <ac:inkMkLst>
            <pc:docMk/>
            <pc:sldMk cId="3493980762" sldId="258"/>
            <ac:inkMk id="26" creationId="{FF838AC1-F5CC-5EE2-919A-22631A365C7F}"/>
          </ac:inkMkLst>
        </pc:inkChg>
        <pc:inkChg chg="mod">
          <ac:chgData name="植田 篤俊" userId="0d2b3cda-30c1-45e3-9e5c-02c0046d67fa" providerId="ADAL" clId="{0727E06A-3B49-4236-9D64-1FAAF9F282AC}" dt="2026-04-20T14:12:07.954" v="0" actId="164"/>
          <ac:inkMkLst>
            <pc:docMk/>
            <pc:sldMk cId="3493980762" sldId="258"/>
            <ac:inkMk id="28" creationId="{04A1A742-30E0-23C2-29FA-2D2EA7AFA489}"/>
          </ac:inkMkLst>
        </pc:inkChg>
        <pc:inkChg chg="mod">
          <ac:chgData name="植田 篤俊" userId="0d2b3cda-30c1-45e3-9e5c-02c0046d67fa" providerId="ADAL" clId="{0727E06A-3B49-4236-9D64-1FAAF9F282AC}" dt="2026-04-20T14:33:39.359" v="25" actId="164"/>
          <ac:inkMkLst>
            <pc:docMk/>
            <pc:sldMk cId="3493980762" sldId="258"/>
            <ac:inkMk id="34" creationId="{7D9954A5-A6B5-4341-036F-24D07C91DBDC}"/>
          </ac:inkMkLst>
        </pc:inkChg>
        <pc:inkChg chg="mod">
          <ac:chgData name="植田 篤俊" userId="0d2b3cda-30c1-45e3-9e5c-02c0046d67fa" providerId="ADAL" clId="{0727E06A-3B49-4236-9D64-1FAAF9F282AC}" dt="2026-04-20T14:15:32.756" v="2" actId="164"/>
          <ac:inkMkLst>
            <pc:docMk/>
            <pc:sldMk cId="3493980762" sldId="258"/>
            <ac:inkMk id="36" creationId="{596952F1-308C-9CDE-F811-41A3D4F1DE9D}"/>
          </ac:inkMkLst>
        </pc:inkChg>
        <pc:inkChg chg="mod">
          <ac:chgData name="植田 篤俊" userId="0d2b3cda-30c1-45e3-9e5c-02c0046d67fa" providerId="ADAL" clId="{0727E06A-3B49-4236-9D64-1FAAF9F282AC}" dt="2026-04-20T14:33:28.744" v="23" actId="164"/>
          <ac:inkMkLst>
            <pc:docMk/>
            <pc:sldMk cId="3493980762" sldId="258"/>
            <ac:inkMk id="37" creationId="{B5E6994B-46C6-511F-A9B5-9232031458E4}"/>
          </ac:inkMkLst>
        </pc:inkChg>
        <pc:inkChg chg="mod">
          <ac:chgData name="植田 篤俊" userId="0d2b3cda-30c1-45e3-9e5c-02c0046d67fa" providerId="ADAL" clId="{0727E06A-3B49-4236-9D64-1FAAF9F282AC}" dt="2026-04-20T14:15:42.496" v="3" actId="164"/>
          <ac:inkMkLst>
            <pc:docMk/>
            <pc:sldMk cId="3493980762" sldId="258"/>
            <ac:inkMk id="40" creationId="{4FD93A40-E7A1-CE20-F8FB-41D7D0095BC3}"/>
          </ac:inkMkLst>
        </pc:inkChg>
        <pc:inkChg chg="mod">
          <ac:chgData name="植田 篤俊" userId="0d2b3cda-30c1-45e3-9e5c-02c0046d67fa" providerId="ADAL" clId="{0727E06A-3B49-4236-9D64-1FAAF9F282AC}" dt="2026-04-20T14:15:42.496" v="3" actId="164"/>
          <ac:inkMkLst>
            <pc:docMk/>
            <pc:sldMk cId="3493980762" sldId="258"/>
            <ac:inkMk id="41" creationId="{34A464B1-DB43-2460-95AD-D21D699A1C90}"/>
          </ac:inkMkLst>
        </pc:inkChg>
        <pc:inkChg chg="mod">
          <ac:chgData name="植田 篤俊" userId="0d2b3cda-30c1-45e3-9e5c-02c0046d67fa" providerId="ADAL" clId="{0727E06A-3B49-4236-9D64-1FAAF9F282AC}" dt="2026-04-20T14:33:39.359" v="25" actId="164"/>
          <ac:inkMkLst>
            <pc:docMk/>
            <pc:sldMk cId="3493980762" sldId="258"/>
            <ac:inkMk id="42" creationId="{40945187-FE6B-2BA0-3C42-46AE53A86FEF}"/>
          </ac:inkMkLst>
        </pc:inkChg>
        <pc:inkChg chg="mod">
          <ac:chgData name="植田 篤俊" userId="0d2b3cda-30c1-45e3-9e5c-02c0046d67fa" providerId="ADAL" clId="{0727E06A-3B49-4236-9D64-1FAAF9F282AC}" dt="2026-04-20T14:33:39.359" v="25" actId="164"/>
          <ac:inkMkLst>
            <pc:docMk/>
            <pc:sldMk cId="3493980762" sldId="258"/>
            <ac:inkMk id="47" creationId="{1B9C68F3-E83A-611F-D1D7-B5C1A658DA9D}"/>
          </ac:inkMkLst>
        </pc:inkChg>
        <pc:inkChg chg="mod">
          <ac:chgData name="植田 篤俊" userId="0d2b3cda-30c1-45e3-9e5c-02c0046d67fa" providerId="ADAL" clId="{0727E06A-3B49-4236-9D64-1FAAF9F282AC}" dt="2026-04-20T14:15:42.496" v="3" actId="164"/>
          <ac:inkMkLst>
            <pc:docMk/>
            <pc:sldMk cId="3493980762" sldId="258"/>
            <ac:inkMk id="49" creationId="{ACE71C66-8BCF-A579-C780-119388A9F153}"/>
          </ac:inkMkLst>
        </pc:inkChg>
        <pc:inkChg chg="mod">
          <ac:chgData name="植田 篤俊" userId="0d2b3cda-30c1-45e3-9e5c-02c0046d67fa" providerId="ADAL" clId="{0727E06A-3B49-4236-9D64-1FAAF9F282AC}" dt="2026-04-20T14:33:39.359" v="25" actId="164"/>
          <ac:inkMkLst>
            <pc:docMk/>
            <pc:sldMk cId="3493980762" sldId="258"/>
            <ac:inkMk id="51" creationId="{93600F65-F460-D241-524A-426C25353F7E}"/>
          </ac:inkMkLst>
        </pc:inkChg>
        <pc:inkChg chg="mod">
          <ac:chgData name="植田 篤俊" userId="0d2b3cda-30c1-45e3-9e5c-02c0046d67fa" providerId="ADAL" clId="{0727E06A-3B49-4236-9D64-1FAAF9F282AC}" dt="2026-04-20T14:33:39.359" v="25" actId="164"/>
          <ac:inkMkLst>
            <pc:docMk/>
            <pc:sldMk cId="3493980762" sldId="258"/>
            <ac:inkMk id="52" creationId="{469CA357-C452-9695-C50F-6C280716BE97}"/>
          </ac:inkMkLst>
        </pc:inkChg>
        <pc:inkChg chg="mod">
          <ac:chgData name="植田 篤俊" userId="0d2b3cda-30c1-45e3-9e5c-02c0046d67fa" providerId="ADAL" clId="{0727E06A-3B49-4236-9D64-1FAAF9F282AC}" dt="2026-04-20T14:33:28.744" v="23" actId="164"/>
          <ac:inkMkLst>
            <pc:docMk/>
            <pc:sldMk cId="3493980762" sldId="258"/>
            <ac:inkMk id="54" creationId="{9222921E-CBA7-267F-D21D-75BEADC45EE8}"/>
          </ac:inkMkLst>
        </pc:inkChg>
        <pc:inkChg chg="mod">
          <ac:chgData name="植田 篤俊" userId="0d2b3cda-30c1-45e3-9e5c-02c0046d67fa" providerId="ADAL" clId="{0727E06A-3B49-4236-9D64-1FAAF9F282AC}" dt="2026-04-20T14:12:07.954" v="0" actId="164"/>
          <ac:inkMkLst>
            <pc:docMk/>
            <pc:sldMk cId="3493980762" sldId="258"/>
            <ac:inkMk id="57" creationId="{67BC3B09-859F-447E-68A4-C648EEA05572}"/>
          </ac:inkMkLst>
        </pc:inkChg>
        <pc:inkChg chg="mod">
          <ac:chgData name="植田 篤俊" userId="0d2b3cda-30c1-45e3-9e5c-02c0046d67fa" providerId="ADAL" clId="{0727E06A-3B49-4236-9D64-1FAAF9F282AC}" dt="2026-04-20T14:33:39.359" v="25" actId="164"/>
          <ac:inkMkLst>
            <pc:docMk/>
            <pc:sldMk cId="3493980762" sldId="258"/>
            <ac:inkMk id="58" creationId="{9375C09F-FB1E-2DA4-A727-4E007C993274}"/>
          </ac:inkMkLst>
        </pc:inkChg>
        <pc:inkChg chg="mod">
          <ac:chgData name="植田 篤俊" userId="0d2b3cda-30c1-45e3-9e5c-02c0046d67fa" providerId="ADAL" clId="{0727E06A-3B49-4236-9D64-1FAAF9F282AC}" dt="2026-04-20T14:15:44.145" v="4" actId="164"/>
          <ac:inkMkLst>
            <pc:docMk/>
            <pc:sldMk cId="3493980762" sldId="258"/>
            <ac:inkMk id="59" creationId="{78F7FB3D-753A-E6BA-F4D4-62EF20614A54}"/>
          </ac:inkMkLst>
        </pc:inkChg>
        <pc:inkChg chg="mod">
          <ac:chgData name="植田 篤俊" userId="0d2b3cda-30c1-45e3-9e5c-02c0046d67fa" providerId="ADAL" clId="{0727E06A-3B49-4236-9D64-1FAAF9F282AC}" dt="2026-04-20T14:33:43.003" v="27" actId="164"/>
          <ac:inkMkLst>
            <pc:docMk/>
            <pc:sldMk cId="3493980762" sldId="258"/>
            <ac:inkMk id="69" creationId="{6B646997-48BA-AC79-5944-05F57AB62F7E}"/>
          </ac:inkMkLst>
        </pc:inkChg>
        <pc:inkChg chg="mod">
          <ac:chgData name="植田 篤俊" userId="0d2b3cda-30c1-45e3-9e5c-02c0046d67fa" providerId="ADAL" clId="{0727E06A-3B49-4236-9D64-1FAAF9F282AC}" dt="2026-04-20T14:33:43.003" v="27" actId="164"/>
          <ac:inkMkLst>
            <pc:docMk/>
            <pc:sldMk cId="3493980762" sldId="258"/>
            <ac:inkMk id="70" creationId="{F5B2AE11-2B7D-E6F1-A58F-940F31516DCF}"/>
          </ac:inkMkLst>
        </pc:inkChg>
        <pc:inkChg chg="mod">
          <ac:chgData name="植田 篤俊" userId="0d2b3cda-30c1-45e3-9e5c-02c0046d67fa" providerId="ADAL" clId="{0727E06A-3B49-4236-9D64-1FAAF9F282AC}" dt="2026-04-20T14:33:43.003" v="27" actId="164"/>
          <ac:inkMkLst>
            <pc:docMk/>
            <pc:sldMk cId="3493980762" sldId="258"/>
            <ac:inkMk id="71" creationId="{33E4557C-271A-2C37-A06E-411D94322CDC}"/>
          </ac:inkMkLst>
        </pc:inkChg>
        <pc:inkChg chg="mod">
          <ac:chgData name="植田 篤俊" userId="0d2b3cda-30c1-45e3-9e5c-02c0046d67fa" providerId="ADAL" clId="{0727E06A-3B49-4236-9D64-1FAAF9F282AC}" dt="2026-04-20T14:15:44.145" v="4" actId="164"/>
          <ac:inkMkLst>
            <pc:docMk/>
            <pc:sldMk cId="3493980762" sldId="258"/>
            <ac:inkMk id="77" creationId="{E3C60A1E-78F1-71F5-508B-07E8B11C6951}"/>
          </ac:inkMkLst>
        </pc:inkChg>
        <pc:inkChg chg="mod">
          <ac:chgData name="植田 篤俊" userId="0d2b3cda-30c1-45e3-9e5c-02c0046d67fa" providerId="ADAL" clId="{0727E06A-3B49-4236-9D64-1FAAF9F282AC}" dt="2026-04-20T14:15:44.145" v="4" actId="164"/>
          <ac:inkMkLst>
            <pc:docMk/>
            <pc:sldMk cId="3493980762" sldId="258"/>
            <ac:inkMk id="78" creationId="{5CDBA977-ABE8-D577-F844-8A70E3CF768C}"/>
          </ac:inkMkLst>
        </pc:inkChg>
        <pc:inkChg chg="mod">
          <ac:chgData name="植田 篤俊" userId="0d2b3cda-30c1-45e3-9e5c-02c0046d67fa" providerId="ADAL" clId="{0727E06A-3B49-4236-9D64-1FAAF9F282AC}" dt="2026-04-20T14:33:43.003" v="27" actId="164"/>
          <ac:inkMkLst>
            <pc:docMk/>
            <pc:sldMk cId="3493980762" sldId="258"/>
            <ac:inkMk id="85" creationId="{39FF472C-4A7F-B51F-2A70-158F0857832D}"/>
          </ac:inkMkLst>
        </pc:inkChg>
        <pc:inkChg chg="mod">
          <ac:chgData name="植田 篤俊" userId="0d2b3cda-30c1-45e3-9e5c-02c0046d67fa" providerId="ADAL" clId="{0727E06A-3B49-4236-9D64-1FAAF9F282AC}" dt="2026-04-20T14:33:43.003" v="27" actId="164"/>
          <ac:inkMkLst>
            <pc:docMk/>
            <pc:sldMk cId="3493980762" sldId="258"/>
            <ac:inkMk id="86" creationId="{979B1012-35E6-D7DD-9340-B56376719BDB}"/>
          </ac:inkMkLst>
        </pc:inkChg>
        <pc:inkChg chg="mod">
          <ac:chgData name="植田 篤俊" userId="0d2b3cda-30c1-45e3-9e5c-02c0046d67fa" providerId="ADAL" clId="{0727E06A-3B49-4236-9D64-1FAAF9F282AC}" dt="2026-04-20T14:15:44.145" v="4" actId="164"/>
          <ac:inkMkLst>
            <pc:docMk/>
            <pc:sldMk cId="3493980762" sldId="258"/>
            <ac:inkMk id="87" creationId="{18EFC1B6-19F6-D029-EAAA-A5DBEBC5794B}"/>
          </ac:inkMkLst>
        </pc:inkChg>
        <pc:inkChg chg="mod">
          <ac:chgData name="植田 篤俊" userId="0d2b3cda-30c1-45e3-9e5c-02c0046d67fa" providerId="ADAL" clId="{0727E06A-3B49-4236-9D64-1FAAF9F282AC}" dt="2026-04-20T14:14:13.031" v="1" actId="164"/>
          <ac:inkMkLst>
            <pc:docMk/>
            <pc:sldMk cId="3493980762" sldId="258"/>
            <ac:inkMk id="91" creationId="{775CFD20-E90E-808D-111E-B0080124C930}"/>
          </ac:inkMkLst>
        </pc:inkChg>
        <pc:inkChg chg="mod">
          <ac:chgData name="植田 篤俊" userId="0d2b3cda-30c1-45e3-9e5c-02c0046d67fa" providerId="ADAL" clId="{0727E06A-3B49-4236-9D64-1FAAF9F282AC}" dt="2026-04-20T14:14:13.031" v="1" actId="164"/>
          <ac:inkMkLst>
            <pc:docMk/>
            <pc:sldMk cId="3493980762" sldId="258"/>
            <ac:inkMk id="92" creationId="{CC437AF5-70DC-7CF5-50F1-F2C545A98131}"/>
          </ac:inkMkLst>
        </pc:inkChg>
        <pc:inkChg chg="mod">
          <ac:chgData name="植田 篤俊" userId="0d2b3cda-30c1-45e3-9e5c-02c0046d67fa" providerId="ADAL" clId="{0727E06A-3B49-4236-9D64-1FAAF9F282AC}" dt="2026-04-20T14:33:43.003" v="27" actId="164"/>
          <ac:inkMkLst>
            <pc:docMk/>
            <pc:sldMk cId="3493980762" sldId="258"/>
            <ac:inkMk id="93" creationId="{8B6E337B-97E3-A8BF-4328-36A376D0F64A}"/>
          </ac:inkMkLst>
        </pc:inkChg>
        <pc:inkChg chg="mod">
          <ac:chgData name="植田 篤俊" userId="0d2b3cda-30c1-45e3-9e5c-02c0046d67fa" providerId="ADAL" clId="{0727E06A-3B49-4236-9D64-1FAAF9F282AC}" dt="2026-04-20T14:14:13.031" v="1" actId="164"/>
          <ac:inkMkLst>
            <pc:docMk/>
            <pc:sldMk cId="3493980762" sldId="258"/>
            <ac:inkMk id="94" creationId="{346A97E0-78BD-2B4F-D7A4-38EADB990426}"/>
          </ac:inkMkLst>
        </pc:inkChg>
        <pc:inkChg chg="mod">
          <ac:chgData name="植田 篤俊" userId="0d2b3cda-30c1-45e3-9e5c-02c0046d67fa" providerId="ADAL" clId="{0727E06A-3B49-4236-9D64-1FAAF9F282AC}" dt="2026-04-20T14:33:52.814" v="31" actId="164"/>
          <ac:inkMkLst>
            <pc:docMk/>
            <pc:sldMk cId="3493980762" sldId="258"/>
            <ac:inkMk id="95" creationId="{8DFCAA1F-82E1-4541-2848-176C4CE5B53D}"/>
          </ac:inkMkLst>
        </pc:inkChg>
        <pc:inkChg chg="mod">
          <ac:chgData name="植田 篤俊" userId="0d2b3cda-30c1-45e3-9e5c-02c0046d67fa" providerId="ADAL" clId="{0727E06A-3B49-4236-9D64-1FAAF9F282AC}" dt="2026-04-20T14:33:52.814" v="31" actId="164"/>
          <ac:inkMkLst>
            <pc:docMk/>
            <pc:sldMk cId="3493980762" sldId="258"/>
            <ac:inkMk id="96" creationId="{257F09E8-3D9C-D1E7-CF5E-906CED739E31}"/>
          </ac:inkMkLst>
        </pc:inkChg>
        <pc:inkChg chg="mod">
          <ac:chgData name="植田 篤俊" userId="0d2b3cda-30c1-45e3-9e5c-02c0046d67fa" providerId="ADAL" clId="{0727E06A-3B49-4236-9D64-1FAAF9F282AC}" dt="2026-04-20T14:33:52.814" v="31" actId="164"/>
          <ac:inkMkLst>
            <pc:docMk/>
            <pc:sldMk cId="3493980762" sldId="258"/>
            <ac:inkMk id="97" creationId="{5C00EB3A-8862-933B-8F26-9AF1C1B30991}"/>
          </ac:inkMkLst>
        </pc:inkChg>
        <pc:inkChg chg="mod">
          <ac:chgData name="植田 篤俊" userId="0d2b3cda-30c1-45e3-9e5c-02c0046d67fa" providerId="ADAL" clId="{0727E06A-3B49-4236-9D64-1FAAF9F282AC}" dt="2026-04-20T14:33:52.814" v="31" actId="164"/>
          <ac:inkMkLst>
            <pc:docMk/>
            <pc:sldMk cId="3493980762" sldId="258"/>
            <ac:inkMk id="98" creationId="{C0627D76-9009-ACCF-D78F-5B542DCA3918}"/>
          </ac:inkMkLst>
        </pc:inkChg>
        <pc:inkChg chg="mod">
          <ac:chgData name="植田 篤俊" userId="0d2b3cda-30c1-45e3-9e5c-02c0046d67fa" providerId="ADAL" clId="{0727E06A-3B49-4236-9D64-1FAAF9F282AC}" dt="2026-04-20T14:33:43.003" v="27" actId="164"/>
          <ac:inkMkLst>
            <pc:docMk/>
            <pc:sldMk cId="3493980762" sldId="258"/>
            <ac:inkMk id="99" creationId="{4F212854-887B-3A4F-AED7-902185E7F2AE}"/>
          </ac:inkMkLst>
        </pc:inkChg>
        <pc:inkChg chg="mod">
          <ac:chgData name="植田 篤俊" userId="0d2b3cda-30c1-45e3-9e5c-02c0046d67fa" providerId="ADAL" clId="{0727E06A-3B49-4236-9D64-1FAAF9F282AC}" dt="2026-04-20T14:33:52.814" v="31" actId="164"/>
          <ac:inkMkLst>
            <pc:docMk/>
            <pc:sldMk cId="3493980762" sldId="258"/>
            <ac:inkMk id="100" creationId="{4CB1948E-6152-CC31-6661-21D9222D2CD7}"/>
          </ac:inkMkLst>
        </pc:inkChg>
        <pc:inkChg chg="mod">
          <ac:chgData name="植田 篤俊" userId="0d2b3cda-30c1-45e3-9e5c-02c0046d67fa" providerId="ADAL" clId="{0727E06A-3B49-4236-9D64-1FAAF9F282AC}" dt="2026-04-20T14:15:45.922" v="5" actId="164"/>
          <ac:inkMkLst>
            <pc:docMk/>
            <pc:sldMk cId="3493980762" sldId="258"/>
            <ac:inkMk id="103" creationId="{7FDD96CD-8290-14EE-3449-20556F047424}"/>
          </ac:inkMkLst>
        </pc:inkChg>
        <pc:inkChg chg="mod">
          <ac:chgData name="植田 篤俊" userId="0d2b3cda-30c1-45e3-9e5c-02c0046d67fa" providerId="ADAL" clId="{0727E06A-3B49-4236-9D64-1FAAF9F282AC}" dt="2026-04-20T14:33:43.003" v="27" actId="164"/>
          <ac:inkMkLst>
            <pc:docMk/>
            <pc:sldMk cId="3493980762" sldId="258"/>
            <ac:inkMk id="107" creationId="{F0A038E5-F643-024E-02C1-9D3D0894A630}"/>
          </ac:inkMkLst>
        </pc:inkChg>
        <pc:inkChg chg="mod">
          <ac:chgData name="植田 篤俊" userId="0d2b3cda-30c1-45e3-9e5c-02c0046d67fa" providerId="ADAL" clId="{0727E06A-3B49-4236-9D64-1FAAF9F282AC}" dt="2026-04-20T14:15:45.922" v="5" actId="164"/>
          <ac:inkMkLst>
            <pc:docMk/>
            <pc:sldMk cId="3493980762" sldId="258"/>
            <ac:inkMk id="108" creationId="{33C80734-D650-2717-4D02-2879E4712795}"/>
          </ac:inkMkLst>
        </pc:inkChg>
        <pc:inkChg chg="mod">
          <ac:chgData name="植田 篤俊" userId="0d2b3cda-30c1-45e3-9e5c-02c0046d67fa" providerId="ADAL" clId="{0727E06A-3B49-4236-9D64-1FAAF9F282AC}" dt="2026-04-20T14:33:52.814" v="31" actId="164"/>
          <ac:inkMkLst>
            <pc:docMk/>
            <pc:sldMk cId="3493980762" sldId="258"/>
            <ac:inkMk id="112" creationId="{2199C0B6-5DFD-827B-0960-E7AC8BB80F6C}"/>
          </ac:inkMkLst>
        </pc:inkChg>
        <pc:inkChg chg="mod">
          <ac:chgData name="植田 篤俊" userId="0d2b3cda-30c1-45e3-9e5c-02c0046d67fa" providerId="ADAL" clId="{0727E06A-3B49-4236-9D64-1FAAF9F282AC}" dt="2026-04-20T14:14:13.031" v="1" actId="164"/>
          <ac:inkMkLst>
            <pc:docMk/>
            <pc:sldMk cId="3493980762" sldId="258"/>
            <ac:inkMk id="113" creationId="{59315B3B-D562-C72E-FA36-C5992BD5341E}"/>
          </ac:inkMkLst>
        </pc:inkChg>
        <pc:inkChg chg="mod">
          <ac:chgData name="植田 篤俊" userId="0d2b3cda-30c1-45e3-9e5c-02c0046d67fa" providerId="ADAL" clId="{0727E06A-3B49-4236-9D64-1FAAF9F282AC}" dt="2026-04-20T14:33:52.814" v="31" actId="164"/>
          <ac:inkMkLst>
            <pc:docMk/>
            <pc:sldMk cId="3493980762" sldId="258"/>
            <ac:inkMk id="114" creationId="{6CE001AD-B05C-D690-4426-F76B2109653E}"/>
          </ac:inkMkLst>
        </pc:inkChg>
        <pc:inkChg chg="mod">
          <ac:chgData name="植田 篤俊" userId="0d2b3cda-30c1-45e3-9e5c-02c0046d67fa" providerId="ADAL" clId="{0727E06A-3B49-4236-9D64-1FAAF9F282AC}" dt="2026-04-20T14:15:45.922" v="5" actId="164"/>
          <ac:inkMkLst>
            <pc:docMk/>
            <pc:sldMk cId="3493980762" sldId="258"/>
            <ac:inkMk id="117" creationId="{054E71D6-096D-9A26-E9B7-20874D947B48}"/>
          </ac:inkMkLst>
        </pc:inkChg>
        <pc:inkChg chg="mod">
          <ac:chgData name="植田 篤俊" userId="0d2b3cda-30c1-45e3-9e5c-02c0046d67fa" providerId="ADAL" clId="{0727E06A-3B49-4236-9D64-1FAAF9F282AC}" dt="2026-04-20T14:15:45.922" v="5" actId="164"/>
          <ac:inkMkLst>
            <pc:docMk/>
            <pc:sldMk cId="3493980762" sldId="258"/>
            <ac:inkMk id="118" creationId="{6053F7C0-016F-D181-3E88-2CC249560851}"/>
          </ac:inkMkLst>
        </pc:inkChg>
        <pc:inkChg chg="mod">
          <ac:chgData name="植田 篤俊" userId="0d2b3cda-30c1-45e3-9e5c-02c0046d67fa" providerId="ADAL" clId="{0727E06A-3B49-4236-9D64-1FAAF9F282AC}" dt="2026-04-20T14:15:45.922" v="5" actId="164"/>
          <ac:inkMkLst>
            <pc:docMk/>
            <pc:sldMk cId="3493980762" sldId="258"/>
            <ac:inkMk id="119" creationId="{3F0ED058-8B06-4802-68DB-7A0C01314EB3}"/>
          </ac:inkMkLst>
        </pc:inkChg>
        <pc:inkChg chg="mod">
          <ac:chgData name="植田 篤俊" userId="0d2b3cda-30c1-45e3-9e5c-02c0046d67fa" providerId="ADAL" clId="{0727E06A-3B49-4236-9D64-1FAAF9F282AC}" dt="2026-04-20T14:33:52.814" v="31" actId="164"/>
          <ac:inkMkLst>
            <pc:docMk/>
            <pc:sldMk cId="3493980762" sldId="258"/>
            <ac:inkMk id="121" creationId="{01DE8165-09E9-6D73-9800-6F0050B82154}"/>
          </ac:inkMkLst>
        </pc:inkChg>
        <pc:inkChg chg="mod">
          <ac:chgData name="植田 篤俊" userId="0d2b3cda-30c1-45e3-9e5c-02c0046d67fa" providerId="ADAL" clId="{0727E06A-3B49-4236-9D64-1FAAF9F282AC}" dt="2026-04-20T14:33:30.267" v="24" actId="164"/>
          <ac:inkMkLst>
            <pc:docMk/>
            <pc:sldMk cId="3493980762" sldId="258"/>
            <ac:inkMk id="134" creationId="{C5AC5776-8F5C-3F42-1DB5-AC5F0DC00146}"/>
          </ac:inkMkLst>
        </pc:inkChg>
        <pc:inkChg chg="mod">
          <ac:chgData name="植田 篤俊" userId="0d2b3cda-30c1-45e3-9e5c-02c0046d67fa" providerId="ADAL" clId="{0727E06A-3B49-4236-9D64-1FAAF9F282AC}" dt="2026-04-20T14:33:30.267" v="24" actId="164"/>
          <ac:inkMkLst>
            <pc:docMk/>
            <pc:sldMk cId="3493980762" sldId="258"/>
            <ac:inkMk id="135" creationId="{620A1A4B-5499-EBD1-8CB0-6467B6C58545}"/>
          </ac:inkMkLst>
        </pc:inkChg>
        <pc:inkChg chg="mod">
          <ac:chgData name="植田 篤俊" userId="0d2b3cda-30c1-45e3-9e5c-02c0046d67fa" providerId="ADAL" clId="{0727E06A-3B49-4236-9D64-1FAAF9F282AC}" dt="2026-04-20T14:14:13.031" v="1" actId="164"/>
          <ac:inkMkLst>
            <pc:docMk/>
            <pc:sldMk cId="3493980762" sldId="258"/>
            <ac:inkMk id="138" creationId="{D340B354-384E-6FC2-C423-DE9E29297B25}"/>
          </ac:inkMkLst>
        </pc:inkChg>
        <pc:inkChg chg="mod">
          <ac:chgData name="植田 篤俊" userId="0d2b3cda-30c1-45e3-9e5c-02c0046d67fa" providerId="ADAL" clId="{0727E06A-3B49-4236-9D64-1FAAF9F282AC}" dt="2026-04-20T14:33:44.593" v="28" actId="164"/>
          <ac:inkMkLst>
            <pc:docMk/>
            <pc:sldMk cId="3493980762" sldId="258"/>
            <ac:inkMk id="143" creationId="{245D7A04-5658-B182-0362-2EF8BA9E7BCB}"/>
          </ac:inkMkLst>
        </pc:inkChg>
        <pc:inkChg chg="mod">
          <ac:chgData name="植田 篤俊" userId="0d2b3cda-30c1-45e3-9e5c-02c0046d67fa" providerId="ADAL" clId="{0727E06A-3B49-4236-9D64-1FAAF9F282AC}" dt="2026-04-20T15:30:31.390" v="143" actId="164"/>
          <ac:inkMkLst>
            <pc:docMk/>
            <pc:sldMk cId="3493980762" sldId="258"/>
            <ac:inkMk id="158" creationId="{C4EE771D-687A-77A2-12E9-E100E6DD1C74}"/>
          </ac:inkMkLst>
        </pc:inkChg>
        <pc:inkChg chg="mod">
          <ac:chgData name="植田 篤俊" userId="0d2b3cda-30c1-45e3-9e5c-02c0046d67fa" providerId="ADAL" clId="{0727E06A-3B49-4236-9D64-1FAAF9F282AC}" dt="2026-04-20T14:33:30.267" v="24" actId="164"/>
          <ac:inkMkLst>
            <pc:docMk/>
            <pc:sldMk cId="3493980762" sldId="258"/>
            <ac:inkMk id="160" creationId="{6111C36C-71D9-9305-2491-22907B0E3D43}"/>
          </ac:inkMkLst>
        </pc:inkChg>
        <pc:inkChg chg="mod">
          <ac:chgData name="植田 篤俊" userId="0d2b3cda-30c1-45e3-9e5c-02c0046d67fa" providerId="ADAL" clId="{0727E06A-3B49-4236-9D64-1FAAF9F282AC}" dt="2026-04-20T14:33:30.267" v="24" actId="164"/>
          <ac:inkMkLst>
            <pc:docMk/>
            <pc:sldMk cId="3493980762" sldId="258"/>
            <ac:inkMk id="164" creationId="{0016B0EC-57CA-22B2-62CA-1D17516D584E}"/>
          </ac:inkMkLst>
        </pc:inkChg>
        <pc:inkChg chg="mod">
          <ac:chgData name="植田 篤俊" userId="0d2b3cda-30c1-45e3-9e5c-02c0046d67fa" providerId="ADAL" clId="{0727E06A-3B49-4236-9D64-1FAAF9F282AC}" dt="2026-04-20T14:33:30.267" v="24" actId="164"/>
          <ac:inkMkLst>
            <pc:docMk/>
            <pc:sldMk cId="3493980762" sldId="258"/>
            <ac:inkMk id="169" creationId="{56EB6A4D-6A90-F255-848A-5CD6496EEF10}"/>
          </ac:inkMkLst>
        </pc:inkChg>
        <pc:inkChg chg="mod">
          <ac:chgData name="植田 篤俊" userId="0d2b3cda-30c1-45e3-9e5c-02c0046d67fa" providerId="ADAL" clId="{0727E06A-3B49-4236-9D64-1FAAF9F282AC}" dt="2026-04-20T14:14:13.031" v="1" actId="164"/>
          <ac:inkMkLst>
            <pc:docMk/>
            <pc:sldMk cId="3493980762" sldId="258"/>
            <ac:inkMk id="174" creationId="{78935302-6DAC-2B49-8E27-D4E60CEC40E3}"/>
          </ac:inkMkLst>
        </pc:inkChg>
        <pc:inkChg chg="mod">
          <ac:chgData name="植田 篤俊" userId="0d2b3cda-30c1-45e3-9e5c-02c0046d67fa" providerId="ADAL" clId="{0727E06A-3B49-4236-9D64-1FAAF9F282AC}" dt="2026-04-20T14:33:44.593" v="28" actId="164"/>
          <ac:inkMkLst>
            <pc:docMk/>
            <pc:sldMk cId="3493980762" sldId="258"/>
            <ac:inkMk id="177" creationId="{D64BDAA2-DF1C-1D13-33CE-80E611BD4698}"/>
          </ac:inkMkLst>
        </pc:inkChg>
        <pc:inkChg chg="mod">
          <ac:chgData name="植田 篤俊" userId="0d2b3cda-30c1-45e3-9e5c-02c0046d67fa" providerId="ADAL" clId="{0727E06A-3B49-4236-9D64-1FAAF9F282AC}" dt="2026-04-20T14:33:30.267" v="24" actId="164"/>
          <ac:inkMkLst>
            <pc:docMk/>
            <pc:sldMk cId="3493980762" sldId="258"/>
            <ac:inkMk id="184" creationId="{22DDA465-B01C-B196-05E9-8EEA5E6347A2}"/>
          </ac:inkMkLst>
        </pc:inkChg>
        <pc:inkChg chg="mod">
          <ac:chgData name="植田 篤俊" userId="0d2b3cda-30c1-45e3-9e5c-02c0046d67fa" providerId="ADAL" clId="{0727E06A-3B49-4236-9D64-1FAAF9F282AC}" dt="2026-04-20T14:26:27.543" v="11" actId="164"/>
          <ac:inkMkLst>
            <pc:docMk/>
            <pc:sldMk cId="3493980762" sldId="258"/>
            <ac:inkMk id="187" creationId="{AD025BBD-D1C0-ED86-D7D5-BD1F7504F811}"/>
          </ac:inkMkLst>
        </pc:inkChg>
        <pc:inkChg chg="mod">
          <ac:chgData name="植田 篤俊" userId="0d2b3cda-30c1-45e3-9e5c-02c0046d67fa" providerId="ADAL" clId="{0727E06A-3B49-4236-9D64-1FAAF9F282AC}" dt="2026-04-20T14:26:27.543" v="11" actId="164"/>
          <ac:inkMkLst>
            <pc:docMk/>
            <pc:sldMk cId="3493980762" sldId="258"/>
            <ac:inkMk id="188" creationId="{F11D8E20-0E7E-50A3-5D2C-DCE16ECD7E75}"/>
          </ac:inkMkLst>
        </pc:inkChg>
        <pc:inkChg chg="mod">
          <ac:chgData name="植田 篤俊" userId="0d2b3cda-30c1-45e3-9e5c-02c0046d67fa" providerId="ADAL" clId="{0727E06A-3B49-4236-9D64-1FAAF9F282AC}" dt="2026-04-20T14:15:32.756" v="2" actId="164"/>
          <ac:inkMkLst>
            <pc:docMk/>
            <pc:sldMk cId="3493980762" sldId="258"/>
            <ac:inkMk id="449" creationId="{18526D8F-CA66-DDC7-766C-E09B4CB30D2D}"/>
          </ac:inkMkLst>
        </pc:inkChg>
        <pc:inkChg chg="mod">
          <ac:chgData name="植田 篤俊" userId="0d2b3cda-30c1-45e3-9e5c-02c0046d67fa" providerId="ADAL" clId="{0727E06A-3B49-4236-9D64-1FAAF9F282AC}" dt="2026-04-20T14:33:41.507" v="26" actId="164"/>
          <ac:inkMkLst>
            <pc:docMk/>
            <pc:sldMk cId="3493980762" sldId="258"/>
            <ac:inkMk id="454" creationId="{51F273DD-3952-B21A-3BE2-6CA12ACCAEA2}"/>
          </ac:inkMkLst>
        </pc:inkChg>
        <pc:inkChg chg="mod">
          <ac:chgData name="植田 篤俊" userId="0d2b3cda-30c1-45e3-9e5c-02c0046d67fa" providerId="ADAL" clId="{0727E06A-3B49-4236-9D64-1FAAF9F282AC}" dt="2026-04-20T14:15:32.756" v="2" actId="164"/>
          <ac:inkMkLst>
            <pc:docMk/>
            <pc:sldMk cId="3493980762" sldId="258"/>
            <ac:inkMk id="456" creationId="{06964205-D117-8FF8-FE79-9D0380DE3F7D}"/>
          </ac:inkMkLst>
        </pc:inkChg>
        <pc:inkChg chg="mod">
          <ac:chgData name="植田 篤俊" userId="0d2b3cda-30c1-45e3-9e5c-02c0046d67fa" providerId="ADAL" clId="{0727E06A-3B49-4236-9D64-1FAAF9F282AC}" dt="2026-04-20T14:12:07.954" v="0" actId="164"/>
          <ac:inkMkLst>
            <pc:docMk/>
            <pc:sldMk cId="3493980762" sldId="258"/>
            <ac:inkMk id="461" creationId="{E44673B7-7D2B-E0F7-6B4D-2B0003CDAE9A}"/>
          </ac:inkMkLst>
        </pc:inkChg>
        <pc:inkChg chg="mod">
          <ac:chgData name="植田 篤俊" userId="0d2b3cda-30c1-45e3-9e5c-02c0046d67fa" providerId="ADAL" clId="{0727E06A-3B49-4236-9D64-1FAAF9F282AC}" dt="2026-04-20T14:33:41.507" v="26" actId="164"/>
          <ac:inkMkLst>
            <pc:docMk/>
            <pc:sldMk cId="3493980762" sldId="258"/>
            <ac:inkMk id="470" creationId="{E5AA18DC-DEFC-1DCB-5EA1-08A41AA020DE}"/>
          </ac:inkMkLst>
        </pc:inkChg>
        <pc:inkChg chg="mod">
          <ac:chgData name="植田 篤俊" userId="0d2b3cda-30c1-45e3-9e5c-02c0046d67fa" providerId="ADAL" clId="{0727E06A-3B49-4236-9D64-1FAAF9F282AC}" dt="2026-04-20T14:33:50.622" v="30" actId="164"/>
          <ac:inkMkLst>
            <pc:docMk/>
            <pc:sldMk cId="3493980762" sldId="258"/>
            <ac:inkMk id="472" creationId="{D17B9886-EC85-45A3-659E-CAA2BE01E863}"/>
          </ac:inkMkLst>
        </pc:inkChg>
        <pc:inkChg chg="mod">
          <ac:chgData name="植田 篤俊" userId="0d2b3cda-30c1-45e3-9e5c-02c0046d67fa" providerId="ADAL" clId="{0727E06A-3B49-4236-9D64-1FAAF9F282AC}" dt="2026-04-20T14:33:50.622" v="30" actId="164"/>
          <ac:inkMkLst>
            <pc:docMk/>
            <pc:sldMk cId="3493980762" sldId="258"/>
            <ac:inkMk id="473" creationId="{4AE2943A-9387-33D1-377B-ED898F9A12C0}"/>
          </ac:inkMkLst>
        </pc:inkChg>
        <pc:inkChg chg="mod">
          <ac:chgData name="植田 篤俊" userId="0d2b3cda-30c1-45e3-9e5c-02c0046d67fa" providerId="ADAL" clId="{0727E06A-3B49-4236-9D64-1FAAF9F282AC}" dt="2026-04-20T14:33:50.622" v="30" actId="164"/>
          <ac:inkMkLst>
            <pc:docMk/>
            <pc:sldMk cId="3493980762" sldId="258"/>
            <ac:inkMk id="477" creationId="{D7D8562E-2DC3-53CE-55A6-18CDCF333D8B}"/>
          </ac:inkMkLst>
        </pc:inkChg>
        <pc:inkChg chg="mod">
          <ac:chgData name="植田 篤俊" userId="0d2b3cda-30c1-45e3-9e5c-02c0046d67fa" providerId="ADAL" clId="{0727E06A-3B49-4236-9D64-1FAAF9F282AC}" dt="2026-04-20T14:12:07.954" v="0" actId="164"/>
          <ac:inkMkLst>
            <pc:docMk/>
            <pc:sldMk cId="3493980762" sldId="258"/>
            <ac:inkMk id="480" creationId="{A1E294E0-56DC-14B9-0EB4-69BF5A9D7506}"/>
          </ac:inkMkLst>
        </pc:inkChg>
        <pc:inkChg chg="mod">
          <ac:chgData name="植田 篤俊" userId="0d2b3cda-30c1-45e3-9e5c-02c0046d67fa" providerId="ADAL" clId="{0727E06A-3B49-4236-9D64-1FAAF9F282AC}" dt="2026-04-20T14:12:07.954" v="0" actId="164"/>
          <ac:inkMkLst>
            <pc:docMk/>
            <pc:sldMk cId="3493980762" sldId="258"/>
            <ac:inkMk id="481" creationId="{41FE0218-6DC9-FD00-FAC3-9892E122E233}"/>
          </ac:inkMkLst>
        </pc:inkChg>
        <pc:inkChg chg="mod">
          <ac:chgData name="植田 篤俊" userId="0d2b3cda-30c1-45e3-9e5c-02c0046d67fa" providerId="ADAL" clId="{0727E06A-3B49-4236-9D64-1FAAF9F282AC}" dt="2026-04-20T14:33:28.744" v="23" actId="164"/>
          <ac:inkMkLst>
            <pc:docMk/>
            <pc:sldMk cId="3493980762" sldId="258"/>
            <ac:inkMk id="482" creationId="{171814BF-7499-24B1-C9D0-63A8A634F255}"/>
          </ac:inkMkLst>
        </pc:inkChg>
        <pc:inkChg chg="mod">
          <ac:chgData name="植田 篤俊" userId="0d2b3cda-30c1-45e3-9e5c-02c0046d67fa" providerId="ADAL" clId="{0727E06A-3B49-4236-9D64-1FAAF9F282AC}" dt="2026-04-20T14:33:50.622" v="30" actId="164"/>
          <ac:inkMkLst>
            <pc:docMk/>
            <pc:sldMk cId="3493980762" sldId="258"/>
            <ac:inkMk id="486" creationId="{0B4104FC-20E6-9582-5759-59C46B67E061}"/>
          </ac:inkMkLst>
        </pc:inkChg>
        <pc:inkChg chg="mod">
          <ac:chgData name="植田 篤俊" userId="0d2b3cda-30c1-45e3-9e5c-02c0046d67fa" providerId="ADAL" clId="{0727E06A-3B49-4236-9D64-1FAAF9F282AC}" dt="2026-04-20T14:33:50.622" v="30" actId="164"/>
          <ac:inkMkLst>
            <pc:docMk/>
            <pc:sldMk cId="3493980762" sldId="258"/>
            <ac:inkMk id="488" creationId="{0A12E839-01F3-B615-FAD5-11757A9C9D70}"/>
          </ac:inkMkLst>
        </pc:inkChg>
        <pc:inkChg chg="mod">
          <ac:chgData name="植田 篤俊" userId="0d2b3cda-30c1-45e3-9e5c-02c0046d67fa" providerId="ADAL" clId="{0727E06A-3B49-4236-9D64-1FAAF9F282AC}" dt="2026-04-20T14:12:07.954" v="0" actId="164"/>
          <ac:inkMkLst>
            <pc:docMk/>
            <pc:sldMk cId="3493980762" sldId="258"/>
            <ac:inkMk id="490" creationId="{CA58369B-BD27-D202-2AFF-D52C85254FBB}"/>
          </ac:inkMkLst>
        </pc:inkChg>
        <pc:inkChg chg="mod">
          <ac:chgData name="植田 篤俊" userId="0d2b3cda-30c1-45e3-9e5c-02c0046d67fa" providerId="ADAL" clId="{0727E06A-3B49-4236-9D64-1FAAF9F282AC}" dt="2026-04-20T14:15:32.756" v="2" actId="164"/>
          <ac:inkMkLst>
            <pc:docMk/>
            <pc:sldMk cId="3493980762" sldId="258"/>
            <ac:inkMk id="493" creationId="{94B264A2-3794-6128-FBA3-95EAEC5FB290}"/>
          </ac:inkMkLst>
        </pc:inkChg>
        <pc:inkChg chg="mod">
          <ac:chgData name="植田 篤俊" userId="0d2b3cda-30c1-45e3-9e5c-02c0046d67fa" providerId="ADAL" clId="{0727E06A-3B49-4236-9D64-1FAAF9F282AC}" dt="2026-04-20T14:15:45.922" v="5" actId="164"/>
          <ac:inkMkLst>
            <pc:docMk/>
            <pc:sldMk cId="3493980762" sldId="258"/>
            <ac:inkMk id="495" creationId="{ED3E214B-E74E-9FE9-F72A-DA45A47643D1}"/>
          </ac:inkMkLst>
        </pc:inkChg>
        <pc:inkChg chg="mod">
          <ac:chgData name="植田 篤俊" userId="0d2b3cda-30c1-45e3-9e5c-02c0046d67fa" providerId="ADAL" clId="{0727E06A-3B49-4236-9D64-1FAAF9F282AC}" dt="2026-04-20T14:33:50.622" v="30" actId="164"/>
          <ac:inkMkLst>
            <pc:docMk/>
            <pc:sldMk cId="3493980762" sldId="258"/>
            <ac:inkMk id="496" creationId="{77667523-7005-9BCF-E0FD-EF57763164F6}"/>
          </ac:inkMkLst>
        </pc:inkChg>
        <pc:inkChg chg="mod">
          <ac:chgData name="植田 篤俊" userId="0d2b3cda-30c1-45e3-9e5c-02c0046d67fa" providerId="ADAL" clId="{0727E06A-3B49-4236-9D64-1FAAF9F282AC}" dt="2026-04-20T14:15:45.922" v="5" actId="164"/>
          <ac:inkMkLst>
            <pc:docMk/>
            <pc:sldMk cId="3493980762" sldId="258"/>
            <ac:inkMk id="499" creationId="{3C0F37BE-6444-F9BC-4B22-C6099FB092D4}"/>
          </ac:inkMkLst>
        </pc:inkChg>
        <pc:inkChg chg="mod">
          <ac:chgData name="植田 篤俊" userId="0d2b3cda-30c1-45e3-9e5c-02c0046d67fa" providerId="ADAL" clId="{0727E06A-3B49-4236-9D64-1FAAF9F282AC}" dt="2026-04-20T14:15:45.922" v="5" actId="164"/>
          <ac:inkMkLst>
            <pc:docMk/>
            <pc:sldMk cId="3493980762" sldId="258"/>
            <ac:inkMk id="500" creationId="{F41E84E3-F878-BD70-46E8-0AE296F5B8E4}"/>
          </ac:inkMkLst>
        </pc:inkChg>
        <pc:inkChg chg="mod">
          <ac:chgData name="植田 篤俊" userId="0d2b3cda-30c1-45e3-9e5c-02c0046d67fa" providerId="ADAL" clId="{0727E06A-3B49-4236-9D64-1FAAF9F282AC}" dt="2026-04-20T14:15:45.922" v="5" actId="164"/>
          <ac:inkMkLst>
            <pc:docMk/>
            <pc:sldMk cId="3493980762" sldId="258"/>
            <ac:inkMk id="501" creationId="{9A3D8BB8-A557-C47E-D6EA-E14D37CA7735}"/>
          </ac:inkMkLst>
        </pc:inkChg>
        <pc:inkChg chg="mod">
          <ac:chgData name="植田 篤俊" userId="0d2b3cda-30c1-45e3-9e5c-02c0046d67fa" providerId="ADAL" clId="{0727E06A-3B49-4236-9D64-1FAAF9F282AC}" dt="2026-04-20T14:33:41.507" v="26" actId="164"/>
          <ac:inkMkLst>
            <pc:docMk/>
            <pc:sldMk cId="3493980762" sldId="258"/>
            <ac:inkMk id="503" creationId="{0E17472C-1796-9F05-CC6B-68521C0E6F95}"/>
          </ac:inkMkLst>
        </pc:inkChg>
        <pc:inkChg chg="mod">
          <ac:chgData name="植田 篤俊" userId="0d2b3cda-30c1-45e3-9e5c-02c0046d67fa" providerId="ADAL" clId="{0727E06A-3B49-4236-9D64-1FAAF9F282AC}" dt="2026-04-20T14:33:41.507" v="26" actId="164"/>
          <ac:inkMkLst>
            <pc:docMk/>
            <pc:sldMk cId="3493980762" sldId="258"/>
            <ac:inkMk id="504" creationId="{6E6F99CE-877F-B6D5-7010-5411799E035C}"/>
          </ac:inkMkLst>
        </pc:inkChg>
        <pc:inkChg chg="mod">
          <ac:chgData name="植田 篤俊" userId="0d2b3cda-30c1-45e3-9e5c-02c0046d67fa" providerId="ADAL" clId="{0727E06A-3B49-4236-9D64-1FAAF9F282AC}" dt="2026-04-20T14:33:50.622" v="30" actId="164"/>
          <ac:inkMkLst>
            <pc:docMk/>
            <pc:sldMk cId="3493980762" sldId="258"/>
            <ac:inkMk id="505" creationId="{989A777B-CAFE-62F8-4094-54F92F89A1C1}"/>
          </ac:inkMkLst>
        </pc:inkChg>
        <pc:inkChg chg="mod">
          <ac:chgData name="植田 篤俊" userId="0d2b3cda-30c1-45e3-9e5c-02c0046d67fa" providerId="ADAL" clId="{0727E06A-3B49-4236-9D64-1FAAF9F282AC}" dt="2026-04-20T14:14:13.031" v="1" actId="164"/>
          <ac:inkMkLst>
            <pc:docMk/>
            <pc:sldMk cId="3493980762" sldId="258"/>
            <ac:inkMk id="507" creationId="{6E6D7E38-0533-48C8-6492-D2517E3B404D}"/>
          </ac:inkMkLst>
        </pc:inkChg>
        <pc:inkChg chg="mod">
          <ac:chgData name="植田 篤俊" userId="0d2b3cda-30c1-45e3-9e5c-02c0046d67fa" providerId="ADAL" clId="{0727E06A-3B49-4236-9D64-1FAAF9F282AC}" dt="2026-04-20T14:33:28.744" v="23" actId="164"/>
          <ac:inkMkLst>
            <pc:docMk/>
            <pc:sldMk cId="3493980762" sldId="258"/>
            <ac:inkMk id="517" creationId="{35BCCF61-4BE6-67F5-6AE9-47B6C341B894}"/>
          </ac:inkMkLst>
        </pc:inkChg>
        <pc:inkChg chg="mod">
          <ac:chgData name="植田 篤俊" userId="0d2b3cda-30c1-45e3-9e5c-02c0046d67fa" providerId="ADAL" clId="{0727E06A-3B49-4236-9D64-1FAAF9F282AC}" dt="2026-04-20T14:33:44.593" v="28" actId="164"/>
          <ac:inkMkLst>
            <pc:docMk/>
            <pc:sldMk cId="3493980762" sldId="258"/>
            <ac:inkMk id="527" creationId="{EEDB9752-0CC4-8D40-A3E2-0AFF45487367}"/>
          </ac:inkMkLst>
        </pc:inkChg>
        <pc:inkChg chg="mod">
          <ac:chgData name="植田 篤俊" userId="0d2b3cda-30c1-45e3-9e5c-02c0046d67fa" providerId="ADAL" clId="{0727E06A-3B49-4236-9D64-1FAAF9F282AC}" dt="2026-04-20T14:14:13.031" v="1" actId="164"/>
          <ac:inkMkLst>
            <pc:docMk/>
            <pc:sldMk cId="3493980762" sldId="258"/>
            <ac:inkMk id="530" creationId="{9AD31310-84B0-76F9-4A3C-41F3118CCDE7}"/>
          </ac:inkMkLst>
        </pc:inkChg>
        <pc:inkChg chg="mod">
          <ac:chgData name="植田 篤俊" userId="0d2b3cda-30c1-45e3-9e5c-02c0046d67fa" providerId="ADAL" clId="{0727E06A-3B49-4236-9D64-1FAAF9F282AC}" dt="2026-04-20T14:33:28.744" v="23" actId="164"/>
          <ac:inkMkLst>
            <pc:docMk/>
            <pc:sldMk cId="3493980762" sldId="258"/>
            <ac:inkMk id="536" creationId="{73CBC707-609D-4BA7-B094-C9DA612D91AC}"/>
          </ac:inkMkLst>
        </pc:inkChg>
        <pc:inkChg chg="mod">
          <ac:chgData name="植田 篤俊" userId="0d2b3cda-30c1-45e3-9e5c-02c0046d67fa" providerId="ADAL" clId="{0727E06A-3B49-4236-9D64-1FAAF9F282AC}" dt="2026-04-20T14:33:44.593" v="28" actId="164"/>
          <ac:inkMkLst>
            <pc:docMk/>
            <pc:sldMk cId="3493980762" sldId="258"/>
            <ac:inkMk id="540" creationId="{36694F25-0818-7343-FB15-23C99D765FEB}"/>
          </ac:inkMkLst>
        </pc:inkChg>
        <pc:inkChg chg="mod">
          <ac:chgData name="植田 篤俊" userId="0d2b3cda-30c1-45e3-9e5c-02c0046d67fa" providerId="ADAL" clId="{0727E06A-3B49-4236-9D64-1FAAF9F282AC}" dt="2026-04-20T14:33:44.593" v="28" actId="164"/>
          <ac:inkMkLst>
            <pc:docMk/>
            <pc:sldMk cId="3493980762" sldId="258"/>
            <ac:inkMk id="541" creationId="{2FCC2FAB-CEEA-4B25-AEC3-F74C9B0CA45D}"/>
          </ac:inkMkLst>
        </pc:inkChg>
        <pc:inkChg chg="mod">
          <ac:chgData name="植田 篤俊" userId="0d2b3cda-30c1-45e3-9e5c-02c0046d67fa" providerId="ADAL" clId="{0727E06A-3B49-4236-9D64-1FAAF9F282AC}" dt="2026-04-20T14:33:50.622" v="30" actId="164"/>
          <ac:inkMkLst>
            <pc:docMk/>
            <pc:sldMk cId="3493980762" sldId="258"/>
            <ac:inkMk id="542" creationId="{8C42A5C7-B979-1284-7FC7-CB3FD51C5374}"/>
          </ac:inkMkLst>
        </pc:inkChg>
        <pc:inkChg chg="mod">
          <ac:chgData name="植田 篤俊" userId="0d2b3cda-30c1-45e3-9e5c-02c0046d67fa" providerId="ADAL" clId="{0727E06A-3B49-4236-9D64-1FAAF9F282AC}" dt="2026-04-20T14:14:13.031" v="1" actId="164"/>
          <ac:inkMkLst>
            <pc:docMk/>
            <pc:sldMk cId="3493980762" sldId="258"/>
            <ac:inkMk id="546" creationId="{35FE0C6D-AAAE-4F70-D96D-96437AB53D6F}"/>
          </ac:inkMkLst>
        </pc:inkChg>
        <pc:inkChg chg="mod">
          <ac:chgData name="植田 篤俊" userId="0d2b3cda-30c1-45e3-9e5c-02c0046d67fa" providerId="ADAL" clId="{0727E06A-3B49-4236-9D64-1FAAF9F282AC}" dt="2026-04-20T14:33:44.593" v="28" actId="164"/>
          <ac:inkMkLst>
            <pc:docMk/>
            <pc:sldMk cId="3493980762" sldId="258"/>
            <ac:inkMk id="550" creationId="{34128692-5695-60E9-8B0B-C2B65068E560}"/>
          </ac:inkMkLst>
        </pc:inkChg>
        <pc:inkChg chg="mod">
          <ac:chgData name="植田 篤俊" userId="0d2b3cda-30c1-45e3-9e5c-02c0046d67fa" providerId="ADAL" clId="{0727E06A-3B49-4236-9D64-1FAAF9F282AC}" dt="2026-04-20T14:33:44.593" v="28" actId="164"/>
          <ac:inkMkLst>
            <pc:docMk/>
            <pc:sldMk cId="3493980762" sldId="258"/>
            <ac:inkMk id="556" creationId="{129466DB-7ED5-E6AA-AF90-B00F0404F2C0}"/>
          </ac:inkMkLst>
        </pc:inkChg>
        <pc:inkChg chg="mod">
          <ac:chgData name="植田 篤俊" userId="0d2b3cda-30c1-45e3-9e5c-02c0046d67fa" providerId="ADAL" clId="{0727E06A-3B49-4236-9D64-1FAAF9F282AC}" dt="2026-04-20T14:33:52.814" v="31" actId="164"/>
          <ac:inkMkLst>
            <pc:docMk/>
            <pc:sldMk cId="3493980762" sldId="258"/>
            <ac:inkMk id="559" creationId="{1E77F6E7-0E5B-208D-0089-E62BCD44EEDD}"/>
          </ac:inkMkLst>
        </pc:inkChg>
        <pc:inkChg chg="mod">
          <ac:chgData name="植田 篤俊" userId="0d2b3cda-30c1-45e3-9e5c-02c0046d67fa" providerId="ADAL" clId="{0727E06A-3B49-4236-9D64-1FAAF9F282AC}" dt="2026-04-20T14:33:28.744" v="23" actId="164"/>
          <ac:inkMkLst>
            <pc:docMk/>
            <pc:sldMk cId="3493980762" sldId="258"/>
            <ac:inkMk id="565" creationId="{FB9FCA49-FC3E-3509-8A14-EC3483A787A9}"/>
          </ac:inkMkLst>
        </pc:inkChg>
        <pc:inkChg chg="mod">
          <ac:chgData name="植田 篤俊" userId="0d2b3cda-30c1-45e3-9e5c-02c0046d67fa" providerId="ADAL" clId="{0727E06A-3B49-4236-9D64-1FAAF9F282AC}" dt="2026-04-20T14:26:27.543" v="11" actId="164"/>
          <ac:inkMkLst>
            <pc:docMk/>
            <pc:sldMk cId="3493980762" sldId="258"/>
            <ac:inkMk id="588" creationId="{B3BB45F5-0F31-CDB3-6E05-FA9AEE016F89}"/>
          </ac:inkMkLst>
        </pc:inkChg>
        <pc:inkChg chg="mod">
          <ac:chgData name="植田 篤俊" userId="0d2b3cda-30c1-45e3-9e5c-02c0046d67fa" providerId="ADAL" clId="{0727E06A-3B49-4236-9D64-1FAAF9F282AC}" dt="2026-04-20T14:26:27.543" v="11" actId="164"/>
          <ac:inkMkLst>
            <pc:docMk/>
            <pc:sldMk cId="3493980762" sldId="258"/>
            <ac:inkMk id="589" creationId="{C4E96262-B9DC-75A7-FE31-356B0DA9BADB}"/>
          </ac:inkMkLst>
        </pc:inkChg>
        <pc:inkChg chg="mod">
          <ac:chgData name="植田 篤俊" userId="0d2b3cda-30c1-45e3-9e5c-02c0046d67fa" providerId="ADAL" clId="{0727E06A-3B49-4236-9D64-1FAAF9F282AC}" dt="2026-04-20T14:26:27.543" v="11" actId="164"/>
          <ac:inkMkLst>
            <pc:docMk/>
            <pc:sldMk cId="3493980762" sldId="258"/>
            <ac:inkMk id="590" creationId="{984D8AE9-DA27-5DE1-A444-41A99B7D6FAA}"/>
          </ac:inkMkLst>
        </pc:inkChg>
        <pc:inkChg chg="mod">
          <ac:chgData name="植田 篤俊" userId="0d2b3cda-30c1-45e3-9e5c-02c0046d67fa" providerId="ADAL" clId="{0727E06A-3B49-4236-9D64-1FAAF9F282AC}" dt="2026-04-20T14:26:27.543" v="11" actId="164"/>
          <ac:inkMkLst>
            <pc:docMk/>
            <pc:sldMk cId="3493980762" sldId="258"/>
            <ac:inkMk id="602" creationId="{FECD04DF-7C83-D316-B5CB-F0388D0E7267}"/>
          </ac:inkMkLst>
        </pc:inkChg>
        <pc:inkChg chg="mod">
          <ac:chgData name="植田 篤俊" userId="0d2b3cda-30c1-45e3-9e5c-02c0046d67fa" providerId="ADAL" clId="{0727E06A-3B49-4236-9D64-1FAAF9F282AC}" dt="2026-04-20T14:33:30.267" v="24" actId="164"/>
          <ac:inkMkLst>
            <pc:docMk/>
            <pc:sldMk cId="3493980762" sldId="258"/>
            <ac:inkMk id="603" creationId="{D03B824D-3FAF-6CAB-D26B-C93FA0A4C8C7}"/>
          </ac:inkMkLst>
        </pc:inkChg>
        <pc:inkChg chg="mod">
          <ac:chgData name="植田 篤俊" userId="0d2b3cda-30c1-45e3-9e5c-02c0046d67fa" providerId="ADAL" clId="{0727E06A-3B49-4236-9D64-1FAAF9F282AC}" dt="2026-04-20T14:26:27.543" v="11" actId="164"/>
          <ac:inkMkLst>
            <pc:docMk/>
            <pc:sldMk cId="3493980762" sldId="258"/>
            <ac:inkMk id="616" creationId="{B3A08FDF-C2CC-1EBE-83AC-182C9CAEEEA6}"/>
          </ac:inkMkLst>
        </pc:inkChg>
        <pc:inkChg chg="mod">
          <ac:chgData name="植田 篤俊" userId="0d2b3cda-30c1-45e3-9e5c-02c0046d67fa" providerId="ADAL" clId="{0727E06A-3B49-4236-9D64-1FAAF9F282AC}" dt="2026-04-20T14:26:27.543" v="11" actId="164"/>
          <ac:inkMkLst>
            <pc:docMk/>
            <pc:sldMk cId="3493980762" sldId="258"/>
            <ac:inkMk id="639" creationId="{2B92E2D3-7873-D98E-F607-8B955ED2A787}"/>
          </ac:inkMkLst>
        </pc:inkChg>
        <pc:inkChg chg="mod">
          <ac:chgData name="植田 篤俊" userId="0d2b3cda-30c1-45e3-9e5c-02c0046d67fa" providerId="ADAL" clId="{0727E06A-3B49-4236-9D64-1FAAF9F282AC}" dt="2026-04-20T14:26:27.543" v="11" actId="164"/>
          <ac:inkMkLst>
            <pc:docMk/>
            <pc:sldMk cId="3493980762" sldId="258"/>
            <ac:inkMk id="640" creationId="{E6360AB5-B4B3-E106-81EC-A0AD4F6C7DC6}"/>
          </ac:inkMkLst>
        </pc:inkChg>
        <pc:inkChg chg="mod">
          <ac:chgData name="植田 篤俊" userId="0d2b3cda-30c1-45e3-9e5c-02c0046d67fa" providerId="ADAL" clId="{0727E06A-3B49-4236-9D64-1FAAF9F282AC}" dt="2026-04-20T14:22:41.903" v="7" actId="1076"/>
          <ac:inkMkLst>
            <pc:docMk/>
            <pc:sldMk cId="3493980762" sldId="258"/>
            <ac:inkMk id="644" creationId="{A2DC47ED-8867-25BC-A863-635756DA8888}"/>
          </ac:inkMkLst>
        </pc:inkChg>
        <pc:inkChg chg="mod">
          <ac:chgData name="植田 篤俊" userId="0d2b3cda-30c1-45e3-9e5c-02c0046d67fa" providerId="ADAL" clId="{0727E06A-3B49-4236-9D64-1FAAF9F282AC}" dt="2026-04-20T14:33:48.244" v="29" actId="164"/>
          <ac:inkMkLst>
            <pc:docMk/>
            <pc:sldMk cId="3493980762" sldId="258"/>
            <ac:inkMk id="666" creationId="{1F2D5D52-3C38-33C8-FB1F-11A07C47613E}"/>
          </ac:inkMkLst>
        </pc:inkChg>
        <pc:inkChg chg="mod">
          <ac:chgData name="植田 篤俊" userId="0d2b3cda-30c1-45e3-9e5c-02c0046d67fa" providerId="ADAL" clId="{0727E06A-3B49-4236-9D64-1FAAF9F282AC}" dt="2026-04-20T14:33:48.244" v="29" actId="164"/>
          <ac:inkMkLst>
            <pc:docMk/>
            <pc:sldMk cId="3493980762" sldId="258"/>
            <ac:inkMk id="670" creationId="{8DD889C4-2251-78F7-9FC0-BD8EB5C74763}"/>
          </ac:inkMkLst>
        </pc:inkChg>
        <pc:inkChg chg="mod">
          <ac:chgData name="植田 篤俊" userId="0d2b3cda-30c1-45e3-9e5c-02c0046d67fa" providerId="ADAL" clId="{0727E06A-3B49-4236-9D64-1FAAF9F282AC}" dt="2026-04-20T14:33:48.244" v="29" actId="164"/>
          <ac:inkMkLst>
            <pc:docMk/>
            <pc:sldMk cId="3493980762" sldId="258"/>
            <ac:inkMk id="677" creationId="{6DBABF90-0CA1-C3FB-3F0A-1F46944EE5EF}"/>
          </ac:inkMkLst>
        </pc:inkChg>
        <pc:inkChg chg="mod">
          <ac:chgData name="植田 篤俊" userId="0d2b3cda-30c1-45e3-9e5c-02c0046d67fa" providerId="ADAL" clId="{0727E06A-3B49-4236-9D64-1FAAF9F282AC}" dt="2026-04-20T14:33:48.244" v="29" actId="164"/>
          <ac:inkMkLst>
            <pc:docMk/>
            <pc:sldMk cId="3493980762" sldId="258"/>
            <ac:inkMk id="696" creationId="{D1FFC79C-DCAF-49C4-63BF-7C9393655853}"/>
          </ac:inkMkLst>
        </pc:inkChg>
        <pc:inkChg chg="mod">
          <ac:chgData name="植田 篤俊" userId="0d2b3cda-30c1-45e3-9e5c-02c0046d67fa" providerId="ADAL" clId="{0727E06A-3B49-4236-9D64-1FAAF9F282AC}" dt="2026-04-20T14:33:48.244" v="29" actId="164"/>
          <ac:inkMkLst>
            <pc:docMk/>
            <pc:sldMk cId="3493980762" sldId="258"/>
            <ac:inkMk id="712" creationId="{EA5F6B27-3364-4BAF-DBE8-D8000AF6E3A0}"/>
          </ac:inkMkLst>
        </pc:inkChg>
      </pc:sldChg>
      <pc:sldChg chg="addSp delSp modSp mod modAnim">
        <pc:chgData name="植田 篤俊" userId="0d2b3cda-30c1-45e3-9e5c-02c0046d67fa" providerId="ADAL" clId="{0727E06A-3B49-4236-9D64-1FAAF9F282AC}" dt="2026-04-20T15:32:26.440" v="193"/>
        <pc:sldMkLst>
          <pc:docMk/>
          <pc:sldMk cId="3869940010" sldId="259"/>
        </pc:sldMkLst>
        <pc:grpChg chg="add mod">
          <ac:chgData name="植田 篤俊" userId="0d2b3cda-30c1-45e3-9e5c-02c0046d67fa" providerId="ADAL" clId="{0727E06A-3B49-4236-9D64-1FAAF9F282AC}" dt="2026-04-20T15:31:38.838" v="165" actId="164"/>
          <ac:grpSpMkLst>
            <pc:docMk/>
            <pc:sldMk cId="3869940010" sldId="259"/>
            <ac:grpSpMk id="69" creationId="{9A4E0FFA-022E-1432-940D-7C9B7BF81164}"/>
          </ac:grpSpMkLst>
        </pc:grpChg>
        <pc:grpChg chg="add mod">
          <ac:chgData name="植田 篤俊" userId="0d2b3cda-30c1-45e3-9e5c-02c0046d67fa" providerId="ADAL" clId="{0727E06A-3B49-4236-9D64-1FAAF9F282AC}" dt="2026-04-20T15:31:41.878" v="167" actId="164"/>
          <ac:grpSpMkLst>
            <pc:docMk/>
            <pc:sldMk cId="3869940010" sldId="259"/>
            <ac:grpSpMk id="200" creationId="{ECECDE8B-CA2B-B761-4C7A-ACA38A4E5C8C}"/>
          </ac:grpSpMkLst>
        </pc:grpChg>
        <pc:grpChg chg="add mod">
          <ac:chgData name="植田 篤俊" userId="0d2b3cda-30c1-45e3-9e5c-02c0046d67fa" providerId="ADAL" clId="{0727E06A-3B49-4236-9D64-1FAAF9F282AC}" dt="2026-04-20T15:31:44.919" v="169" actId="164"/>
          <ac:grpSpMkLst>
            <pc:docMk/>
            <pc:sldMk cId="3869940010" sldId="259"/>
            <ac:grpSpMk id="201" creationId="{942F2DDA-412C-57E4-1D5F-65DAB2F5E2F8}"/>
          </ac:grpSpMkLst>
        </pc:grpChg>
        <pc:grpChg chg="add mod">
          <ac:chgData name="植田 篤俊" userId="0d2b3cda-30c1-45e3-9e5c-02c0046d67fa" providerId="ADAL" clId="{0727E06A-3B49-4236-9D64-1FAAF9F282AC}" dt="2026-04-20T15:31:47.161" v="171" actId="164"/>
          <ac:grpSpMkLst>
            <pc:docMk/>
            <pc:sldMk cId="3869940010" sldId="259"/>
            <ac:grpSpMk id="262" creationId="{3023F6D2-D71F-1282-F9BD-6E87022E835A}"/>
          </ac:grpSpMkLst>
        </pc:grpChg>
        <pc:grpChg chg="add mod">
          <ac:chgData name="植田 篤俊" userId="0d2b3cda-30c1-45e3-9e5c-02c0046d67fa" providerId="ADAL" clId="{0727E06A-3B49-4236-9D64-1FAAF9F282AC}" dt="2026-04-20T15:31:50.147" v="173" actId="164"/>
          <ac:grpSpMkLst>
            <pc:docMk/>
            <pc:sldMk cId="3869940010" sldId="259"/>
            <ac:grpSpMk id="545" creationId="{0B758D5B-8970-D0EB-2B8A-584AC2D68590}"/>
          </ac:grpSpMkLst>
        </pc:grpChg>
        <pc:grpChg chg="add mod">
          <ac:chgData name="植田 篤俊" userId="0d2b3cda-30c1-45e3-9e5c-02c0046d67fa" providerId="ADAL" clId="{0727E06A-3B49-4236-9D64-1FAAF9F282AC}" dt="2026-04-20T15:31:52.204" v="175" actId="164"/>
          <ac:grpSpMkLst>
            <pc:docMk/>
            <pc:sldMk cId="3869940010" sldId="259"/>
            <ac:grpSpMk id="822" creationId="{80F6CD0C-7B7E-4345-A937-9625F791C29F}"/>
          </ac:grpSpMkLst>
        </pc:grpChg>
        <pc:grpChg chg="add mod">
          <ac:chgData name="植田 篤俊" userId="0d2b3cda-30c1-45e3-9e5c-02c0046d67fa" providerId="ADAL" clId="{0727E06A-3B49-4236-9D64-1FAAF9F282AC}" dt="2026-04-20T15:31:55.073" v="177" actId="164"/>
          <ac:grpSpMkLst>
            <pc:docMk/>
            <pc:sldMk cId="3869940010" sldId="259"/>
            <ac:grpSpMk id="823" creationId="{6E7827EE-C534-8492-D03D-2AF09FD499F0}"/>
          </ac:grpSpMkLst>
        </pc:grpChg>
        <pc:grpChg chg="add mod">
          <ac:chgData name="植田 篤俊" userId="0d2b3cda-30c1-45e3-9e5c-02c0046d67fa" providerId="ADAL" clId="{0727E06A-3B49-4236-9D64-1FAAF9F282AC}" dt="2026-04-20T15:31:58.180" v="179" actId="164"/>
          <ac:grpSpMkLst>
            <pc:docMk/>
            <pc:sldMk cId="3869940010" sldId="259"/>
            <ac:grpSpMk id="1034" creationId="{0B514E7C-6F43-5169-3C7B-D8F4B84D6E0E}"/>
          </ac:grpSpMkLst>
        </pc:grpChg>
        <pc:grpChg chg="add mod">
          <ac:chgData name="植田 篤俊" userId="0d2b3cda-30c1-45e3-9e5c-02c0046d67fa" providerId="ADAL" clId="{0727E06A-3B49-4236-9D64-1FAAF9F282AC}" dt="2026-04-20T15:32:00.372" v="181" actId="164"/>
          <ac:grpSpMkLst>
            <pc:docMk/>
            <pc:sldMk cId="3869940010" sldId="259"/>
            <ac:grpSpMk id="1035" creationId="{574D0C62-A4C8-5923-AB13-0327788F230E}"/>
          </ac:grpSpMkLst>
        </pc:grpChg>
        <pc:grpChg chg="add mod">
          <ac:chgData name="植田 篤俊" userId="0d2b3cda-30c1-45e3-9e5c-02c0046d67fa" providerId="ADAL" clId="{0727E06A-3B49-4236-9D64-1FAAF9F282AC}" dt="2026-04-20T15:32:02.414" v="183" actId="164"/>
          <ac:grpSpMkLst>
            <pc:docMk/>
            <pc:sldMk cId="3869940010" sldId="259"/>
            <ac:grpSpMk id="1036" creationId="{EA0616A0-100F-BD69-85CF-8C05A36BB5E5}"/>
          </ac:grpSpMkLst>
        </pc:grpChg>
        <pc:grpChg chg="add mod">
          <ac:chgData name="植田 篤俊" userId="0d2b3cda-30c1-45e3-9e5c-02c0046d67fa" providerId="ADAL" clId="{0727E06A-3B49-4236-9D64-1FAAF9F282AC}" dt="2026-04-20T15:32:04.561" v="185" actId="164"/>
          <ac:grpSpMkLst>
            <pc:docMk/>
            <pc:sldMk cId="3869940010" sldId="259"/>
            <ac:grpSpMk id="1037" creationId="{E92B438C-7ABC-355F-A491-AB4520B5535D}"/>
          </ac:grpSpMkLst>
        </pc:grpChg>
        <pc:picChg chg="del">
          <ac:chgData name="植田 篤俊" userId="0d2b3cda-30c1-45e3-9e5c-02c0046d67fa" providerId="ADAL" clId="{0727E06A-3B49-4236-9D64-1FAAF9F282AC}" dt="2026-04-20T15:26:32.240" v="65" actId="478"/>
          <ac:picMkLst>
            <pc:docMk/>
            <pc:sldMk cId="3869940010" sldId="259"/>
            <ac:picMk id="13" creationId="{09200295-2EA8-9419-FEF3-6CE4B5089B1B}"/>
          </ac:picMkLst>
        </pc:picChg>
        <pc:picChg chg="add mod">
          <ac:chgData name="植田 篤俊" userId="0d2b3cda-30c1-45e3-9e5c-02c0046d67fa" providerId="ADAL" clId="{0727E06A-3B49-4236-9D64-1FAAF9F282AC}" dt="2026-04-20T14:39:54.344" v="52" actId="1076"/>
          <ac:picMkLst>
            <pc:docMk/>
            <pc:sldMk cId="3869940010" sldId="259"/>
            <ac:picMk id="52" creationId="{372C6F8E-BF7A-1BBB-3D11-F4371189A544}"/>
          </ac:picMkLst>
        </pc:picChg>
        <pc:inkChg chg="del">
          <ac:chgData name="植田 篤俊" userId="0d2b3cda-30c1-45e3-9e5c-02c0046d67fa" providerId="ADAL" clId="{0727E06A-3B49-4236-9D64-1FAAF9F282AC}" dt="2026-04-20T15:31:34.189" v="164" actId="478"/>
          <ac:inkMkLst>
            <pc:docMk/>
            <pc:sldMk cId="3869940010" sldId="259"/>
            <ac:inkMk id="58" creationId="{A1C491ED-31B9-B5A7-BF1D-A8C70DF0E846}"/>
          </ac:inkMkLst>
        </pc:inkChg>
        <pc:inkChg chg="del">
          <ac:chgData name="植田 篤俊" userId="0d2b3cda-30c1-45e3-9e5c-02c0046d67fa" providerId="ADAL" clId="{0727E06A-3B49-4236-9D64-1FAAF9F282AC}" dt="2026-04-20T15:31:34.189" v="164" actId="478"/>
          <ac:inkMkLst>
            <pc:docMk/>
            <pc:sldMk cId="3869940010" sldId="259"/>
            <ac:inkMk id="101" creationId="{4234D520-C4E2-7078-3515-6BE996DAED34}"/>
          </ac:inkMkLst>
        </pc:inkChg>
        <pc:inkChg chg="mod">
          <ac:chgData name="植田 篤俊" userId="0d2b3cda-30c1-45e3-9e5c-02c0046d67fa" providerId="ADAL" clId="{0727E06A-3B49-4236-9D64-1FAAF9F282AC}" dt="2026-04-20T15:31:38.838" v="165" actId="164"/>
          <ac:inkMkLst>
            <pc:docMk/>
            <pc:sldMk cId="3869940010" sldId="259"/>
            <ac:inkMk id="111" creationId="{D7D323E5-11BA-B66E-5298-011F5F42F222}"/>
          </ac:inkMkLst>
        </pc:inkChg>
        <pc:inkChg chg="mod">
          <ac:chgData name="植田 篤俊" userId="0d2b3cda-30c1-45e3-9e5c-02c0046d67fa" providerId="ADAL" clId="{0727E06A-3B49-4236-9D64-1FAAF9F282AC}" dt="2026-04-20T15:31:38.838" v="165" actId="164"/>
          <ac:inkMkLst>
            <pc:docMk/>
            <pc:sldMk cId="3869940010" sldId="259"/>
            <ac:inkMk id="115" creationId="{E7C83E6B-8983-111E-DAF4-EEACA68E0AFA}"/>
          </ac:inkMkLst>
        </pc:inkChg>
        <pc:inkChg chg="mod">
          <ac:chgData name="植田 篤俊" userId="0d2b3cda-30c1-45e3-9e5c-02c0046d67fa" providerId="ADAL" clId="{0727E06A-3B49-4236-9D64-1FAAF9F282AC}" dt="2026-04-20T15:31:38.838" v="165" actId="164"/>
          <ac:inkMkLst>
            <pc:docMk/>
            <pc:sldMk cId="3869940010" sldId="259"/>
            <ac:inkMk id="132" creationId="{4D61C4B0-7D6E-DC43-8C88-FAD456E1C363}"/>
          </ac:inkMkLst>
        </pc:inkChg>
        <pc:inkChg chg="mod">
          <ac:chgData name="植田 篤俊" userId="0d2b3cda-30c1-45e3-9e5c-02c0046d67fa" providerId="ADAL" clId="{0727E06A-3B49-4236-9D64-1FAAF9F282AC}" dt="2026-04-20T15:31:38.838" v="165" actId="164"/>
          <ac:inkMkLst>
            <pc:docMk/>
            <pc:sldMk cId="3869940010" sldId="259"/>
            <ac:inkMk id="144" creationId="{DCC8BEBA-F941-1191-3CC1-4A08087EFDC3}"/>
          </ac:inkMkLst>
        </pc:inkChg>
        <pc:inkChg chg="mod">
          <ac:chgData name="植田 篤俊" userId="0d2b3cda-30c1-45e3-9e5c-02c0046d67fa" providerId="ADAL" clId="{0727E06A-3B49-4236-9D64-1FAAF9F282AC}" dt="2026-04-20T15:31:38.838" v="165" actId="164"/>
          <ac:inkMkLst>
            <pc:docMk/>
            <pc:sldMk cId="3869940010" sldId="259"/>
            <ac:inkMk id="156" creationId="{407A96D2-271A-DA70-1047-306BAE43BE36}"/>
          </ac:inkMkLst>
        </pc:inkChg>
        <pc:inkChg chg="mod">
          <ac:chgData name="植田 篤俊" userId="0d2b3cda-30c1-45e3-9e5c-02c0046d67fa" providerId="ADAL" clId="{0727E06A-3B49-4236-9D64-1FAAF9F282AC}" dt="2026-04-20T15:31:38.838" v="165" actId="164"/>
          <ac:inkMkLst>
            <pc:docMk/>
            <pc:sldMk cId="3869940010" sldId="259"/>
            <ac:inkMk id="160" creationId="{676FC4FD-3B99-0C8B-0BEF-4622E5E0D08D}"/>
          </ac:inkMkLst>
        </pc:inkChg>
        <pc:inkChg chg="mod">
          <ac:chgData name="植田 篤俊" userId="0d2b3cda-30c1-45e3-9e5c-02c0046d67fa" providerId="ADAL" clId="{0727E06A-3B49-4236-9D64-1FAAF9F282AC}" dt="2026-04-20T15:31:38.838" v="165" actId="164"/>
          <ac:inkMkLst>
            <pc:docMk/>
            <pc:sldMk cId="3869940010" sldId="259"/>
            <ac:inkMk id="167" creationId="{7BBB86CB-5AD1-0CA3-CA18-FC05AD012BD0}"/>
          </ac:inkMkLst>
        </pc:inkChg>
        <pc:inkChg chg="mod">
          <ac:chgData name="植田 篤俊" userId="0d2b3cda-30c1-45e3-9e5c-02c0046d67fa" providerId="ADAL" clId="{0727E06A-3B49-4236-9D64-1FAAF9F282AC}" dt="2026-04-20T15:31:38.838" v="165" actId="164"/>
          <ac:inkMkLst>
            <pc:docMk/>
            <pc:sldMk cId="3869940010" sldId="259"/>
            <ac:inkMk id="178" creationId="{1D78B509-E912-0D67-61F0-911424577B48}"/>
          </ac:inkMkLst>
        </pc:inkChg>
        <pc:inkChg chg="mod">
          <ac:chgData name="植田 篤俊" userId="0d2b3cda-30c1-45e3-9e5c-02c0046d67fa" providerId="ADAL" clId="{0727E06A-3B49-4236-9D64-1FAAF9F282AC}" dt="2026-04-20T15:31:41.878" v="167" actId="164"/>
          <ac:inkMkLst>
            <pc:docMk/>
            <pc:sldMk cId="3869940010" sldId="259"/>
            <ac:inkMk id="179" creationId="{E05F531D-2655-0C51-DBEB-80545C539ADD}"/>
          </ac:inkMkLst>
        </pc:inkChg>
        <pc:inkChg chg="mod">
          <ac:chgData name="植田 篤俊" userId="0d2b3cda-30c1-45e3-9e5c-02c0046d67fa" providerId="ADAL" clId="{0727E06A-3B49-4236-9D64-1FAAF9F282AC}" dt="2026-04-20T15:31:41.878" v="167" actId="164"/>
          <ac:inkMkLst>
            <pc:docMk/>
            <pc:sldMk cId="3869940010" sldId="259"/>
            <ac:inkMk id="183" creationId="{A41E69BC-5338-BEA3-2548-9690FF5B78FC}"/>
          </ac:inkMkLst>
        </pc:inkChg>
        <pc:inkChg chg="mod">
          <ac:chgData name="植田 篤俊" userId="0d2b3cda-30c1-45e3-9e5c-02c0046d67fa" providerId="ADAL" clId="{0727E06A-3B49-4236-9D64-1FAAF9F282AC}" dt="2026-04-20T15:31:41.878" v="167" actId="164"/>
          <ac:inkMkLst>
            <pc:docMk/>
            <pc:sldMk cId="3869940010" sldId="259"/>
            <ac:inkMk id="184" creationId="{FB36CAF7-C674-AEB6-65CE-9C34B2E73488}"/>
          </ac:inkMkLst>
        </pc:inkChg>
        <pc:inkChg chg="mod">
          <ac:chgData name="植田 篤俊" userId="0d2b3cda-30c1-45e3-9e5c-02c0046d67fa" providerId="ADAL" clId="{0727E06A-3B49-4236-9D64-1FAAF9F282AC}" dt="2026-04-20T15:31:41.878" v="167" actId="164"/>
          <ac:inkMkLst>
            <pc:docMk/>
            <pc:sldMk cId="3869940010" sldId="259"/>
            <ac:inkMk id="195" creationId="{89263722-22B1-59F8-3B3B-ACB955BADBAC}"/>
          </ac:inkMkLst>
        </pc:inkChg>
        <pc:inkChg chg="mod">
          <ac:chgData name="植田 篤俊" userId="0d2b3cda-30c1-45e3-9e5c-02c0046d67fa" providerId="ADAL" clId="{0727E06A-3B49-4236-9D64-1FAAF9F282AC}" dt="2026-04-20T15:31:41.878" v="167" actId="164"/>
          <ac:inkMkLst>
            <pc:docMk/>
            <pc:sldMk cId="3869940010" sldId="259"/>
            <ac:inkMk id="212" creationId="{433B7D18-3A31-F828-BC66-3C4ED51E32B0}"/>
          </ac:inkMkLst>
        </pc:inkChg>
        <pc:inkChg chg="mod">
          <ac:chgData name="植田 篤俊" userId="0d2b3cda-30c1-45e3-9e5c-02c0046d67fa" providerId="ADAL" clId="{0727E06A-3B49-4236-9D64-1FAAF9F282AC}" dt="2026-04-20T15:31:41.878" v="167" actId="164"/>
          <ac:inkMkLst>
            <pc:docMk/>
            <pc:sldMk cId="3869940010" sldId="259"/>
            <ac:inkMk id="219" creationId="{3B935611-A7A1-B237-04E0-2E7277DE8BB0}"/>
          </ac:inkMkLst>
        </pc:inkChg>
        <pc:inkChg chg="mod">
          <ac:chgData name="植田 篤俊" userId="0d2b3cda-30c1-45e3-9e5c-02c0046d67fa" providerId="ADAL" clId="{0727E06A-3B49-4236-9D64-1FAAF9F282AC}" dt="2026-04-20T15:31:41.878" v="167" actId="164"/>
          <ac:inkMkLst>
            <pc:docMk/>
            <pc:sldMk cId="3869940010" sldId="259"/>
            <ac:inkMk id="222" creationId="{0BA4CC3E-1BE3-DAB3-472A-812D324FD2A6}"/>
          </ac:inkMkLst>
        </pc:inkChg>
        <pc:inkChg chg="mod">
          <ac:chgData name="植田 篤俊" userId="0d2b3cda-30c1-45e3-9e5c-02c0046d67fa" providerId="ADAL" clId="{0727E06A-3B49-4236-9D64-1FAAF9F282AC}" dt="2026-04-20T15:31:41.878" v="167" actId="164"/>
          <ac:inkMkLst>
            <pc:docMk/>
            <pc:sldMk cId="3869940010" sldId="259"/>
            <ac:inkMk id="252" creationId="{DE2AA82E-8B7A-1BF8-560A-CFF0D0C4B51F}"/>
          </ac:inkMkLst>
        </pc:inkChg>
        <pc:inkChg chg="mod">
          <ac:chgData name="植田 篤俊" userId="0d2b3cda-30c1-45e3-9e5c-02c0046d67fa" providerId="ADAL" clId="{0727E06A-3B49-4236-9D64-1FAAF9F282AC}" dt="2026-04-20T15:31:41.878" v="167" actId="164"/>
          <ac:inkMkLst>
            <pc:docMk/>
            <pc:sldMk cId="3869940010" sldId="259"/>
            <ac:inkMk id="258" creationId="{113C4D29-7138-B0BC-C300-493754228B92}"/>
          </ac:inkMkLst>
        </pc:inkChg>
        <pc:inkChg chg="mod">
          <ac:chgData name="植田 篤俊" userId="0d2b3cda-30c1-45e3-9e5c-02c0046d67fa" providerId="ADAL" clId="{0727E06A-3B49-4236-9D64-1FAAF9F282AC}" dt="2026-04-20T15:31:44.919" v="169" actId="164"/>
          <ac:inkMkLst>
            <pc:docMk/>
            <pc:sldMk cId="3869940010" sldId="259"/>
            <ac:inkMk id="301" creationId="{2270BA0B-CD96-AE73-9DA5-1EBA8BEB0323}"/>
          </ac:inkMkLst>
        </pc:inkChg>
        <pc:inkChg chg="mod">
          <ac:chgData name="植田 篤俊" userId="0d2b3cda-30c1-45e3-9e5c-02c0046d67fa" providerId="ADAL" clId="{0727E06A-3B49-4236-9D64-1FAAF9F282AC}" dt="2026-04-20T15:31:44.919" v="169" actId="164"/>
          <ac:inkMkLst>
            <pc:docMk/>
            <pc:sldMk cId="3869940010" sldId="259"/>
            <ac:inkMk id="319" creationId="{1503104C-2019-55F4-25E5-DF24DABB87F2}"/>
          </ac:inkMkLst>
        </pc:inkChg>
        <pc:inkChg chg="mod">
          <ac:chgData name="植田 篤俊" userId="0d2b3cda-30c1-45e3-9e5c-02c0046d67fa" providerId="ADAL" clId="{0727E06A-3B49-4236-9D64-1FAAF9F282AC}" dt="2026-04-20T15:31:44.919" v="169" actId="164"/>
          <ac:inkMkLst>
            <pc:docMk/>
            <pc:sldMk cId="3869940010" sldId="259"/>
            <ac:inkMk id="320" creationId="{B082C365-6637-9659-35E4-C9BD1CCE076F}"/>
          </ac:inkMkLst>
        </pc:inkChg>
        <pc:inkChg chg="mod">
          <ac:chgData name="植田 篤俊" userId="0d2b3cda-30c1-45e3-9e5c-02c0046d67fa" providerId="ADAL" clId="{0727E06A-3B49-4236-9D64-1FAAF9F282AC}" dt="2026-04-20T15:31:44.919" v="169" actId="164"/>
          <ac:inkMkLst>
            <pc:docMk/>
            <pc:sldMk cId="3869940010" sldId="259"/>
            <ac:inkMk id="321" creationId="{CF7B86F0-7947-81D2-E018-7B5ADC56E4F6}"/>
          </ac:inkMkLst>
        </pc:inkChg>
        <pc:inkChg chg="mod">
          <ac:chgData name="植田 篤俊" userId="0d2b3cda-30c1-45e3-9e5c-02c0046d67fa" providerId="ADAL" clId="{0727E06A-3B49-4236-9D64-1FAAF9F282AC}" dt="2026-04-20T15:31:44.919" v="169" actId="164"/>
          <ac:inkMkLst>
            <pc:docMk/>
            <pc:sldMk cId="3869940010" sldId="259"/>
            <ac:inkMk id="330" creationId="{7C811CD2-C126-927F-CA9F-7807E48CCD25}"/>
          </ac:inkMkLst>
        </pc:inkChg>
        <pc:inkChg chg="mod">
          <ac:chgData name="植田 篤俊" userId="0d2b3cda-30c1-45e3-9e5c-02c0046d67fa" providerId="ADAL" clId="{0727E06A-3B49-4236-9D64-1FAAF9F282AC}" dt="2026-04-20T15:31:44.919" v="169" actId="164"/>
          <ac:inkMkLst>
            <pc:docMk/>
            <pc:sldMk cId="3869940010" sldId="259"/>
            <ac:inkMk id="370" creationId="{C68DAB2E-7669-E662-7567-D823CE4F1F42}"/>
          </ac:inkMkLst>
        </pc:inkChg>
        <pc:inkChg chg="mod">
          <ac:chgData name="植田 篤俊" userId="0d2b3cda-30c1-45e3-9e5c-02c0046d67fa" providerId="ADAL" clId="{0727E06A-3B49-4236-9D64-1FAAF9F282AC}" dt="2026-04-20T15:31:44.919" v="169" actId="164"/>
          <ac:inkMkLst>
            <pc:docMk/>
            <pc:sldMk cId="3869940010" sldId="259"/>
            <ac:inkMk id="398" creationId="{370ED759-9CCA-D885-42E7-FE10FFCE160F}"/>
          </ac:inkMkLst>
        </pc:inkChg>
        <pc:inkChg chg="mod">
          <ac:chgData name="植田 篤俊" userId="0d2b3cda-30c1-45e3-9e5c-02c0046d67fa" providerId="ADAL" clId="{0727E06A-3B49-4236-9D64-1FAAF9F282AC}" dt="2026-04-20T15:31:44.919" v="169" actId="164"/>
          <ac:inkMkLst>
            <pc:docMk/>
            <pc:sldMk cId="3869940010" sldId="259"/>
            <ac:inkMk id="419" creationId="{4D8B319D-1EC2-593F-55AA-66EF610C5AD1}"/>
          </ac:inkMkLst>
        </pc:inkChg>
        <pc:inkChg chg="mod">
          <ac:chgData name="植田 篤俊" userId="0d2b3cda-30c1-45e3-9e5c-02c0046d67fa" providerId="ADAL" clId="{0727E06A-3B49-4236-9D64-1FAAF9F282AC}" dt="2026-04-20T15:31:47.161" v="171" actId="164"/>
          <ac:inkMkLst>
            <pc:docMk/>
            <pc:sldMk cId="3869940010" sldId="259"/>
            <ac:inkMk id="432" creationId="{50531493-D240-FC4D-7FDA-E9B2EBFA2DCC}"/>
          </ac:inkMkLst>
        </pc:inkChg>
        <pc:inkChg chg="mod">
          <ac:chgData name="植田 篤俊" userId="0d2b3cda-30c1-45e3-9e5c-02c0046d67fa" providerId="ADAL" clId="{0727E06A-3B49-4236-9D64-1FAAF9F282AC}" dt="2026-04-20T15:31:47.161" v="171" actId="164"/>
          <ac:inkMkLst>
            <pc:docMk/>
            <pc:sldMk cId="3869940010" sldId="259"/>
            <ac:inkMk id="439" creationId="{3A330928-4435-022C-4ED7-BE80847B85EF}"/>
          </ac:inkMkLst>
        </pc:inkChg>
        <pc:inkChg chg="mod">
          <ac:chgData name="植田 篤俊" userId="0d2b3cda-30c1-45e3-9e5c-02c0046d67fa" providerId="ADAL" clId="{0727E06A-3B49-4236-9D64-1FAAF9F282AC}" dt="2026-04-20T15:31:47.161" v="171" actId="164"/>
          <ac:inkMkLst>
            <pc:docMk/>
            <pc:sldMk cId="3869940010" sldId="259"/>
            <ac:inkMk id="453" creationId="{352A3D2E-49C0-AEE1-099B-9951A44A15FB}"/>
          </ac:inkMkLst>
        </pc:inkChg>
        <pc:inkChg chg="mod">
          <ac:chgData name="植田 篤俊" userId="0d2b3cda-30c1-45e3-9e5c-02c0046d67fa" providerId="ADAL" clId="{0727E06A-3B49-4236-9D64-1FAAF9F282AC}" dt="2026-04-20T15:31:47.161" v="171" actId="164"/>
          <ac:inkMkLst>
            <pc:docMk/>
            <pc:sldMk cId="3869940010" sldId="259"/>
            <ac:inkMk id="456" creationId="{52766059-FEF4-AA0E-8693-8D092DF36496}"/>
          </ac:inkMkLst>
        </pc:inkChg>
        <pc:inkChg chg="mod">
          <ac:chgData name="植田 篤俊" userId="0d2b3cda-30c1-45e3-9e5c-02c0046d67fa" providerId="ADAL" clId="{0727E06A-3B49-4236-9D64-1FAAF9F282AC}" dt="2026-04-20T15:31:47.161" v="171" actId="164"/>
          <ac:inkMkLst>
            <pc:docMk/>
            <pc:sldMk cId="3869940010" sldId="259"/>
            <ac:inkMk id="471" creationId="{8F7CEF96-3289-18CC-41B4-64033B2B929B}"/>
          </ac:inkMkLst>
        </pc:inkChg>
        <pc:inkChg chg="mod">
          <ac:chgData name="植田 篤俊" userId="0d2b3cda-30c1-45e3-9e5c-02c0046d67fa" providerId="ADAL" clId="{0727E06A-3B49-4236-9D64-1FAAF9F282AC}" dt="2026-04-20T15:31:50.147" v="173" actId="164"/>
          <ac:inkMkLst>
            <pc:docMk/>
            <pc:sldMk cId="3869940010" sldId="259"/>
            <ac:inkMk id="497" creationId="{FCCAF01B-9D91-1D0F-E796-6B056275E00C}"/>
          </ac:inkMkLst>
        </pc:inkChg>
        <pc:inkChg chg="mod">
          <ac:chgData name="植田 篤俊" userId="0d2b3cda-30c1-45e3-9e5c-02c0046d67fa" providerId="ADAL" clId="{0727E06A-3B49-4236-9D64-1FAAF9F282AC}" dt="2026-04-20T15:31:50.147" v="173" actId="164"/>
          <ac:inkMkLst>
            <pc:docMk/>
            <pc:sldMk cId="3869940010" sldId="259"/>
            <ac:inkMk id="504" creationId="{6F35070E-A1A2-7E8B-CA46-1A136C25DBC3}"/>
          </ac:inkMkLst>
        </pc:inkChg>
        <pc:inkChg chg="mod">
          <ac:chgData name="植田 篤俊" userId="0d2b3cda-30c1-45e3-9e5c-02c0046d67fa" providerId="ADAL" clId="{0727E06A-3B49-4236-9D64-1FAAF9F282AC}" dt="2026-04-20T15:31:50.147" v="173" actId="164"/>
          <ac:inkMkLst>
            <pc:docMk/>
            <pc:sldMk cId="3869940010" sldId="259"/>
            <ac:inkMk id="505" creationId="{A1896473-834A-ED32-7F6E-B5835DBE2F7F}"/>
          </ac:inkMkLst>
        </pc:inkChg>
        <pc:inkChg chg="mod">
          <ac:chgData name="植田 篤俊" userId="0d2b3cda-30c1-45e3-9e5c-02c0046d67fa" providerId="ADAL" clId="{0727E06A-3B49-4236-9D64-1FAAF9F282AC}" dt="2026-04-20T15:31:50.147" v="173" actId="164"/>
          <ac:inkMkLst>
            <pc:docMk/>
            <pc:sldMk cId="3869940010" sldId="259"/>
            <ac:inkMk id="510" creationId="{89C37608-93EE-CBAE-A0BE-4CCCE4BF2A20}"/>
          </ac:inkMkLst>
        </pc:inkChg>
        <pc:inkChg chg="mod">
          <ac:chgData name="植田 篤俊" userId="0d2b3cda-30c1-45e3-9e5c-02c0046d67fa" providerId="ADAL" clId="{0727E06A-3B49-4236-9D64-1FAAF9F282AC}" dt="2026-04-20T15:31:50.147" v="173" actId="164"/>
          <ac:inkMkLst>
            <pc:docMk/>
            <pc:sldMk cId="3869940010" sldId="259"/>
            <ac:inkMk id="513" creationId="{A4DFDB86-37D8-105C-6B26-8438F87FBEED}"/>
          </ac:inkMkLst>
        </pc:inkChg>
        <pc:inkChg chg="mod">
          <ac:chgData name="植田 篤俊" userId="0d2b3cda-30c1-45e3-9e5c-02c0046d67fa" providerId="ADAL" clId="{0727E06A-3B49-4236-9D64-1FAAF9F282AC}" dt="2026-04-20T15:31:50.147" v="173" actId="164"/>
          <ac:inkMkLst>
            <pc:docMk/>
            <pc:sldMk cId="3869940010" sldId="259"/>
            <ac:inkMk id="541" creationId="{55208129-DC37-B171-D98A-C654905C50EA}"/>
          </ac:inkMkLst>
        </pc:inkChg>
        <pc:inkChg chg="mod">
          <ac:chgData name="植田 篤俊" userId="0d2b3cda-30c1-45e3-9e5c-02c0046d67fa" providerId="ADAL" clId="{0727E06A-3B49-4236-9D64-1FAAF9F282AC}" dt="2026-04-20T15:31:50.147" v="173" actId="164"/>
          <ac:inkMkLst>
            <pc:docMk/>
            <pc:sldMk cId="3869940010" sldId="259"/>
            <ac:inkMk id="551" creationId="{FD013842-582E-D846-8A97-148C28F29E2D}"/>
          </ac:inkMkLst>
        </pc:inkChg>
        <pc:inkChg chg="mod">
          <ac:chgData name="植田 篤俊" userId="0d2b3cda-30c1-45e3-9e5c-02c0046d67fa" providerId="ADAL" clId="{0727E06A-3B49-4236-9D64-1FAAF9F282AC}" dt="2026-04-20T15:31:50.147" v="173" actId="164"/>
          <ac:inkMkLst>
            <pc:docMk/>
            <pc:sldMk cId="3869940010" sldId="259"/>
            <ac:inkMk id="572" creationId="{C14CFF39-174C-AAE3-BBE5-81D18BFE8168}"/>
          </ac:inkMkLst>
        </pc:inkChg>
        <pc:inkChg chg="mod">
          <ac:chgData name="植田 篤俊" userId="0d2b3cda-30c1-45e3-9e5c-02c0046d67fa" providerId="ADAL" clId="{0727E06A-3B49-4236-9D64-1FAAF9F282AC}" dt="2026-04-20T15:31:52.204" v="175" actId="164"/>
          <ac:inkMkLst>
            <pc:docMk/>
            <pc:sldMk cId="3869940010" sldId="259"/>
            <ac:inkMk id="582" creationId="{498C3DE8-8B21-03C9-12FF-40E3566B1CCF}"/>
          </ac:inkMkLst>
        </pc:inkChg>
        <pc:inkChg chg="mod">
          <ac:chgData name="植田 篤俊" userId="0d2b3cda-30c1-45e3-9e5c-02c0046d67fa" providerId="ADAL" clId="{0727E06A-3B49-4236-9D64-1FAAF9F282AC}" dt="2026-04-20T15:31:52.204" v="175" actId="164"/>
          <ac:inkMkLst>
            <pc:docMk/>
            <pc:sldMk cId="3869940010" sldId="259"/>
            <ac:inkMk id="627" creationId="{3C8DC60D-8AC1-7C4B-7989-2EB5D0897345}"/>
          </ac:inkMkLst>
        </pc:inkChg>
        <pc:inkChg chg="mod">
          <ac:chgData name="植田 篤俊" userId="0d2b3cda-30c1-45e3-9e5c-02c0046d67fa" providerId="ADAL" clId="{0727E06A-3B49-4236-9D64-1FAAF9F282AC}" dt="2026-04-20T15:31:52.204" v="175" actId="164"/>
          <ac:inkMkLst>
            <pc:docMk/>
            <pc:sldMk cId="3869940010" sldId="259"/>
            <ac:inkMk id="644" creationId="{08BDE7AC-4D4F-773D-3DBA-A2D996720A06}"/>
          </ac:inkMkLst>
        </pc:inkChg>
        <pc:inkChg chg="mod">
          <ac:chgData name="植田 篤俊" userId="0d2b3cda-30c1-45e3-9e5c-02c0046d67fa" providerId="ADAL" clId="{0727E06A-3B49-4236-9D64-1FAAF9F282AC}" dt="2026-04-20T15:31:52.204" v="175" actId="164"/>
          <ac:inkMkLst>
            <pc:docMk/>
            <pc:sldMk cId="3869940010" sldId="259"/>
            <ac:inkMk id="653" creationId="{FC94B181-2D41-0152-0C68-82FB743D5D3C}"/>
          </ac:inkMkLst>
        </pc:inkChg>
        <pc:inkChg chg="mod">
          <ac:chgData name="植田 篤俊" userId="0d2b3cda-30c1-45e3-9e5c-02c0046d67fa" providerId="ADAL" clId="{0727E06A-3B49-4236-9D64-1FAAF9F282AC}" dt="2026-04-20T15:31:52.204" v="175" actId="164"/>
          <ac:inkMkLst>
            <pc:docMk/>
            <pc:sldMk cId="3869940010" sldId="259"/>
            <ac:inkMk id="658" creationId="{EFF4BB6A-491E-B02E-CC4F-60E3B1C3F401}"/>
          </ac:inkMkLst>
        </pc:inkChg>
        <pc:inkChg chg="mod">
          <ac:chgData name="植田 篤俊" userId="0d2b3cda-30c1-45e3-9e5c-02c0046d67fa" providerId="ADAL" clId="{0727E06A-3B49-4236-9D64-1FAAF9F282AC}" dt="2026-04-20T15:31:52.204" v="175" actId="164"/>
          <ac:inkMkLst>
            <pc:docMk/>
            <pc:sldMk cId="3869940010" sldId="259"/>
            <ac:inkMk id="678" creationId="{C516FABE-25CE-94B2-C39C-B1759C571B0F}"/>
          </ac:inkMkLst>
        </pc:inkChg>
        <pc:inkChg chg="mod">
          <ac:chgData name="植田 篤俊" userId="0d2b3cda-30c1-45e3-9e5c-02c0046d67fa" providerId="ADAL" clId="{0727E06A-3B49-4236-9D64-1FAAF9F282AC}" dt="2026-04-20T15:31:55.073" v="177" actId="164"/>
          <ac:inkMkLst>
            <pc:docMk/>
            <pc:sldMk cId="3869940010" sldId="259"/>
            <ac:inkMk id="686" creationId="{11245182-54FE-40D0-6BC6-F84DE896955A}"/>
          </ac:inkMkLst>
        </pc:inkChg>
        <pc:inkChg chg="mod">
          <ac:chgData name="植田 篤俊" userId="0d2b3cda-30c1-45e3-9e5c-02c0046d67fa" providerId="ADAL" clId="{0727E06A-3B49-4236-9D64-1FAAF9F282AC}" dt="2026-04-20T15:31:55.073" v="177" actId="164"/>
          <ac:inkMkLst>
            <pc:docMk/>
            <pc:sldMk cId="3869940010" sldId="259"/>
            <ac:inkMk id="711" creationId="{98475B64-D336-6B78-A168-3EA10DEEE427}"/>
          </ac:inkMkLst>
        </pc:inkChg>
        <pc:inkChg chg="mod">
          <ac:chgData name="植田 篤俊" userId="0d2b3cda-30c1-45e3-9e5c-02c0046d67fa" providerId="ADAL" clId="{0727E06A-3B49-4236-9D64-1FAAF9F282AC}" dt="2026-04-20T15:31:55.073" v="177" actId="164"/>
          <ac:inkMkLst>
            <pc:docMk/>
            <pc:sldMk cId="3869940010" sldId="259"/>
            <ac:inkMk id="722" creationId="{E90B8585-900F-51AC-421E-3BFC487CA33C}"/>
          </ac:inkMkLst>
        </pc:inkChg>
        <pc:inkChg chg="mod">
          <ac:chgData name="植田 篤俊" userId="0d2b3cda-30c1-45e3-9e5c-02c0046d67fa" providerId="ADAL" clId="{0727E06A-3B49-4236-9D64-1FAAF9F282AC}" dt="2026-04-20T15:31:55.073" v="177" actId="164"/>
          <ac:inkMkLst>
            <pc:docMk/>
            <pc:sldMk cId="3869940010" sldId="259"/>
            <ac:inkMk id="735" creationId="{B28D007F-69EF-B3A1-FD1F-09354865C4E5}"/>
          </ac:inkMkLst>
        </pc:inkChg>
        <pc:inkChg chg="mod">
          <ac:chgData name="植田 篤俊" userId="0d2b3cda-30c1-45e3-9e5c-02c0046d67fa" providerId="ADAL" clId="{0727E06A-3B49-4236-9D64-1FAAF9F282AC}" dt="2026-04-20T15:31:58.180" v="179" actId="164"/>
          <ac:inkMkLst>
            <pc:docMk/>
            <pc:sldMk cId="3869940010" sldId="259"/>
            <ac:inkMk id="746" creationId="{2EA65AC0-49A6-9347-32C4-F4A20F2D56FC}"/>
          </ac:inkMkLst>
        </pc:inkChg>
        <pc:inkChg chg="mod">
          <ac:chgData name="植田 篤俊" userId="0d2b3cda-30c1-45e3-9e5c-02c0046d67fa" providerId="ADAL" clId="{0727E06A-3B49-4236-9D64-1FAAF9F282AC}" dt="2026-04-20T15:31:58.180" v="179" actId="164"/>
          <ac:inkMkLst>
            <pc:docMk/>
            <pc:sldMk cId="3869940010" sldId="259"/>
            <ac:inkMk id="766" creationId="{C7C3F29B-1053-2BA0-6B04-A6D3FF7C491D}"/>
          </ac:inkMkLst>
        </pc:inkChg>
        <pc:inkChg chg="mod">
          <ac:chgData name="植田 篤俊" userId="0d2b3cda-30c1-45e3-9e5c-02c0046d67fa" providerId="ADAL" clId="{0727E06A-3B49-4236-9D64-1FAAF9F282AC}" dt="2026-04-20T15:31:58.180" v="179" actId="164"/>
          <ac:inkMkLst>
            <pc:docMk/>
            <pc:sldMk cId="3869940010" sldId="259"/>
            <ac:inkMk id="798" creationId="{DD4C29FC-085C-2ADC-200F-8D6F281C50E1}"/>
          </ac:inkMkLst>
        </pc:inkChg>
        <pc:inkChg chg="mod">
          <ac:chgData name="植田 篤俊" userId="0d2b3cda-30c1-45e3-9e5c-02c0046d67fa" providerId="ADAL" clId="{0727E06A-3B49-4236-9D64-1FAAF9F282AC}" dt="2026-04-20T15:32:00.372" v="181" actId="164"/>
          <ac:inkMkLst>
            <pc:docMk/>
            <pc:sldMk cId="3869940010" sldId="259"/>
            <ac:inkMk id="807" creationId="{20884C55-DE45-E5C8-5B72-40A72A9EB30B}"/>
          </ac:inkMkLst>
        </pc:inkChg>
        <pc:inkChg chg="mod">
          <ac:chgData name="植田 篤俊" userId="0d2b3cda-30c1-45e3-9e5c-02c0046d67fa" providerId="ADAL" clId="{0727E06A-3B49-4236-9D64-1FAAF9F282AC}" dt="2026-04-20T15:32:00.372" v="181" actId="164"/>
          <ac:inkMkLst>
            <pc:docMk/>
            <pc:sldMk cId="3869940010" sldId="259"/>
            <ac:inkMk id="813" creationId="{B6AABF91-C41B-452F-DF00-E00417E8054B}"/>
          </ac:inkMkLst>
        </pc:inkChg>
        <pc:inkChg chg="mod">
          <ac:chgData name="植田 篤俊" userId="0d2b3cda-30c1-45e3-9e5c-02c0046d67fa" providerId="ADAL" clId="{0727E06A-3B49-4236-9D64-1FAAF9F282AC}" dt="2026-04-20T15:32:00.372" v="181" actId="164"/>
          <ac:inkMkLst>
            <pc:docMk/>
            <pc:sldMk cId="3869940010" sldId="259"/>
            <ac:inkMk id="824" creationId="{F435A44E-C7AE-D44F-D892-A5493B2B9010}"/>
          </ac:inkMkLst>
        </pc:inkChg>
        <pc:inkChg chg="mod">
          <ac:chgData name="植田 篤俊" userId="0d2b3cda-30c1-45e3-9e5c-02c0046d67fa" providerId="ADAL" clId="{0727E06A-3B49-4236-9D64-1FAAF9F282AC}" dt="2026-04-20T15:32:00.372" v="181" actId="164"/>
          <ac:inkMkLst>
            <pc:docMk/>
            <pc:sldMk cId="3869940010" sldId="259"/>
            <ac:inkMk id="831" creationId="{34CAFF28-CD1F-FD48-E1BC-0C5B5B32276A}"/>
          </ac:inkMkLst>
        </pc:inkChg>
        <pc:inkChg chg="mod">
          <ac:chgData name="植田 篤俊" userId="0d2b3cda-30c1-45e3-9e5c-02c0046d67fa" providerId="ADAL" clId="{0727E06A-3B49-4236-9D64-1FAAF9F282AC}" dt="2026-04-20T15:32:00.372" v="181" actId="164"/>
          <ac:inkMkLst>
            <pc:docMk/>
            <pc:sldMk cId="3869940010" sldId="259"/>
            <ac:inkMk id="834" creationId="{58585AE5-AB06-7DFB-D683-EF2C516B6B53}"/>
          </ac:inkMkLst>
        </pc:inkChg>
        <pc:inkChg chg="mod">
          <ac:chgData name="植田 篤俊" userId="0d2b3cda-30c1-45e3-9e5c-02c0046d67fa" providerId="ADAL" clId="{0727E06A-3B49-4236-9D64-1FAAF9F282AC}" dt="2026-04-20T15:32:00.372" v="181" actId="164"/>
          <ac:inkMkLst>
            <pc:docMk/>
            <pc:sldMk cId="3869940010" sldId="259"/>
            <ac:inkMk id="835" creationId="{130189E8-9A41-3FD3-BF65-137618A1D70B}"/>
          </ac:inkMkLst>
        </pc:inkChg>
        <pc:inkChg chg="mod">
          <ac:chgData name="植田 篤俊" userId="0d2b3cda-30c1-45e3-9e5c-02c0046d67fa" providerId="ADAL" clId="{0727E06A-3B49-4236-9D64-1FAAF9F282AC}" dt="2026-04-20T15:32:00.372" v="181" actId="164"/>
          <ac:inkMkLst>
            <pc:docMk/>
            <pc:sldMk cId="3869940010" sldId="259"/>
            <ac:inkMk id="849" creationId="{4139EA3E-74A1-7B67-4138-7B8032464DAC}"/>
          </ac:inkMkLst>
        </pc:inkChg>
        <pc:inkChg chg="mod">
          <ac:chgData name="植田 篤俊" userId="0d2b3cda-30c1-45e3-9e5c-02c0046d67fa" providerId="ADAL" clId="{0727E06A-3B49-4236-9D64-1FAAF9F282AC}" dt="2026-04-20T15:32:00.372" v="181" actId="164"/>
          <ac:inkMkLst>
            <pc:docMk/>
            <pc:sldMk cId="3869940010" sldId="259"/>
            <ac:inkMk id="852" creationId="{36462E81-2C1B-444A-4BA2-1C47298B65E4}"/>
          </ac:inkMkLst>
        </pc:inkChg>
        <pc:inkChg chg="mod">
          <ac:chgData name="植田 篤俊" userId="0d2b3cda-30c1-45e3-9e5c-02c0046d67fa" providerId="ADAL" clId="{0727E06A-3B49-4236-9D64-1FAAF9F282AC}" dt="2026-04-20T15:32:02.414" v="183" actId="164"/>
          <ac:inkMkLst>
            <pc:docMk/>
            <pc:sldMk cId="3869940010" sldId="259"/>
            <ac:inkMk id="886" creationId="{D1D8701D-CCE9-0506-75AC-861BDE231D90}"/>
          </ac:inkMkLst>
        </pc:inkChg>
        <pc:inkChg chg="mod">
          <ac:chgData name="植田 篤俊" userId="0d2b3cda-30c1-45e3-9e5c-02c0046d67fa" providerId="ADAL" clId="{0727E06A-3B49-4236-9D64-1FAAF9F282AC}" dt="2026-04-20T15:32:02.414" v="183" actId="164"/>
          <ac:inkMkLst>
            <pc:docMk/>
            <pc:sldMk cId="3869940010" sldId="259"/>
            <ac:inkMk id="887" creationId="{EC5A5B06-C4E4-5CE8-E44A-842DEA222BD3}"/>
          </ac:inkMkLst>
        </pc:inkChg>
        <pc:inkChg chg="mod">
          <ac:chgData name="植田 篤俊" userId="0d2b3cda-30c1-45e3-9e5c-02c0046d67fa" providerId="ADAL" clId="{0727E06A-3B49-4236-9D64-1FAAF9F282AC}" dt="2026-04-20T15:32:02.414" v="183" actId="164"/>
          <ac:inkMkLst>
            <pc:docMk/>
            <pc:sldMk cId="3869940010" sldId="259"/>
            <ac:inkMk id="888" creationId="{39C4AFEB-5311-EF75-53A0-77679091045B}"/>
          </ac:inkMkLst>
        </pc:inkChg>
        <pc:inkChg chg="mod">
          <ac:chgData name="植田 篤俊" userId="0d2b3cda-30c1-45e3-9e5c-02c0046d67fa" providerId="ADAL" clId="{0727E06A-3B49-4236-9D64-1FAAF9F282AC}" dt="2026-04-20T15:32:04.561" v="185" actId="164"/>
          <ac:inkMkLst>
            <pc:docMk/>
            <pc:sldMk cId="3869940010" sldId="259"/>
            <ac:inkMk id="894" creationId="{2BDD6368-22C0-9A89-E9B9-C02364670FDF}"/>
          </ac:inkMkLst>
        </pc:inkChg>
        <pc:inkChg chg="mod">
          <ac:chgData name="植田 篤俊" userId="0d2b3cda-30c1-45e3-9e5c-02c0046d67fa" providerId="ADAL" clId="{0727E06A-3B49-4236-9D64-1FAAF9F282AC}" dt="2026-04-20T15:32:04.561" v="185" actId="164"/>
          <ac:inkMkLst>
            <pc:docMk/>
            <pc:sldMk cId="3869940010" sldId="259"/>
            <ac:inkMk id="918" creationId="{9FA58574-9492-9F23-F761-84F8311F5044}"/>
          </ac:inkMkLst>
        </pc:inkChg>
        <pc:inkChg chg="mod">
          <ac:chgData name="植田 篤俊" userId="0d2b3cda-30c1-45e3-9e5c-02c0046d67fa" providerId="ADAL" clId="{0727E06A-3B49-4236-9D64-1FAAF9F282AC}" dt="2026-04-20T15:32:04.561" v="185" actId="164"/>
          <ac:inkMkLst>
            <pc:docMk/>
            <pc:sldMk cId="3869940010" sldId="259"/>
            <ac:inkMk id="927" creationId="{BC6ADEB9-787C-4928-A6D4-7D92A65447A1}"/>
          </ac:inkMkLst>
        </pc:inkChg>
        <pc:inkChg chg="mod">
          <ac:chgData name="植田 篤俊" userId="0d2b3cda-30c1-45e3-9e5c-02c0046d67fa" providerId="ADAL" clId="{0727E06A-3B49-4236-9D64-1FAAF9F282AC}" dt="2026-04-20T15:32:04.561" v="185" actId="164"/>
          <ac:inkMkLst>
            <pc:docMk/>
            <pc:sldMk cId="3869940010" sldId="259"/>
            <ac:inkMk id="959" creationId="{8794FC4E-F287-C839-2DAB-64FDFBEDBB2C}"/>
          </ac:inkMkLst>
        </pc:inkChg>
        <pc:inkChg chg="mod">
          <ac:chgData name="植田 篤俊" userId="0d2b3cda-30c1-45e3-9e5c-02c0046d67fa" providerId="ADAL" clId="{0727E06A-3B49-4236-9D64-1FAAF9F282AC}" dt="2026-04-20T15:32:04.561" v="185" actId="164"/>
          <ac:inkMkLst>
            <pc:docMk/>
            <pc:sldMk cId="3869940010" sldId="259"/>
            <ac:inkMk id="979" creationId="{95C511FE-4505-607B-E215-CC4EBAC3EA0F}"/>
          </ac:inkMkLst>
        </pc:inkChg>
        <pc:inkChg chg="mod">
          <ac:chgData name="植田 篤俊" userId="0d2b3cda-30c1-45e3-9e5c-02c0046d67fa" providerId="ADAL" clId="{0727E06A-3B49-4236-9D64-1FAAF9F282AC}" dt="2026-04-20T15:32:04.561" v="185" actId="164"/>
          <ac:inkMkLst>
            <pc:docMk/>
            <pc:sldMk cId="3869940010" sldId="259"/>
            <ac:inkMk id="980" creationId="{BBFB2403-1BA9-E278-EF31-4D0538A24711}"/>
          </ac:inkMkLst>
        </pc:inkChg>
        <pc:inkChg chg="mod">
          <ac:chgData name="植田 篤俊" userId="0d2b3cda-30c1-45e3-9e5c-02c0046d67fa" providerId="ADAL" clId="{0727E06A-3B49-4236-9D64-1FAAF9F282AC}" dt="2026-04-20T15:31:50.147" v="173" actId="164"/>
          <ac:inkMkLst>
            <pc:docMk/>
            <pc:sldMk cId="3869940010" sldId="259"/>
            <ac:inkMk id="994" creationId="{3A6DEFDF-3EBB-086C-66CB-75216F52DED5}"/>
          </ac:inkMkLst>
        </pc:inkChg>
        <pc:inkChg chg="mod">
          <ac:chgData name="植田 篤俊" userId="0d2b3cda-30c1-45e3-9e5c-02c0046d67fa" providerId="ADAL" clId="{0727E06A-3B49-4236-9D64-1FAAF9F282AC}" dt="2026-04-20T15:31:55.073" v="177" actId="164"/>
          <ac:inkMkLst>
            <pc:docMk/>
            <pc:sldMk cId="3869940010" sldId="259"/>
            <ac:inkMk id="1033" creationId="{EB228D8E-4B5A-CEBE-1D6C-454D1616C1D1}"/>
          </ac:inkMkLst>
        </pc:inkChg>
      </pc:sldChg>
      <pc:sldChg chg="addSp delSp modSp mod modAnim">
        <pc:chgData name="植田 篤俊" userId="0d2b3cda-30c1-45e3-9e5c-02c0046d67fa" providerId="ADAL" clId="{0727E06A-3B49-4236-9D64-1FAAF9F282AC}" dt="2026-04-20T15:32:18.281" v="192"/>
        <pc:sldMkLst>
          <pc:docMk/>
          <pc:sldMk cId="1009422686" sldId="260"/>
        </pc:sldMkLst>
        <pc:grpChg chg="add mod">
          <ac:chgData name="植田 篤俊" userId="0d2b3cda-30c1-45e3-9e5c-02c0046d67fa" providerId="ADAL" clId="{0727E06A-3B49-4236-9D64-1FAAF9F282AC}" dt="2026-04-20T15:32:15.202" v="189" actId="164"/>
          <ac:grpSpMkLst>
            <pc:docMk/>
            <pc:sldMk cId="1009422686" sldId="260"/>
            <ac:grpSpMk id="674" creationId="{705315C6-8747-5419-0A11-9FF2DE4E9F0A}"/>
          </ac:grpSpMkLst>
        </pc:grpChg>
        <pc:grpChg chg="add mod">
          <ac:chgData name="植田 篤俊" userId="0d2b3cda-30c1-45e3-9e5c-02c0046d67fa" providerId="ADAL" clId="{0727E06A-3B49-4236-9D64-1FAAF9F282AC}" dt="2026-04-20T15:32:10.142" v="187" actId="164"/>
          <ac:grpSpMkLst>
            <pc:docMk/>
            <pc:sldMk cId="1009422686" sldId="260"/>
            <ac:grpSpMk id="675" creationId="{D7E6E58D-2015-6D0E-4B1C-E6904BFDE0C3}"/>
          </ac:grpSpMkLst>
        </pc:grpChg>
        <pc:grpChg chg="add mod">
          <ac:chgData name="植田 篤俊" userId="0d2b3cda-30c1-45e3-9e5c-02c0046d67fa" providerId="ADAL" clId="{0727E06A-3B49-4236-9D64-1FAAF9F282AC}" dt="2026-04-20T15:32:15.202" v="189" actId="164"/>
          <ac:grpSpMkLst>
            <pc:docMk/>
            <pc:sldMk cId="1009422686" sldId="260"/>
            <ac:grpSpMk id="676" creationId="{11E8B60F-8B86-ED09-D828-CE385ACA6B5C}"/>
          </ac:grpSpMkLst>
        </pc:grpChg>
        <pc:grpChg chg="add mod">
          <ac:chgData name="植田 篤俊" userId="0d2b3cda-30c1-45e3-9e5c-02c0046d67fa" providerId="ADAL" clId="{0727E06A-3B49-4236-9D64-1FAAF9F282AC}" dt="2026-04-20T15:32:17.734" v="191" actId="164"/>
          <ac:grpSpMkLst>
            <pc:docMk/>
            <pc:sldMk cId="1009422686" sldId="260"/>
            <ac:grpSpMk id="677" creationId="{C79E579D-C102-D7EE-3773-6A56ABC4073D}"/>
          </ac:grpSpMkLst>
        </pc:grpChg>
        <pc:picChg chg="del">
          <ac:chgData name="植田 篤俊" userId="0d2b3cda-30c1-45e3-9e5c-02c0046d67fa" providerId="ADAL" clId="{0727E06A-3B49-4236-9D64-1FAAF9F282AC}" dt="2026-04-20T15:26:34.124" v="66" actId="478"/>
          <ac:picMkLst>
            <pc:docMk/>
            <pc:sldMk cId="1009422686" sldId="260"/>
            <ac:picMk id="13" creationId="{F0EECDFB-7A03-07A0-188B-353EF73AF152}"/>
          </ac:picMkLst>
        </pc:picChg>
        <pc:inkChg chg="mod">
          <ac:chgData name="植田 篤俊" userId="0d2b3cda-30c1-45e3-9e5c-02c0046d67fa" providerId="ADAL" clId="{0727E06A-3B49-4236-9D64-1FAAF9F282AC}" dt="2026-04-20T15:32:17.734" v="191" actId="164"/>
          <ac:inkMkLst>
            <pc:docMk/>
            <pc:sldMk cId="1009422686" sldId="260"/>
            <ac:inkMk id="16" creationId="{1E0710DE-4926-6AC7-7BA0-B3C59F8D884A}"/>
          </ac:inkMkLst>
        </pc:inkChg>
        <pc:inkChg chg="mod">
          <ac:chgData name="植田 篤俊" userId="0d2b3cda-30c1-45e3-9e5c-02c0046d67fa" providerId="ADAL" clId="{0727E06A-3B49-4236-9D64-1FAAF9F282AC}" dt="2026-04-20T15:32:17.734" v="191" actId="164"/>
          <ac:inkMkLst>
            <pc:docMk/>
            <pc:sldMk cId="1009422686" sldId="260"/>
            <ac:inkMk id="22" creationId="{09554214-0692-FBBC-C684-ADAEBD93D84D}"/>
          </ac:inkMkLst>
        </pc:inkChg>
        <pc:inkChg chg="mod">
          <ac:chgData name="植田 篤俊" userId="0d2b3cda-30c1-45e3-9e5c-02c0046d67fa" providerId="ADAL" clId="{0727E06A-3B49-4236-9D64-1FAAF9F282AC}" dt="2026-04-20T15:32:17.734" v="191" actId="164"/>
          <ac:inkMkLst>
            <pc:docMk/>
            <pc:sldMk cId="1009422686" sldId="260"/>
            <ac:inkMk id="41" creationId="{90C1FBDE-5CE4-9F58-422F-78FD2B6FDE67}"/>
          </ac:inkMkLst>
        </pc:inkChg>
        <pc:inkChg chg="mod">
          <ac:chgData name="植田 篤俊" userId="0d2b3cda-30c1-45e3-9e5c-02c0046d67fa" providerId="ADAL" clId="{0727E06A-3B49-4236-9D64-1FAAF9F282AC}" dt="2026-04-20T15:32:10.142" v="187" actId="164"/>
          <ac:inkMkLst>
            <pc:docMk/>
            <pc:sldMk cId="1009422686" sldId="260"/>
            <ac:inkMk id="48" creationId="{A53569E3-50E0-0A90-0BEC-2DEA271994F8}"/>
          </ac:inkMkLst>
        </pc:inkChg>
        <pc:inkChg chg="mod">
          <ac:chgData name="植田 篤俊" userId="0d2b3cda-30c1-45e3-9e5c-02c0046d67fa" providerId="ADAL" clId="{0727E06A-3B49-4236-9D64-1FAAF9F282AC}" dt="2026-04-20T15:02:08.067" v="55" actId="1076"/>
          <ac:inkMkLst>
            <pc:docMk/>
            <pc:sldMk cId="1009422686" sldId="260"/>
            <ac:inkMk id="53" creationId="{F6BDC34D-F234-C4E4-0307-94FF302B5EED}"/>
          </ac:inkMkLst>
        </pc:inkChg>
        <pc:inkChg chg="mod">
          <ac:chgData name="植田 篤俊" userId="0d2b3cda-30c1-45e3-9e5c-02c0046d67fa" providerId="ADAL" clId="{0727E06A-3B49-4236-9D64-1FAAF9F282AC}" dt="2026-04-20T15:32:10.142" v="187" actId="164"/>
          <ac:inkMkLst>
            <pc:docMk/>
            <pc:sldMk cId="1009422686" sldId="260"/>
            <ac:inkMk id="54" creationId="{ECDCF07C-F3F1-AB50-EFDA-A37C7583100A}"/>
          </ac:inkMkLst>
        </pc:inkChg>
        <pc:inkChg chg="mod">
          <ac:chgData name="植田 篤俊" userId="0d2b3cda-30c1-45e3-9e5c-02c0046d67fa" providerId="ADAL" clId="{0727E06A-3B49-4236-9D64-1FAAF9F282AC}" dt="2026-04-20T15:32:10.142" v="187" actId="164"/>
          <ac:inkMkLst>
            <pc:docMk/>
            <pc:sldMk cId="1009422686" sldId="260"/>
            <ac:inkMk id="57" creationId="{D64ABDD5-9453-BB33-ACBF-74929FDD261B}"/>
          </ac:inkMkLst>
        </pc:inkChg>
        <pc:inkChg chg="add mod">
          <ac:chgData name="植田 篤俊" userId="0d2b3cda-30c1-45e3-9e5c-02c0046d67fa" providerId="ADAL" clId="{0727E06A-3B49-4236-9D64-1FAAF9F282AC}" dt="2026-04-20T15:32:17.734" v="191" actId="164"/>
          <ac:inkMkLst>
            <pc:docMk/>
            <pc:sldMk cId="1009422686" sldId="260"/>
            <ac:inkMk id="67" creationId="{8AB72C63-AD3F-ABEE-CF23-AC2E153DB316}"/>
          </ac:inkMkLst>
        </pc:inkChg>
        <pc:inkChg chg="mod">
          <ac:chgData name="植田 篤俊" userId="0d2b3cda-30c1-45e3-9e5c-02c0046d67fa" providerId="ADAL" clId="{0727E06A-3B49-4236-9D64-1FAAF9F282AC}" dt="2026-04-20T15:02:08.067" v="55" actId="1076"/>
          <ac:inkMkLst>
            <pc:docMk/>
            <pc:sldMk cId="1009422686" sldId="260"/>
            <ac:inkMk id="81" creationId="{85920DD3-5D62-2B9A-DFC4-9CEA5C0D6A24}"/>
          </ac:inkMkLst>
        </pc:inkChg>
        <pc:inkChg chg="mod">
          <ac:chgData name="植田 篤俊" userId="0d2b3cda-30c1-45e3-9e5c-02c0046d67fa" providerId="ADAL" clId="{0727E06A-3B49-4236-9D64-1FAAF9F282AC}" dt="2026-04-20T15:32:10.142" v="187" actId="164"/>
          <ac:inkMkLst>
            <pc:docMk/>
            <pc:sldMk cId="1009422686" sldId="260"/>
            <ac:inkMk id="108" creationId="{7A498A43-045B-35E2-E37F-EBB26742092A}"/>
          </ac:inkMkLst>
        </pc:inkChg>
        <pc:inkChg chg="mod">
          <ac:chgData name="植田 篤俊" userId="0d2b3cda-30c1-45e3-9e5c-02c0046d67fa" providerId="ADAL" clId="{0727E06A-3B49-4236-9D64-1FAAF9F282AC}" dt="2026-04-20T15:32:10.142" v="187" actId="164"/>
          <ac:inkMkLst>
            <pc:docMk/>
            <pc:sldMk cId="1009422686" sldId="260"/>
            <ac:inkMk id="109" creationId="{C7DC1057-6B16-D903-8271-282B4D37E73A}"/>
          </ac:inkMkLst>
        </pc:inkChg>
        <pc:inkChg chg="mod">
          <ac:chgData name="植田 篤俊" userId="0d2b3cda-30c1-45e3-9e5c-02c0046d67fa" providerId="ADAL" clId="{0727E06A-3B49-4236-9D64-1FAAF9F282AC}" dt="2026-04-20T15:02:08.067" v="55" actId="1076"/>
          <ac:inkMkLst>
            <pc:docMk/>
            <pc:sldMk cId="1009422686" sldId="260"/>
            <ac:inkMk id="130" creationId="{D7AD200E-34EF-C1A2-4EBD-DFD2864E0C60}"/>
          </ac:inkMkLst>
        </pc:inkChg>
        <pc:inkChg chg="mod">
          <ac:chgData name="植田 篤俊" userId="0d2b3cda-30c1-45e3-9e5c-02c0046d67fa" providerId="ADAL" clId="{0727E06A-3B49-4236-9D64-1FAAF9F282AC}" dt="2026-04-20T15:02:08.067" v="55" actId="1076"/>
          <ac:inkMkLst>
            <pc:docMk/>
            <pc:sldMk cId="1009422686" sldId="260"/>
            <ac:inkMk id="142" creationId="{EE9388AB-2AB8-D05C-6A53-BE05A7DF73F4}"/>
          </ac:inkMkLst>
        </pc:inkChg>
        <pc:inkChg chg="mod">
          <ac:chgData name="植田 篤俊" userId="0d2b3cda-30c1-45e3-9e5c-02c0046d67fa" providerId="ADAL" clId="{0727E06A-3B49-4236-9D64-1FAAF9F282AC}" dt="2026-04-20T15:32:10.142" v="187" actId="164"/>
          <ac:inkMkLst>
            <pc:docMk/>
            <pc:sldMk cId="1009422686" sldId="260"/>
            <ac:inkMk id="151" creationId="{94D2825E-8D1D-1FE1-7991-3BA8EC37E010}"/>
          </ac:inkMkLst>
        </pc:inkChg>
        <pc:inkChg chg="mod">
          <ac:chgData name="植田 篤俊" userId="0d2b3cda-30c1-45e3-9e5c-02c0046d67fa" providerId="ADAL" clId="{0727E06A-3B49-4236-9D64-1FAAF9F282AC}" dt="2026-04-20T15:32:10.142" v="187" actId="164"/>
          <ac:inkMkLst>
            <pc:docMk/>
            <pc:sldMk cId="1009422686" sldId="260"/>
            <ac:inkMk id="178" creationId="{47AC7E25-1308-E03D-7E36-AE557CE419EF}"/>
          </ac:inkMkLst>
        </pc:inkChg>
        <pc:inkChg chg="add mod">
          <ac:chgData name="植田 篤俊" userId="0d2b3cda-30c1-45e3-9e5c-02c0046d67fa" providerId="ADAL" clId="{0727E06A-3B49-4236-9D64-1FAAF9F282AC}" dt="2026-04-20T15:32:17.734" v="191" actId="164"/>
          <ac:inkMkLst>
            <pc:docMk/>
            <pc:sldMk cId="1009422686" sldId="260"/>
            <ac:inkMk id="218" creationId="{4AD5ECD6-0EA3-01AF-D258-F3FC95A9F8D9}"/>
          </ac:inkMkLst>
        </pc:inkChg>
        <pc:inkChg chg="mod">
          <ac:chgData name="植田 篤俊" userId="0d2b3cda-30c1-45e3-9e5c-02c0046d67fa" providerId="ADAL" clId="{0727E06A-3B49-4236-9D64-1FAAF9F282AC}" dt="2026-04-20T15:02:08.067" v="55" actId="1076"/>
          <ac:inkMkLst>
            <pc:docMk/>
            <pc:sldMk cId="1009422686" sldId="260"/>
            <ac:inkMk id="220" creationId="{A0F62D30-A498-AC4A-9D90-557172C11CE9}"/>
          </ac:inkMkLst>
        </pc:inkChg>
        <pc:inkChg chg="mod">
          <ac:chgData name="植田 篤俊" userId="0d2b3cda-30c1-45e3-9e5c-02c0046d67fa" providerId="ADAL" clId="{0727E06A-3B49-4236-9D64-1FAAF9F282AC}" dt="2026-04-20T15:32:10.142" v="187" actId="164"/>
          <ac:inkMkLst>
            <pc:docMk/>
            <pc:sldMk cId="1009422686" sldId="260"/>
            <ac:inkMk id="230" creationId="{62B9AE2F-9EF1-73C5-2452-A1836C0F5E7A}"/>
          </ac:inkMkLst>
        </pc:inkChg>
        <pc:inkChg chg="mod">
          <ac:chgData name="植田 篤俊" userId="0d2b3cda-30c1-45e3-9e5c-02c0046d67fa" providerId="ADAL" clId="{0727E06A-3B49-4236-9D64-1FAAF9F282AC}" dt="2026-04-20T15:02:08.067" v="55" actId="1076"/>
          <ac:inkMkLst>
            <pc:docMk/>
            <pc:sldMk cId="1009422686" sldId="260"/>
            <ac:inkMk id="296" creationId="{BBEC5E01-8BAF-9627-7ADB-92823AB08482}"/>
          </ac:inkMkLst>
        </pc:inkChg>
        <pc:inkChg chg="add mod">
          <ac:chgData name="植田 篤俊" userId="0d2b3cda-30c1-45e3-9e5c-02c0046d67fa" providerId="ADAL" clId="{0727E06A-3B49-4236-9D64-1FAAF9F282AC}" dt="2026-04-20T15:32:17.734" v="191" actId="164"/>
          <ac:inkMkLst>
            <pc:docMk/>
            <pc:sldMk cId="1009422686" sldId="260"/>
            <ac:inkMk id="308" creationId="{3F88F5E0-091D-3B7A-46E6-C80AC7B01959}"/>
          </ac:inkMkLst>
        </pc:inkChg>
        <pc:inkChg chg="add mod">
          <ac:chgData name="植田 篤俊" userId="0d2b3cda-30c1-45e3-9e5c-02c0046d67fa" providerId="ADAL" clId="{0727E06A-3B49-4236-9D64-1FAAF9F282AC}" dt="2026-04-20T15:02:04.827" v="54" actId="1076"/>
          <ac:inkMkLst>
            <pc:docMk/>
            <pc:sldMk cId="1009422686" sldId="260"/>
            <ac:inkMk id="309" creationId="{54F47A20-63FF-D352-D9B1-0E46D707D422}"/>
          </ac:inkMkLst>
        </pc:inkChg>
        <pc:inkChg chg="mod">
          <ac:chgData name="植田 篤俊" userId="0d2b3cda-30c1-45e3-9e5c-02c0046d67fa" providerId="ADAL" clId="{0727E06A-3B49-4236-9D64-1FAAF9F282AC}" dt="2026-04-20T15:32:10.142" v="187" actId="164"/>
          <ac:inkMkLst>
            <pc:docMk/>
            <pc:sldMk cId="1009422686" sldId="260"/>
            <ac:inkMk id="331" creationId="{178ADB83-B24D-DC13-69FE-C19C9C073ABB}"/>
          </ac:inkMkLst>
        </pc:inkChg>
        <pc:inkChg chg="mod">
          <ac:chgData name="植田 篤俊" userId="0d2b3cda-30c1-45e3-9e5c-02c0046d67fa" providerId="ADAL" clId="{0727E06A-3B49-4236-9D64-1FAAF9F282AC}" dt="2026-04-20T15:02:08.067" v="55" actId="1076"/>
          <ac:inkMkLst>
            <pc:docMk/>
            <pc:sldMk cId="1009422686" sldId="260"/>
            <ac:inkMk id="335" creationId="{325190C4-8C23-20F6-F10D-235A981C3EC1}"/>
          </ac:inkMkLst>
        </pc:inkChg>
        <pc:inkChg chg="mod">
          <ac:chgData name="植田 篤俊" userId="0d2b3cda-30c1-45e3-9e5c-02c0046d67fa" providerId="ADAL" clId="{0727E06A-3B49-4236-9D64-1FAAF9F282AC}" dt="2026-04-20T15:32:15.202" v="189" actId="164"/>
          <ac:inkMkLst>
            <pc:docMk/>
            <pc:sldMk cId="1009422686" sldId="260"/>
            <ac:inkMk id="369" creationId="{4BD9A95B-24C9-6380-42CC-7761710A790C}"/>
          </ac:inkMkLst>
        </pc:inkChg>
        <pc:inkChg chg="mod">
          <ac:chgData name="植田 篤俊" userId="0d2b3cda-30c1-45e3-9e5c-02c0046d67fa" providerId="ADAL" clId="{0727E06A-3B49-4236-9D64-1FAAF9F282AC}" dt="2026-04-20T15:32:15.202" v="189" actId="164"/>
          <ac:inkMkLst>
            <pc:docMk/>
            <pc:sldMk cId="1009422686" sldId="260"/>
            <ac:inkMk id="371" creationId="{44999408-46B5-18F6-E663-9FDCFA2DA9C1}"/>
          </ac:inkMkLst>
        </pc:inkChg>
        <pc:inkChg chg="mod">
          <ac:chgData name="植田 篤俊" userId="0d2b3cda-30c1-45e3-9e5c-02c0046d67fa" providerId="ADAL" clId="{0727E06A-3B49-4236-9D64-1FAAF9F282AC}" dt="2026-04-20T15:32:15.202" v="189" actId="164"/>
          <ac:inkMkLst>
            <pc:docMk/>
            <pc:sldMk cId="1009422686" sldId="260"/>
            <ac:inkMk id="373" creationId="{5675B0AA-4D4D-03BB-49D1-16AF9F23D99C}"/>
          </ac:inkMkLst>
        </pc:inkChg>
        <pc:inkChg chg="mod">
          <ac:chgData name="植田 篤俊" userId="0d2b3cda-30c1-45e3-9e5c-02c0046d67fa" providerId="ADAL" clId="{0727E06A-3B49-4236-9D64-1FAAF9F282AC}" dt="2026-04-20T15:32:15.202" v="189" actId="164"/>
          <ac:inkMkLst>
            <pc:docMk/>
            <pc:sldMk cId="1009422686" sldId="260"/>
            <ac:inkMk id="389" creationId="{1BD0B261-5457-25E8-5262-B1C1093735D9}"/>
          </ac:inkMkLst>
        </pc:inkChg>
        <pc:inkChg chg="mod">
          <ac:chgData name="植田 篤俊" userId="0d2b3cda-30c1-45e3-9e5c-02c0046d67fa" providerId="ADAL" clId="{0727E06A-3B49-4236-9D64-1FAAF9F282AC}" dt="2026-04-20T15:32:15.202" v="189" actId="164"/>
          <ac:inkMkLst>
            <pc:docMk/>
            <pc:sldMk cId="1009422686" sldId="260"/>
            <ac:inkMk id="390" creationId="{C67042B6-F416-C1F2-BCE1-0151D7B88F94}"/>
          </ac:inkMkLst>
        </pc:inkChg>
        <pc:inkChg chg="mod">
          <ac:chgData name="植田 篤俊" userId="0d2b3cda-30c1-45e3-9e5c-02c0046d67fa" providerId="ADAL" clId="{0727E06A-3B49-4236-9D64-1FAAF9F282AC}" dt="2026-04-20T15:32:15.202" v="189" actId="164"/>
          <ac:inkMkLst>
            <pc:docMk/>
            <pc:sldMk cId="1009422686" sldId="260"/>
            <ac:inkMk id="409" creationId="{2D947F08-AE2A-A0C9-A24E-1D6F6C18B219}"/>
          </ac:inkMkLst>
        </pc:inkChg>
        <pc:inkChg chg="mod">
          <ac:chgData name="植田 篤俊" userId="0d2b3cda-30c1-45e3-9e5c-02c0046d67fa" providerId="ADAL" clId="{0727E06A-3B49-4236-9D64-1FAAF9F282AC}" dt="2026-04-20T15:32:15.202" v="189" actId="164"/>
          <ac:inkMkLst>
            <pc:docMk/>
            <pc:sldMk cId="1009422686" sldId="260"/>
            <ac:inkMk id="410" creationId="{7A3F07B4-1965-B1EA-F5A8-B653CBA7B466}"/>
          </ac:inkMkLst>
        </pc:inkChg>
        <pc:inkChg chg="mod">
          <ac:chgData name="植田 篤俊" userId="0d2b3cda-30c1-45e3-9e5c-02c0046d67fa" providerId="ADAL" clId="{0727E06A-3B49-4236-9D64-1FAAF9F282AC}" dt="2026-04-20T15:32:15.202" v="189" actId="164"/>
          <ac:inkMkLst>
            <pc:docMk/>
            <pc:sldMk cId="1009422686" sldId="260"/>
            <ac:inkMk id="455" creationId="{140DADF8-AE95-DAFB-5172-9BDDFC72924C}"/>
          </ac:inkMkLst>
        </pc:inkChg>
        <pc:inkChg chg="mod">
          <ac:chgData name="植田 篤俊" userId="0d2b3cda-30c1-45e3-9e5c-02c0046d67fa" providerId="ADAL" clId="{0727E06A-3B49-4236-9D64-1FAAF9F282AC}" dt="2026-04-20T15:32:17.734" v="191" actId="164"/>
          <ac:inkMkLst>
            <pc:docMk/>
            <pc:sldMk cId="1009422686" sldId="260"/>
            <ac:inkMk id="457" creationId="{0D354AEA-B17C-C3D9-D07B-8B17DBB7AB6C}"/>
          </ac:inkMkLst>
        </pc:inkChg>
        <pc:inkChg chg="mod">
          <ac:chgData name="植田 篤俊" userId="0d2b3cda-30c1-45e3-9e5c-02c0046d67fa" providerId="ADAL" clId="{0727E06A-3B49-4236-9D64-1FAAF9F282AC}" dt="2026-04-20T15:04:22.698" v="56" actId="164"/>
          <ac:inkMkLst>
            <pc:docMk/>
            <pc:sldMk cId="1009422686" sldId="260"/>
            <ac:inkMk id="543" creationId="{4996125D-A1EB-1AAA-F395-45151481AB98}"/>
          </ac:inkMkLst>
        </pc:inkChg>
        <pc:inkChg chg="mod">
          <ac:chgData name="植田 篤俊" userId="0d2b3cda-30c1-45e3-9e5c-02c0046d67fa" providerId="ADAL" clId="{0727E06A-3B49-4236-9D64-1FAAF9F282AC}" dt="2026-04-20T15:04:22.698" v="56" actId="164"/>
          <ac:inkMkLst>
            <pc:docMk/>
            <pc:sldMk cId="1009422686" sldId="260"/>
            <ac:inkMk id="567" creationId="{EBED19F4-00DB-E20E-82F5-C748BC651DB6}"/>
          </ac:inkMkLst>
        </pc:inkChg>
        <pc:inkChg chg="mod">
          <ac:chgData name="植田 篤俊" userId="0d2b3cda-30c1-45e3-9e5c-02c0046d67fa" providerId="ADAL" clId="{0727E06A-3B49-4236-9D64-1FAAF9F282AC}" dt="2026-04-20T15:04:22.698" v="56" actId="164"/>
          <ac:inkMkLst>
            <pc:docMk/>
            <pc:sldMk cId="1009422686" sldId="260"/>
            <ac:inkMk id="576" creationId="{9AE51A64-4A82-1DAA-E408-D6C87823A9ED}"/>
          </ac:inkMkLst>
        </pc:inkChg>
        <pc:inkChg chg="mod">
          <ac:chgData name="植田 篤俊" userId="0d2b3cda-30c1-45e3-9e5c-02c0046d67fa" providerId="ADAL" clId="{0727E06A-3B49-4236-9D64-1FAAF9F282AC}" dt="2026-04-20T15:04:22.698" v="56" actId="164"/>
          <ac:inkMkLst>
            <pc:docMk/>
            <pc:sldMk cId="1009422686" sldId="260"/>
            <ac:inkMk id="596" creationId="{61C7614F-FF94-7E48-A11B-4E9472FF3ABF}"/>
          </ac:inkMkLst>
        </pc:inkChg>
        <pc:inkChg chg="add mod">
          <ac:chgData name="植田 篤俊" userId="0d2b3cda-30c1-45e3-9e5c-02c0046d67fa" providerId="ADAL" clId="{0727E06A-3B49-4236-9D64-1FAAF9F282AC}" dt="2026-04-20T15:32:17.734" v="191" actId="164"/>
          <ac:inkMkLst>
            <pc:docMk/>
            <pc:sldMk cId="1009422686" sldId="260"/>
            <ac:inkMk id="635" creationId="{01F32ABD-88D9-D482-5391-B4812724EB86}"/>
          </ac:inkMkLst>
        </pc:inkChg>
        <pc:inkChg chg="mod">
          <ac:chgData name="植田 篤俊" userId="0d2b3cda-30c1-45e3-9e5c-02c0046d67fa" providerId="ADAL" clId="{0727E06A-3B49-4236-9D64-1FAAF9F282AC}" dt="2026-04-20T15:02:08.067" v="55" actId="1076"/>
          <ac:inkMkLst>
            <pc:docMk/>
            <pc:sldMk cId="1009422686" sldId="260"/>
            <ac:inkMk id="642" creationId="{128F398B-66AD-E884-0349-52BA4BE973EB}"/>
          </ac:inkMkLst>
        </pc:inkChg>
        <pc:inkChg chg="add mod">
          <ac:chgData name="植田 篤俊" userId="0d2b3cda-30c1-45e3-9e5c-02c0046d67fa" providerId="ADAL" clId="{0727E06A-3B49-4236-9D64-1FAAF9F282AC}" dt="2026-04-20T15:02:04.827" v="54" actId="1076"/>
          <ac:inkMkLst>
            <pc:docMk/>
            <pc:sldMk cId="1009422686" sldId="260"/>
            <ac:inkMk id="644" creationId="{3D02E502-3C55-14E4-E9C8-BFCF5236BBC2}"/>
          </ac:inkMkLst>
        </pc:inkChg>
        <pc:inkChg chg="add mod">
          <ac:chgData name="植田 篤俊" userId="0d2b3cda-30c1-45e3-9e5c-02c0046d67fa" providerId="ADAL" clId="{0727E06A-3B49-4236-9D64-1FAAF9F282AC}" dt="2026-04-20T15:32:17.734" v="191" actId="164"/>
          <ac:inkMkLst>
            <pc:docMk/>
            <pc:sldMk cId="1009422686" sldId="260"/>
            <ac:inkMk id="645" creationId="{82E0D9B8-0B42-8037-C2FB-4507F91EEE1B}"/>
          </ac:inkMkLst>
        </pc:inkChg>
        <pc:inkChg chg="add mod">
          <ac:chgData name="植田 篤俊" userId="0d2b3cda-30c1-45e3-9e5c-02c0046d67fa" providerId="ADAL" clId="{0727E06A-3B49-4236-9D64-1FAAF9F282AC}" dt="2026-04-20T15:02:04.827" v="54" actId="1076"/>
          <ac:inkMkLst>
            <pc:docMk/>
            <pc:sldMk cId="1009422686" sldId="260"/>
            <ac:inkMk id="658" creationId="{8FD46A30-57C0-F55E-D8FF-5ACB32AD015F}"/>
          </ac:inkMkLst>
        </pc:inkChg>
        <pc:inkChg chg="add mod">
          <ac:chgData name="植田 篤俊" userId="0d2b3cda-30c1-45e3-9e5c-02c0046d67fa" providerId="ADAL" clId="{0727E06A-3B49-4236-9D64-1FAAF9F282AC}" dt="2026-04-20T15:02:04.827" v="54" actId="1076"/>
          <ac:inkMkLst>
            <pc:docMk/>
            <pc:sldMk cId="1009422686" sldId="260"/>
            <ac:inkMk id="664" creationId="{EF001B16-6E9D-2EB5-A74F-7E0DA427B101}"/>
          </ac:inkMkLst>
        </pc:inkChg>
        <pc:inkChg chg="add mod">
          <ac:chgData name="植田 篤俊" userId="0d2b3cda-30c1-45e3-9e5c-02c0046d67fa" providerId="ADAL" clId="{0727E06A-3B49-4236-9D64-1FAAF9F282AC}" dt="2026-04-20T15:02:04.827" v="54" actId="1076"/>
          <ac:inkMkLst>
            <pc:docMk/>
            <pc:sldMk cId="1009422686" sldId="260"/>
            <ac:inkMk id="672" creationId="{AA0A42DC-4584-336C-494D-3B1F92CD0F95}"/>
          </ac:inkMkLst>
        </pc:inkChg>
      </pc:sldChg>
      <pc:sldChg chg="addSp delSp modSp mod modAnim">
        <pc:chgData name="植田 篤俊" userId="0d2b3cda-30c1-45e3-9e5c-02c0046d67fa" providerId="ADAL" clId="{0727E06A-3B49-4236-9D64-1FAAF9F282AC}" dt="2026-04-20T15:33:18.639" v="214"/>
        <pc:sldMkLst>
          <pc:docMk/>
          <pc:sldMk cId="942900471" sldId="261"/>
        </pc:sldMkLst>
        <pc:grpChg chg="add mod">
          <ac:chgData name="植田 篤俊" userId="0d2b3cda-30c1-45e3-9e5c-02c0046d67fa" providerId="ADAL" clId="{0727E06A-3B49-4236-9D64-1FAAF9F282AC}" dt="2026-04-20T15:32:31.526" v="194" actId="164"/>
          <ac:grpSpMkLst>
            <pc:docMk/>
            <pc:sldMk cId="942900471" sldId="261"/>
            <ac:grpSpMk id="436" creationId="{FA554003-448E-ED2D-E56A-24BEAC139B2C}"/>
          </ac:grpSpMkLst>
        </pc:grpChg>
        <pc:grpChg chg="add mod">
          <ac:chgData name="植田 篤俊" userId="0d2b3cda-30c1-45e3-9e5c-02c0046d67fa" providerId="ADAL" clId="{0727E06A-3B49-4236-9D64-1FAAF9F282AC}" dt="2026-04-20T15:32:33.882" v="196" actId="164"/>
          <ac:grpSpMkLst>
            <pc:docMk/>
            <pc:sldMk cId="942900471" sldId="261"/>
            <ac:grpSpMk id="533" creationId="{109F805F-F43B-E1C7-5F34-6B8114752CC4}"/>
          </ac:grpSpMkLst>
        </pc:grpChg>
        <pc:grpChg chg="add mod">
          <ac:chgData name="植田 篤俊" userId="0d2b3cda-30c1-45e3-9e5c-02c0046d67fa" providerId="ADAL" clId="{0727E06A-3B49-4236-9D64-1FAAF9F282AC}" dt="2026-04-20T15:32:38.384" v="198" actId="164"/>
          <ac:grpSpMkLst>
            <pc:docMk/>
            <pc:sldMk cId="942900471" sldId="261"/>
            <ac:grpSpMk id="534" creationId="{60ACB37A-1C12-C75B-45B6-62355911A781}"/>
          </ac:grpSpMkLst>
        </pc:grpChg>
        <pc:grpChg chg="add mod">
          <ac:chgData name="植田 篤俊" userId="0d2b3cda-30c1-45e3-9e5c-02c0046d67fa" providerId="ADAL" clId="{0727E06A-3B49-4236-9D64-1FAAF9F282AC}" dt="2026-04-20T15:32:41.388" v="200" actId="164"/>
          <ac:grpSpMkLst>
            <pc:docMk/>
            <pc:sldMk cId="942900471" sldId="261"/>
            <ac:grpSpMk id="799" creationId="{96C338D2-D53D-8325-262C-5C95F2E661FD}"/>
          </ac:grpSpMkLst>
        </pc:grpChg>
        <pc:grpChg chg="add mod">
          <ac:chgData name="植田 篤俊" userId="0d2b3cda-30c1-45e3-9e5c-02c0046d67fa" providerId="ADAL" clId="{0727E06A-3B49-4236-9D64-1FAAF9F282AC}" dt="2026-04-20T15:32:44.924" v="203" actId="164"/>
          <ac:grpSpMkLst>
            <pc:docMk/>
            <pc:sldMk cId="942900471" sldId="261"/>
            <ac:grpSpMk id="800" creationId="{AA139F03-8EEA-F717-66F7-56B877EF2DFD}"/>
          </ac:grpSpMkLst>
        </pc:grpChg>
        <pc:grpChg chg="add mod">
          <ac:chgData name="植田 篤俊" userId="0d2b3cda-30c1-45e3-9e5c-02c0046d67fa" providerId="ADAL" clId="{0727E06A-3B49-4236-9D64-1FAAF9F282AC}" dt="2026-04-20T15:32:47.458" v="204" actId="164"/>
          <ac:grpSpMkLst>
            <pc:docMk/>
            <pc:sldMk cId="942900471" sldId="261"/>
            <ac:grpSpMk id="801" creationId="{6ECAA7DA-1D4A-8CE4-9681-C891C8556FF3}"/>
          </ac:grpSpMkLst>
        </pc:grpChg>
        <pc:grpChg chg="add mod">
          <ac:chgData name="植田 篤俊" userId="0d2b3cda-30c1-45e3-9e5c-02c0046d67fa" providerId="ADAL" clId="{0727E06A-3B49-4236-9D64-1FAAF9F282AC}" dt="2026-04-20T15:32:49.838" v="206" actId="164"/>
          <ac:grpSpMkLst>
            <pc:docMk/>
            <pc:sldMk cId="942900471" sldId="261"/>
            <ac:grpSpMk id="802" creationId="{2EFCD364-E2D1-A7EB-8E78-0CAA19390876}"/>
          </ac:grpSpMkLst>
        </pc:grpChg>
        <pc:grpChg chg="add mod">
          <ac:chgData name="植田 篤俊" userId="0d2b3cda-30c1-45e3-9e5c-02c0046d67fa" providerId="ADAL" clId="{0727E06A-3B49-4236-9D64-1FAAF9F282AC}" dt="2026-04-20T15:33:00.665" v="208" actId="164"/>
          <ac:grpSpMkLst>
            <pc:docMk/>
            <pc:sldMk cId="942900471" sldId="261"/>
            <ac:grpSpMk id="803" creationId="{EACF92BE-D5C1-5280-A22A-A12D6B11ABAC}"/>
          </ac:grpSpMkLst>
        </pc:grpChg>
        <pc:grpChg chg="add mod">
          <ac:chgData name="植田 篤俊" userId="0d2b3cda-30c1-45e3-9e5c-02c0046d67fa" providerId="ADAL" clId="{0727E06A-3B49-4236-9D64-1FAAF9F282AC}" dt="2026-04-20T15:33:02.633" v="210" actId="164"/>
          <ac:grpSpMkLst>
            <pc:docMk/>
            <pc:sldMk cId="942900471" sldId="261"/>
            <ac:grpSpMk id="804" creationId="{2C21D8AE-0B8C-E241-3110-4B0F877C06EE}"/>
          </ac:grpSpMkLst>
        </pc:grpChg>
        <pc:picChg chg="del">
          <ac:chgData name="植田 篤俊" userId="0d2b3cda-30c1-45e3-9e5c-02c0046d67fa" providerId="ADAL" clId="{0727E06A-3B49-4236-9D64-1FAAF9F282AC}" dt="2026-04-20T15:26:35.895" v="67" actId="478"/>
          <ac:picMkLst>
            <pc:docMk/>
            <pc:sldMk cId="942900471" sldId="261"/>
            <ac:picMk id="13" creationId="{E85B65E8-8ECA-46ED-C036-2EB72A8EF55E}"/>
          </ac:picMkLst>
        </pc:picChg>
        <pc:picChg chg="add mod">
          <ac:chgData name="植田 篤俊" userId="0d2b3cda-30c1-45e3-9e5c-02c0046d67fa" providerId="ADAL" clId="{0727E06A-3B49-4236-9D64-1FAAF9F282AC}" dt="2026-04-20T15:26:16.122" v="63" actId="1076"/>
          <ac:picMkLst>
            <pc:docMk/>
            <pc:sldMk cId="942900471" sldId="261"/>
            <ac:picMk id="295" creationId="{B66164C3-D41C-1ECA-430C-4C755E222C33}"/>
          </ac:picMkLst>
        </pc:picChg>
        <pc:inkChg chg="mod">
          <ac:chgData name="植田 篤俊" userId="0d2b3cda-30c1-45e3-9e5c-02c0046d67fa" providerId="ADAL" clId="{0727E06A-3B49-4236-9D64-1FAAF9F282AC}" dt="2026-04-20T15:32:31.526" v="194" actId="164"/>
          <ac:inkMkLst>
            <pc:docMk/>
            <pc:sldMk cId="942900471" sldId="261"/>
            <ac:inkMk id="31" creationId="{17CA1ABA-22A8-3C4A-03B6-795672D445D5}"/>
          </ac:inkMkLst>
        </pc:inkChg>
        <pc:inkChg chg="mod">
          <ac:chgData name="植田 篤俊" userId="0d2b3cda-30c1-45e3-9e5c-02c0046d67fa" providerId="ADAL" clId="{0727E06A-3B49-4236-9D64-1FAAF9F282AC}" dt="2026-04-20T15:32:31.526" v="194" actId="164"/>
          <ac:inkMkLst>
            <pc:docMk/>
            <pc:sldMk cId="942900471" sldId="261"/>
            <ac:inkMk id="163" creationId="{67E04ECA-E12C-7D60-8485-5372B2819F74}"/>
          </ac:inkMkLst>
        </pc:inkChg>
        <pc:inkChg chg="del">
          <ac:chgData name="植田 篤俊" userId="0d2b3cda-30c1-45e3-9e5c-02c0046d67fa" providerId="ADAL" clId="{0727E06A-3B49-4236-9D64-1FAAF9F282AC}" dt="2026-04-20T15:13:45.243" v="58" actId="478"/>
          <ac:inkMkLst>
            <pc:docMk/>
            <pc:sldMk cId="942900471" sldId="261"/>
            <ac:inkMk id="168" creationId="{6148E9CF-7DDF-8455-332E-FDDE11B6FFB4}"/>
          </ac:inkMkLst>
        </pc:inkChg>
        <pc:inkChg chg="del">
          <ac:chgData name="植田 篤俊" userId="0d2b3cda-30c1-45e3-9e5c-02c0046d67fa" providerId="ADAL" clId="{0727E06A-3B49-4236-9D64-1FAAF9F282AC}" dt="2026-04-20T15:13:45.243" v="58" actId="478"/>
          <ac:inkMkLst>
            <pc:docMk/>
            <pc:sldMk cId="942900471" sldId="261"/>
            <ac:inkMk id="169" creationId="{2B839F06-993E-4D69-8334-C40ADA94B194}"/>
          </ac:inkMkLst>
        </pc:inkChg>
        <pc:inkChg chg="del">
          <ac:chgData name="植田 篤俊" userId="0d2b3cda-30c1-45e3-9e5c-02c0046d67fa" providerId="ADAL" clId="{0727E06A-3B49-4236-9D64-1FAAF9F282AC}" dt="2026-04-20T15:13:45.243" v="58" actId="478"/>
          <ac:inkMkLst>
            <pc:docMk/>
            <pc:sldMk cId="942900471" sldId="261"/>
            <ac:inkMk id="196" creationId="{BE5ABC14-424B-D232-D5B8-B6CC3FA4EEBB}"/>
          </ac:inkMkLst>
        </pc:inkChg>
        <pc:inkChg chg="del">
          <ac:chgData name="植田 篤俊" userId="0d2b3cda-30c1-45e3-9e5c-02c0046d67fa" providerId="ADAL" clId="{0727E06A-3B49-4236-9D64-1FAAF9F282AC}" dt="2026-04-20T15:13:45.243" v="58" actId="478"/>
          <ac:inkMkLst>
            <pc:docMk/>
            <pc:sldMk cId="942900471" sldId="261"/>
            <ac:inkMk id="197" creationId="{5CF9F7F1-07A4-659F-D637-CC99856556D4}"/>
          </ac:inkMkLst>
        </pc:inkChg>
        <pc:inkChg chg="del">
          <ac:chgData name="植田 篤俊" userId="0d2b3cda-30c1-45e3-9e5c-02c0046d67fa" providerId="ADAL" clId="{0727E06A-3B49-4236-9D64-1FAAF9F282AC}" dt="2026-04-20T15:13:45.243" v="58" actId="478"/>
          <ac:inkMkLst>
            <pc:docMk/>
            <pc:sldMk cId="942900471" sldId="261"/>
            <ac:inkMk id="198" creationId="{62014E2B-FCD6-FBD5-E331-558A03BE5779}"/>
          </ac:inkMkLst>
        </pc:inkChg>
        <pc:inkChg chg="del">
          <ac:chgData name="植田 篤俊" userId="0d2b3cda-30c1-45e3-9e5c-02c0046d67fa" providerId="ADAL" clId="{0727E06A-3B49-4236-9D64-1FAAF9F282AC}" dt="2026-04-20T15:13:45.243" v="58" actId="478"/>
          <ac:inkMkLst>
            <pc:docMk/>
            <pc:sldMk cId="942900471" sldId="261"/>
            <ac:inkMk id="199" creationId="{D6BA8172-1C44-8E86-3027-AF4DE45969D6}"/>
          </ac:inkMkLst>
        </pc:inkChg>
        <pc:inkChg chg="del">
          <ac:chgData name="植田 篤俊" userId="0d2b3cda-30c1-45e3-9e5c-02c0046d67fa" providerId="ADAL" clId="{0727E06A-3B49-4236-9D64-1FAAF9F282AC}" dt="2026-04-20T15:13:45.243" v="58" actId="478"/>
          <ac:inkMkLst>
            <pc:docMk/>
            <pc:sldMk cId="942900471" sldId="261"/>
            <ac:inkMk id="209" creationId="{9BA128C6-5A6C-31F6-1034-866502A1905B}"/>
          </ac:inkMkLst>
        </pc:inkChg>
        <pc:inkChg chg="del">
          <ac:chgData name="植田 篤俊" userId="0d2b3cda-30c1-45e3-9e5c-02c0046d67fa" providerId="ADAL" clId="{0727E06A-3B49-4236-9D64-1FAAF9F282AC}" dt="2026-04-20T15:13:45.243" v="58" actId="478"/>
          <ac:inkMkLst>
            <pc:docMk/>
            <pc:sldMk cId="942900471" sldId="261"/>
            <ac:inkMk id="210" creationId="{1C9400BA-C2CB-DA47-8F48-23952F2F02B2}"/>
          </ac:inkMkLst>
        </pc:inkChg>
        <pc:inkChg chg="del">
          <ac:chgData name="植田 篤俊" userId="0d2b3cda-30c1-45e3-9e5c-02c0046d67fa" providerId="ADAL" clId="{0727E06A-3B49-4236-9D64-1FAAF9F282AC}" dt="2026-04-20T15:13:45.243" v="58" actId="478"/>
          <ac:inkMkLst>
            <pc:docMk/>
            <pc:sldMk cId="942900471" sldId="261"/>
            <ac:inkMk id="229" creationId="{AFEE7C29-C410-1DD8-C4B5-6C3BA4CEF287}"/>
          </ac:inkMkLst>
        </pc:inkChg>
        <pc:inkChg chg="del">
          <ac:chgData name="植田 篤俊" userId="0d2b3cda-30c1-45e3-9e5c-02c0046d67fa" providerId="ADAL" clId="{0727E06A-3B49-4236-9D64-1FAAF9F282AC}" dt="2026-04-20T15:13:45.243" v="58" actId="478"/>
          <ac:inkMkLst>
            <pc:docMk/>
            <pc:sldMk cId="942900471" sldId="261"/>
            <ac:inkMk id="236" creationId="{50C9561F-1658-701D-D518-54B3A4CB3B65}"/>
          </ac:inkMkLst>
        </pc:inkChg>
        <pc:inkChg chg="mod">
          <ac:chgData name="植田 篤俊" userId="0d2b3cda-30c1-45e3-9e5c-02c0046d67fa" providerId="ADAL" clId="{0727E06A-3B49-4236-9D64-1FAAF9F282AC}" dt="2026-04-20T15:32:31.526" v="194" actId="164"/>
          <ac:inkMkLst>
            <pc:docMk/>
            <pc:sldMk cId="942900471" sldId="261"/>
            <ac:inkMk id="255" creationId="{17D9AEA8-AFB8-4323-60D9-4481CC7F8D46}"/>
          </ac:inkMkLst>
        </pc:inkChg>
        <pc:inkChg chg="mod">
          <ac:chgData name="植田 篤俊" userId="0d2b3cda-30c1-45e3-9e5c-02c0046d67fa" providerId="ADAL" clId="{0727E06A-3B49-4236-9D64-1FAAF9F282AC}" dt="2026-04-20T15:32:31.526" v="194" actId="164"/>
          <ac:inkMkLst>
            <pc:docMk/>
            <pc:sldMk cId="942900471" sldId="261"/>
            <ac:inkMk id="264" creationId="{0E313EBB-E930-9F0B-5914-56594533E019}"/>
          </ac:inkMkLst>
        </pc:inkChg>
        <pc:inkChg chg="mod">
          <ac:chgData name="植田 篤俊" userId="0d2b3cda-30c1-45e3-9e5c-02c0046d67fa" providerId="ADAL" clId="{0727E06A-3B49-4236-9D64-1FAAF9F282AC}" dt="2026-04-20T15:32:31.526" v="194" actId="164"/>
          <ac:inkMkLst>
            <pc:docMk/>
            <pc:sldMk cId="942900471" sldId="261"/>
            <ac:inkMk id="282" creationId="{044C7FE1-FD10-DAAE-6F02-2F9A76212F3C}"/>
          </ac:inkMkLst>
        </pc:inkChg>
        <pc:inkChg chg="mod">
          <ac:chgData name="植田 篤俊" userId="0d2b3cda-30c1-45e3-9e5c-02c0046d67fa" providerId="ADAL" clId="{0727E06A-3B49-4236-9D64-1FAAF9F282AC}" dt="2026-04-20T15:32:31.526" v="194" actId="164"/>
          <ac:inkMkLst>
            <pc:docMk/>
            <pc:sldMk cId="942900471" sldId="261"/>
            <ac:inkMk id="292" creationId="{A2C8D1A6-2E7E-7382-7FDA-E263DE731BBF}"/>
          </ac:inkMkLst>
        </pc:inkChg>
        <pc:inkChg chg="mod">
          <ac:chgData name="植田 篤俊" userId="0d2b3cda-30c1-45e3-9e5c-02c0046d67fa" providerId="ADAL" clId="{0727E06A-3B49-4236-9D64-1FAAF9F282AC}" dt="2026-04-20T15:32:31.526" v="194" actId="164"/>
          <ac:inkMkLst>
            <pc:docMk/>
            <pc:sldMk cId="942900471" sldId="261"/>
            <ac:inkMk id="333" creationId="{AB865E1D-CE59-8B64-F93B-C74B8FB03BA5}"/>
          </ac:inkMkLst>
        </pc:inkChg>
        <pc:inkChg chg="mod">
          <ac:chgData name="植田 篤俊" userId="0d2b3cda-30c1-45e3-9e5c-02c0046d67fa" providerId="ADAL" clId="{0727E06A-3B49-4236-9D64-1FAAF9F282AC}" dt="2026-04-20T15:32:31.526" v="194" actId="164"/>
          <ac:inkMkLst>
            <pc:docMk/>
            <pc:sldMk cId="942900471" sldId="261"/>
            <ac:inkMk id="335" creationId="{7C2B9F95-EC99-5F80-9DA6-E183CB7E528B}"/>
          </ac:inkMkLst>
        </pc:inkChg>
        <pc:inkChg chg="mod">
          <ac:chgData name="植田 篤俊" userId="0d2b3cda-30c1-45e3-9e5c-02c0046d67fa" providerId="ADAL" clId="{0727E06A-3B49-4236-9D64-1FAAF9F282AC}" dt="2026-04-20T15:32:31.526" v="194" actId="164"/>
          <ac:inkMkLst>
            <pc:docMk/>
            <pc:sldMk cId="942900471" sldId="261"/>
            <ac:inkMk id="336" creationId="{1E39714D-B5DA-5E3B-B953-5A60F60C501D}"/>
          </ac:inkMkLst>
        </pc:inkChg>
        <pc:inkChg chg="mod">
          <ac:chgData name="植田 篤俊" userId="0d2b3cda-30c1-45e3-9e5c-02c0046d67fa" providerId="ADAL" clId="{0727E06A-3B49-4236-9D64-1FAAF9F282AC}" dt="2026-04-20T15:32:33.882" v="196" actId="164"/>
          <ac:inkMkLst>
            <pc:docMk/>
            <pc:sldMk cId="942900471" sldId="261"/>
            <ac:inkMk id="339" creationId="{EC83E41E-235D-4020-275E-413CA2F204AB}"/>
          </ac:inkMkLst>
        </pc:inkChg>
        <pc:inkChg chg="mod">
          <ac:chgData name="植田 篤俊" userId="0d2b3cda-30c1-45e3-9e5c-02c0046d67fa" providerId="ADAL" clId="{0727E06A-3B49-4236-9D64-1FAAF9F282AC}" dt="2026-04-20T15:32:33.882" v="196" actId="164"/>
          <ac:inkMkLst>
            <pc:docMk/>
            <pc:sldMk cId="942900471" sldId="261"/>
            <ac:inkMk id="349" creationId="{EBC505D2-0BA7-AECA-1709-E5FFC7C8B85A}"/>
          </ac:inkMkLst>
        </pc:inkChg>
        <pc:inkChg chg="mod">
          <ac:chgData name="植田 篤俊" userId="0d2b3cda-30c1-45e3-9e5c-02c0046d67fa" providerId="ADAL" clId="{0727E06A-3B49-4236-9D64-1FAAF9F282AC}" dt="2026-04-20T15:32:33.882" v="196" actId="164"/>
          <ac:inkMkLst>
            <pc:docMk/>
            <pc:sldMk cId="942900471" sldId="261"/>
            <ac:inkMk id="350" creationId="{1D2A75AE-0E3F-0D21-9CDD-67ED847162CA}"/>
          </ac:inkMkLst>
        </pc:inkChg>
        <pc:inkChg chg="mod">
          <ac:chgData name="植田 篤俊" userId="0d2b3cda-30c1-45e3-9e5c-02c0046d67fa" providerId="ADAL" clId="{0727E06A-3B49-4236-9D64-1FAAF9F282AC}" dt="2026-04-20T15:32:33.882" v="196" actId="164"/>
          <ac:inkMkLst>
            <pc:docMk/>
            <pc:sldMk cId="942900471" sldId="261"/>
            <ac:inkMk id="370" creationId="{80CD89D7-2DEA-39AA-60B4-BEE155558148}"/>
          </ac:inkMkLst>
        </pc:inkChg>
        <pc:inkChg chg="mod">
          <ac:chgData name="植田 篤俊" userId="0d2b3cda-30c1-45e3-9e5c-02c0046d67fa" providerId="ADAL" clId="{0727E06A-3B49-4236-9D64-1FAAF9F282AC}" dt="2026-04-20T15:32:33.882" v="196" actId="164"/>
          <ac:inkMkLst>
            <pc:docMk/>
            <pc:sldMk cId="942900471" sldId="261"/>
            <ac:inkMk id="374" creationId="{51B48EC7-B0EF-94B4-ECDE-8817B4048CC5}"/>
          </ac:inkMkLst>
        </pc:inkChg>
        <pc:inkChg chg="mod">
          <ac:chgData name="植田 篤俊" userId="0d2b3cda-30c1-45e3-9e5c-02c0046d67fa" providerId="ADAL" clId="{0727E06A-3B49-4236-9D64-1FAAF9F282AC}" dt="2026-04-20T15:32:33.882" v="196" actId="164"/>
          <ac:inkMkLst>
            <pc:docMk/>
            <pc:sldMk cId="942900471" sldId="261"/>
            <ac:inkMk id="375" creationId="{1861EBF3-D7BE-F771-436F-A1D9E0AB9B72}"/>
          </ac:inkMkLst>
        </pc:inkChg>
        <pc:inkChg chg="mod">
          <ac:chgData name="植田 篤俊" userId="0d2b3cda-30c1-45e3-9e5c-02c0046d67fa" providerId="ADAL" clId="{0727E06A-3B49-4236-9D64-1FAAF9F282AC}" dt="2026-04-20T15:32:33.882" v="196" actId="164"/>
          <ac:inkMkLst>
            <pc:docMk/>
            <pc:sldMk cId="942900471" sldId="261"/>
            <ac:inkMk id="381" creationId="{C0DE4A56-4682-9471-14F5-40255C84FDE7}"/>
          </ac:inkMkLst>
        </pc:inkChg>
        <pc:inkChg chg="mod">
          <ac:chgData name="植田 篤俊" userId="0d2b3cda-30c1-45e3-9e5c-02c0046d67fa" providerId="ADAL" clId="{0727E06A-3B49-4236-9D64-1FAAF9F282AC}" dt="2026-04-20T15:32:33.882" v="196" actId="164"/>
          <ac:inkMkLst>
            <pc:docMk/>
            <pc:sldMk cId="942900471" sldId="261"/>
            <ac:inkMk id="384" creationId="{904C0CA6-D64E-A1F2-56FD-8C1848F156A1}"/>
          </ac:inkMkLst>
        </pc:inkChg>
        <pc:inkChg chg="mod">
          <ac:chgData name="植田 篤俊" userId="0d2b3cda-30c1-45e3-9e5c-02c0046d67fa" providerId="ADAL" clId="{0727E06A-3B49-4236-9D64-1FAAF9F282AC}" dt="2026-04-20T15:32:33.882" v="196" actId="164"/>
          <ac:inkMkLst>
            <pc:docMk/>
            <pc:sldMk cId="942900471" sldId="261"/>
            <ac:inkMk id="389" creationId="{6F13AA23-2412-53D2-70AA-6F4F68660D90}"/>
          </ac:inkMkLst>
        </pc:inkChg>
        <pc:inkChg chg="mod">
          <ac:chgData name="植田 篤俊" userId="0d2b3cda-30c1-45e3-9e5c-02c0046d67fa" providerId="ADAL" clId="{0727E06A-3B49-4236-9D64-1FAAF9F282AC}" dt="2026-04-20T15:32:38.384" v="198" actId="164"/>
          <ac:inkMkLst>
            <pc:docMk/>
            <pc:sldMk cId="942900471" sldId="261"/>
            <ac:inkMk id="412" creationId="{1A9A6E72-E593-2E27-5CAE-F6F5A4BE3222}"/>
          </ac:inkMkLst>
        </pc:inkChg>
        <pc:inkChg chg="mod">
          <ac:chgData name="植田 篤俊" userId="0d2b3cda-30c1-45e3-9e5c-02c0046d67fa" providerId="ADAL" clId="{0727E06A-3B49-4236-9D64-1FAAF9F282AC}" dt="2026-04-20T15:32:38.384" v="198" actId="164"/>
          <ac:inkMkLst>
            <pc:docMk/>
            <pc:sldMk cId="942900471" sldId="261"/>
            <ac:inkMk id="417" creationId="{BD32B813-EF84-83F5-879B-E7CE26357351}"/>
          </ac:inkMkLst>
        </pc:inkChg>
        <pc:inkChg chg="mod">
          <ac:chgData name="植田 篤俊" userId="0d2b3cda-30c1-45e3-9e5c-02c0046d67fa" providerId="ADAL" clId="{0727E06A-3B49-4236-9D64-1FAAF9F282AC}" dt="2026-04-20T15:32:38.384" v="198" actId="164"/>
          <ac:inkMkLst>
            <pc:docMk/>
            <pc:sldMk cId="942900471" sldId="261"/>
            <ac:inkMk id="424" creationId="{E7CCAC4B-63B9-1E3E-FF25-F1369DC13E0E}"/>
          </ac:inkMkLst>
        </pc:inkChg>
        <pc:inkChg chg="mod">
          <ac:chgData name="植田 篤俊" userId="0d2b3cda-30c1-45e3-9e5c-02c0046d67fa" providerId="ADAL" clId="{0727E06A-3B49-4236-9D64-1FAAF9F282AC}" dt="2026-04-20T15:32:38.384" v="198" actId="164"/>
          <ac:inkMkLst>
            <pc:docMk/>
            <pc:sldMk cId="942900471" sldId="261"/>
            <ac:inkMk id="437" creationId="{BA36D488-482A-5DAA-36F2-7284DBD01C78}"/>
          </ac:inkMkLst>
        </pc:inkChg>
        <pc:inkChg chg="mod">
          <ac:chgData name="植田 篤俊" userId="0d2b3cda-30c1-45e3-9e5c-02c0046d67fa" providerId="ADAL" clId="{0727E06A-3B49-4236-9D64-1FAAF9F282AC}" dt="2026-04-20T15:32:38.384" v="198" actId="164"/>
          <ac:inkMkLst>
            <pc:docMk/>
            <pc:sldMk cId="942900471" sldId="261"/>
            <ac:inkMk id="438" creationId="{D463C9EB-AE16-0330-2E1A-3A1021E46FFA}"/>
          </ac:inkMkLst>
        </pc:inkChg>
        <pc:inkChg chg="mod">
          <ac:chgData name="植田 篤俊" userId="0d2b3cda-30c1-45e3-9e5c-02c0046d67fa" providerId="ADAL" clId="{0727E06A-3B49-4236-9D64-1FAAF9F282AC}" dt="2026-04-20T15:32:38.384" v="198" actId="164"/>
          <ac:inkMkLst>
            <pc:docMk/>
            <pc:sldMk cId="942900471" sldId="261"/>
            <ac:inkMk id="450" creationId="{B8721FAA-8C5A-3668-ECC5-3DCE4BDA8426}"/>
          </ac:inkMkLst>
        </pc:inkChg>
        <pc:inkChg chg="mod">
          <ac:chgData name="植田 篤俊" userId="0d2b3cda-30c1-45e3-9e5c-02c0046d67fa" providerId="ADAL" clId="{0727E06A-3B49-4236-9D64-1FAAF9F282AC}" dt="2026-04-20T15:32:41.388" v="200" actId="164"/>
          <ac:inkMkLst>
            <pc:docMk/>
            <pc:sldMk cId="942900471" sldId="261"/>
            <ac:inkMk id="468" creationId="{5BE74782-FD5E-1F15-B674-065F924B1563}"/>
          </ac:inkMkLst>
        </pc:inkChg>
        <pc:inkChg chg="mod">
          <ac:chgData name="植田 篤俊" userId="0d2b3cda-30c1-45e3-9e5c-02c0046d67fa" providerId="ADAL" clId="{0727E06A-3B49-4236-9D64-1FAAF9F282AC}" dt="2026-04-20T15:32:41.388" v="200" actId="164"/>
          <ac:inkMkLst>
            <pc:docMk/>
            <pc:sldMk cId="942900471" sldId="261"/>
            <ac:inkMk id="469" creationId="{183A926F-69F7-9BF8-BC70-342CF030BAC3}"/>
          </ac:inkMkLst>
        </pc:inkChg>
        <pc:inkChg chg="mod">
          <ac:chgData name="植田 篤俊" userId="0d2b3cda-30c1-45e3-9e5c-02c0046d67fa" providerId="ADAL" clId="{0727E06A-3B49-4236-9D64-1FAAF9F282AC}" dt="2026-04-20T15:32:41.388" v="200" actId="164"/>
          <ac:inkMkLst>
            <pc:docMk/>
            <pc:sldMk cId="942900471" sldId="261"/>
            <ac:inkMk id="470" creationId="{B5A2B651-CB69-6548-65A6-31249CFA324A}"/>
          </ac:inkMkLst>
        </pc:inkChg>
        <pc:inkChg chg="mod">
          <ac:chgData name="植田 篤俊" userId="0d2b3cda-30c1-45e3-9e5c-02c0046d67fa" providerId="ADAL" clId="{0727E06A-3B49-4236-9D64-1FAAF9F282AC}" dt="2026-04-20T15:32:41.388" v="200" actId="164"/>
          <ac:inkMkLst>
            <pc:docMk/>
            <pc:sldMk cId="942900471" sldId="261"/>
            <ac:inkMk id="477" creationId="{62BDBFEA-FFED-D48E-1CC9-3DB60D16D63E}"/>
          </ac:inkMkLst>
        </pc:inkChg>
        <pc:inkChg chg="mod">
          <ac:chgData name="植田 篤俊" userId="0d2b3cda-30c1-45e3-9e5c-02c0046d67fa" providerId="ADAL" clId="{0727E06A-3B49-4236-9D64-1FAAF9F282AC}" dt="2026-04-20T15:32:41.388" v="200" actId="164"/>
          <ac:inkMkLst>
            <pc:docMk/>
            <pc:sldMk cId="942900471" sldId="261"/>
            <ac:inkMk id="495" creationId="{169A60B0-CF07-68C6-A78D-5E9570E72047}"/>
          </ac:inkMkLst>
        </pc:inkChg>
        <pc:inkChg chg="mod">
          <ac:chgData name="植田 篤俊" userId="0d2b3cda-30c1-45e3-9e5c-02c0046d67fa" providerId="ADAL" clId="{0727E06A-3B49-4236-9D64-1FAAF9F282AC}" dt="2026-04-20T15:32:41.388" v="200" actId="164"/>
          <ac:inkMkLst>
            <pc:docMk/>
            <pc:sldMk cId="942900471" sldId="261"/>
            <ac:inkMk id="496" creationId="{32697FAC-E841-B68D-8BC8-A9683413232A}"/>
          </ac:inkMkLst>
        </pc:inkChg>
        <pc:inkChg chg="mod">
          <ac:chgData name="植田 篤俊" userId="0d2b3cda-30c1-45e3-9e5c-02c0046d67fa" providerId="ADAL" clId="{0727E06A-3B49-4236-9D64-1FAAF9F282AC}" dt="2026-04-20T15:32:41.388" v="200" actId="164"/>
          <ac:inkMkLst>
            <pc:docMk/>
            <pc:sldMk cId="942900471" sldId="261"/>
            <ac:inkMk id="497" creationId="{59211378-2F8B-E360-6F6C-378FC756FB0A}"/>
          </ac:inkMkLst>
        </pc:inkChg>
        <pc:inkChg chg="mod">
          <ac:chgData name="植田 篤俊" userId="0d2b3cda-30c1-45e3-9e5c-02c0046d67fa" providerId="ADAL" clId="{0727E06A-3B49-4236-9D64-1FAAF9F282AC}" dt="2026-04-20T15:32:41.388" v="200" actId="164"/>
          <ac:inkMkLst>
            <pc:docMk/>
            <pc:sldMk cId="942900471" sldId="261"/>
            <ac:inkMk id="509" creationId="{04AD94BD-E227-DB4F-D0F5-9B4D268F172C}"/>
          </ac:inkMkLst>
        </pc:inkChg>
        <pc:inkChg chg="mod">
          <ac:chgData name="植田 篤俊" userId="0d2b3cda-30c1-45e3-9e5c-02c0046d67fa" providerId="ADAL" clId="{0727E06A-3B49-4236-9D64-1FAAF9F282AC}" dt="2026-04-20T15:32:47.458" v="204" actId="164"/>
          <ac:inkMkLst>
            <pc:docMk/>
            <pc:sldMk cId="942900471" sldId="261"/>
            <ac:inkMk id="516" creationId="{46240FD0-C257-7CBF-7843-411312D2177C}"/>
          </ac:inkMkLst>
        </pc:inkChg>
        <pc:inkChg chg="mod">
          <ac:chgData name="植田 篤俊" userId="0d2b3cda-30c1-45e3-9e5c-02c0046d67fa" providerId="ADAL" clId="{0727E06A-3B49-4236-9D64-1FAAF9F282AC}" dt="2026-04-20T15:32:47.458" v="204" actId="164"/>
          <ac:inkMkLst>
            <pc:docMk/>
            <pc:sldMk cId="942900471" sldId="261"/>
            <ac:inkMk id="517" creationId="{628746F5-C588-0378-2937-5B1216F08A20}"/>
          </ac:inkMkLst>
        </pc:inkChg>
        <pc:inkChg chg="mod">
          <ac:chgData name="植田 篤俊" userId="0d2b3cda-30c1-45e3-9e5c-02c0046d67fa" providerId="ADAL" clId="{0727E06A-3B49-4236-9D64-1FAAF9F282AC}" dt="2026-04-20T15:32:47.458" v="204" actId="164"/>
          <ac:inkMkLst>
            <pc:docMk/>
            <pc:sldMk cId="942900471" sldId="261"/>
            <ac:inkMk id="529" creationId="{7387C2B7-4334-CC9B-7302-70FF5309D153}"/>
          </ac:inkMkLst>
        </pc:inkChg>
        <pc:inkChg chg="mod">
          <ac:chgData name="植田 篤俊" userId="0d2b3cda-30c1-45e3-9e5c-02c0046d67fa" providerId="ADAL" clId="{0727E06A-3B49-4236-9D64-1FAAF9F282AC}" dt="2026-04-20T15:32:47.458" v="204" actId="164"/>
          <ac:inkMkLst>
            <pc:docMk/>
            <pc:sldMk cId="942900471" sldId="261"/>
            <ac:inkMk id="530" creationId="{07FBBCA0-4186-A4C3-69A8-86AB83CE8AC8}"/>
          </ac:inkMkLst>
        </pc:inkChg>
        <pc:inkChg chg="mod">
          <ac:chgData name="植田 篤俊" userId="0d2b3cda-30c1-45e3-9e5c-02c0046d67fa" providerId="ADAL" clId="{0727E06A-3B49-4236-9D64-1FAAF9F282AC}" dt="2026-04-20T15:32:47.458" v="204" actId="164"/>
          <ac:inkMkLst>
            <pc:docMk/>
            <pc:sldMk cId="942900471" sldId="261"/>
            <ac:inkMk id="540" creationId="{66B52118-140F-B0FD-E17F-DDC12A275052}"/>
          </ac:inkMkLst>
        </pc:inkChg>
        <pc:inkChg chg="mod">
          <ac:chgData name="植田 篤俊" userId="0d2b3cda-30c1-45e3-9e5c-02c0046d67fa" providerId="ADAL" clId="{0727E06A-3B49-4236-9D64-1FAAF9F282AC}" dt="2026-04-20T15:32:47.458" v="204" actId="164"/>
          <ac:inkMkLst>
            <pc:docMk/>
            <pc:sldMk cId="942900471" sldId="261"/>
            <ac:inkMk id="541" creationId="{AD0F0A83-DEE2-38BF-7BB2-9115DBDFAAA7}"/>
          </ac:inkMkLst>
        </pc:inkChg>
        <pc:inkChg chg="mod">
          <ac:chgData name="植田 篤俊" userId="0d2b3cda-30c1-45e3-9e5c-02c0046d67fa" providerId="ADAL" clId="{0727E06A-3B49-4236-9D64-1FAAF9F282AC}" dt="2026-04-20T15:32:47.458" v="204" actId="164"/>
          <ac:inkMkLst>
            <pc:docMk/>
            <pc:sldMk cId="942900471" sldId="261"/>
            <ac:inkMk id="560" creationId="{4C90362B-1ADB-F231-43F0-CF303C98503E}"/>
          </ac:inkMkLst>
        </pc:inkChg>
        <pc:inkChg chg="mod">
          <ac:chgData name="植田 篤俊" userId="0d2b3cda-30c1-45e3-9e5c-02c0046d67fa" providerId="ADAL" clId="{0727E06A-3B49-4236-9D64-1FAAF9F282AC}" dt="2026-04-20T15:32:49.838" v="206" actId="164"/>
          <ac:inkMkLst>
            <pc:docMk/>
            <pc:sldMk cId="942900471" sldId="261"/>
            <ac:inkMk id="565" creationId="{D3651360-E467-5745-D3B4-3ED37242C00F}"/>
          </ac:inkMkLst>
        </pc:inkChg>
        <pc:inkChg chg="mod">
          <ac:chgData name="植田 篤俊" userId="0d2b3cda-30c1-45e3-9e5c-02c0046d67fa" providerId="ADAL" clId="{0727E06A-3B49-4236-9D64-1FAAF9F282AC}" dt="2026-04-20T15:32:49.838" v="206" actId="164"/>
          <ac:inkMkLst>
            <pc:docMk/>
            <pc:sldMk cId="942900471" sldId="261"/>
            <ac:inkMk id="566" creationId="{58FD3022-2EFB-D019-AF35-9BD18E33A74C}"/>
          </ac:inkMkLst>
        </pc:inkChg>
        <pc:inkChg chg="mod">
          <ac:chgData name="植田 篤俊" userId="0d2b3cda-30c1-45e3-9e5c-02c0046d67fa" providerId="ADAL" clId="{0727E06A-3B49-4236-9D64-1FAAF9F282AC}" dt="2026-04-20T15:32:41.388" v="200" actId="164"/>
          <ac:inkMkLst>
            <pc:docMk/>
            <pc:sldMk cId="942900471" sldId="261"/>
            <ac:inkMk id="567" creationId="{F3208E49-E205-0C66-8596-2E4F0CA67ADE}"/>
          </ac:inkMkLst>
        </pc:inkChg>
        <pc:inkChg chg="mod">
          <ac:chgData name="植田 篤俊" userId="0d2b3cda-30c1-45e3-9e5c-02c0046d67fa" providerId="ADAL" clId="{0727E06A-3B49-4236-9D64-1FAAF9F282AC}" dt="2026-04-20T15:32:49.838" v="206" actId="164"/>
          <ac:inkMkLst>
            <pc:docMk/>
            <pc:sldMk cId="942900471" sldId="261"/>
            <ac:inkMk id="578" creationId="{E0FE24C6-0B49-41A3-CDBA-7BFB50A9EECF}"/>
          </ac:inkMkLst>
        </pc:inkChg>
        <pc:inkChg chg="mod">
          <ac:chgData name="植田 篤俊" userId="0d2b3cda-30c1-45e3-9e5c-02c0046d67fa" providerId="ADAL" clId="{0727E06A-3B49-4236-9D64-1FAAF9F282AC}" dt="2026-04-20T15:32:49.838" v="206" actId="164"/>
          <ac:inkMkLst>
            <pc:docMk/>
            <pc:sldMk cId="942900471" sldId="261"/>
            <ac:inkMk id="622" creationId="{02BCB848-34E9-42AA-908A-06D590899825}"/>
          </ac:inkMkLst>
        </pc:inkChg>
        <pc:inkChg chg="mod">
          <ac:chgData name="植田 篤俊" userId="0d2b3cda-30c1-45e3-9e5c-02c0046d67fa" providerId="ADAL" clId="{0727E06A-3B49-4236-9D64-1FAAF9F282AC}" dt="2026-04-20T15:32:49.838" v="206" actId="164"/>
          <ac:inkMkLst>
            <pc:docMk/>
            <pc:sldMk cId="942900471" sldId="261"/>
            <ac:inkMk id="623" creationId="{6CD927AF-E9A6-9376-2717-735606750D47}"/>
          </ac:inkMkLst>
        </pc:inkChg>
        <pc:inkChg chg="mod">
          <ac:chgData name="植田 篤俊" userId="0d2b3cda-30c1-45e3-9e5c-02c0046d67fa" providerId="ADAL" clId="{0727E06A-3B49-4236-9D64-1FAAF9F282AC}" dt="2026-04-20T15:33:00.665" v="208" actId="164"/>
          <ac:inkMkLst>
            <pc:docMk/>
            <pc:sldMk cId="942900471" sldId="261"/>
            <ac:inkMk id="646" creationId="{00A30310-B81A-BA7D-4D5C-ECCA65C6E55F}"/>
          </ac:inkMkLst>
        </pc:inkChg>
        <pc:inkChg chg="mod">
          <ac:chgData name="植田 篤俊" userId="0d2b3cda-30c1-45e3-9e5c-02c0046d67fa" providerId="ADAL" clId="{0727E06A-3B49-4236-9D64-1FAAF9F282AC}" dt="2026-04-20T15:33:00.665" v="208" actId="164"/>
          <ac:inkMkLst>
            <pc:docMk/>
            <pc:sldMk cId="942900471" sldId="261"/>
            <ac:inkMk id="658" creationId="{9EC92EF1-2FFF-EDD7-EA56-AD208DD87EAF}"/>
          </ac:inkMkLst>
        </pc:inkChg>
        <pc:inkChg chg="mod">
          <ac:chgData name="植田 篤俊" userId="0d2b3cda-30c1-45e3-9e5c-02c0046d67fa" providerId="ADAL" clId="{0727E06A-3B49-4236-9D64-1FAAF9F282AC}" dt="2026-04-20T15:33:00.665" v="208" actId="164"/>
          <ac:inkMkLst>
            <pc:docMk/>
            <pc:sldMk cId="942900471" sldId="261"/>
            <ac:inkMk id="659" creationId="{CD9C9FD7-7000-4563-64B4-2A875037FBB7}"/>
          </ac:inkMkLst>
        </pc:inkChg>
        <pc:inkChg chg="mod">
          <ac:chgData name="植田 篤俊" userId="0d2b3cda-30c1-45e3-9e5c-02c0046d67fa" providerId="ADAL" clId="{0727E06A-3B49-4236-9D64-1FAAF9F282AC}" dt="2026-04-20T15:33:00.665" v="208" actId="164"/>
          <ac:inkMkLst>
            <pc:docMk/>
            <pc:sldMk cId="942900471" sldId="261"/>
            <ac:inkMk id="687" creationId="{5C7E82B4-5D61-10BF-2509-3671EB32F939}"/>
          </ac:inkMkLst>
        </pc:inkChg>
        <pc:inkChg chg="mod">
          <ac:chgData name="植田 篤俊" userId="0d2b3cda-30c1-45e3-9e5c-02c0046d67fa" providerId="ADAL" clId="{0727E06A-3B49-4236-9D64-1FAAF9F282AC}" dt="2026-04-20T15:33:00.665" v="208" actId="164"/>
          <ac:inkMkLst>
            <pc:docMk/>
            <pc:sldMk cId="942900471" sldId="261"/>
            <ac:inkMk id="697" creationId="{BD0BDA85-FCAB-C713-D700-D8B15B08D935}"/>
          </ac:inkMkLst>
        </pc:inkChg>
        <pc:inkChg chg="mod">
          <ac:chgData name="植田 篤俊" userId="0d2b3cda-30c1-45e3-9e5c-02c0046d67fa" providerId="ADAL" clId="{0727E06A-3B49-4236-9D64-1FAAF9F282AC}" dt="2026-04-20T15:33:00.665" v="208" actId="164"/>
          <ac:inkMkLst>
            <pc:docMk/>
            <pc:sldMk cId="942900471" sldId="261"/>
            <ac:inkMk id="712" creationId="{52BAFDA2-8661-E004-930D-AC3DBC914BB9}"/>
          </ac:inkMkLst>
        </pc:inkChg>
        <pc:inkChg chg="mod">
          <ac:chgData name="植田 篤俊" userId="0d2b3cda-30c1-45e3-9e5c-02c0046d67fa" providerId="ADAL" clId="{0727E06A-3B49-4236-9D64-1FAAF9F282AC}" dt="2026-04-20T15:33:00.665" v="208" actId="164"/>
          <ac:inkMkLst>
            <pc:docMk/>
            <pc:sldMk cId="942900471" sldId="261"/>
            <ac:inkMk id="716" creationId="{5D532AED-0A08-A18A-99DE-2729FB50C9E0}"/>
          </ac:inkMkLst>
        </pc:inkChg>
        <pc:inkChg chg="mod">
          <ac:chgData name="植田 篤俊" userId="0d2b3cda-30c1-45e3-9e5c-02c0046d67fa" providerId="ADAL" clId="{0727E06A-3B49-4236-9D64-1FAAF9F282AC}" dt="2026-04-20T15:32:47.458" v="204" actId="164"/>
          <ac:inkMkLst>
            <pc:docMk/>
            <pc:sldMk cId="942900471" sldId="261"/>
            <ac:inkMk id="718" creationId="{C4743687-0743-E29F-D046-5B2BD873D0E4}"/>
          </ac:inkMkLst>
        </pc:inkChg>
        <pc:inkChg chg="mod">
          <ac:chgData name="植田 篤俊" userId="0d2b3cda-30c1-45e3-9e5c-02c0046d67fa" providerId="ADAL" clId="{0727E06A-3B49-4236-9D64-1FAAF9F282AC}" dt="2026-04-20T15:32:38.384" v="198" actId="164"/>
          <ac:inkMkLst>
            <pc:docMk/>
            <pc:sldMk cId="942900471" sldId="261"/>
            <ac:inkMk id="726" creationId="{0A7B11C5-FB60-D6ED-2DAF-F1AD8DD40D59}"/>
          </ac:inkMkLst>
        </pc:inkChg>
        <pc:inkChg chg="mod">
          <ac:chgData name="植田 篤俊" userId="0d2b3cda-30c1-45e3-9e5c-02c0046d67fa" providerId="ADAL" clId="{0727E06A-3B49-4236-9D64-1FAAF9F282AC}" dt="2026-04-20T15:32:47.458" v="204" actId="164"/>
          <ac:inkMkLst>
            <pc:docMk/>
            <pc:sldMk cId="942900471" sldId="261"/>
            <ac:inkMk id="733" creationId="{2D47AA88-E960-7B26-AF40-014F0864D3C2}"/>
          </ac:inkMkLst>
        </pc:inkChg>
        <pc:inkChg chg="mod">
          <ac:chgData name="植田 篤俊" userId="0d2b3cda-30c1-45e3-9e5c-02c0046d67fa" providerId="ADAL" clId="{0727E06A-3B49-4236-9D64-1FAAF9F282AC}" dt="2026-04-20T15:33:02.633" v="210" actId="164"/>
          <ac:inkMkLst>
            <pc:docMk/>
            <pc:sldMk cId="942900471" sldId="261"/>
            <ac:inkMk id="745" creationId="{85CB3394-4A09-E989-0240-B1889AFDD2F7}"/>
          </ac:inkMkLst>
        </pc:inkChg>
        <pc:inkChg chg="mod">
          <ac:chgData name="植田 篤俊" userId="0d2b3cda-30c1-45e3-9e5c-02c0046d67fa" providerId="ADAL" clId="{0727E06A-3B49-4236-9D64-1FAAF9F282AC}" dt="2026-04-20T15:33:02.633" v="210" actId="164"/>
          <ac:inkMkLst>
            <pc:docMk/>
            <pc:sldMk cId="942900471" sldId="261"/>
            <ac:inkMk id="746" creationId="{F9BBB6FE-ED72-1E3E-533D-D63D7224BE1E}"/>
          </ac:inkMkLst>
        </pc:inkChg>
        <pc:inkChg chg="mod">
          <ac:chgData name="植田 篤俊" userId="0d2b3cda-30c1-45e3-9e5c-02c0046d67fa" providerId="ADAL" clId="{0727E06A-3B49-4236-9D64-1FAAF9F282AC}" dt="2026-04-20T15:33:02.633" v="210" actId="164"/>
          <ac:inkMkLst>
            <pc:docMk/>
            <pc:sldMk cId="942900471" sldId="261"/>
            <ac:inkMk id="760" creationId="{57119EAB-1AEF-DE98-492C-58C3EF464952}"/>
          </ac:inkMkLst>
        </pc:inkChg>
        <pc:inkChg chg="mod">
          <ac:chgData name="植田 篤俊" userId="0d2b3cda-30c1-45e3-9e5c-02c0046d67fa" providerId="ADAL" clId="{0727E06A-3B49-4236-9D64-1FAAF9F282AC}" dt="2026-04-20T15:33:02.633" v="210" actId="164"/>
          <ac:inkMkLst>
            <pc:docMk/>
            <pc:sldMk cId="942900471" sldId="261"/>
            <ac:inkMk id="770" creationId="{9B4F4FE5-D9CC-F28F-644F-0B3EA96165CE}"/>
          </ac:inkMkLst>
        </pc:inkChg>
        <pc:inkChg chg="mod">
          <ac:chgData name="植田 篤俊" userId="0d2b3cda-30c1-45e3-9e5c-02c0046d67fa" providerId="ADAL" clId="{0727E06A-3B49-4236-9D64-1FAAF9F282AC}" dt="2026-04-20T15:33:02.633" v="210" actId="164"/>
          <ac:inkMkLst>
            <pc:docMk/>
            <pc:sldMk cId="942900471" sldId="261"/>
            <ac:inkMk id="797" creationId="{6365765E-1F1A-21B3-6AAB-0E00503B50BC}"/>
          </ac:inkMkLst>
        </pc:inkChg>
        <pc:inkChg chg="mod">
          <ac:chgData name="植田 篤俊" userId="0d2b3cda-30c1-45e3-9e5c-02c0046d67fa" providerId="ADAL" clId="{0727E06A-3B49-4236-9D64-1FAAF9F282AC}" dt="2026-04-20T15:33:02.633" v="210" actId="164"/>
          <ac:inkMkLst>
            <pc:docMk/>
            <pc:sldMk cId="942900471" sldId="261"/>
            <ac:inkMk id="798" creationId="{5FA36797-A281-A8EE-04FA-5C11E966D2E7}"/>
          </ac:inkMkLst>
        </pc:inkChg>
      </pc:sldChg>
      <pc:sldChg chg="del">
        <pc:chgData name="植田 篤俊" userId="0d2b3cda-30c1-45e3-9e5c-02c0046d67fa" providerId="ADAL" clId="{0727E06A-3B49-4236-9D64-1FAAF9F282AC}" dt="2026-04-20T15:26:25.513" v="64" actId="47"/>
        <pc:sldMkLst>
          <pc:docMk/>
          <pc:sldMk cId="2876814849" sldId="262"/>
        </pc:sldMkLst>
      </pc:sldChg>
    </pc:docChg>
  </pc:docChgLst>
  <pc:docChgLst>
    <pc:chgData name="植田 篤俊" userId="0d2b3cda-30c1-45e3-9e5c-02c0046d67fa" providerId="ADAL" clId="{A6AB8097-671C-4783-A056-5A985F003BDF}"/>
    <pc:docChg chg="undo custSel modSld">
      <pc:chgData name="植田 篤俊" userId="0d2b3cda-30c1-45e3-9e5c-02c0046d67fa" providerId="ADAL" clId="{A6AB8097-671C-4783-A056-5A985F003BDF}" dt="2026-04-20T15:22:30.571" v="4015"/>
      <pc:docMkLst>
        <pc:docMk/>
      </pc:docMkLst>
      <pc:sldChg chg="addSp delSp modSp mod">
        <pc:chgData name="植田 篤俊" userId="0d2b3cda-30c1-45e3-9e5c-02c0046d67fa" providerId="ADAL" clId="{A6AB8097-671C-4783-A056-5A985F003BDF}" dt="2026-04-20T14:33:15.026" v="1291"/>
        <pc:sldMkLst>
          <pc:docMk/>
          <pc:sldMk cId="3493980762" sldId="258"/>
        </pc:sldMkLst>
        <pc:inkChg chg="add del">
          <ac:chgData name="植田 篤俊" userId="0d2b3cda-30c1-45e3-9e5c-02c0046d67fa" providerId="ADAL" clId="{A6AB8097-671C-4783-A056-5A985F003BDF}" dt="2026-04-20T14:14:25.153" v="324"/>
          <ac:inkMkLst>
            <pc:docMk/>
            <pc:sldMk cId="3493980762" sldId="258"/>
            <ac:inkMk id="2" creationId="{46A37927-57DD-C29A-8A7C-4F1B5B525E0B}"/>
          </ac:inkMkLst>
        </pc:inkChg>
        <pc:inkChg chg="add">
          <ac:chgData name="植田 篤俊" userId="0d2b3cda-30c1-45e3-9e5c-02c0046d67fa" providerId="ADAL" clId="{A6AB8097-671C-4783-A056-5A985F003BDF}" dt="2026-04-20T14:11:24.721" v="29"/>
          <ac:inkMkLst>
            <pc:docMk/>
            <pc:sldMk cId="3493980762" sldId="258"/>
            <ac:inkMk id="2" creationId="{D82F7E19-AFD4-F43C-159C-612DC489F0AB}"/>
          </ac:inkMkLst>
        </pc:inkChg>
        <pc:inkChg chg="add del">
          <ac:chgData name="植田 篤俊" userId="0d2b3cda-30c1-45e3-9e5c-02c0046d67fa" providerId="ADAL" clId="{A6AB8097-671C-4783-A056-5A985F003BDF}" dt="2026-04-20T14:22:54.591" v="874"/>
          <ac:inkMkLst>
            <pc:docMk/>
            <pc:sldMk cId="3493980762" sldId="258"/>
            <ac:inkMk id="2" creationId="{FC397AE2-69FE-63E3-55E8-F45ACC9C9BA8}"/>
          </ac:inkMkLst>
        </pc:inkChg>
        <pc:inkChg chg="add del">
          <ac:chgData name="植田 篤俊" userId="0d2b3cda-30c1-45e3-9e5c-02c0046d67fa" providerId="ADAL" clId="{A6AB8097-671C-4783-A056-5A985F003BDF}" dt="2026-04-20T14:14:26.954" v="326"/>
          <ac:inkMkLst>
            <pc:docMk/>
            <pc:sldMk cId="3493980762" sldId="258"/>
            <ac:inkMk id="3" creationId="{A84B6515-02EA-B320-377C-F97B514AF5BE}"/>
          </ac:inkMkLst>
        </pc:inkChg>
        <pc:inkChg chg="add del">
          <ac:chgData name="植田 篤俊" userId="0d2b3cda-30c1-45e3-9e5c-02c0046d67fa" providerId="ADAL" clId="{A6AB8097-671C-4783-A056-5A985F003BDF}" dt="2026-04-20T14:22:54.591" v="874"/>
          <ac:inkMkLst>
            <pc:docMk/>
            <pc:sldMk cId="3493980762" sldId="258"/>
            <ac:inkMk id="3" creationId="{C7957F82-1A75-AC71-697E-8578C4F2D913}"/>
          </ac:inkMkLst>
        </pc:inkChg>
        <pc:inkChg chg="add">
          <ac:chgData name="植田 篤俊" userId="0d2b3cda-30c1-45e3-9e5c-02c0046d67fa" providerId="ADAL" clId="{A6AB8097-671C-4783-A056-5A985F003BDF}" dt="2026-04-20T14:11:25.383" v="30"/>
          <ac:inkMkLst>
            <pc:docMk/>
            <pc:sldMk cId="3493980762" sldId="258"/>
            <ac:inkMk id="3" creationId="{CBAB0A3E-2282-5BD2-1561-DBEAE66735B2}"/>
          </ac:inkMkLst>
        </pc:inkChg>
        <pc:inkChg chg="add del">
          <ac:chgData name="植田 篤俊" userId="0d2b3cda-30c1-45e3-9e5c-02c0046d67fa" providerId="ADAL" clId="{A6AB8097-671C-4783-A056-5A985F003BDF}" dt="2026-04-20T14:11:33.481" v="58"/>
          <ac:inkMkLst>
            <pc:docMk/>
            <pc:sldMk cId="3493980762" sldId="258"/>
            <ac:inkMk id="4" creationId="{1DFD2328-8634-E6D2-43DC-825B23723382}"/>
          </ac:inkMkLst>
        </pc:inkChg>
        <pc:inkChg chg="add del">
          <ac:chgData name="植田 篤俊" userId="0d2b3cda-30c1-45e3-9e5c-02c0046d67fa" providerId="ADAL" clId="{A6AB8097-671C-4783-A056-5A985F003BDF}" dt="2026-04-20T14:14:28.437" v="328"/>
          <ac:inkMkLst>
            <pc:docMk/>
            <pc:sldMk cId="3493980762" sldId="258"/>
            <ac:inkMk id="4" creationId="{6040AEF8-60AD-37E8-E6FC-2A3671BADE51}"/>
          </ac:inkMkLst>
        </pc:inkChg>
        <pc:inkChg chg="add del">
          <ac:chgData name="植田 篤俊" userId="0d2b3cda-30c1-45e3-9e5c-02c0046d67fa" providerId="ADAL" clId="{A6AB8097-671C-4783-A056-5A985F003BDF}" dt="2026-04-20T14:22:54.591" v="874"/>
          <ac:inkMkLst>
            <pc:docMk/>
            <pc:sldMk cId="3493980762" sldId="258"/>
            <ac:inkMk id="4" creationId="{D32D7D76-1DDA-E8A1-0ED2-03D55032255A}"/>
          </ac:inkMkLst>
        </pc:inkChg>
        <pc:inkChg chg="add del">
          <ac:chgData name="植田 篤俊" userId="0d2b3cda-30c1-45e3-9e5c-02c0046d67fa" providerId="ADAL" clId="{A6AB8097-671C-4783-A056-5A985F003BDF}" dt="2026-04-20T14:14:30.154" v="331"/>
          <ac:inkMkLst>
            <pc:docMk/>
            <pc:sldMk cId="3493980762" sldId="258"/>
            <ac:inkMk id="6" creationId="{01B5B461-A577-E105-6D17-EBAEFEFC9982}"/>
          </ac:inkMkLst>
        </pc:inkChg>
        <pc:inkChg chg="add del">
          <ac:chgData name="植田 篤俊" userId="0d2b3cda-30c1-45e3-9e5c-02c0046d67fa" providerId="ADAL" clId="{A6AB8097-671C-4783-A056-5A985F003BDF}" dt="2026-04-20T14:22:54.591" v="874"/>
          <ac:inkMkLst>
            <pc:docMk/>
            <pc:sldMk cId="3493980762" sldId="258"/>
            <ac:inkMk id="6" creationId="{C044C1B4-A335-3A61-1E31-AEEA5CBF231F}"/>
          </ac:inkMkLst>
        </pc:inkChg>
        <pc:inkChg chg="add del">
          <ac:chgData name="植田 篤俊" userId="0d2b3cda-30c1-45e3-9e5c-02c0046d67fa" providerId="ADAL" clId="{A6AB8097-671C-4783-A056-5A985F003BDF}" dt="2026-04-20T14:11:33.481" v="58"/>
          <ac:inkMkLst>
            <pc:docMk/>
            <pc:sldMk cId="3493980762" sldId="258"/>
            <ac:inkMk id="6" creationId="{DCD152E8-53E0-F4FD-3468-BADD914EEEE1}"/>
          </ac:inkMkLst>
        </pc:inkChg>
        <pc:inkChg chg="add del">
          <ac:chgData name="植田 篤俊" userId="0d2b3cda-30c1-45e3-9e5c-02c0046d67fa" providerId="ADAL" clId="{A6AB8097-671C-4783-A056-5A985F003BDF}" dt="2026-04-20T14:22:54.591" v="874"/>
          <ac:inkMkLst>
            <pc:docMk/>
            <pc:sldMk cId="3493980762" sldId="258"/>
            <ac:inkMk id="7" creationId="{1D7B96EE-1AE6-F83F-E654-F37EB416CDF3}"/>
          </ac:inkMkLst>
        </pc:inkChg>
        <pc:inkChg chg="add del">
          <ac:chgData name="植田 篤俊" userId="0d2b3cda-30c1-45e3-9e5c-02c0046d67fa" providerId="ADAL" clId="{A6AB8097-671C-4783-A056-5A985F003BDF}" dt="2026-04-20T14:11:33.481" v="58"/>
          <ac:inkMkLst>
            <pc:docMk/>
            <pc:sldMk cId="3493980762" sldId="258"/>
            <ac:inkMk id="7" creationId="{408E0B77-2D9E-F4E2-EDFE-FEE8932C8CF2}"/>
          </ac:inkMkLst>
        </pc:inkChg>
        <pc:inkChg chg="add del">
          <ac:chgData name="植田 篤俊" userId="0d2b3cda-30c1-45e3-9e5c-02c0046d67fa" providerId="ADAL" clId="{A6AB8097-671C-4783-A056-5A985F003BDF}" dt="2026-04-20T14:14:30.437" v="332"/>
          <ac:inkMkLst>
            <pc:docMk/>
            <pc:sldMk cId="3493980762" sldId="258"/>
            <ac:inkMk id="7" creationId="{F8E6D326-5064-E5AE-892B-C357D6963536}"/>
          </ac:inkMkLst>
        </pc:inkChg>
        <pc:inkChg chg="add del">
          <ac:chgData name="植田 篤俊" userId="0d2b3cda-30c1-45e3-9e5c-02c0046d67fa" providerId="ADAL" clId="{A6AB8097-671C-4783-A056-5A985F003BDF}" dt="2026-04-20T14:14:32.756" v="335"/>
          <ac:inkMkLst>
            <pc:docMk/>
            <pc:sldMk cId="3493980762" sldId="258"/>
            <ac:inkMk id="8" creationId="{2465C2BD-BBD7-1E65-E223-22E54242A542}"/>
          </ac:inkMkLst>
        </pc:inkChg>
        <pc:inkChg chg="add del">
          <ac:chgData name="植田 篤俊" userId="0d2b3cda-30c1-45e3-9e5c-02c0046d67fa" providerId="ADAL" clId="{A6AB8097-671C-4783-A056-5A985F003BDF}" dt="2026-04-20T14:11:33.481" v="58"/>
          <ac:inkMkLst>
            <pc:docMk/>
            <pc:sldMk cId="3493980762" sldId="258"/>
            <ac:inkMk id="8" creationId="{56C4FF06-90D1-5C5E-5B90-A41F6925EEF1}"/>
          </ac:inkMkLst>
        </pc:inkChg>
        <pc:inkChg chg="add del">
          <ac:chgData name="植田 篤俊" userId="0d2b3cda-30c1-45e3-9e5c-02c0046d67fa" providerId="ADAL" clId="{A6AB8097-671C-4783-A056-5A985F003BDF}" dt="2026-04-20T14:22:54.825" v="875"/>
          <ac:inkMkLst>
            <pc:docMk/>
            <pc:sldMk cId="3493980762" sldId="258"/>
            <ac:inkMk id="8" creationId="{E44B2B3D-2096-6D23-113F-57365038EA0F}"/>
          </ac:inkMkLst>
        </pc:inkChg>
        <pc:inkChg chg="add reco">
          <ac:chgData name="植田 篤俊" userId="0d2b3cda-30c1-45e3-9e5c-02c0046d67fa" providerId="ADAL" clId="{A6AB8097-671C-4783-A056-5A985F003BDF}" dt="2026-04-20T14:22:54.591" v="874"/>
          <ac:inkMkLst>
            <pc:docMk/>
            <pc:sldMk cId="3493980762" sldId="258"/>
            <ac:inkMk id="9" creationId="{4305AE43-DB3E-29C2-7F71-D73653900F09}"/>
          </ac:inkMkLst>
        </pc:inkChg>
        <pc:inkChg chg="add del">
          <ac:chgData name="植田 篤俊" userId="0d2b3cda-30c1-45e3-9e5c-02c0046d67fa" providerId="ADAL" clId="{A6AB8097-671C-4783-A056-5A985F003BDF}" dt="2026-04-20T14:11:33.481" v="58"/>
          <ac:inkMkLst>
            <pc:docMk/>
            <pc:sldMk cId="3493980762" sldId="258"/>
            <ac:inkMk id="9" creationId="{46E9BDE7-0F44-05F5-A411-79EFE1C1917F}"/>
          </ac:inkMkLst>
        </pc:inkChg>
        <pc:inkChg chg="add del">
          <ac:chgData name="植田 篤俊" userId="0d2b3cda-30c1-45e3-9e5c-02c0046d67fa" providerId="ADAL" clId="{A6AB8097-671C-4783-A056-5A985F003BDF}" dt="2026-04-20T14:14:32.756" v="335"/>
          <ac:inkMkLst>
            <pc:docMk/>
            <pc:sldMk cId="3493980762" sldId="258"/>
            <ac:inkMk id="9" creationId="{ECDCA559-262F-4D0C-9A56-0B9E15A6184B}"/>
          </ac:inkMkLst>
        </pc:inkChg>
        <pc:inkChg chg="add del">
          <ac:chgData name="植田 篤俊" userId="0d2b3cda-30c1-45e3-9e5c-02c0046d67fa" providerId="ADAL" clId="{A6AB8097-671C-4783-A056-5A985F003BDF}" dt="2026-04-20T14:11:33.481" v="58"/>
          <ac:inkMkLst>
            <pc:docMk/>
            <pc:sldMk cId="3493980762" sldId="258"/>
            <ac:inkMk id="10" creationId="{1FDF7F52-1E78-5A8D-63AB-6E8DEA57676A}"/>
          </ac:inkMkLst>
        </pc:inkChg>
        <pc:inkChg chg="add reco">
          <ac:chgData name="植田 篤俊" userId="0d2b3cda-30c1-45e3-9e5c-02c0046d67fa" providerId="ADAL" clId="{A6AB8097-671C-4783-A056-5A985F003BDF}" dt="2026-04-20T14:14:32.756" v="335"/>
          <ac:inkMkLst>
            <pc:docMk/>
            <pc:sldMk cId="3493980762" sldId="258"/>
            <ac:inkMk id="10" creationId="{54A1C539-28A2-E926-DDD3-3F7245DA89EE}"/>
          </ac:inkMkLst>
        </pc:inkChg>
        <pc:inkChg chg="add del">
          <ac:chgData name="植田 篤俊" userId="0d2b3cda-30c1-45e3-9e5c-02c0046d67fa" providerId="ADAL" clId="{A6AB8097-671C-4783-A056-5A985F003BDF}" dt="2026-04-20T14:11:33.481" v="58"/>
          <ac:inkMkLst>
            <pc:docMk/>
            <pc:sldMk cId="3493980762" sldId="258"/>
            <ac:inkMk id="11" creationId="{3A98E354-D209-2AAB-49C8-5D2460C6521B}"/>
          </ac:inkMkLst>
        </pc:inkChg>
        <pc:inkChg chg="add del">
          <ac:chgData name="植田 篤俊" userId="0d2b3cda-30c1-45e3-9e5c-02c0046d67fa" providerId="ADAL" clId="{A6AB8097-671C-4783-A056-5A985F003BDF}" dt="2026-04-20T14:14:48.258" v="346"/>
          <ac:inkMkLst>
            <pc:docMk/>
            <pc:sldMk cId="3493980762" sldId="258"/>
            <ac:inkMk id="11" creationId="{594122B1-1E08-0714-8D34-82287D0E7557}"/>
          </ac:inkMkLst>
        </pc:inkChg>
        <pc:inkChg chg="add">
          <ac:chgData name="植田 篤俊" userId="0d2b3cda-30c1-45e3-9e5c-02c0046d67fa" providerId="ADAL" clId="{A6AB8097-671C-4783-A056-5A985F003BDF}" dt="2026-04-20T14:22:56.195" v="876"/>
          <ac:inkMkLst>
            <pc:docMk/>
            <pc:sldMk cId="3493980762" sldId="258"/>
            <ac:inkMk id="11" creationId="{B4ECF234-0BA1-BB29-7A49-2691A953CB8A}"/>
          </ac:inkMkLst>
        </pc:inkChg>
        <pc:inkChg chg="add del">
          <ac:chgData name="植田 篤俊" userId="0d2b3cda-30c1-45e3-9e5c-02c0046d67fa" providerId="ADAL" clId="{A6AB8097-671C-4783-A056-5A985F003BDF}" dt="2026-04-20T14:11:29.620" v="45"/>
          <ac:inkMkLst>
            <pc:docMk/>
            <pc:sldMk cId="3493980762" sldId="258"/>
            <ac:inkMk id="12" creationId="{7F048A69-1828-7B82-8B5A-06D7672FFDCD}"/>
          </ac:inkMkLst>
        </pc:inkChg>
        <pc:inkChg chg="add">
          <ac:chgData name="植田 篤俊" userId="0d2b3cda-30c1-45e3-9e5c-02c0046d67fa" providerId="ADAL" clId="{A6AB8097-671C-4783-A056-5A985F003BDF}" dt="2026-04-20T14:22:57.894" v="877"/>
          <ac:inkMkLst>
            <pc:docMk/>
            <pc:sldMk cId="3493980762" sldId="258"/>
            <ac:inkMk id="12" creationId="{92CF6017-0FEF-3CB2-66B2-E4BAF61C01FB}"/>
          </ac:inkMkLst>
        </pc:inkChg>
        <pc:inkChg chg="add del">
          <ac:chgData name="植田 篤俊" userId="0d2b3cda-30c1-45e3-9e5c-02c0046d67fa" providerId="ADAL" clId="{A6AB8097-671C-4783-A056-5A985F003BDF}" dt="2026-04-20T14:14:48.258" v="346"/>
          <ac:inkMkLst>
            <pc:docMk/>
            <pc:sldMk cId="3493980762" sldId="258"/>
            <ac:inkMk id="12" creationId="{9EE6FC29-EA7F-E102-747B-AF85AC3AA392}"/>
          </ac:inkMkLst>
        </pc:inkChg>
        <pc:inkChg chg="add">
          <ac:chgData name="植田 篤俊" userId="0d2b3cda-30c1-45e3-9e5c-02c0046d67fa" providerId="ADAL" clId="{A6AB8097-671C-4783-A056-5A985F003BDF}" dt="2026-04-20T14:22:58.124" v="878"/>
          <ac:inkMkLst>
            <pc:docMk/>
            <pc:sldMk cId="3493980762" sldId="258"/>
            <ac:inkMk id="14" creationId="{12D2B54C-6565-75B5-4445-F1AE6B4CFC11}"/>
          </ac:inkMkLst>
        </pc:inkChg>
        <pc:inkChg chg="add">
          <ac:chgData name="植田 篤俊" userId="0d2b3cda-30c1-45e3-9e5c-02c0046d67fa" providerId="ADAL" clId="{A6AB8097-671C-4783-A056-5A985F003BDF}" dt="2026-04-20T14:14:45.585" v="338"/>
          <ac:inkMkLst>
            <pc:docMk/>
            <pc:sldMk cId="3493980762" sldId="258"/>
            <ac:inkMk id="14" creationId="{14337A24-B4C3-43C9-8297-B13FEE163170}"/>
          </ac:inkMkLst>
        </pc:inkChg>
        <pc:inkChg chg="add del">
          <ac:chgData name="植田 篤俊" userId="0d2b3cda-30c1-45e3-9e5c-02c0046d67fa" providerId="ADAL" clId="{A6AB8097-671C-4783-A056-5A985F003BDF}" dt="2026-04-20T14:11:29.618" v="43"/>
          <ac:inkMkLst>
            <pc:docMk/>
            <pc:sldMk cId="3493980762" sldId="258"/>
            <ac:inkMk id="14" creationId="{DC0CFAFE-096B-952B-B503-7C397FDBBFF1}"/>
          </ac:inkMkLst>
        </pc:inkChg>
        <pc:inkChg chg="add">
          <ac:chgData name="植田 篤俊" userId="0d2b3cda-30c1-45e3-9e5c-02c0046d67fa" providerId="ADAL" clId="{A6AB8097-671C-4783-A056-5A985F003BDF}" dt="2026-04-20T14:22:58.291" v="879"/>
          <ac:inkMkLst>
            <pc:docMk/>
            <pc:sldMk cId="3493980762" sldId="258"/>
            <ac:inkMk id="15" creationId="{01205EAF-08E1-8C57-FCD2-801AC91A9B40}"/>
          </ac:inkMkLst>
        </pc:inkChg>
        <pc:inkChg chg="add del">
          <ac:chgData name="植田 篤俊" userId="0d2b3cda-30c1-45e3-9e5c-02c0046d67fa" providerId="ADAL" clId="{A6AB8097-671C-4783-A056-5A985F003BDF}" dt="2026-04-20T14:16:06.259" v="462"/>
          <ac:inkMkLst>
            <pc:docMk/>
            <pc:sldMk cId="3493980762" sldId="258"/>
            <ac:inkMk id="15" creationId="{256FAE7E-1FEF-9ED1-BF71-45133CCE5A9D}"/>
          </ac:inkMkLst>
        </pc:inkChg>
        <pc:inkChg chg="add del">
          <ac:chgData name="植田 篤俊" userId="0d2b3cda-30c1-45e3-9e5c-02c0046d67fa" providerId="ADAL" clId="{A6AB8097-671C-4783-A056-5A985F003BDF}" dt="2026-04-20T14:11:29.617" v="42"/>
          <ac:inkMkLst>
            <pc:docMk/>
            <pc:sldMk cId="3493980762" sldId="258"/>
            <ac:inkMk id="15" creationId="{5420102E-BC1A-6630-15D8-5C9F7B6D21A9}"/>
          </ac:inkMkLst>
        </pc:inkChg>
        <pc:inkChg chg="add del">
          <ac:chgData name="植田 篤俊" userId="0d2b3cda-30c1-45e3-9e5c-02c0046d67fa" providerId="ADAL" clId="{A6AB8097-671C-4783-A056-5A985F003BDF}" dt="2026-04-20T14:14:48.258" v="346"/>
          <ac:inkMkLst>
            <pc:docMk/>
            <pc:sldMk cId="3493980762" sldId="258"/>
            <ac:inkMk id="15" creationId="{55A9D823-B194-7053-3C2D-E590B4658038}"/>
          </ac:inkMkLst>
        </pc:inkChg>
        <pc:inkChg chg="add">
          <ac:chgData name="植田 篤俊" userId="0d2b3cda-30c1-45e3-9e5c-02c0046d67fa" providerId="ADAL" clId="{A6AB8097-671C-4783-A056-5A985F003BDF}" dt="2026-04-20T14:22:58.440" v="880"/>
          <ac:inkMkLst>
            <pc:docMk/>
            <pc:sldMk cId="3493980762" sldId="258"/>
            <ac:inkMk id="16" creationId="{085F2787-999E-3670-F51B-A1F8E4BCE791}"/>
          </ac:inkMkLst>
        </pc:inkChg>
        <pc:inkChg chg="add del">
          <ac:chgData name="植田 篤俊" userId="0d2b3cda-30c1-45e3-9e5c-02c0046d67fa" providerId="ADAL" clId="{A6AB8097-671C-4783-A056-5A985F003BDF}" dt="2026-04-20T14:14:48.258" v="346"/>
          <ac:inkMkLst>
            <pc:docMk/>
            <pc:sldMk cId="3493980762" sldId="258"/>
            <ac:inkMk id="16" creationId="{0B3EBC99-4D3D-96E0-1569-A86C3B743F18}"/>
          </ac:inkMkLst>
        </pc:inkChg>
        <pc:inkChg chg="add del">
          <ac:chgData name="植田 篤俊" userId="0d2b3cda-30c1-45e3-9e5c-02c0046d67fa" providerId="ADAL" clId="{A6AB8097-671C-4783-A056-5A985F003BDF}" dt="2026-04-20T14:16:06.259" v="462"/>
          <ac:inkMkLst>
            <pc:docMk/>
            <pc:sldMk cId="3493980762" sldId="258"/>
            <ac:inkMk id="16" creationId="{CE7307B7-F4F1-71A6-8515-7551C1A8BB1B}"/>
          </ac:inkMkLst>
        </pc:inkChg>
        <pc:inkChg chg="add del">
          <ac:chgData name="植田 篤俊" userId="0d2b3cda-30c1-45e3-9e5c-02c0046d67fa" providerId="ADAL" clId="{A6AB8097-671C-4783-A056-5A985F003BDF}" dt="2026-04-20T14:11:29.619" v="44"/>
          <ac:inkMkLst>
            <pc:docMk/>
            <pc:sldMk cId="3493980762" sldId="258"/>
            <ac:inkMk id="16" creationId="{EB19FE58-2B22-27E5-B0B7-7275FC2500CD}"/>
          </ac:inkMkLst>
        </pc:inkChg>
        <pc:inkChg chg="add del">
          <ac:chgData name="植田 篤俊" userId="0d2b3cda-30c1-45e3-9e5c-02c0046d67fa" providerId="ADAL" clId="{A6AB8097-671C-4783-A056-5A985F003BDF}" dt="2026-04-20T14:11:31.335" v="52"/>
          <ac:inkMkLst>
            <pc:docMk/>
            <pc:sldMk cId="3493980762" sldId="258"/>
            <ac:inkMk id="17" creationId="{188B0E59-68B6-6F88-E3C8-BFC7BD8061C1}"/>
          </ac:inkMkLst>
        </pc:inkChg>
        <pc:inkChg chg="add del">
          <ac:chgData name="植田 篤俊" userId="0d2b3cda-30c1-45e3-9e5c-02c0046d67fa" providerId="ADAL" clId="{A6AB8097-671C-4783-A056-5A985F003BDF}" dt="2026-04-20T14:16:06.259" v="462"/>
          <ac:inkMkLst>
            <pc:docMk/>
            <pc:sldMk cId="3493980762" sldId="258"/>
            <ac:inkMk id="17" creationId="{2D23A5B8-2789-C333-E64D-28485886A412}"/>
          </ac:inkMkLst>
        </pc:inkChg>
        <pc:inkChg chg="add del">
          <ac:chgData name="植田 篤俊" userId="0d2b3cda-30c1-45e3-9e5c-02c0046d67fa" providerId="ADAL" clId="{A6AB8097-671C-4783-A056-5A985F003BDF}" dt="2026-04-20T14:14:48.258" v="346"/>
          <ac:inkMkLst>
            <pc:docMk/>
            <pc:sldMk cId="3493980762" sldId="258"/>
            <ac:inkMk id="17" creationId="{5799C9FE-9280-1DAE-3383-C6F2C97BA434}"/>
          </ac:inkMkLst>
        </pc:inkChg>
        <pc:inkChg chg="add">
          <ac:chgData name="植田 篤俊" userId="0d2b3cda-30c1-45e3-9e5c-02c0046d67fa" providerId="ADAL" clId="{A6AB8097-671C-4783-A056-5A985F003BDF}" dt="2026-04-20T14:22:58.607" v="881"/>
          <ac:inkMkLst>
            <pc:docMk/>
            <pc:sldMk cId="3493980762" sldId="258"/>
            <ac:inkMk id="17" creationId="{BEC8946F-F132-92B5-B4D3-D0BED5FFDF68}"/>
          </ac:inkMkLst>
        </pc:inkChg>
        <pc:inkChg chg="add del">
          <ac:chgData name="植田 篤俊" userId="0d2b3cda-30c1-45e3-9e5c-02c0046d67fa" providerId="ADAL" clId="{A6AB8097-671C-4783-A056-5A985F003BDF}" dt="2026-04-20T14:16:06.259" v="462"/>
          <ac:inkMkLst>
            <pc:docMk/>
            <pc:sldMk cId="3493980762" sldId="258"/>
            <ac:inkMk id="18" creationId="{96C7CE2E-1F0D-60C2-5FCF-F37E82F98B1A}"/>
          </ac:inkMkLst>
        </pc:inkChg>
        <pc:inkChg chg="add">
          <ac:chgData name="植田 篤俊" userId="0d2b3cda-30c1-45e3-9e5c-02c0046d67fa" providerId="ADAL" clId="{A6AB8097-671C-4783-A056-5A985F003BDF}" dt="2026-04-20T14:22:58.790" v="882"/>
          <ac:inkMkLst>
            <pc:docMk/>
            <pc:sldMk cId="3493980762" sldId="258"/>
            <ac:inkMk id="18" creationId="{A93F7A25-0794-FF4E-0157-FBF498596E9A}"/>
          </ac:inkMkLst>
        </pc:inkChg>
        <pc:inkChg chg="add del">
          <ac:chgData name="植田 篤俊" userId="0d2b3cda-30c1-45e3-9e5c-02c0046d67fa" providerId="ADAL" clId="{A6AB8097-671C-4783-A056-5A985F003BDF}" dt="2026-04-20T14:14:48.258" v="346"/>
          <ac:inkMkLst>
            <pc:docMk/>
            <pc:sldMk cId="3493980762" sldId="258"/>
            <ac:inkMk id="18" creationId="{DF98A15B-8209-5118-FA32-AB1408A9ED29}"/>
          </ac:inkMkLst>
        </pc:inkChg>
        <pc:inkChg chg="add del">
          <ac:chgData name="植田 篤俊" userId="0d2b3cda-30c1-45e3-9e5c-02c0046d67fa" providerId="ADAL" clId="{A6AB8097-671C-4783-A056-5A985F003BDF}" dt="2026-04-20T14:11:31.335" v="51"/>
          <ac:inkMkLst>
            <pc:docMk/>
            <pc:sldMk cId="3493980762" sldId="258"/>
            <ac:inkMk id="18" creationId="{FFE2451A-9DEF-239F-695A-484C4C8A6C87}"/>
          </ac:inkMkLst>
        </pc:inkChg>
        <pc:inkChg chg="add del">
          <ac:chgData name="植田 篤俊" userId="0d2b3cda-30c1-45e3-9e5c-02c0046d67fa" providerId="ADAL" clId="{A6AB8097-671C-4783-A056-5A985F003BDF}" dt="2026-04-20T14:16:06.259" v="462"/>
          <ac:inkMkLst>
            <pc:docMk/>
            <pc:sldMk cId="3493980762" sldId="258"/>
            <ac:inkMk id="19" creationId="{18001BDA-051E-745F-F248-66C6CE5A3C9D}"/>
          </ac:inkMkLst>
        </pc:inkChg>
        <pc:inkChg chg="add del">
          <ac:chgData name="植田 篤俊" userId="0d2b3cda-30c1-45e3-9e5c-02c0046d67fa" providerId="ADAL" clId="{A6AB8097-671C-4783-A056-5A985F003BDF}" dt="2026-04-20T14:23:13.180" v="929"/>
          <ac:inkMkLst>
            <pc:docMk/>
            <pc:sldMk cId="3493980762" sldId="258"/>
            <ac:inkMk id="19" creationId="{65C7C795-E312-E19F-C8A4-F1606D82D5FE}"/>
          </ac:inkMkLst>
        </pc:inkChg>
        <pc:inkChg chg="add del">
          <ac:chgData name="植田 篤俊" userId="0d2b3cda-30c1-45e3-9e5c-02c0046d67fa" providerId="ADAL" clId="{A6AB8097-671C-4783-A056-5A985F003BDF}" dt="2026-04-20T14:11:31.336" v="53"/>
          <ac:inkMkLst>
            <pc:docMk/>
            <pc:sldMk cId="3493980762" sldId="258"/>
            <ac:inkMk id="19" creationId="{75BE4AD4-A56B-1FB0-9848-F81B17557A19}"/>
          </ac:inkMkLst>
        </pc:inkChg>
        <pc:inkChg chg="add del">
          <ac:chgData name="植田 篤俊" userId="0d2b3cda-30c1-45e3-9e5c-02c0046d67fa" providerId="ADAL" clId="{A6AB8097-671C-4783-A056-5A985F003BDF}" dt="2026-04-20T14:14:48.258" v="346"/>
          <ac:inkMkLst>
            <pc:docMk/>
            <pc:sldMk cId="3493980762" sldId="258"/>
            <ac:inkMk id="19" creationId="{BE29B3E7-060C-4F7F-8695-AE8644D90D8E}"/>
          </ac:inkMkLst>
        </pc:inkChg>
        <pc:inkChg chg="add del">
          <ac:chgData name="植田 篤俊" userId="0d2b3cda-30c1-45e3-9e5c-02c0046d67fa" providerId="ADAL" clId="{A6AB8097-671C-4783-A056-5A985F003BDF}" dt="2026-04-20T14:14:48.258" v="346"/>
          <ac:inkMkLst>
            <pc:docMk/>
            <pc:sldMk cId="3493980762" sldId="258"/>
            <ac:inkMk id="20" creationId="{0A8DAE50-D777-E27F-0BFC-F6AE0B92BBED}"/>
          </ac:inkMkLst>
        </pc:inkChg>
        <pc:inkChg chg="add del">
          <ac:chgData name="植田 篤俊" userId="0d2b3cda-30c1-45e3-9e5c-02c0046d67fa" providerId="ADAL" clId="{A6AB8097-671C-4783-A056-5A985F003BDF}" dt="2026-04-20T14:11:31.334" v="50"/>
          <ac:inkMkLst>
            <pc:docMk/>
            <pc:sldMk cId="3493980762" sldId="258"/>
            <ac:inkMk id="20" creationId="{78FFF56A-3E19-16A2-29F5-73826882F21C}"/>
          </ac:inkMkLst>
        </pc:inkChg>
        <pc:inkChg chg="add">
          <ac:chgData name="植田 篤俊" userId="0d2b3cda-30c1-45e3-9e5c-02c0046d67fa" providerId="ADAL" clId="{A6AB8097-671C-4783-A056-5A985F003BDF}" dt="2026-04-20T14:22:59.107" v="884"/>
          <ac:inkMkLst>
            <pc:docMk/>
            <pc:sldMk cId="3493980762" sldId="258"/>
            <ac:inkMk id="20" creationId="{AEC71374-5E0F-37B3-0F6E-DBF1CE8FF628}"/>
          </ac:inkMkLst>
        </pc:inkChg>
        <pc:inkChg chg="add del">
          <ac:chgData name="植田 篤俊" userId="0d2b3cda-30c1-45e3-9e5c-02c0046d67fa" providerId="ADAL" clId="{A6AB8097-671C-4783-A056-5A985F003BDF}" dt="2026-04-20T14:16:06.259" v="462"/>
          <ac:inkMkLst>
            <pc:docMk/>
            <pc:sldMk cId="3493980762" sldId="258"/>
            <ac:inkMk id="20" creationId="{C979C82D-AC3C-661A-791F-226FFFAE17F3}"/>
          </ac:inkMkLst>
        </pc:inkChg>
        <pc:inkChg chg="add del">
          <ac:chgData name="植田 篤俊" userId="0d2b3cda-30c1-45e3-9e5c-02c0046d67fa" providerId="ADAL" clId="{A6AB8097-671C-4783-A056-5A985F003BDF}" dt="2026-04-20T14:11:33.481" v="58"/>
          <ac:inkMkLst>
            <pc:docMk/>
            <pc:sldMk cId="3493980762" sldId="258"/>
            <ac:inkMk id="21" creationId="{0589AF27-A052-27A6-17A2-9662864F9FB4}"/>
          </ac:inkMkLst>
        </pc:inkChg>
        <pc:inkChg chg="add del">
          <ac:chgData name="植田 篤俊" userId="0d2b3cda-30c1-45e3-9e5c-02c0046d67fa" providerId="ADAL" clId="{A6AB8097-671C-4783-A056-5A985F003BDF}" dt="2026-04-20T14:16:06.259" v="462"/>
          <ac:inkMkLst>
            <pc:docMk/>
            <pc:sldMk cId="3493980762" sldId="258"/>
            <ac:inkMk id="21" creationId="{42EFF8DE-6B5A-7D4E-60E9-F50EC1802B8B}"/>
          </ac:inkMkLst>
        </pc:inkChg>
        <pc:inkChg chg="add del">
          <ac:chgData name="植田 篤俊" userId="0d2b3cda-30c1-45e3-9e5c-02c0046d67fa" providerId="ADAL" clId="{A6AB8097-671C-4783-A056-5A985F003BDF}" dt="2026-04-20T14:14:48.258" v="346"/>
          <ac:inkMkLst>
            <pc:docMk/>
            <pc:sldMk cId="3493980762" sldId="258"/>
            <ac:inkMk id="21" creationId="{B28195B7-048C-80A1-E938-FFA9ADE8E996}"/>
          </ac:inkMkLst>
        </pc:inkChg>
        <pc:inkChg chg="add">
          <ac:chgData name="植田 篤俊" userId="0d2b3cda-30c1-45e3-9e5c-02c0046d67fa" providerId="ADAL" clId="{A6AB8097-671C-4783-A056-5A985F003BDF}" dt="2026-04-20T14:22:59.274" v="885"/>
          <ac:inkMkLst>
            <pc:docMk/>
            <pc:sldMk cId="3493980762" sldId="258"/>
            <ac:inkMk id="21" creationId="{D172DC47-A3AF-061A-1D35-F7D830953E3B}"/>
          </ac:inkMkLst>
        </pc:inkChg>
        <pc:inkChg chg="add del">
          <ac:chgData name="植田 篤俊" userId="0d2b3cda-30c1-45e3-9e5c-02c0046d67fa" providerId="ADAL" clId="{A6AB8097-671C-4783-A056-5A985F003BDF}" dt="2026-04-20T14:11:33.481" v="58"/>
          <ac:inkMkLst>
            <pc:docMk/>
            <pc:sldMk cId="3493980762" sldId="258"/>
            <ac:inkMk id="25" creationId="{7AE163A8-1998-367E-8046-57E2A673FB13}"/>
          </ac:inkMkLst>
        </pc:inkChg>
        <pc:inkChg chg="add reco">
          <ac:chgData name="植田 篤俊" userId="0d2b3cda-30c1-45e3-9e5c-02c0046d67fa" providerId="ADAL" clId="{A6AB8097-671C-4783-A056-5A985F003BDF}" dt="2026-04-20T14:14:48.258" v="346"/>
          <ac:inkMkLst>
            <pc:docMk/>
            <pc:sldMk cId="3493980762" sldId="258"/>
            <ac:inkMk id="25" creationId="{B0CCA238-7034-79BA-453D-AB62B8017E4E}"/>
          </ac:inkMkLst>
        </pc:inkChg>
        <pc:inkChg chg="add">
          <ac:chgData name="植田 篤俊" userId="0d2b3cda-30c1-45e3-9e5c-02c0046d67fa" providerId="ADAL" clId="{A6AB8097-671C-4783-A056-5A985F003BDF}" dt="2026-04-20T14:11:32.400" v="56"/>
          <ac:inkMkLst>
            <pc:docMk/>
            <pc:sldMk cId="3493980762" sldId="258"/>
            <ac:inkMk id="26" creationId="{86C60D80-C680-F71D-6B60-7BBFB254E883}"/>
          </ac:inkMkLst>
        </pc:inkChg>
        <pc:inkChg chg="add del">
          <ac:chgData name="植田 篤俊" userId="0d2b3cda-30c1-45e3-9e5c-02c0046d67fa" providerId="ADAL" clId="{A6AB8097-671C-4783-A056-5A985F003BDF}" dt="2026-04-20T14:14:50.453" v="356"/>
          <ac:inkMkLst>
            <pc:docMk/>
            <pc:sldMk cId="3493980762" sldId="258"/>
            <ac:inkMk id="26" creationId="{EA9E230D-2101-47C6-4308-7DF607F974AA}"/>
          </ac:inkMkLst>
        </pc:inkChg>
        <pc:inkChg chg="add reco">
          <ac:chgData name="植田 篤俊" userId="0d2b3cda-30c1-45e3-9e5c-02c0046d67fa" providerId="ADAL" clId="{A6AB8097-671C-4783-A056-5A985F003BDF}" dt="2026-04-20T14:16:06.259" v="462"/>
          <ac:inkMkLst>
            <pc:docMk/>
            <pc:sldMk cId="3493980762" sldId="258"/>
            <ac:inkMk id="26" creationId="{FF838AC1-F5CC-5EE2-919A-22631A365C7F}"/>
          </ac:inkMkLst>
        </pc:inkChg>
        <pc:inkChg chg="add del">
          <ac:chgData name="植田 篤俊" userId="0d2b3cda-30c1-45e3-9e5c-02c0046d67fa" providerId="ADAL" clId="{A6AB8097-671C-4783-A056-5A985F003BDF}" dt="2026-04-20T14:14:50.453" v="356"/>
          <ac:inkMkLst>
            <pc:docMk/>
            <pc:sldMk cId="3493980762" sldId="258"/>
            <ac:inkMk id="27" creationId="{19C00E63-8D4C-78AB-FC00-EF63B4146B49}"/>
          </ac:inkMkLst>
        </pc:inkChg>
        <pc:inkChg chg="add">
          <ac:chgData name="植田 篤俊" userId="0d2b3cda-30c1-45e3-9e5c-02c0046d67fa" providerId="ADAL" clId="{A6AB8097-671C-4783-A056-5A985F003BDF}" dt="2026-04-20T14:11:32.585" v="57"/>
          <ac:inkMkLst>
            <pc:docMk/>
            <pc:sldMk cId="3493980762" sldId="258"/>
            <ac:inkMk id="27" creationId="{826B0851-6F78-0082-05FC-39C80422E104}"/>
          </ac:inkMkLst>
        </pc:inkChg>
        <pc:inkChg chg="add">
          <ac:chgData name="植田 篤俊" userId="0d2b3cda-30c1-45e3-9e5c-02c0046d67fa" providerId="ADAL" clId="{A6AB8097-671C-4783-A056-5A985F003BDF}" dt="2026-04-20T14:22:59.424" v="886"/>
          <ac:inkMkLst>
            <pc:docMk/>
            <pc:sldMk cId="3493980762" sldId="258"/>
            <ac:inkMk id="27" creationId="{F787C7BC-F3FD-57E2-4C1F-76E1452AEB8A}"/>
          </ac:inkMkLst>
        </pc:inkChg>
        <pc:inkChg chg="add del">
          <ac:chgData name="植田 篤俊" userId="0d2b3cda-30c1-45e3-9e5c-02c0046d67fa" providerId="ADAL" clId="{A6AB8097-671C-4783-A056-5A985F003BDF}" dt="2026-04-20T14:16:07.612" v="464"/>
          <ac:inkMkLst>
            <pc:docMk/>
            <pc:sldMk cId="3493980762" sldId="258"/>
            <ac:inkMk id="27" creationId="{FC8A5D67-1A44-7EE8-B6B4-6BBED7B6A45C}"/>
          </ac:inkMkLst>
        </pc:inkChg>
        <pc:inkChg chg="add reco">
          <ac:chgData name="植田 篤俊" userId="0d2b3cda-30c1-45e3-9e5c-02c0046d67fa" providerId="ADAL" clId="{A6AB8097-671C-4783-A056-5A985F003BDF}" dt="2026-04-20T14:11:33.481" v="58"/>
          <ac:inkMkLst>
            <pc:docMk/>
            <pc:sldMk cId="3493980762" sldId="258"/>
            <ac:inkMk id="28" creationId="{04A1A742-30E0-23C2-29FA-2D2EA7AFA489}"/>
          </ac:inkMkLst>
        </pc:inkChg>
        <pc:inkChg chg="add del">
          <ac:chgData name="植田 篤俊" userId="0d2b3cda-30c1-45e3-9e5c-02c0046d67fa" providerId="ADAL" clId="{A6AB8097-671C-4783-A056-5A985F003BDF}" dt="2026-04-20T14:11:47.637" v="84"/>
          <ac:inkMkLst>
            <pc:docMk/>
            <pc:sldMk cId="3493980762" sldId="258"/>
            <ac:inkMk id="29" creationId="{1F090861-3EA0-93E5-044B-992D5398CA93}"/>
          </ac:inkMkLst>
        </pc:inkChg>
        <pc:inkChg chg="add del">
          <ac:chgData name="植田 篤俊" userId="0d2b3cda-30c1-45e3-9e5c-02c0046d67fa" providerId="ADAL" clId="{A6AB8097-671C-4783-A056-5A985F003BDF}" dt="2026-04-20T14:14:50.453" v="356"/>
          <ac:inkMkLst>
            <pc:docMk/>
            <pc:sldMk cId="3493980762" sldId="258"/>
            <ac:inkMk id="29" creationId="{3593B1E1-0F7D-DB65-AC38-9F06E12DCC6F}"/>
          </ac:inkMkLst>
        </pc:inkChg>
        <pc:inkChg chg="add">
          <ac:chgData name="植田 篤俊" userId="0d2b3cda-30c1-45e3-9e5c-02c0046d67fa" providerId="ADAL" clId="{A6AB8097-671C-4783-A056-5A985F003BDF}" dt="2026-04-20T14:22:59.557" v="887"/>
          <ac:inkMkLst>
            <pc:docMk/>
            <pc:sldMk cId="3493980762" sldId="258"/>
            <ac:inkMk id="29" creationId="{4D9D912A-7328-4581-E5DF-E773D445DB30}"/>
          </ac:inkMkLst>
        </pc:inkChg>
        <pc:inkChg chg="add del">
          <ac:chgData name="植田 篤俊" userId="0d2b3cda-30c1-45e3-9e5c-02c0046d67fa" providerId="ADAL" clId="{A6AB8097-671C-4783-A056-5A985F003BDF}" dt="2026-04-20T14:30:34.285" v="1048"/>
          <ac:inkMkLst>
            <pc:docMk/>
            <pc:sldMk cId="3493980762" sldId="258"/>
            <ac:inkMk id="29" creationId="{703EB1EC-FF86-96E4-2308-B629F3054D6C}"/>
          </ac:inkMkLst>
        </pc:inkChg>
        <pc:inkChg chg="add del">
          <ac:chgData name="植田 篤俊" userId="0d2b3cda-30c1-45e3-9e5c-02c0046d67fa" providerId="ADAL" clId="{A6AB8097-671C-4783-A056-5A985F003BDF}" dt="2026-04-20T14:16:11.199" v="471"/>
          <ac:inkMkLst>
            <pc:docMk/>
            <pc:sldMk cId="3493980762" sldId="258"/>
            <ac:inkMk id="29" creationId="{91A45D03-BFFE-338B-FF37-3E222C8D1630}"/>
          </ac:inkMkLst>
        </pc:inkChg>
        <pc:inkChg chg="add del">
          <ac:chgData name="植田 篤俊" userId="0d2b3cda-30c1-45e3-9e5c-02c0046d67fa" providerId="ADAL" clId="{A6AB8097-671C-4783-A056-5A985F003BDF}" dt="2026-04-20T14:30:34.285" v="1048"/>
          <ac:inkMkLst>
            <pc:docMk/>
            <pc:sldMk cId="3493980762" sldId="258"/>
            <ac:inkMk id="30" creationId="{3163DC5D-6F71-BA4E-6CF9-FF2131DA4862}"/>
          </ac:inkMkLst>
        </pc:inkChg>
        <pc:inkChg chg="add del">
          <ac:chgData name="植田 篤俊" userId="0d2b3cda-30c1-45e3-9e5c-02c0046d67fa" providerId="ADAL" clId="{A6AB8097-671C-4783-A056-5A985F003BDF}" dt="2026-04-20T14:16:09.262" v="467"/>
          <ac:inkMkLst>
            <pc:docMk/>
            <pc:sldMk cId="3493980762" sldId="258"/>
            <ac:inkMk id="30" creationId="{4E202826-378B-BD71-3385-2E815D911D95}"/>
          </ac:inkMkLst>
        </pc:inkChg>
        <pc:inkChg chg="add del">
          <ac:chgData name="植田 篤俊" userId="0d2b3cda-30c1-45e3-9e5c-02c0046d67fa" providerId="ADAL" clId="{A6AB8097-671C-4783-A056-5A985F003BDF}" dt="2026-04-20T14:14:50.453" v="356"/>
          <ac:inkMkLst>
            <pc:docMk/>
            <pc:sldMk cId="3493980762" sldId="258"/>
            <ac:inkMk id="30" creationId="{641F7C73-0A8A-7512-3480-94DC27250BC7}"/>
          </ac:inkMkLst>
        </pc:inkChg>
        <pc:inkChg chg="add">
          <ac:chgData name="植田 篤俊" userId="0d2b3cda-30c1-45e3-9e5c-02c0046d67fa" providerId="ADAL" clId="{A6AB8097-671C-4783-A056-5A985F003BDF}" dt="2026-04-20T14:23:00.043" v="888"/>
          <ac:inkMkLst>
            <pc:docMk/>
            <pc:sldMk cId="3493980762" sldId="258"/>
            <ac:inkMk id="30" creationId="{8BCA40ED-BFAB-224B-F041-5BFA376754E2}"/>
          </ac:inkMkLst>
        </pc:inkChg>
        <pc:inkChg chg="add">
          <ac:chgData name="植田 篤俊" userId="0d2b3cda-30c1-45e3-9e5c-02c0046d67fa" providerId="ADAL" clId="{A6AB8097-671C-4783-A056-5A985F003BDF}" dt="2026-04-20T14:11:40.586" v="60"/>
          <ac:inkMkLst>
            <pc:docMk/>
            <pc:sldMk cId="3493980762" sldId="258"/>
            <ac:inkMk id="30" creationId="{8E334D94-AFB2-B5AC-D2D3-E1663D2936C8}"/>
          </ac:inkMkLst>
        </pc:inkChg>
        <pc:inkChg chg="add">
          <ac:chgData name="植田 篤俊" userId="0d2b3cda-30c1-45e3-9e5c-02c0046d67fa" providerId="ADAL" clId="{A6AB8097-671C-4783-A056-5A985F003BDF}" dt="2026-04-20T14:23:00.207" v="889"/>
          <ac:inkMkLst>
            <pc:docMk/>
            <pc:sldMk cId="3493980762" sldId="258"/>
            <ac:inkMk id="31" creationId="{42AB7388-0007-B120-D834-3E67B3CACE57}"/>
          </ac:inkMkLst>
        </pc:inkChg>
        <pc:inkChg chg="add del">
          <ac:chgData name="植田 篤俊" userId="0d2b3cda-30c1-45e3-9e5c-02c0046d67fa" providerId="ADAL" clId="{A6AB8097-671C-4783-A056-5A985F003BDF}" dt="2026-04-20T14:16:11.199" v="471"/>
          <ac:inkMkLst>
            <pc:docMk/>
            <pc:sldMk cId="3493980762" sldId="258"/>
            <ac:inkMk id="31" creationId="{5A89835E-0E2E-FBA2-F409-DE1492C69E15}"/>
          </ac:inkMkLst>
        </pc:inkChg>
        <pc:inkChg chg="add del">
          <ac:chgData name="植田 篤俊" userId="0d2b3cda-30c1-45e3-9e5c-02c0046d67fa" providerId="ADAL" clId="{A6AB8097-671C-4783-A056-5A985F003BDF}" dt="2026-04-20T14:14:50.453" v="356"/>
          <ac:inkMkLst>
            <pc:docMk/>
            <pc:sldMk cId="3493980762" sldId="258"/>
            <ac:inkMk id="31" creationId="{624CF333-E210-6DCD-53B6-1E4552F90332}"/>
          </ac:inkMkLst>
        </pc:inkChg>
        <pc:inkChg chg="add del">
          <ac:chgData name="植田 篤俊" userId="0d2b3cda-30c1-45e3-9e5c-02c0046d67fa" providerId="ADAL" clId="{A6AB8097-671C-4783-A056-5A985F003BDF}" dt="2026-04-20T14:30:34.285" v="1048"/>
          <ac:inkMkLst>
            <pc:docMk/>
            <pc:sldMk cId="3493980762" sldId="258"/>
            <ac:inkMk id="31" creationId="{AA4E7455-80D8-424A-8308-70ED8290B44E}"/>
          </ac:inkMkLst>
        </pc:inkChg>
        <pc:inkChg chg="add del">
          <ac:chgData name="植田 篤俊" userId="0d2b3cda-30c1-45e3-9e5c-02c0046d67fa" providerId="ADAL" clId="{A6AB8097-671C-4783-A056-5A985F003BDF}" dt="2026-04-20T14:11:47.637" v="84"/>
          <ac:inkMkLst>
            <pc:docMk/>
            <pc:sldMk cId="3493980762" sldId="258"/>
            <ac:inkMk id="31" creationId="{C08512E6-6106-09FB-1E6A-4DD0B3D784FC}"/>
          </ac:inkMkLst>
        </pc:inkChg>
        <pc:inkChg chg="add del">
          <ac:chgData name="植田 篤俊" userId="0d2b3cda-30c1-45e3-9e5c-02c0046d67fa" providerId="ADAL" clId="{A6AB8097-671C-4783-A056-5A985F003BDF}" dt="2026-04-20T14:30:34.285" v="1048"/>
          <ac:inkMkLst>
            <pc:docMk/>
            <pc:sldMk cId="3493980762" sldId="258"/>
            <ac:inkMk id="32" creationId="{304DC9E8-548A-1296-261E-FA3E1A2E34C1}"/>
          </ac:inkMkLst>
        </pc:inkChg>
        <pc:inkChg chg="add del">
          <ac:chgData name="植田 篤俊" userId="0d2b3cda-30c1-45e3-9e5c-02c0046d67fa" providerId="ADAL" clId="{A6AB8097-671C-4783-A056-5A985F003BDF}" dt="2026-04-20T14:14:50.453" v="356"/>
          <ac:inkMkLst>
            <pc:docMk/>
            <pc:sldMk cId="3493980762" sldId="258"/>
            <ac:inkMk id="32" creationId="{43B5B91F-E1C5-38FC-AC76-342586CFB45D}"/>
          </ac:inkMkLst>
        </pc:inkChg>
        <pc:inkChg chg="add del">
          <ac:chgData name="植田 篤俊" userId="0d2b3cda-30c1-45e3-9e5c-02c0046d67fa" providerId="ADAL" clId="{A6AB8097-671C-4783-A056-5A985F003BDF}" dt="2026-04-20T14:16:11.199" v="471"/>
          <ac:inkMkLst>
            <pc:docMk/>
            <pc:sldMk cId="3493980762" sldId="258"/>
            <ac:inkMk id="32" creationId="{477AE2A8-FA63-A95E-A79B-0EDE073069DC}"/>
          </ac:inkMkLst>
        </pc:inkChg>
        <pc:inkChg chg="add del">
          <ac:chgData name="植田 篤俊" userId="0d2b3cda-30c1-45e3-9e5c-02c0046d67fa" providerId="ADAL" clId="{A6AB8097-671C-4783-A056-5A985F003BDF}" dt="2026-04-20T14:23:13.180" v="929"/>
          <ac:inkMkLst>
            <pc:docMk/>
            <pc:sldMk cId="3493980762" sldId="258"/>
            <ac:inkMk id="32" creationId="{8F6316F4-C245-1284-6DC7-F1D83609C8C9}"/>
          </ac:inkMkLst>
        </pc:inkChg>
        <pc:inkChg chg="add del">
          <ac:chgData name="植田 篤俊" userId="0d2b3cda-30c1-45e3-9e5c-02c0046d67fa" providerId="ADAL" clId="{A6AB8097-671C-4783-A056-5A985F003BDF}" dt="2026-04-20T14:11:47.637" v="84"/>
          <ac:inkMkLst>
            <pc:docMk/>
            <pc:sldMk cId="3493980762" sldId="258"/>
            <ac:inkMk id="32" creationId="{A45A245B-3AB1-9590-A6A3-FE609A8248F5}"/>
          </ac:inkMkLst>
        </pc:inkChg>
        <pc:inkChg chg="add del">
          <ac:chgData name="植田 篤俊" userId="0d2b3cda-30c1-45e3-9e5c-02c0046d67fa" providerId="ADAL" clId="{A6AB8097-671C-4783-A056-5A985F003BDF}" dt="2026-04-20T14:30:34.285" v="1048"/>
          <ac:inkMkLst>
            <pc:docMk/>
            <pc:sldMk cId="3493980762" sldId="258"/>
            <ac:inkMk id="33" creationId="{14C701D5-9481-8AB0-BD3C-B8AECA366C81}"/>
          </ac:inkMkLst>
        </pc:inkChg>
        <pc:inkChg chg="add del">
          <ac:chgData name="植田 篤俊" userId="0d2b3cda-30c1-45e3-9e5c-02c0046d67fa" providerId="ADAL" clId="{A6AB8097-671C-4783-A056-5A985F003BDF}" dt="2026-04-20T14:16:11.199" v="471"/>
          <ac:inkMkLst>
            <pc:docMk/>
            <pc:sldMk cId="3493980762" sldId="258"/>
            <ac:inkMk id="33" creationId="{36CCB82E-DB39-56E9-E0F5-F62985DA7BF3}"/>
          </ac:inkMkLst>
        </pc:inkChg>
        <pc:inkChg chg="add del">
          <ac:chgData name="植田 篤俊" userId="0d2b3cda-30c1-45e3-9e5c-02c0046d67fa" providerId="ADAL" clId="{A6AB8097-671C-4783-A056-5A985F003BDF}" dt="2026-04-20T14:14:50.453" v="356"/>
          <ac:inkMkLst>
            <pc:docMk/>
            <pc:sldMk cId="3493980762" sldId="258"/>
            <ac:inkMk id="33" creationId="{626F4AA8-A44B-477C-2555-4E1F26CF423C}"/>
          </ac:inkMkLst>
        </pc:inkChg>
        <pc:inkChg chg="add">
          <ac:chgData name="植田 篤俊" userId="0d2b3cda-30c1-45e3-9e5c-02c0046d67fa" providerId="ADAL" clId="{A6AB8097-671C-4783-A056-5A985F003BDF}" dt="2026-04-20T14:11:41.833" v="63"/>
          <ac:inkMkLst>
            <pc:docMk/>
            <pc:sldMk cId="3493980762" sldId="258"/>
            <ac:inkMk id="33" creationId="{B230021B-512F-BCB1-577B-E594B958F87A}"/>
          </ac:inkMkLst>
        </pc:inkChg>
        <pc:inkChg chg="add">
          <ac:chgData name="植田 篤俊" userId="0d2b3cda-30c1-45e3-9e5c-02c0046d67fa" providerId="ADAL" clId="{A6AB8097-671C-4783-A056-5A985F003BDF}" dt="2026-04-20T14:23:00.626" v="891"/>
          <ac:inkMkLst>
            <pc:docMk/>
            <pc:sldMk cId="3493980762" sldId="258"/>
            <ac:inkMk id="33" creationId="{DD569326-2081-0A25-E487-6682E33BA964}"/>
          </ac:inkMkLst>
        </pc:inkChg>
        <pc:inkChg chg="add">
          <ac:chgData name="植田 篤俊" userId="0d2b3cda-30c1-45e3-9e5c-02c0046d67fa" providerId="ADAL" clId="{A6AB8097-671C-4783-A056-5A985F003BDF}" dt="2026-04-20T14:11:42.103" v="64"/>
          <ac:inkMkLst>
            <pc:docMk/>
            <pc:sldMk cId="3493980762" sldId="258"/>
            <ac:inkMk id="34" creationId="{009D356B-77D8-DC47-1548-13DC755AD2D5}"/>
          </ac:inkMkLst>
        </pc:inkChg>
        <pc:inkChg chg="add del">
          <ac:chgData name="植田 篤俊" userId="0d2b3cda-30c1-45e3-9e5c-02c0046d67fa" providerId="ADAL" clId="{A6AB8097-671C-4783-A056-5A985F003BDF}" dt="2026-04-20T14:14:50.453" v="356"/>
          <ac:inkMkLst>
            <pc:docMk/>
            <pc:sldMk cId="3493980762" sldId="258"/>
            <ac:inkMk id="34" creationId="{5D00E4CC-0A4B-442C-A4D1-69B704989A64}"/>
          </ac:inkMkLst>
        </pc:inkChg>
        <pc:inkChg chg="add reco">
          <ac:chgData name="植田 篤俊" userId="0d2b3cda-30c1-45e3-9e5c-02c0046d67fa" providerId="ADAL" clId="{A6AB8097-671C-4783-A056-5A985F003BDF}" dt="2026-04-20T14:16:11.199" v="471"/>
          <ac:inkMkLst>
            <pc:docMk/>
            <pc:sldMk cId="3493980762" sldId="258"/>
            <ac:inkMk id="34" creationId="{7D9954A5-A6B5-4341-036F-24D07C91DBDC}"/>
          </ac:inkMkLst>
        </pc:inkChg>
        <pc:inkChg chg="add del">
          <ac:chgData name="植田 篤俊" userId="0d2b3cda-30c1-45e3-9e5c-02c0046d67fa" providerId="ADAL" clId="{A6AB8097-671C-4783-A056-5A985F003BDF}" dt="2026-04-20T14:30:34.285" v="1048"/>
          <ac:inkMkLst>
            <pc:docMk/>
            <pc:sldMk cId="3493980762" sldId="258"/>
            <ac:inkMk id="35" creationId="{20C9486F-2F3D-9100-8067-32F486C45D9D}"/>
          </ac:inkMkLst>
        </pc:inkChg>
        <pc:inkChg chg="add del">
          <ac:chgData name="植田 篤俊" userId="0d2b3cda-30c1-45e3-9e5c-02c0046d67fa" providerId="ADAL" clId="{A6AB8097-671C-4783-A056-5A985F003BDF}" dt="2026-04-20T14:14:50.453" v="356"/>
          <ac:inkMkLst>
            <pc:docMk/>
            <pc:sldMk cId="3493980762" sldId="258"/>
            <ac:inkMk id="35" creationId="{5A0EE6FE-D23D-3999-C09C-1ED5C43129EF}"/>
          </ac:inkMkLst>
        </pc:inkChg>
        <pc:inkChg chg="add del">
          <ac:chgData name="植田 篤俊" userId="0d2b3cda-30c1-45e3-9e5c-02c0046d67fa" providerId="ADAL" clId="{A6AB8097-671C-4783-A056-5A985F003BDF}" dt="2026-04-20T14:16:13.862" v="476"/>
          <ac:inkMkLst>
            <pc:docMk/>
            <pc:sldMk cId="3493980762" sldId="258"/>
            <ac:inkMk id="35" creationId="{B5DD36D5-B4E0-E7A4-4426-E85641E89BE9}"/>
          </ac:inkMkLst>
        </pc:inkChg>
        <pc:inkChg chg="add">
          <ac:chgData name="植田 篤俊" userId="0d2b3cda-30c1-45e3-9e5c-02c0046d67fa" providerId="ADAL" clId="{A6AB8097-671C-4783-A056-5A985F003BDF}" dt="2026-04-20T14:23:01.457" v="892"/>
          <ac:inkMkLst>
            <pc:docMk/>
            <pc:sldMk cId="3493980762" sldId="258"/>
            <ac:inkMk id="35" creationId="{E268211B-475D-ACEF-C239-C903E5CA5F78}"/>
          </ac:inkMkLst>
        </pc:inkChg>
        <pc:inkChg chg="add">
          <ac:chgData name="植田 篤俊" userId="0d2b3cda-30c1-45e3-9e5c-02c0046d67fa" providerId="ADAL" clId="{A6AB8097-671C-4783-A056-5A985F003BDF}" dt="2026-04-20T14:11:42.285" v="65"/>
          <ac:inkMkLst>
            <pc:docMk/>
            <pc:sldMk cId="3493980762" sldId="258"/>
            <ac:inkMk id="35" creationId="{E7A184CD-118D-E06B-B541-402A3D9DE84C}"/>
          </ac:inkMkLst>
        </pc:inkChg>
        <pc:inkChg chg="add reco">
          <ac:chgData name="植田 篤俊" userId="0d2b3cda-30c1-45e3-9e5c-02c0046d67fa" providerId="ADAL" clId="{A6AB8097-671C-4783-A056-5A985F003BDF}" dt="2026-04-20T14:14:50.453" v="356"/>
          <ac:inkMkLst>
            <pc:docMk/>
            <pc:sldMk cId="3493980762" sldId="258"/>
            <ac:inkMk id="36" creationId="{596952F1-308C-9CDE-F811-41A3D4F1DE9D}"/>
          </ac:inkMkLst>
        </pc:inkChg>
        <pc:inkChg chg="add">
          <ac:chgData name="植田 篤俊" userId="0d2b3cda-30c1-45e3-9e5c-02c0046d67fa" providerId="ADAL" clId="{A6AB8097-671C-4783-A056-5A985F003BDF}" dt="2026-04-20T14:11:42.432" v="66"/>
          <ac:inkMkLst>
            <pc:docMk/>
            <pc:sldMk cId="3493980762" sldId="258"/>
            <ac:inkMk id="36" creationId="{D13C9823-AD91-FFB5-F03C-2520C7E0EE17}"/>
          </ac:inkMkLst>
        </pc:inkChg>
        <pc:inkChg chg="add">
          <ac:chgData name="植田 篤俊" userId="0d2b3cda-30c1-45e3-9e5c-02c0046d67fa" providerId="ADAL" clId="{A6AB8097-671C-4783-A056-5A985F003BDF}" dt="2026-04-20T14:14:51.885" v="357"/>
          <ac:inkMkLst>
            <pc:docMk/>
            <pc:sldMk cId="3493980762" sldId="258"/>
            <ac:inkMk id="37" creationId="{1B829DD4-2E32-5A69-EE5E-97966D18F144}"/>
          </ac:inkMkLst>
        </pc:inkChg>
        <pc:inkChg chg="add del">
          <ac:chgData name="植田 篤俊" userId="0d2b3cda-30c1-45e3-9e5c-02c0046d67fa" providerId="ADAL" clId="{A6AB8097-671C-4783-A056-5A985F003BDF}" dt="2026-04-20T14:16:13.862" v="476"/>
          <ac:inkMkLst>
            <pc:docMk/>
            <pc:sldMk cId="3493980762" sldId="258"/>
            <ac:inkMk id="37" creationId="{49475CAB-C3DE-4873-B08B-4DB43936FBBA}"/>
          </ac:inkMkLst>
        </pc:inkChg>
        <pc:inkChg chg="add reco">
          <ac:chgData name="植田 篤俊" userId="0d2b3cda-30c1-45e3-9e5c-02c0046d67fa" providerId="ADAL" clId="{A6AB8097-671C-4783-A056-5A985F003BDF}" dt="2026-04-20T14:30:34.285" v="1048"/>
          <ac:inkMkLst>
            <pc:docMk/>
            <pc:sldMk cId="3493980762" sldId="258"/>
            <ac:inkMk id="37" creationId="{B5E6994B-46C6-511F-A9B5-9232031458E4}"/>
          </ac:inkMkLst>
        </pc:inkChg>
        <pc:inkChg chg="add">
          <ac:chgData name="植田 篤俊" userId="0d2b3cda-30c1-45e3-9e5c-02c0046d67fa" providerId="ADAL" clId="{A6AB8097-671C-4783-A056-5A985F003BDF}" dt="2026-04-20T14:23:02.059" v="893"/>
          <ac:inkMkLst>
            <pc:docMk/>
            <pc:sldMk cId="3493980762" sldId="258"/>
            <ac:inkMk id="37" creationId="{CC12496E-4AC4-0316-F960-3126D17763ED}"/>
          </ac:inkMkLst>
        </pc:inkChg>
        <pc:inkChg chg="add del">
          <ac:chgData name="植田 篤俊" userId="0d2b3cda-30c1-45e3-9e5c-02c0046d67fa" providerId="ADAL" clId="{A6AB8097-671C-4783-A056-5A985F003BDF}" dt="2026-04-20T14:11:47.637" v="84"/>
          <ac:inkMkLst>
            <pc:docMk/>
            <pc:sldMk cId="3493980762" sldId="258"/>
            <ac:inkMk id="37" creationId="{E5F3D078-E13C-E03B-F5E0-A38DBCF74D0F}"/>
          </ac:inkMkLst>
        </pc:inkChg>
        <pc:inkChg chg="add del">
          <ac:chgData name="植田 篤俊" userId="0d2b3cda-30c1-45e3-9e5c-02c0046d67fa" providerId="ADAL" clId="{A6AB8097-671C-4783-A056-5A985F003BDF}" dt="2026-04-20T14:30:39.686" v="1058"/>
          <ac:inkMkLst>
            <pc:docMk/>
            <pc:sldMk cId="3493980762" sldId="258"/>
            <ac:inkMk id="38" creationId="{0243DB17-C084-E254-B151-BF6328833860}"/>
          </ac:inkMkLst>
        </pc:inkChg>
        <pc:inkChg chg="add">
          <ac:chgData name="植田 篤俊" userId="0d2b3cda-30c1-45e3-9e5c-02c0046d67fa" providerId="ADAL" clId="{A6AB8097-671C-4783-A056-5A985F003BDF}" dt="2026-04-20T14:14:52.102" v="358"/>
          <ac:inkMkLst>
            <pc:docMk/>
            <pc:sldMk cId="3493980762" sldId="258"/>
            <ac:inkMk id="38" creationId="{0680C97E-E8BC-DAB6-39C6-3C96EC946E82}"/>
          </ac:inkMkLst>
        </pc:inkChg>
        <pc:inkChg chg="add">
          <ac:chgData name="植田 篤俊" userId="0d2b3cda-30c1-45e3-9e5c-02c0046d67fa" providerId="ADAL" clId="{A6AB8097-671C-4783-A056-5A985F003BDF}" dt="2026-04-20T14:23:02.423" v="894"/>
          <ac:inkMkLst>
            <pc:docMk/>
            <pc:sldMk cId="3493980762" sldId="258"/>
            <ac:inkMk id="38" creationId="{4EE422C1-4195-6DDE-1A3E-E50E10F1FBB6}"/>
          </ac:inkMkLst>
        </pc:inkChg>
        <pc:inkChg chg="add del">
          <ac:chgData name="植田 篤俊" userId="0d2b3cda-30c1-45e3-9e5c-02c0046d67fa" providerId="ADAL" clId="{A6AB8097-671C-4783-A056-5A985F003BDF}" dt="2026-04-20T14:11:47.637" v="84"/>
          <ac:inkMkLst>
            <pc:docMk/>
            <pc:sldMk cId="3493980762" sldId="258"/>
            <ac:inkMk id="38" creationId="{DA86D507-B2EF-3A20-333E-CDCD66016F4C}"/>
          </ac:inkMkLst>
        </pc:inkChg>
        <pc:inkChg chg="add del">
          <ac:chgData name="植田 篤俊" userId="0d2b3cda-30c1-45e3-9e5c-02c0046d67fa" providerId="ADAL" clId="{A6AB8097-671C-4783-A056-5A985F003BDF}" dt="2026-04-20T14:16:13.862" v="476"/>
          <ac:inkMkLst>
            <pc:docMk/>
            <pc:sldMk cId="3493980762" sldId="258"/>
            <ac:inkMk id="38" creationId="{E27140E0-AF00-BFF6-6B54-17D5ACDB8399}"/>
          </ac:inkMkLst>
        </pc:inkChg>
        <pc:inkChg chg="add del">
          <ac:chgData name="植田 篤俊" userId="0d2b3cda-30c1-45e3-9e5c-02c0046d67fa" providerId="ADAL" clId="{A6AB8097-671C-4783-A056-5A985F003BDF}" dt="2026-04-20T14:11:47.637" v="84"/>
          <ac:inkMkLst>
            <pc:docMk/>
            <pc:sldMk cId="3493980762" sldId="258"/>
            <ac:inkMk id="39" creationId="{1D1078B1-4C2F-B120-91A5-99DE9753D806}"/>
          </ac:inkMkLst>
        </pc:inkChg>
        <pc:inkChg chg="add del">
          <ac:chgData name="植田 篤俊" userId="0d2b3cda-30c1-45e3-9e5c-02c0046d67fa" providerId="ADAL" clId="{A6AB8097-671C-4783-A056-5A985F003BDF}" dt="2026-04-20T14:30:39.686" v="1058"/>
          <ac:inkMkLst>
            <pc:docMk/>
            <pc:sldMk cId="3493980762" sldId="258"/>
            <ac:inkMk id="39" creationId="{290D387E-4986-0FBB-21A3-071479B5EA68}"/>
          </ac:inkMkLst>
        </pc:inkChg>
        <pc:inkChg chg="add del">
          <ac:chgData name="植田 篤俊" userId="0d2b3cda-30c1-45e3-9e5c-02c0046d67fa" providerId="ADAL" clId="{A6AB8097-671C-4783-A056-5A985F003BDF}" dt="2026-04-20T14:14:58.110" v="380"/>
          <ac:inkMkLst>
            <pc:docMk/>
            <pc:sldMk cId="3493980762" sldId="258"/>
            <ac:inkMk id="39" creationId="{3D0E0838-BDB0-951B-F8B8-5AA525506897}"/>
          </ac:inkMkLst>
        </pc:inkChg>
        <pc:inkChg chg="add del">
          <ac:chgData name="植田 篤俊" userId="0d2b3cda-30c1-45e3-9e5c-02c0046d67fa" providerId="ADAL" clId="{A6AB8097-671C-4783-A056-5A985F003BDF}" dt="2026-04-20T14:16:15.796" v="481"/>
          <ac:inkMkLst>
            <pc:docMk/>
            <pc:sldMk cId="3493980762" sldId="258"/>
            <ac:inkMk id="39" creationId="{7942D09A-057F-6A86-4501-8E5277DEC084}"/>
          </ac:inkMkLst>
        </pc:inkChg>
        <pc:inkChg chg="add">
          <ac:chgData name="植田 篤俊" userId="0d2b3cda-30c1-45e3-9e5c-02c0046d67fa" providerId="ADAL" clId="{A6AB8097-671C-4783-A056-5A985F003BDF}" dt="2026-04-20T14:23:02.573" v="895"/>
          <ac:inkMkLst>
            <pc:docMk/>
            <pc:sldMk cId="3493980762" sldId="258"/>
            <ac:inkMk id="39" creationId="{F7B80974-E063-64BA-F65B-570E89BF6066}"/>
          </ac:inkMkLst>
        </pc:inkChg>
        <pc:inkChg chg="add reco">
          <ac:chgData name="植田 篤俊" userId="0d2b3cda-30c1-45e3-9e5c-02c0046d67fa" providerId="ADAL" clId="{A6AB8097-671C-4783-A056-5A985F003BDF}" dt="2026-04-20T14:16:13.862" v="476"/>
          <ac:inkMkLst>
            <pc:docMk/>
            <pc:sldMk cId="3493980762" sldId="258"/>
            <ac:inkMk id="42" creationId="{40945187-FE6B-2BA0-3C42-46AE53A86FEF}"/>
          </ac:inkMkLst>
        </pc:inkChg>
        <pc:inkChg chg="add">
          <ac:chgData name="植田 篤俊" userId="0d2b3cda-30c1-45e3-9e5c-02c0046d67fa" providerId="ADAL" clId="{A6AB8097-671C-4783-A056-5A985F003BDF}" dt="2026-04-20T14:14:52.503" v="360"/>
          <ac:inkMkLst>
            <pc:docMk/>
            <pc:sldMk cId="3493980762" sldId="258"/>
            <ac:inkMk id="42" creationId="{7BE98420-09BA-037C-1CFF-EC2C86286AB4}"/>
          </ac:inkMkLst>
        </pc:inkChg>
        <pc:inkChg chg="add">
          <ac:chgData name="植田 篤俊" userId="0d2b3cda-30c1-45e3-9e5c-02c0046d67fa" providerId="ADAL" clId="{A6AB8097-671C-4783-A056-5A985F003BDF}" dt="2026-04-20T14:11:43.133" v="70"/>
          <ac:inkMkLst>
            <pc:docMk/>
            <pc:sldMk cId="3493980762" sldId="258"/>
            <ac:inkMk id="42" creationId="{B38895CA-5461-F220-3B9D-ABB44AB1396A}"/>
          </ac:inkMkLst>
        </pc:inkChg>
        <pc:inkChg chg="add del">
          <ac:chgData name="植田 篤俊" userId="0d2b3cda-30c1-45e3-9e5c-02c0046d67fa" providerId="ADAL" clId="{A6AB8097-671C-4783-A056-5A985F003BDF}" dt="2026-04-20T14:30:39.686" v="1058"/>
          <ac:inkMkLst>
            <pc:docMk/>
            <pc:sldMk cId="3493980762" sldId="258"/>
            <ac:inkMk id="43" creationId="{3460107C-7AE5-C4F2-C4E9-B09C604C6D50}"/>
          </ac:inkMkLst>
        </pc:inkChg>
        <pc:inkChg chg="add">
          <ac:chgData name="植田 篤俊" userId="0d2b3cda-30c1-45e3-9e5c-02c0046d67fa" providerId="ADAL" clId="{A6AB8097-671C-4783-A056-5A985F003BDF}" dt="2026-04-20T14:11:43.469" v="71"/>
          <ac:inkMkLst>
            <pc:docMk/>
            <pc:sldMk cId="3493980762" sldId="258"/>
            <ac:inkMk id="43" creationId="{58F62BA2-CC07-B3FA-4D88-25C963CBDEBA}"/>
          </ac:inkMkLst>
        </pc:inkChg>
        <pc:inkChg chg="add del">
          <ac:chgData name="植田 篤俊" userId="0d2b3cda-30c1-45e3-9e5c-02c0046d67fa" providerId="ADAL" clId="{A6AB8097-671C-4783-A056-5A985F003BDF}" dt="2026-04-20T14:23:13.180" v="929"/>
          <ac:inkMkLst>
            <pc:docMk/>
            <pc:sldMk cId="3493980762" sldId="258"/>
            <ac:inkMk id="43" creationId="{A6FD546A-5481-998C-3F8D-04FA2BD376DB}"/>
          </ac:inkMkLst>
        </pc:inkChg>
        <pc:inkChg chg="add del">
          <ac:chgData name="植田 篤俊" userId="0d2b3cda-30c1-45e3-9e5c-02c0046d67fa" providerId="ADAL" clId="{A6AB8097-671C-4783-A056-5A985F003BDF}" dt="2026-04-20T14:16:15.796" v="481"/>
          <ac:inkMkLst>
            <pc:docMk/>
            <pc:sldMk cId="3493980762" sldId="258"/>
            <ac:inkMk id="43" creationId="{C9E1B108-F666-3343-2384-960F540DF381}"/>
          </ac:inkMkLst>
        </pc:inkChg>
        <pc:inkChg chg="add">
          <ac:chgData name="植田 篤俊" userId="0d2b3cda-30c1-45e3-9e5c-02c0046d67fa" providerId="ADAL" clId="{A6AB8097-671C-4783-A056-5A985F003BDF}" dt="2026-04-20T14:14:52.701" v="361"/>
          <ac:inkMkLst>
            <pc:docMk/>
            <pc:sldMk cId="3493980762" sldId="258"/>
            <ac:inkMk id="43" creationId="{D6D3F39C-9D9E-A132-7804-0BD32A95BF5C}"/>
          </ac:inkMkLst>
        </pc:inkChg>
        <pc:inkChg chg="add del">
          <ac:chgData name="植田 篤俊" userId="0d2b3cda-30c1-45e3-9e5c-02c0046d67fa" providerId="ADAL" clId="{A6AB8097-671C-4783-A056-5A985F003BDF}" dt="2026-04-20T14:30:39.686" v="1058"/>
          <ac:inkMkLst>
            <pc:docMk/>
            <pc:sldMk cId="3493980762" sldId="258"/>
            <ac:inkMk id="44" creationId="{576CB0A2-5030-ADA7-1CD8-5CBE761EF20B}"/>
          </ac:inkMkLst>
        </pc:inkChg>
        <pc:inkChg chg="add">
          <ac:chgData name="植田 篤俊" userId="0d2b3cda-30c1-45e3-9e5c-02c0046d67fa" providerId="ADAL" clId="{A6AB8097-671C-4783-A056-5A985F003BDF}" dt="2026-04-20T14:11:43.599" v="72"/>
          <ac:inkMkLst>
            <pc:docMk/>
            <pc:sldMk cId="3493980762" sldId="258"/>
            <ac:inkMk id="44" creationId="{880E231C-B5B8-EA33-DD00-33C107B3ED5F}"/>
          </ac:inkMkLst>
        </pc:inkChg>
        <pc:inkChg chg="add">
          <ac:chgData name="植田 篤俊" userId="0d2b3cda-30c1-45e3-9e5c-02c0046d67fa" providerId="ADAL" clId="{A6AB8097-671C-4783-A056-5A985F003BDF}" dt="2026-04-20T14:14:52.835" v="362"/>
          <ac:inkMkLst>
            <pc:docMk/>
            <pc:sldMk cId="3493980762" sldId="258"/>
            <ac:inkMk id="44" creationId="{B07FB637-DC08-CAAC-070E-1D378E6714EB}"/>
          </ac:inkMkLst>
        </pc:inkChg>
        <pc:inkChg chg="add">
          <ac:chgData name="植田 篤俊" userId="0d2b3cda-30c1-45e3-9e5c-02c0046d67fa" providerId="ADAL" clId="{A6AB8097-671C-4783-A056-5A985F003BDF}" dt="2026-04-20T14:23:02.906" v="897"/>
          <ac:inkMkLst>
            <pc:docMk/>
            <pc:sldMk cId="3493980762" sldId="258"/>
            <ac:inkMk id="44" creationId="{B4D3B01A-8DA5-63C2-ED2B-EB77FFA4202C}"/>
          </ac:inkMkLst>
        </pc:inkChg>
        <pc:inkChg chg="add del">
          <ac:chgData name="植田 篤俊" userId="0d2b3cda-30c1-45e3-9e5c-02c0046d67fa" providerId="ADAL" clId="{A6AB8097-671C-4783-A056-5A985F003BDF}" dt="2026-04-20T14:16:15.796" v="481"/>
          <ac:inkMkLst>
            <pc:docMk/>
            <pc:sldMk cId="3493980762" sldId="258"/>
            <ac:inkMk id="44" creationId="{FC48C70E-33CA-C7AA-FAD0-2D70AD298B0F}"/>
          </ac:inkMkLst>
        </pc:inkChg>
        <pc:inkChg chg="add del">
          <ac:chgData name="植田 篤俊" userId="0d2b3cda-30c1-45e3-9e5c-02c0046d67fa" providerId="ADAL" clId="{A6AB8097-671C-4783-A056-5A985F003BDF}" dt="2026-04-20T14:16:15.796" v="481"/>
          <ac:inkMkLst>
            <pc:docMk/>
            <pc:sldMk cId="3493980762" sldId="258"/>
            <ac:inkMk id="45" creationId="{7BCFE2BC-FD90-9DFD-8446-36D9FD99F004}"/>
          </ac:inkMkLst>
        </pc:inkChg>
        <pc:inkChg chg="add">
          <ac:chgData name="植田 篤俊" userId="0d2b3cda-30c1-45e3-9e5c-02c0046d67fa" providerId="ADAL" clId="{A6AB8097-671C-4783-A056-5A985F003BDF}" dt="2026-04-20T14:14:52.968" v="363"/>
          <ac:inkMkLst>
            <pc:docMk/>
            <pc:sldMk cId="3493980762" sldId="258"/>
            <ac:inkMk id="45" creationId="{7E12AB70-FB2B-DDD1-1E61-B810E3C131AE}"/>
          </ac:inkMkLst>
        </pc:inkChg>
        <pc:inkChg chg="add del">
          <ac:chgData name="植田 篤俊" userId="0d2b3cda-30c1-45e3-9e5c-02c0046d67fa" providerId="ADAL" clId="{A6AB8097-671C-4783-A056-5A985F003BDF}" dt="2026-04-20T14:23:13.180" v="929"/>
          <ac:inkMkLst>
            <pc:docMk/>
            <pc:sldMk cId="3493980762" sldId="258"/>
            <ac:inkMk id="45" creationId="{7F901E41-58A0-ADFD-0B0C-E0EC99F5600A}"/>
          </ac:inkMkLst>
        </pc:inkChg>
        <pc:inkChg chg="add del">
          <ac:chgData name="植田 篤俊" userId="0d2b3cda-30c1-45e3-9e5c-02c0046d67fa" providerId="ADAL" clId="{A6AB8097-671C-4783-A056-5A985F003BDF}" dt="2026-04-20T14:30:39.686" v="1058"/>
          <ac:inkMkLst>
            <pc:docMk/>
            <pc:sldMk cId="3493980762" sldId="258"/>
            <ac:inkMk id="45" creationId="{9B52FD4E-F015-DD4C-C39B-71C0D7D0B5EB}"/>
          </ac:inkMkLst>
        </pc:inkChg>
        <pc:inkChg chg="add">
          <ac:chgData name="植田 篤俊" userId="0d2b3cda-30c1-45e3-9e5c-02c0046d67fa" providerId="ADAL" clId="{A6AB8097-671C-4783-A056-5A985F003BDF}" dt="2026-04-20T14:11:44.165" v="73"/>
          <ac:inkMkLst>
            <pc:docMk/>
            <pc:sldMk cId="3493980762" sldId="258"/>
            <ac:inkMk id="45" creationId="{F1DB0B8E-D2F7-A6AD-661F-0C131649E9CA}"/>
          </ac:inkMkLst>
        </pc:inkChg>
        <pc:inkChg chg="add del">
          <ac:chgData name="植田 篤俊" userId="0d2b3cda-30c1-45e3-9e5c-02c0046d67fa" providerId="ADAL" clId="{A6AB8097-671C-4783-A056-5A985F003BDF}" dt="2026-04-20T14:16:15.796" v="481"/>
          <ac:inkMkLst>
            <pc:docMk/>
            <pc:sldMk cId="3493980762" sldId="258"/>
            <ac:inkMk id="46" creationId="{1C5958B4-D407-7071-166D-C26C88A0D906}"/>
          </ac:inkMkLst>
        </pc:inkChg>
        <pc:inkChg chg="add">
          <ac:chgData name="植田 篤俊" userId="0d2b3cda-30c1-45e3-9e5c-02c0046d67fa" providerId="ADAL" clId="{A6AB8097-671C-4783-A056-5A985F003BDF}" dt="2026-04-20T14:11:44.349" v="74"/>
          <ac:inkMkLst>
            <pc:docMk/>
            <pc:sldMk cId="3493980762" sldId="258"/>
            <ac:inkMk id="46" creationId="{7ACC8244-3C26-38F0-3CA0-1E15F5E117D5}"/>
          </ac:inkMkLst>
        </pc:inkChg>
        <pc:inkChg chg="add del">
          <ac:chgData name="植田 篤俊" userId="0d2b3cda-30c1-45e3-9e5c-02c0046d67fa" providerId="ADAL" clId="{A6AB8097-671C-4783-A056-5A985F003BDF}" dt="2026-04-20T14:30:39.686" v="1058"/>
          <ac:inkMkLst>
            <pc:docMk/>
            <pc:sldMk cId="3493980762" sldId="258"/>
            <ac:inkMk id="46" creationId="{CEF3DEAA-765F-2B6C-0902-BDE76FA858CD}"/>
          </ac:inkMkLst>
        </pc:inkChg>
        <pc:inkChg chg="add">
          <ac:chgData name="植田 篤俊" userId="0d2b3cda-30c1-45e3-9e5c-02c0046d67fa" providerId="ADAL" clId="{A6AB8097-671C-4783-A056-5A985F003BDF}" dt="2026-04-20T14:14:53.784" v="364"/>
          <ac:inkMkLst>
            <pc:docMk/>
            <pc:sldMk cId="3493980762" sldId="258"/>
            <ac:inkMk id="46" creationId="{CF188662-A097-CFDA-75C1-9145609FDDCA}"/>
          </ac:inkMkLst>
        </pc:inkChg>
        <pc:inkChg chg="add">
          <ac:chgData name="植田 篤俊" userId="0d2b3cda-30c1-45e3-9e5c-02c0046d67fa" providerId="ADAL" clId="{A6AB8097-671C-4783-A056-5A985F003BDF}" dt="2026-04-20T14:23:03.256" v="899"/>
          <ac:inkMkLst>
            <pc:docMk/>
            <pc:sldMk cId="3493980762" sldId="258"/>
            <ac:inkMk id="46" creationId="{F634CB03-A18D-8D8F-5BEC-A9788D3ACD53}"/>
          </ac:inkMkLst>
        </pc:inkChg>
        <pc:inkChg chg="add reco">
          <ac:chgData name="植田 篤俊" userId="0d2b3cda-30c1-45e3-9e5c-02c0046d67fa" providerId="ADAL" clId="{A6AB8097-671C-4783-A056-5A985F003BDF}" dt="2026-04-20T14:16:15.796" v="481"/>
          <ac:inkMkLst>
            <pc:docMk/>
            <pc:sldMk cId="3493980762" sldId="258"/>
            <ac:inkMk id="47" creationId="{1B9C68F3-E83A-611F-D1D7-B5C1A658DA9D}"/>
          </ac:inkMkLst>
        </pc:inkChg>
        <pc:inkChg chg="add del">
          <ac:chgData name="植田 篤俊" userId="0d2b3cda-30c1-45e3-9e5c-02c0046d67fa" providerId="ADAL" clId="{A6AB8097-671C-4783-A056-5A985F003BDF}" dt="2026-04-20T14:11:47.637" v="84"/>
          <ac:inkMkLst>
            <pc:docMk/>
            <pc:sldMk cId="3493980762" sldId="258"/>
            <ac:inkMk id="47" creationId="{A833E8FD-F37C-D735-0DF4-372DF7451E7A}"/>
          </ac:inkMkLst>
        </pc:inkChg>
        <pc:inkChg chg="add del">
          <ac:chgData name="植田 篤俊" userId="0d2b3cda-30c1-45e3-9e5c-02c0046d67fa" providerId="ADAL" clId="{A6AB8097-671C-4783-A056-5A985F003BDF}" dt="2026-04-20T14:14:58.110" v="380"/>
          <ac:inkMkLst>
            <pc:docMk/>
            <pc:sldMk cId="3493980762" sldId="258"/>
            <ac:inkMk id="47" creationId="{BFD6A42E-F409-D484-EE4D-FCB6D7C3D70D}"/>
          </ac:inkMkLst>
        </pc:inkChg>
        <pc:inkChg chg="add del">
          <ac:chgData name="植田 篤俊" userId="0d2b3cda-30c1-45e3-9e5c-02c0046d67fa" providerId="ADAL" clId="{A6AB8097-671C-4783-A056-5A985F003BDF}" dt="2026-04-20T14:16:16.971" v="484"/>
          <ac:inkMkLst>
            <pc:docMk/>
            <pc:sldMk cId="3493980762" sldId="258"/>
            <ac:inkMk id="48" creationId="{6485EF68-9E2A-2791-302E-5FE5F2BB5D8B}"/>
          </ac:inkMkLst>
        </pc:inkChg>
        <pc:inkChg chg="add del">
          <ac:chgData name="植田 篤俊" userId="0d2b3cda-30c1-45e3-9e5c-02c0046d67fa" providerId="ADAL" clId="{A6AB8097-671C-4783-A056-5A985F003BDF}" dt="2026-04-20T14:11:47.637" v="84"/>
          <ac:inkMkLst>
            <pc:docMk/>
            <pc:sldMk cId="3493980762" sldId="258"/>
            <ac:inkMk id="48" creationId="{8E5E48BC-6FD0-DC77-A076-559B4D8A6E15}"/>
          </ac:inkMkLst>
        </pc:inkChg>
        <pc:inkChg chg="add del">
          <ac:chgData name="植田 篤俊" userId="0d2b3cda-30c1-45e3-9e5c-02c0046d67fa" providerId="ADAL" clId="{A6AB8097-671C-4783-A056-5A985F003BDF}" dt="2026-04-20T14:14:58.110" v="380"/>
          <ac:inkMkLst>
            <pc:docMk/>
            <pc:sldMk cId="3493980762" sldId="258"/>
            <ac:inkMk id="48" creationId="{970CB41D-12C8-1515-35E0-D8F87090DFBB}"/>
          </ac:inkMkLst>
        </pc:inkChg>
        <pc:inkChg chg="add del">
          <ac:chgData name="植田 篤俊" userId="0d2b3cda-30c1-45e3-9e5c-02c0046d67fa" providerId="ADAL" clId="{A6AB8097-671C-4783-A056-5A985F003BDF}" dt="2026-04-20T14:30:39.686" v="1058"/>
          <ac:inkMkLst>
            <pc:docMk/>
            <pc:sldMk cId="3493980762" sldId="258"/>
            <ac:inkMk id="48" creationId="{ABBDC6B4-8E37-BAC2-D4EE-4038DBD23A2D}"/>
          </ac:inkMkLst>
        </pc:inkChg>
        <pc:inkChg chg="add">
          <ac:chgData name="植田 篤俊" userId="0d2b3cda-30c1-45e3-9e5c-02c0046d67fa" providerId="ADAL" clId="{A6AB8097-671C-4783-A056-5A985F003BDF}" dt="2026-04-20T14:23:03.923" v="900"/>
          <ac:inkMkLst>
            <pc:docMk/>
            <pc:sldMk cId="3493980762" sldId="258"/>
            <ac:inkMk id="48" creationId="{F89A75C0-6684-D5C9-996E-C70202357CAC}"/>
          </ac:inkMkLst>
        </pc:inkChg>
        <pc:inkChg chg="add">
          <ac:chgData name="植田 篤俊" userId="0d2b3cda-30c1-45e3-9e5c-02c0046d67fa" providerId="ADAL" clId="{A6AB8097-671C-4783-A056-5A985F003BDF}" dt="2026-04-20T14:14:54.435" v="367"/>
          <ac:inkMkLst>
            <pc:docMk/>
            <pc:sldMk cId="3493980762" sldId="258"/>
            <ac:inkMk id="50" creationId="{34D8E3DD-EA97-82D8-334B-437AC3CC7CCC}"/>
          </ac:inkMkLst>
        </pc:inkChg>
        <pc:inkChg chg="add">
          <ac:chgData name="植田 篤俊" userId="0d2b3cda-30c1-45e3-9e5c-02c0046d67fa" providerId="ADAL" clId="{A6AB8097-671C-4783-A056-5A985F003BDF}" dt="2026-04-20T14:11:45.399" v="77"/>
          <ac:inkMkLst>
            <pc:docMk/>
            <pc:sldMk cId="3493980762" sldId="258"/>
            <ac:inkMk id="50" creationId="{484699DB-EB16-650D-5B4F-77365D8BEDEB}"/>
          </ac:inkMkLst>
        </pc:inkChg>
        <pc:inkChg chg="add del">
          <ac:chgData name="植田 篤俊" userId="0d2b3cda-30c1-45e3-9e5c-02c0046d67fa" providerId="ADAL" clId="{A6AB8097-671C-4783-A056-5A985F003BDF}" dt="2026-04-20T14:16:16.971" v="484"/>
          <ac:inkMkLst>
            <pc:docMk/>
            <pc:sldMk cId="3493980762" sldId="258"/>
            <ac:inkMk id="50" creationId="{726D4EC7-2138-2588-4C85-E647DD3DDEE9}"/>
          </ac:inkMkLst>
        </pc:inkChg>
        <pc:inkChg chg="add">
          <ac:chgData name="植田 篤俊" userId="0d2b3cda-30c1-45e3-9e5c-02c0046d67fa" providerId="ADAL" clId="{A6AB8097-671C-4783-A056-5A985F003BDF}" dt="2026-04-20T14:23:04.123" v="901"/>
          <ac:inkMkLst>
            <pc:docMk/>
            <pc:sldMk cId="3493980762" sldId="258"/>
            <ac:inkMk id="50" creationId="{A8C9D4D8-99C5-B8D6-50CD-C15A3ECE8F43}"/>
          </ac:inkMkLst>
        </pc:inkChg>
        <pc:inkChg chg="add del">
          <ac:chgData name="植田 篤俊" userId="0d2b3cda-30c1-45e3-9e5c-02c0046d67fa" providerId="ADAL" clId="{A6AB8097-671C-4783-A056-5A985F003BDF}" dt="2026-04-20T14:30:39.686" v="1058"/>
          <ac:inkMkLst>
            <pc:docMk/>
            <pc:sldMk cId="3493980762" sldId="258"/>
            <ac:inkMk id="50" creationId="{EAE0A7FC-2CAA-258E-7097-215F6ED3CF99}"/>
          </ac:inkMkLst>
        </pc:inkChg>
        <pc:inkChg chg="add">
          <ac:chgData name="植田 篤俊" userId="0d2b3cda-30c1-45e3-9e5c-02c0046d67fa" providerId="ADAL" clId="{A6AB8097-671C-4783-A056-5A985F003BDF}" dt="2026-04-20T14:11:45.836" v="78"/>
          <ac:inkMkLst>
            <pc:docMk/>
            <pc:sldMk cId="3493980762" sldId="258"/>
            <ac:inkMk id="51" creationId="{3186BCEE-C401-2CCF-EAE2-D08736EE9230}"/>
          </ac:inkMkLst>
        </pc:inkChg>
        <pc:inkChg chg="add reco">
          <ac:chgData name="植田 篤俊" userId="0d2b3cda-30c1-45e3-9e5c-02c0046d67fa" providerId="ADAL" clId="{A6AB8097-671C-4783-A056-5A985F003BDF}" dt="2026-04-20T14:16:16.971" v="484"/>
          <ac:inkMkLst>
            <pc:docMk/>
            <pc:sldMk cId="3493980762" sldId="258"/>
            <ac:inkMk id="51" creationId="{93600F65-F460-D241-524A-426C25353F7E}"/>
          </ac:inkMkLst>
        </pc:inkChg>
        <pc:inkChg chg="add del">
          <ac:chgData name="植田 篤俊" userId="0d2b3cda-30c1-45e3-9e5c-02c0046d67fa" providerId="ADAL" clId="{A6AB8097-671C-4783-A056-5A985F003BDF}" dt="2026-04-20T14:14:58.110" v="380"/>
          <ac:inkMkLst>
            <pc:docMk/>
            <pc:sldMk cId="3493980762" sldId="258"/>
            <ac:inkMk id="51" creationId="{C8325A22-062A-F3E8-DB44-EDE3DC642429}"/>
          </ac:inkMkLst>
        </pc:inkChg>
        <pc:inkChg chg="add">
          <ac:chgData name="植田 篤俊" userId="0d2b3cda-30c1-45e3-9e5c-02c0046d67fa" providerId="ADAL" clId="{A6AB8097-671C-4783-A056-5A985F003BDF}" dt="2026-04-20T14:11:46.169" v="79"/>
          <ac:inkMkLst>
            <pc:docMk/>
            <pc:sldMk cId="3493980762" sldId="258"/>
            <ac:inkMk id="52" creationId="{13C68A8D-2BE6-9FAB-210A-47B68D2E09F5}"/>
          </ac:inkMkLst>
        </pc:inkChg>
        <pc:inkChg chg="add">
          <ac:chgData name="植田 篤俊" userId="0d2b3cda-30c1-45e3-9e5c-02c0046d67fa" providerId="ADAL" clId="{A6AB8097-671C-4783-A056-5A985F003BDF}" dt="2026-04-20T14:16:17.727" v="485"/>
          <ac:inkMkLst>
            <pc:docMk/>
            <pc:sldMk cId="3493980762" sldId="258"/>
            <ac:inkMk id="52" creationId="{469CA357-C452-9695-C50F-6C280716BE97}"/>
          </ac:inkMkLst>
        </pc:inkChg>
        <pc:inkChg chg="add">
          <ac:chgData name="植田 篤俊" userId="0d2b3cda-30c1-45e3-9e5c-02c0046d67fa" providerId="ADAL" clId="{A6AB8097-671C-4783-A056-5A985F003BDF}" dt="2026-04-20T14:14:55.068" v="369"/>
          <ac:inkMkLst>
            <pc:docMk/>
            <pc:sldMk cId="3493980762" sldId="258"/>
            <ac:inkMk id="52" creationId="{72D89994-C01F-041A-F053-682C53162EE4}"/>
          </ac:inkMkLst>
        </pc:inkChg>
        <pc:inkChg chg="add">
          <ac:chgData name="植田 篤俊" userId="0d2b3cda-30c1-45e3-9e5c-02c0046d67fa" providerId="ADAL" clId="{A6AB8097-671C-4783-A056-5A985F003BDF}" dt="2026-04-20T14:14:55.734" v="370"/>
          <ac:inkMkLst>
            <pc:docMk/>
            <pc:sldMk cId="3493980762" sldId="258"/>
            <ac:inkMk id="53" creationId="{10A4B4C1-1DA7-0A01-9ED6-93FEEC99167A}"/>
          </ac:inkMkLst>
        </pc:inkChg>
        <pc:inkChg chg="add del">
          <ac:chgData name="植田 篤俊" userId="0d2b3cda-30c1-45e3-9e5c-02c0046d67fa" providerId="ADAL" clId="{A6AB8097-671C-4783-A056-5A985F003BDF}" dt="2026-04-20T14:30:39.686" v="1058"/>
          <ac:inkMkLst>
            <pc:docMk/>
            <pc:sldMk cId="3493980762" sldId="258"/>
            <ac:inkMk id="53" creationId="{519AC356-DB03-9FD2-186F-F96B058F01CC}"/>
          </ac:inkMkLst>
        </pc:inkChg>
        <pc:inkChg chg="add del">
          <ac:chgData name="植田 篤俊" userId="0d2b3cda-30c1-45e3-9e5c-02c0046d67fa" providerId="ADAL" clId="{A6AB8097-671C-4783-A056-5A985F003BDF}" dt="2026-04-20T14:16:20.878" v="490"/>
          <ac:inkMkLst>
            <pc:docMk/>
            <pc:sldMk cId="3493980762" sldId="258"/>
            <ac:inkMk id="53" creationId="{A97A11AD-4927-8D5D-734C-C9EFF7239B82}"/>
          </ac:inkMkLst>
        </pc:inkChg>
        <pc:inkChg chg="add">
          <ac:chgData name="植田 篤俊" userId="0d2b3cda-30c1-45e3-9e5c-02c0046d67fa" providerId="ADAL" clId="{A6AB8097-671C-4783-A056-5A985F003BDF}" dt="2026-04-20T14:11:46.367" v="80"/>
          <ac:inkMkLst>
            <pc:docMk/>
            <pc:sldMk cId="3493980762" sldId="258"/>
            <ac:inkMk id="53" creationId="{BA10DD28-E952-8CA7-20F2-0DFEC010E689}"/>
          </ac:inkMkLst>
        </pc:inkChg>
        <pc:inkChg chg="add">
          <ac:chgData name="植田 篤俊" userId="0d2b3cda-30c1-45e3-9e5c-02c0046d67fa" providerId="ADAL" clId="{A6AB8097-671C-4783-A056-5A985F003BDF}" dt="2026-04-20T14:23:04.443" v="902"/>
          <ac:inkMkLst>
            <pc:docMk/>
            <pc:sldMk cId="3493980762" sldId="258"/>
            <ac:inkMk id="53" creationId="{FCB1379D-7712-66C0-B169-B83EA67A5FEB}"/>
          </ac:inkMkLst>
        </pc:inkChg>
        <pc:inkChg chg="add del">
          <ac:chgData name="植田 篤俊" userId="0d2b3cda-30c1-45e3-9e5c-02c0046d67fa" providerId="ADAL" clId="{A6AB8097-671C-4783-A056-5A985F003BDF}" dt="2026-04-20T14:16:20.878" v="490"/>
          <ac:inkMkLst>
            <pc:docMk/>
            <pc:sldMk cId="3493980762" sldId="258"/>
            <ac:inkMk id="54" creationId="{7FA4D60E-A1A4-9DBE-7023-26574F6CC66E}"/>
          </ac:inkMkLst>
        </pc:inkChg>
        <pc:inkChg chg="add reco">
          <ac:chgData name="植田 篤俊" userId="0d2b3cda-30c1-45e3-9e5c-02c0046d67fa" providerId="ADAL" clId="{A6AB8097-671C-4783-A056-5A985F003BDF}" dt="2026-04-20T14:30:39.686" v="1058"/>
          <ac:inkMkLst>
            <pc:docMk/>
            <pc:sldMk cId="3493980762" sldId="258"/>
            <ac:inkMk id="54" creationId="{9222921E-CBA7-267F-D21D-75BEADC45EE8}"/>
          </ac:inkMkLst>
        </pc:inkChg>
        <pc:inkChg chg="add del">
          <ac:chgData name="植田 篤俊" userId="0d2b3cda-30c1-45e3-9e5c-02c0046d67fa" providerId="ADAL" clId="{A6AB8097-671C-4783-A056-5A985F003BDF}" dt="2026-04-20T14:14:58.110" v="380"/>
          <ac:inkMkLst>
            <pc:docMk/>
            <pc:sldMk cId="3493980762" sldId="258"/>
            <ac:inkMk id="54" creationId="{95CFDA3B-6148-3358-A28C-314276BF0D65}"/>
          </ac:inkMkLst>
        </pc:inkChg>
        <pc:inkChg chg="add">
          <ac:chgData name="植田 篤俊" userId="0d2b3cda-30c1-45e3-9e5c-02c0046d67fa" providerId="ADAL" clId="{A6AB8097-671C-4783-A056-5A985F003BDF}" dt="2026-04-20T14:23:04.759" v="903"/>
          <ac:inkMkLst>
            <pc:docMk/>
            <pc:sldMk cId="3493980762" sldId="258"/>
            <ac:inkMk id="54" creationId="{E13C9CA9-2A9D-2539-2E88-D9BA6415FCB9}"/>
          </ac:inkMkLst>
        </pc:inkChg>
        <pc:inkChg chg="add">
          <ac:chgData name="植田 篤俊" userId="0d2b3cda-30c1-45e3-9e5c-02c0046d67fa" providerId="ADAL" clId="{A6AB8097-671C-4783-A056-5A985F003BDF}" dt="2026-04-20T14:11:46.670" v="81"/>
          <ac:inkMkLst>
            <pc:docMk/>
            <pc:sldMk cId="3493980762" sldId="258"/>
            <ac:inkMk id="54" creationId="{E3AEE3DE-32E1-AE0D-2CC9-E3477F2C7188}"/>
          </ac:inkMkLst>
        </pc:inkChg>
        <pc:inkChg chg="add del">
          <ac:chgData name="植田 篤俊" userId="0d2b3cda-30c1-45e3-9e5c-02c0046d67fa" providerId="ADAL" clId="{A6AB8097-671C-4783-A056-5A985F003BDF}" dt="2026-04-20T14:11:47.637" v="84"/>
          <ac:inkMkLst>
            <pc:docMk/>
            <pc:sldMk cId="3493980762" sldId="258"/>
            <ac:inkMk id="55" creationId="{42870632-8C83-E0F7-8FD6-548A243D8261}"/>
          </ac:inkMkLst>
        </pc:inkChg>
        <pc:inkChg chg="add">
          <ac:chgData name="植田 篤俊" userId="0d2b3cda-30c1-45e3-9e5c-02c0046d67fa" providerId="ADAL" clId="{A6AB8097-671C-4783-A056-5A985F003BDF}" dt="2026-04-20T14:23:04.906" v="904"/>
          <ac:inkMkLst>
            <pc:docMk/>
            <pc:sldMk cId="3493980762" sldId="258"/>
            <ac:inkMk id="55" creationId="{757F0A78-04AE-01F5-C884-F0A05870B3B2}"/>
          </ac:inkMkLst>
        </pc:inkChg>
        <pc:inkChg chg="add">
          <ac:chgData name="植田 篤俊" userId="0d2b3cda-30c1-45e3-9e5c-02c0046d67fa" providerId="ADAL" clId="{A6AB8097-671C-4783-A056-5A985F003BDF}" dt="2026-04-20T14:14:56.017" v="372"/>
          <ac:inkMkLst>
            <pc:docMk/>
            <pc:sldMk cId="3493980762" sldId="258"/>
            <ac:inkMk id="55" creationId="{C3EDFCE6-DAC4-FBAD-33A2-EE688C6AF285}"/>
          </ac:inkMkLst>
        </pc:inkChg>
        <pc:inkChg chg="add del">
          <ac:chgData name="植田 篤俊" userId="0d2b3cda-30c1-45e3-9e5c-02c0046d67fa" providerId="ADAL" clId="{A6AB8097-671C-4783-A056-5A985F003BDF}" dt="2026-04-20T14:16:20.878" v="490"/>
          <ac:inkMkLst>
            <pc:docMk/>
            <pc:sldMk cId="3493980762" sldId="258"/>
            <ac:inkMk id="55" creationId="{D3ADA0E0-D551-ACD6-BBF2-323B7C94C6B9}"/>
          </ac:inkMkLst>
        </pc:inkChg>
        <pc:inkChg chg="add del">
          <ac:chgData name="植田 篤俊" userId="0d2b3cda-30c1-45e3-9e5c-02c0046d67fa" providerId="ADAL" clId="{A6AB8097-671C-4783-A056-5A985F003BDF}" dt="2026-04-20T14:30:49.929" v="1089"/>
          <ac:inkMkLst>
            <pc:docMk/>
            <pc:sldMk cId="3493980762" sldId="258"/>
            <ac:inkMk id="55" creationId="{F5D2DC0D-908A-4DF7-AF5A-36D9F8E2B92C}"/>
          </ac:inkMkLst>
        </pc:inkChg>
        <pc:inkChg chg="add del">
          <ac:chgData name="植田 篤俊" userId="0d2b3cda-30c1-45e3-9e5c-02c0046d67fa" providerId="ADAL" clId="{A6AB8097-671C-4783-A056-5A985F003BDF}" dt="2026-04-20T14:11:47.637" v="84"/>
          <ac:inkMkLst>
            <pc:docMk/>
            <pc:sldMk cId="3493980762" sldId="258"/>
            <ac:inkMk id="56" creationId="{2F0DD3E0-4BF3-4EF3-3001-1E330AA05726}"/>
          </ac:inkMkLst>
        </pc:inkChg>
        <pc:inkChg chg="add">
          <ac:chgData name="植田 篤俊" userId="0d2b3cda-30c1-45e3-9e5c-02c0046d67fa" providerId="ADAL" clId="{A6AB8097-671C-4783-A056-5A985F003BDF}" dt="2026-04-20T14:23:05.090" v="905"/>
          <ac:inkMkLst>
            <pc:docMk/>
            <pc:sldMk cId="3493980762" sldId="258"/>
            <ac:inkMk id="56" creationId="{2FEF4FA9-85EA-7603-8336-2A75F0DBA897}"/>
          </ac:inkMkLst>
        </pc:inkChg>
        <pc:inkChg chg="add">
          <ac:chgData name="植田 篤俊" userId="0d2b3cda-30c1-45e3-9e5c-02c0046d67fa" providerId="ADAL" clId="{A6AB8097-671C-4783-A056-5A985F003BDF}" dt="2026-04-20T14:30:40.786" v="1060"/>
          <ac:inkMkLst>
            <pc:docMk/>
            <pc:sldMk cId="3493980762" sldId="258"/>
            <ac:inkMk id="56" creationId="{46C1372C-B967-963B-5420-98256EC4CAAD}"/>
          </ac:inkMkLst>
        </pc:inkChg>
        <pc:inkChg chg="add del">
          <ac:chgData name="植田 篤俊" userId="0d2b3cda-30c1-45e3-9e5c-02c0046d67fa" providerId="ADAL" clId="{A6AB8097-671C-4783-A056-5A985F003BDF}" dt="2026-04-20T14:14:58.110" v="380"/>
          <ac:inkMkLst>
            <pc:docMk/>
            <pc:sldMk cId="3493980762" sldId="258"/>
            <ac:inkMk id="56" creationId="{7899389A-7B41-845C-AA74-31B7AEDFC393}"/>
          </ac:inkMkLst>
        </pc:inkChg>
        <pc:inkChg chg="add del">
          <ac:chgData name="植田 篤俊" userId="0d2b3cda-30c1-45e3-9e5c-02c0046d67fa" providerId="ADAL" clId="{A6AB8097-671C-4783-A056-5A985F003BDF}" dt="2026-04-20T14:16:20.878" v="490"/>
          <ac:inkMkLst>
            <pc:docMk/>
            <pc:sldMk cId="3493980762" sldId="258"/>
            <ac:inkMk id="56" creationId="{816F69D7-D62C-9979-7D9B-76BD072EEBE8}"/>
          </ac:inkMkLst>
        </pc:inkChg>
        <pc:inkChg chg="add">
          <ac:chgData name="植田 篤俊" userId="0d2b3cda-30c1-45e3-9e5c-02c0046d67fa" providerId="ADAL" clId="{A6AB8097-671C-4783-A056-5A985F003BDF}" dt="2026-04-20T14:11:48.248" v="85"/>
          <ac:inkMkLst>
            <pc:docMk/>
            <pc:sldMk cId="3493980762" sldId="258"/>
            <ac:inkMk id="58" creationId="{449ADFFA-AB65-DF8C-B129-26DBE69EC4BF}"/>
          </ac:inkMkLst>
        </pc:inkChg>
        <pc:inkChg chg="add del">
          <ac:chgData name="植田 篤俊" userId="0d2b3cda-30c1-45e3-9e5c-02c0046d67fa" providerId="ADAL" clId="{A6AB8097-671C-4783-A056-5A985F003BDF}" dt="2026-04-20T14:14:58.110" v="380"/>
          <ac:inkMkLst>
            <pc:docMk/>
            <pc:sldMk cId="3493980762" sldId="258"/>
            <ac:inkMk id="58" creationId="{78DE8E92-D355-8C5C-838D-B3DC78CE7AA7}"/>
          </ac:inkMkLst>
        </pc:inkChg>
        <pc:inkChg chg="add reco">
          <ac:chgData name="植田 篤俊" userId="0d2b3cda-30c1-45e3-9e5c-02c0046d67fa" providerId="ADAL" clId="{A6AB8097-671C-4783-A056-5A985F003BDF}" dt="2026-04-20T14:16:20.878" v="490"/>
          <ac:inkMkLst>
            <pc:docMk/>
            <pc:sldMk cId="3493980762" sldId="258"/>
            <ac:inkMk id="58" creationId="{9375C09F-FB1E-2DA4-A727-4E007C993274}"/>
          </ac:inkMkLst>
        </pc:inkChg>
        <pc:inkChg chg="add del">
          <ac:chgData name="植田 篤俊" userId="0d2b3cda-30c1-45e3-9e5c-02c0046d67fa" providerId="ADAL" clId="{A6AB8097-671C-4783-A056-5A985F003BDF}" dt="2026-04-20T14:14:58.110" v="380"/>
          <ac:inkMkLst>
            <pc:docMk/>
            <pc:sldMk cId="3493980762" sldId="258"/>
            <ac:inkMk id="60" creationId="{0B981FD9-5A07-01F6-0CA5-13B21A134CF0}"/>
          </ac:inkMkLst>
        </pc:inkChg>
        <pc:inkChg chg="add">
          <ac:chgData name="植田 篤俊" userId="0d2b3cda-30c1-45e3-9e5c-02c0046d67fa" providerId="ADAL" clId="{A6AB8097-671C-4783-A056-5A985F003BDF}" dt="2026-04-20T14:30:40.900" v="1061"/>
          <ac:inkMkLst>
            <pc:docMk/>
            <pc:sldMk cId="3493980762" sldId="258"/>
            <ac:inkMk id="60" creationId="{555A9CFA-9F56-F3B6-E1DA-A0400AC0D8FC}"/>
          </ac:inkMkLst>
        </pc:inkChg>
        <pc:inkChg chg="add del">
          <ac:chgData name="植田 篤俊" userId="0d2b3cda-30c1-45e3-9e5c-02c0046d67fa" providerId="ADAL" clId="{A6AB8097-671C-4783-A056-5A985F003BDF}" dt="2026-04-20T14:16:30.566" v="500"/>
          <ac:inkMkLst>
            <pc:docMk/>
            <pc:sldMk cId="3493980762" sldId="258"/>
            <ac:inkMk id="60" creationId="{7D34344C-D150-6CB5-F631-BE1D2B10FE77}"/>
          </ac:inkMkLst>
        </pc:inkChg>
        <pc:inkChg chg="add del">
          <ac:chgData name="植田 篤俊" userId="0d2b3cda-30c1-45e3-9e5c-02c0046d67fa" providerId="ADAL" clId="{A6AB8097-671C-4783-A056-5A985F003BDF}" dt="2026-04-20T14:23:13.180" v="929"/>
          <ac:inkMkLst>
            <pc:docMk/>
            <pc:sldMk cId="3493980762" sldId="258"/>
            <ac:inkMk id="60" creationId="{F6B865DF-A4D9-A6F1-5446-262133C39F96}"/>
          </ac:inkMkLst>
        </pc:inkChg>
        <pc:inkChg chg="add">
          <ac:chgData name="植田 篤俊" userId="0d2b3cda-30c1-45e3-9e5c-02c0046d67fa" providerId="ADAL" clId="{A6AB8097-671C-4783-A056-5A985F003BDF}" dt="2026-04-20T14:11:48.551" v="86"/>
          <ac:inkMkLst>
            <pc:docMk/>
            <pc:sldMk cId="3493980762" sldId="258"/>
            <ac:inkMk id="60" creationId="{F799848E-E82E-36B6-1EBC-B411A3B01476}"/>
          </ac:inkMkLst>
        </pc:inkChg>
        <pc:inkChg chg="add del">
          <ac:chgData name="植田 篤俊" userId="0d2b3cda-30c1-45e3-9e5c-02c0046d67fa" providerId="ADAL" clId="{A6AB8097-671C-4783-A056-5A985F003BDF}" dt="2026-04-20T14:16:30.566" v="500"/>
          <ac:inkMkLst>
            <pc:docMk/>
            <pc:sldMk cId="3493980762" sldId="258"/>
            <ac:inkMk id="61" creationId="{08F902F4-FDDB-2F20-B2EC-620A09E79CFA}"/>
          </ac:inkMkLst>
        </pc:inkChg>
        <pc:inkChg chg="add del">
          <ac:chgData name="植田 篤俊" userId="0d2b3cda-30c1-45e3-9e5c-02c0046d67fa" providerId="ADAL" clId="{A6AB8097-671C-4783-A056-5A985F003BDF}" dt="2026-04-20T14:11:54.437" v="103"/>
          <ac:inkMkLst>
            <pc:docMk/>
            <pc:sldMk cId="3493980762" sldId="258"/>
            <ac:inkMk id="61" creationId="{3FEFC9AE-6074-BC6B-479B-1D7CE75F7FDF}"/>
          </ac:inkMkLst>
        </pc:inkChg>
        <pc:inkChg chg="add">
          <ac:chgData name="植田 篤俊" userId="0d2b3cda-30c1-45e3-9e5c-02c0046d67fa" providerId="ADAL" clId="{A6AB8097-671C-4783-A056-5A985F003BDF}" dt="2026-04-20T14:30:41.017" v="1062"/>
          <ac:inkMkLst>
            <pc:docMk/>
            <pc:sldMk cId="3493980762" sldId="258"/>
            <ac:inkMk id="61" creationId="{620C252B-105A-8E68-7A8D-88819650187C}"/>
          </ac:inkMkLst>
        </pc:inkChg>
        <pc:inkChg chg="add">
          <ac:chgData name="植田 篤俊" userId="0d2b3cda-30c1-45e3-9e5c-02c0046d67fa" providerId="ADAL" clId="{A6AB8097-671C-4783-A056-5A985F003BDF}" dt="2026-04-20T14:23:05.673" v="907"/>
          <ac:inkMkLst>
            <pc:docMk/>
            <pc:sldMk cId="3493980762" sldId="258"/>
            <ac:inkMk id="61" creationId="{B0FB6B6F-D3B8-5FF7-DCC1-DC93BF83B338}"/>
          </ac:inkMkLst>
        </pc:inkChg>
        <pc:inkChg chg="add">
          <ac:chgData name="植田 篤俊" userId="0d2b3cda-30c1-45e3-9e5c-02c0046d67fa" providerId="ADAL" clId="{A6AB8097-671C-4783-A056-5A985F003BDF}" dt="2026-04-20T14:14:56.735" v="376"/>
          <ac:inkMkLst>
            <pc:docMk/>
            <pc:sldMk cId="3493980762" sldId="258"/>
            <ac:inkMk id="61" creationId="{F6934DFA-8F03-BF04-21D0-4A3163878305}"/>
          </ac:inkMkLst>
        </pc:inkChg>
        <pc:inkChg chg="add">
          <ac:chgData name="植田 篤俊" userId="0d2b3cda-30c1-45e3-9e5c-02c0046d67fa" providerId="ADAL" clId="{A6AB8097-671C-4783-A056-5A985F003BDF}" dt="2026-04-20T14:23:06.290" v="908"/>
          <ac:inkMkLst>
            <pc:docMk/>
            <pc:sldMk cId="3493980762" sldId="258"/>
            <ac:inkMk id="62" creationId="{4679C678-DB5F-1E05-474C-B2D3B12114E5}"/>
          </ac:inkMkLst>
        </pc:inkChg>
        <pc:inkChg chg="add">
          <ac:chgData name="植田 篤俊" userId="0d2b3cda-30c1-45e3-9e5c-02c0046d67fa" providerId="ADAL" clId="{A6AB8097-671C-4783-A056-5A985F003BDF}" dt="2026-04-20T14:30:41.251" v="1063"/>
          <ac:inkMkLst>
            <pc:docMk/>
            <pc:sldMk cId="3493980762" sldId="258"/>
            <ac:inkMk id="62" creationId="{8A78F331-B64B-E324-657F-C0ADB807A7D6}"/>
          </ac:inkMkLst>
        </pc:inkChg>
        <pc:inkChg chg="add">
          <ac:chgData name="植田 篤俊" userId="0d2b3cda-30c1-45e3-9e5c-02c0046d67fa" providerId="ADAL" clId="{A6AB8097-671C-4783-A056-5A985F003BDF}" dt="2026-04-20T14:11:49.132" v="88"/>
          <ac:inkMkLst>
            <pc:docMk/>
            <pc:sldMk cId="3493980762" sldId="258"/>
            <ac:inkMk id="62" creationId="{957E95E4-139B-7E37-33FB-B364F0DB82E8}"/>
          </ac:inkMkLst>
        </pc:inkChg>
        <pc:inkChg chg="add del">
          <ac:chgData name="植田 篤俊" userId="0d2b3cda-30c1-45e3-9e5c-02c0046d67fa" providerId="ADAL" clId="{A6AB8097-671C-4783-A056-5A985F003BDF}" dt="2026-04-20T14:14:58.110" v="380"/>
          <ac:inkMkLst>
            <pc:docMk/>
            <pc:sldMk cId="3493980762" sldId="258"/>
            <ac:inkMk id="62" creationId="{AD4B32BC-ACBC-80F8-DBA7-2FCE25BF4CBA}"/>
          </ac:inkMkLst>
        </pc:inkChg>
        <pc:inkChg chg="add del">
          <ac:chgData name="植田 篤俊" userId="0d2b3cda-30c1-45e3-9e5c-02c0046d67fa" providerId="ADAL" clId="{A6AB8097-671C-4783-A056-5A985F003BDF}" dt="2026-04-20T14:16:30.566" v="500"/>
          <ac:inkMkLst>
            <pc:docMk/>
            <pc:sldMk cId="3493980762" sldId="258"/>
            <ac:inkMk id="62" creationId="{B9D3164D-72C4-F2AB-3854-741DCCD37250}"/>
          </ac:inkMkLst>
        </pc:inkChg>
        <pc:inkChg chg="add">
          <ac:chgData name="植田 篤俊" userId="0d2b3cda-30c1-45e3-9e5c-02c0046d67fa" providerId="ADAL" clId="{A6AB8097-671C-4783-A056-5A985F003BDF}" dt="2026-04-20T14:23:06.472" v="909"/>
          <ac:inkMkLst>
            <pc:docMk/>
            <pc:sldMk cId="3493980762" sldId="258"/>
            <ac:inkMk id="63" creationId="{142F3898-1272-7406-DAFC-AF081BE57BC5}"/>
          </ac:inkMkLst>
        </pc:inkChg>
        <pc:inkChg chg="add del">
          <ac:chgData name="植田 篤俊" userId="0d2b3cda-30c1-45e3-9e5c-02c0046d67fa" providerId="ADAL" clId="{A6AB8097-671C-4783-A056-5A985F003BDF}" dt="2026-04-20T14:14:58.110" v="380"/>
          <ac:inkMkLst>
            <pc:docMk/>
            <pc:sldMk cId="3493980762" sldId="258"/>
            <ac:inkMk id="63" creationId="{3C2F3D27-25FC-3A79-C71C-D9E060EF7859}"/>
          </ac:inkMkLst>
        </pc:inkChg>
        <pc:inkChg chg="add del">
          <ac:chgData name="植田 篤俊" userId="0d2b3cda-30c1-45e3-9e5c-02c0046d67fa" providerId="ADAL" clId="{A6AB8097-671C-4783-A056-5A985F003BDF}" dt="2026-04-20T14:16:30.566" v="500"/>
          <ac:inkMkLst>
            <pc:docMk/>
            <pc:sldMk cId="3493980762" sldId="258"/>
            <ac:inkMk id="63" creationId="{747B705E-156F-8986-B7DF-953E28AC5070}"/>
          </ac:inkMkLst>
        </pc:inkChg>
        <pc:inkChg chg="add del">
          <ac:chgData name="植田 篤俊" userId="0d2b3cda-30c1-45e3-9e5c-02c0046d67fa" providerId="ADAL" clId="{A6AB8097-671C-4783-A056-5A985F003BDF}" dt="2026-04-20T14:30:49.929" v="1089"/>
          <ac:inkMkLst>
            <pc:docMk/>
            <pc:sldMk cId="3493980762" sldId="258"/>
            <ac:inkMk id="63" creationId="{BE89E7DE-2052-6E97-ACC3-77B11D283284}"/>
          </ac:inkMkLst>
        </pc:inkChg>
        <pc:inkChg chg="add">
          <ac:chgData name="植田 篤俊" userId="0d2b3cda-30c1-45e3-9e5c-02c0046d67fa" providerId="ADAL" clId="{A6AB8097-671C-4783-A056-5A985F003BDF}" dt="2026-04-20T14:11:49.385" v="89"/>
          <ac:inkMkLst>
            <pc:docMk/>
            <pc:sldMk cId="3493980762" sldId="258"/>
            <ac:inkMk id="63" creationId="{F4B5FB1F-4793-4432-325A-CCEF3B9810AC}"/>
          </ac:inkMkLst>
        </pc:inkChg>
        <pc:inkChg chg="add">
          <ac:chgData name="植田 篤俊" userId="0d2b3cda-30c1-45e3-9e5c-02c0046d67fa" providerId="ADAL" clId="{A6AB8097-671C-4783-A056-5A985F003BDF}" dt="2026-04-20T14:32:24.126" v="1157"/>
          <ac:inkMkLst>
            <pc:docMk/>
            <pc:sldMk cId="3493980762" sldId="258"/>
            <ac:inkMk id="64" creationId="{05271974-610E-A99B-B70E-18EB2B54D8CF}"/>
          </ac:inkMkLst>
        </pc:inkChg>
        <pc:inkChg chg="add del mod reco modStrokes">
          <ac:chgData name="植田 篤俊" userId="0d2b3cda-30c1-45e3-9e5c-02c0046d67fa" providerId="ADAL" clId="{A6AB8097-671C-4783-A056-5A985F003BDF}" dt="2026-04-20T14:12:56.814" v="159"/>
          <ac:inkMkLst>
            <pc:docMk/>
            <pc:sldMk cId="3493980762" sldId="258"/>
            <ac:inkMk id="64" creationId="{5475FED3-DF70-4BDA-61B7-5B19E3080A13}"/>
          </ac:inkMkLst>
        </pc:inkChg>
        <pc:inkChg chg="add">
          <ac:chgData name="植田 篤俊" userId="0d2b3cda-30c1-45e3-9e5c-02c0046d67fa" providerId="ADAL" clId="{A6AB8097-671C-4783-A056-5A985F003BDF}" dt="2026-04-20T14:23:58.854" v="1009"/>
          <ac:inkMkLst>
            <pc:docMk/>
            <pc:sldMk cId="3493980762" sldId="258"/>
            <ac:inkMk id="64" creationId="{5A6617EE-90B4-16FE-967D-BC08EE5DF8D8}"/>
          </ac:inkMkLst>
        </pc:inkChg>
        <pc:inkChg chg="add del">
          <ac:chgData name="植田 篤俊" userId="0d2b3cda-30c1-45e3-9e5c-02c0046d67fa" providerId="ADAL" clId="{A6AB8097-671C-4783-A056-5A985F003BDF}" dt="2026-04-20T14:17:07.963" v="552"/>
          <ac:inkMkLst>
            <pc:docMk/>
            <pc:sldMk cId="3493980762" sldId="258"/>
            <ac:inkMk id="64" creationId="{B32208EC-2832-C5A4-11EF-093FFE023339}"/>
          </ac:inkMkLst>
        </pc:inkChg>
        <pc:inkChg chg="add">
          <ac:chgData name="植田 篤俊" userId="0d2b3cda-30c1-45e3-9e5c-02c0046d67fa" providerId="ADAL" clId="{A6AB8097-671C-4783-A056-5A985F003BDF}" dt="2026-04-20T14:15:18.949" v="432"/>
          <ac:inkMkLst>
            <pc:docMk/>
            <pc:sldMk cId="3493980762" sldId="258"/>
            <ac:inkMk id="64" creationId="{DC39F3C3-56EF-116E-34FD-23B56A30B3AC}"/>
          </ac:inkMkLst>
        </pc:inkChg>
        <pc:inkChg chg="add del">
          <ac:chgData name="植田 篤俊" userId="0d2b3cda-30c1-45e3-9e5c-02c0046d67fa" providerId="ADAL" clId="{A6AB8097-671C-4783-A056-5A985F003BDF}" dt="2026-04-20T14:15:25.621" v="454"/>
          <ac:inkMkLst>
            <pc:docMk/>
            <pc:sldMk cId="3493980762" sldId="258"/>
            <ac:inkMk id="65" creationId="{22D3BF9E-52D3-4C62-54B1-01533A18978A}"/>
          </ac:inkMkLst>
        </pc:inkChg>
        <pc:inkChg chg="add">
          <ac:chgData name="植田 篤俊" userId="0d2b3cda-30c1-45e3-9e5c-02c0046d67fa" providerId="ADAL" clId="{A6AB8097-671C-4783-A056-5A985F003BDF}" dt="2026-04-20T14:23:59.518" v="1010"/>
          <ac:inkMkLst>
            <pc:docMk/>
            <pc:sldMk cId="3493980762" sldId="258"/>
            <ac:inkMk id="65" creationId="{47E34298-0542-A19E-B019-DEB3CA6EBF16}"/>
          </ac:inkMkLst>
        </pc:inkChg>
        <pc:inkChg chg="add del">
          <ac:chgData name="植田 篤俊" userId="0d2b3cda-30c1-45e3-9e5c-02c0046d67fa" providerId="ADAL" clId="{A6AB8097-671C-4783-A056-5A985F003BDF}" dt="2026-04-20T14:17:07.963" v="552"/>
          <ac:inkMkLst>
            <pc:docMk/>
            <pc:sldMk cId="3493980762" sldId="258"/>
            <ac:inkMk id="65" creationId="{797889B4-0154-EE4E-8D58-938D2BCBD280}"/>
          </ac:inkMkLst>
        </pc:inkChg>
        <pc:inkChg chg="add del">
          <ac:chgData name="植田 篤俊" userId="0d2b3cda-30c1-45e3-9e5c-02c0046d67fa" providerId="ADAL" clId="{A6AB8097-671C-4783-A056-5A985F003BDF}" dt="2026-04-20T14:13:05.016" v="183"/>
          <ac:inkMkLst>
            <pc:docMk/>
            <pc:sldMk cId="3493980762" sldId="258"/>
            <ac:inkMk id="65" creationId="{CF3E11A1-0952-772E-FDF1-E63210528788}"/>
          </ac:inkMkLst>
        </pc:inkChg>
        <pc:inkChg chg="add del">
          <ac:chgData name="植田 篤俊" userId="0d2b3cda-30c1-45e3-9e5c-02c0046d67fa" providerId="ADAL" clId="{A6AB8097-671C-4783-A056-5A985F003BDF}" dt="2026-04-20T14:32:32.639" v="1197"/>
          <ac:inkMkLst>
            <pc:docMk/>
            <pc:sldMk cId="3493980762" sldId="258"/>
            <ac:inkMk id="65" creationId="{E81954A8-508B-921A-22BE-86412A6B7242}"/>
          </ac:inkMkLst>
        </pc:inkChg>
        <pc:inkChg chg="add">
          <ac:chgData name="植田 篤俊" userId="0d2b3cda-30c1-45e3-9e5c-02c0046d67fa" providerId="ADAL" clId="{A6AB8097-671C-4783-A056-5A985F003BDF}" dt="2026-04-20T14:24:00.041" v="1011"/>
          <ac:inkMkLst>
            <pc:docMk/>
            <pc:sldMk cId="3493980762" sldId="258"/>
            <ac:inkMk id="66" creationId="{434E3291-A794-5040-54CE-FF3CE7041442}"/>
          </ac:inkMkLst>
        </pc:inkChg>
        <pc:inkChg chg="add del">
          <ac:chgData name="植田 篤俊" userId="0d2b3cda-30c1-45e3-9e5c-02c0046d67fa" providerId="ADAL" clId="{A6AB8097-671C-4783-A056-5A985F003BDF}" dt="2026-04-20T14:17:07.963" v="552"/>
          <ac:inkMkLst>
            <pc:docMk/>
            <pc:sldMk cId="3493980762" sldId="258"/>
            <ac:inkMk id="66" creationId="{59DA7F3C-5365-7F41-0DCF-DC510F969CDD}"/>
          </ac:inkMkLst>
        </pc:inkChg>
        <pc:inkChg chg="add del">
          <ac:chgData name="植田 篤俊" userId="0d2b3cda-30c1-45e3-9e5c-02c0046d67fa" providerId="ADAL" clId="{A6AB8097-671C-4783-A056-5A985F003BDF}" dt="2026-04-20T14:13:05.016" v="183"/>
          <ac:inkMkLst>
            <pc:docMk/>
            <pc:sldMk cId="3493980762" sldId="258"/>
            <ac:inkMk id="66" creationId="{79B4BC6C-4804-022C-0E94-7E844CEB541F}"/>
          </ac:inkMkLst>
        </pc:inkChg>
        <pc:inkChg chg="add del">
          <ac:chgData name="植田 篤俊" userId="0d2b3cda-30c1-45e3-9e5c-02c0046d67fa" providerId="ADAL" clId="{A6AB8097-671C-4783-A056-5A985F003BDF}" dt="2026-04-20T14:32:32.632" v="1187"/>
          <ac:inkMkLst>
            <pc:docMk/>
            <pc:sldMk cId="3493980762" sldId="258"/>
            <ac:inkMk id="66" creationId="{91812657-345D-2754-6659-DF2331037383}"/>
          </ac:inkMkLst>
        </pc:inkChg>
        <pc:inkChg chg="add">
          <ac:chgData name="植田 篤俊" userId="0d2b3cda-30c1-45e3-9e5c-02c0046d67fa" providerId="ADAL" clId="{A6AB8097-671C-4783-A056-5A985F003BDF}" dt="2026-04-20T14:15:19.516" v="434"/>
          <ac:inkMkLst>
            <pc:docMk/>
            <pc:sldMk cId="3493980762" sldId="258"/>
            <ac:inkMk id="66" creationId="{A4D70566-53F4-1FC9-EA03-FDA4B20436EA}"/>
          </ac:inkMkLst>
        </pc:inkChg>
        <pc:inkChg chg="add">
          <ac:chgData name="植田 篤俊" userId="0d2b3cda-30c1-45e3-9e5c-02c0046d67fa" providerId="ADAL" clId="{A6AB8097-671C-4783-A056-5A985F003BDF}" dt="2026-04-20T14:12:58.229" v="162"/>
          <ac:inkMkLst>
            <pc:docMk/>
            <pc:sldMk cId="3493980762" sldId="258"/>
            <ac:inkMk id="67" creationId="{62831369-7F48-B7E6-52F6-D1BB05544522}"/>
          </ac:inkMkLst>
        </pc:inkChg>
        <pc:inkChg chg="add">
          <ac:chgData name="植田 篤俊" userId="0d2b3cda-30c1-45e3-9e5c-02c0046d67fa" providerId="ADAL" clId="{A6AB8097-671C-4783-A056-5A985F003BDF}" dt="2026-04-20T14:15:20.148" v="435"/>
          <ac:inkMkLst>
            <pc:docMk/>
            <pc:sldMk cId="3493980762" sldId="258"/>
            <ac:inkMk id="67" creationId="{8661BA5D-94AD-C04B-D83A-60154491508A}"/>
          </ac:inkMkLst>
        </pc:inkChg>
        <pc:inkChg chg="add del">
          <ac:chgData name="植田 篤俊" userId="0d2b3cda-30c1-45e3-9e5c-02c0046d67fa" providerId="ADAL" clId="{A6AB8097-671C-4783-A056-5A985F003BDF}" dt="2026-04-20T14:17:07.963" v="552"/>
          <ac:inkMkLst>
            <pc:docMk/>
            <pc:sldMk cId="3493980762" sldId="258"/>
            <ac:inkMk id="67" creationId="{B24750A8-63D7-5C0B-08B1-2DA5493E0071}"/>
          </ac:inkMkLst>
        </pc:inkChg>
        <pc:inkChg chg="add">
          <ac:chgData name="植田 篤俊" userId="0d2b3cda-30c1-45e3-9e5c-02c0046d67fa" providerId="ADAL" clId="{A6AB8097-671C-4783-A056-5A985F003BDF}" dt="2026-04-20T14:24:00.519" v="1012"/>
          <ac:inkMkLst>
            <pc:docMk/>
            <pc:sldMk cId="3493980762" sldId="258"/>
            <ac:inkMk id="67" creationId="{B88B126B-6F1C-48A0-8F44-DF200E85828F}"/>
          </ac:inkMkLst>
        </pc:inkChg>
        <pc:inkChg chg="add del">
          <ac:chgData name="植田 篤俊" userId="0d2b3cda-30c1-45e3-9e5c-02c0046d67fa" providerId="ADAL" clId="{A6AB8097-671C-4783-A056-5A985F003BDF}" dt="2026-04-20T14:32:32.638" v="1196"/>
          <ac:inkMkLst>
            <pc:docMk/>
            <pc:sldMk cId="3493980762" sldId="258"/>
            <ac:inkMk id="67" creationId="{CE7F225F-5BED-2EA5-CBB8-864DF5A526F3}"/>
          </ac:inkMkLst>
        </pc:inkChg>
        <pc:inkChg chg="add">
          <ac:chgData name="植田 篤俊" userId="0d2b3cda-30c1-45e3-9e5c-02c0046d67fa" providerId="ADAL" clId="{A6AB8097-671C-4783-A056-5A985F003BDF}" dt="2026-04-20T14:15:20.299" v="436"/>
          <ac:inkMkLst>
            <pc:docMk/>
            <pc:sldMk cId="3493980762" sldId="258"/>
            <ac:inkMk id="68" creationId="{9F9A97C4-DA6F-70B8-9951-1FDF71303937}"/>
          </ac:inkMkLst>
        </pc:inkChg>
        <pc:inkChg chg="add del">
          <ac:chgData name="植田 篤俊" userId="0d2b3cda-30c1-45e3-9e5c-02c0046d67fa" providerId="ADAL" clId="{A6AB8097-671C-4783-A056-5A985F003BDF}" dt="2026-04-20T14:17:07.963" v="552"/>
          <ac:inkMkLst>
            <pc:docMk/>
            <pc:sldMk cId="3493980762" sldId="258"/>
            <ac:inkMk id="68" creationId="{A7926C1F-EB19-A6ED-6301-896F5F136B5E}"/>
          </ac:inkMkLst>
        </pc:inkChg>
        <pc:inkChg chg="add">
          <ac:chgData name="植田 篤俊" userId="0d2b3cda-30c1-45e3-9e5c-02c0046d67fa" providerId="ADAL" clId="{A6AB8097-671C-4783-A056-5A985F003BDF}" dt="2026-04-20T14:12:58.394" v="163"/>
          <ac:inkMkLst>
            <pc:docMk/>
            <pc:sldMk cId="3493980762" sldId="258"/>
            <ac:inkMk id="68" creationId="{AFAE6907-49B6-6DDC-8039-CC506A7B6ADF}"/>
          </ac:inkMkLst>
        </pc:inkChg>
        <pc:inkChg chg="add">
          <ac:chgData name="植田 篤俊" userId="0d2b3cda-30c1-45e3-9e5c-02c0046d67fa" providerId="ADAL" clId="{A6AB8097-671C-4783-A056-5A985F003BDF}" dt="2026-04-20T14:24:00.669" v="1013"/>
          <ac:inkMkLst>
            <pc:docMk/>
            <pc:sldMk cId="3493980762" sldId="258"/>
            <ac:inkMk id="68" creationId="{DC3D3D30-6026-4E05-7D9E-0E131EA7376C}"/>
          </ac:inkMkLst>
        </pc:inkChg>
        <pc:inkChg chg="add del">
          <ac:chgData name="植田 篤俊" userId="0d2b3cda-30c1-45e3-9e5c-02c0046d67fa" providerId="ADAL" clId="{A6AB8097-671C-4783-A056-5A985F003BDF}" dt="2026-04-20T14:32:32.640" v="1199"/>
          <ac:inkMkLst>
            <pc:docMk/>
            <pc:sldMk cId="3493980762" sldId="258"/>
            <ac:inkMk id="68" creationId="{F523877B-96F5-0749-D4E4-837C09E974F9}"/>
          </ac:inkMkLst>
        </pc:inkChg>
        <pc:inkChg chg="add reco">
          <ac:chgData name="植田 篤俊" userId="0d2b3cda-30c1-45e3-9e5c-02c0046d67fa" providerId="ADAL" clId="{A6AB8097-671C-4783-A056-5A985F003BDF}" dt="2026-04-20T14:17:07.963" v="552"/>
          <ac:inkMkLst>
            <pc:docMk/>
            <pc:sldMk cId="3493980762" sldId="258"/>
            <ac:inkMk id="69" creationId="{6B646997-48BA-AC79-5944-05F57AB62F7E}"/>
          </ac:inkMkLst>
        </pc:inkChg>
        <pc:inkChg chg="add">
          <ac:chgData name="植田 篤俊" userId="0d2b3cda-30c1-45e3-9e5c-02c0046d67fa" providerId="ADAL" clId="{A6AB8097-671C-4783-A056-5A985F003BDF}" dt="2026-04-20T14:12:59.093" v="164"/>
          <ac:inkMkLst>
            <pc:docMk/>
            <pc:sldMk cId="3493980762" sldId="258"/>
            <ac:inkMk id="69" creationId="{86183494-BA9C-CF27-99FF-6435C12CBBE5}"/>
          </ac:inkMkLst>
        </pc:inkChg>
        <pc:inkChg chg="add">
          <ac:chgData name="植田 篤俊" userId="0d2b3cda-30c1-45e3-9e5c-02c0046d67fa" providerId="ADAL" clId="{A6AB8097-671C-4783-A056-5A985F003BDF}" dt="2026-04-20T14:15:20.604" v="437"/>
          <ac:inkMkLst>
            <pc:docMk/>
            <pc:sldMk cId="3493980762" sldId="258"/>
            <ac:inkMk id="69" creationId="{BBA9BBCE-8546-3416-4C21-69C04CDA7863}"/>
          </ac:inkMkLst>
        </pc:inkChg>
        <pc:inkChg chg="add">
          <ac:chgData name="植田 篤俊" userId="0d2b3cda-30c1-45e3-9e5c-02c0046d67fa" providerId="ADAL" clId="{A6AB8097-671C-4783-A056-5A985F003BDF}" dt="2026-04-20T14:15:20.749" v="438"/>
          <ac:inkMkLst>
            <pc:docMk/>
            <pc:sldMk cId="3493980762" sldId="258"/>
            <ac:inkMk id="70" creationId="{2CB3F380-2C14-38DF-8263-0765FCEDE341}"/>
          </ac:inkMkLst>
        </pc:inkChg>
        <pc:inkChg chg="add del">
          <ac:chgData name="植田 篤俊" userId="0d2b3cda-30c1-45e3-9e5c-02c0046d67fa" providerId="ADAL" clId="{A6AB8097-671C-4783-A056-5A985F003BDF}" dt="2026-04-20T14:13:05.016" v="183"/>
          <ac:inkMkLst>
            <pc:docMk/>
            <pc:sldMk cId="3493980762" sldId="258"/>
            <ac:inkMk id="70" creationId="{8D9C3E91-0F55-A510-F5EF-1FD0659DF392}"/>
          </ac:inkMkLst>
        </pc:inkChg>
        <pc:inkChg chg="add reco">
          <ac:chgData name="植田 篤俊" userId="0d2b3cda-30c1-45e3-9e5c-02c0046d67fa" providerId="ADAL" clId="{A6AB8097-671C-4783-A056-5A985F003BDF}" dt="2026-04-20T14:17:07.963" v="552"/>
          <ac:inkMkLst>
            <pc:docMk/>
            <pc:sldMk cId="3493980762" sldId="258"/>
            <ac:inkMk id="70" creationId="{F5B2AE11-2B7D-E6F1-A58F-940F31516DCF}"/>
          </ac:inkMkLst>
        </pc:inkChg>
        <pc:inkChg chg="add">
          <ac:chgData name="植田 篤俊" userId="0d2b3cda-30c1-45e3-9e5c-02c0046d67fa" providerId="ADAL" clId="{A6AB8097-671C-4783-A056-5A985F003BDF}" dt="2026-04-20T14:15:20.866" v="439"/>
          <ac:inkMkLst>
            <pc:docMk/>
            <pc:sldMk cId="3493980762" sldId="258"/>
            <ac:inkMk id="71" creationId="{124FF1DE-7244-6A02-18D2-254269FE75BD}"/>
          </ac:inkMkLst>
        </pc:inkChg>
        <pc:inkChg chg="add">
          <ac:chgData name="植田 篤俊" userId="0d2b3cda-30c1-45e3-9e5c-02c0046d67fa" providerId="ADAL" clId="{A6AB8097-671C-4783-A056-5A985F003BDF}" dt="2026-04-20T14:17:17.143" v="553"/>
          <ac:inkMkLst>
            <pc:docMk/>
            <pc:sldMk cId="3493980762" sldId="258"/>
            <ac:inkMk id="71" creationId="{33E4557C-271A-2C37-A06E-411D94322CDC}"/>
          </ac:inkMkLst>
        </pc:inkChg>
        <pc:inkChg chg="add del">
          <ac:chgData name="植田 篤俊" userId="0d2b3cda-30c1-45e3-9e5c-02c0046d67fa" providerId="ADAL" clId="{A6AB8097-671C-4783-A056-5A985F003BDF}" dt="2026-04-20T14:13:05.016" v="183"/>
          <ac:inkMkLst>
            <pc:docMk/>
            <pc:sldMk cId="3493980762" sldId="258"/>
            <ac:inkMk id="71" creationId="{FD430C4E-6482-A3E4-8BB4-15D5878CE271}"/>
          </ac:inkMkLst>
        </pc:inkChg>
        <pc:inkChg chg="add del">
          <ac:chgData name="植田 篤俊" userId="0d2b3cda-30c1-45e3-9e5c-02c0046d67fa" providerId="ADAL" clId="{A6AB8097-671C-4783-A056-5A985F003BDF}" dt="2026-04-20T14:32:32.631" v="1186"/>
          <ac:inkMkLst>
            <pc:docMk/>
            <pc:sldMk cId="3493980762" sldId="258"/>
            <ac:inkMk id="72" creationId="{03390093-F030-74A7-56E3-12E90B6B1DC5}"/>
          </ac:inkMkLst>
        </pc:inkChg>
        <pc:inkChg chg="add">
          <ac:chgData name="植田 篤俊" userId="0d2b3cda-30c1-45e3-9e5c-02c0046d67fa" providerId="ADAL" clId="{A6AB8097-671C-4783-A056-5A985F003BDF}" dt="2026-04-20T14:12:59.627" v="167"/>
          <ac:inkMkLst>
            <pc:docMk/>
            <pc:sldMk cId="3493980762" sldId="258"/>
            <ac:inkMk id="72" creationId="{0A8E8F07-27D8-39C6-CA75-B774E4A56574}"/>
          </ac:inkMkLst>
        </pc:inkChg>
        <pc:inkChg chg="add">
          <ac:chgData name="植田 篤俊" userId="0d2b3cda-30c1-45e3-9e5c-02c0046d67fa" providerId="ADAL" clId="{A6AB8097-671C-4783-A056-5A985F003BDF}" dt="2026-04-20T14:17:18.007" v="554"/>
          <ac:inkMkLst>
            <pc:docMk/>
            <pc:sldMk cId="3493980762" sldId="258"/>
            <ac:inkMk id="72" creationId="{19B3579B-6F37-00A8-B087-43B1C1F56A4B}"/>
          </ac:inkMkLst>
        </pc:inkChg>
        <pc:inkChg chg="add">
          <ac:chgData name="植田 篤俊" userId="0d2b3cda-30c1-45e3-9e5c-02c0046d67fa" providerId="ADAL" clId="{A6AB8097-671C-4783-A056-5A985F003BDF}" dt="2026-04-20T14:24:00.971" v="1014"/>
          <ac:inkMkLst>
            <pc:docMk/>
            <pc:sldMk cId="3493980762" sldId="258"/>
            <ac:inkMk id="72" creationId="{449F6A66-0319-B301-15B7-CE77F63E6E81}"/>
          </ac:inkMkLst>
        </pc:inkChg>
        <pc:inkChg chg="add">
          <ac:chgData name="植田 篤俊" userId="0d2b3cda-30c1-45e3-9e5c-02c0046d67fa" providerId="ADAL" clId="{A6AB8097-671C-4783-A056-5A985F003BDF}" dt="2026-04-20T14:15:20.999" v="440"/>
          <ac:inkMkLst>
            <pc:docMk/>
            <pc:sldMk cId="3493980762" sldId="258"/>
            <ac:inkMk id="72" creationId="{B31E891A-8306-1C54-D505-922381E2B357}"/>
          </ac:inkMkLst>
        </pc:inkChg>
        <pc:inkChg chg="add">
          <ac:chgData name="植田 篤俊" userId="0d2b3cda-30c1-45e3-9e5c-02c0046d67fa" providerId="ADAL" clId="{A6AB8097-671C-4783-A056-5A985F003BDF}" dt="2026-04-20T14:12:59.743" v="168"/>
          <ac:inkMkLst>
            <pc:docMk/>
            <pc:sldMk cId="3493980762" sldId="258"/>
            <ac:inkMk id="73" creationId="{0B410E13-5C53-EBAC-31BD-CDC147B857F6}"/>
          </ac:inkMkLst>
        </pc:inkChg>
        <pc:inkChg chg="add del">
          <ac:chgData name="植田 篤俊" userId="0d2b3cda-30c1-45e3-9e5c-02c0046d67fa" providerId="ADAL" clId="{A6AB8097-671C-4783-A056-5A985F003BDF}" dt="2026-04-20T14:32:32.637" v="1194"/>
          <ac:inkMkLst>
            <pc:docMk/>
            <pc:sldMk cId="3493980762" sldId="258"/>
            <ac:inkMk id="73" creationId="{235D212F-38D7-5BE7-4696-8C51F3DB8994}"/>
          </ac:inkMkLst>
        </pc:inkChg>
        <pc:inkChg chg="add del">
          <ac:chgData name="植田 篤俊" userId="0d2b3cda-30c1-45e3-9e5c-02c0046d67fa" providerId="ADAL" clId="{A6AB8097-671C-4783-A056-5A985F003BDF}" dt="2026-04-20T14:17:23.746" v="566"/>
          <ac:inkMkLst>
            <pc:docMk/>
            <pc:sldMk cId="3493980762" sldId="258"/>
            <ac:inkMk id="73" creationId="{5F59ECA7-832A-8838-3FDB-D84B33EE27BE}"/>
          </ac:inkMkLst>
        </pc:inkChg>
        <pc:inkChg chg="add del">
          <ac:chgData name="植田 篤俊" userId="0d2b3cda-30c1-45e3-9e5c-02c0046d67fa" providerId="ADAL" clId="{A6AB8097-671C-4783-A056-5A985F003BDF}" dt="2026-04-20T14:15:25.621" v="454"/>
          <ac:inkMkLst>
            <pc:docMk/>
            <pc:sldMk cId="3493980762" sldId="258"/>
            <ac:inkMk id="73" creationId="{AA79EAE3-25FA-6FFE-A222-C55F4B105CE3}"/>
          </ac:inkMkLst>
        </pc:inkChg>
        <pc:inkChg chg="add">
          <ac:chgData name="植田 篤俊" userId="0d2b3cda-30c1-45e3-9e5c-02c0046d67fa" providerId="ADAL" clId="{A6AB8097-671C-4783-A056-5A985F003BDF}" dt="2026-04-20T14:24:01.536" v="1015"/>
          <ac:inkMkLst>
            <pc:docMk/>
            <pc:sldMk cId="3493980762" sldId="258"/>
            <ac:inkMk id="73" creationId="{E1189307-B72A-B2F3-104E-81937A311F7D}"/>
          </ac:inkMkLst>
        </pc:inkChg>
        <pc:inkChg chg="add del">
          <ac:chgData name="植田 篤俊" userId="0d2b3cda-30c1-45e3-9e5c-02c0046d67fa" providerId="ADAL" clId="{A6AB8097-671C-4783-A056-5A985F003BDF}" dt="2026-04-20T14:24:04.717" v="1027"/>
          <ac:inkMkLst>
            <pc:docMk/>
            <pc:sldMk cId="3493980762" sldId="258"/>
            <ac:inkMk id="74" creationId="{987A70CC-13FA-5F95-4A61-847B5FAFC42D}"/>
          </ac:inkMkLst>
        </pc:inkChg>
        <pc:inkChg chg="add del">
          <ac:chgData name="植田 篤俊" userId="0d2b3cda-30c1-45e3-9e5c-02c0046d67fa" providerId="ADAL" clId="{A6AB8097-671C-4783-A056-5A985F003BDF}" dt="2026-04-20T14:15:25.621" v="454"/>
          <ac:inkMkLst>
            <pc:docMk/>
            <pc:sldMk cId="3493980762" sldId="258"/>
            <ac:inkMk id="74" creationId="{AB026877-CB96-167A-86B3-D17F6F09580C}"/>
          </ac:inkMkLst>
        </pc:inkChg>
        <pc:inkChg chg="add del">
          <ac:chgData name="植田 篤俊" userId="0d2b3cda-30c1-45e3-9e5c-02c0046d67fa" providerId="ADAL" clId="{A6AB8097-671C-4783-A056-5A985F003BDF}" dt="2026-04-20T14:32:32.640" v="1198"/>
          <ac:inkMkLst>
            <pc:docMk/>
            <pc:sldMk cId="3493980762" sldId="258"/>
            <ac:inkMk id="74" creationId="{BCA33F28-1AC8-BF40-68B1-718A99BCBFD3}"/>
          </ac:inkMkLst>
        </pc:inkChg>
        <pc:inkChg chg="add del">
          <ac:chgData name="植田 篤俊" userId="0d2b3cda-30c1-45e3-9e5c-02c0046d67fa" providerId="ADAL" clId="{A6AB8097-671C-4783-A056-5A985F003BDF}" dt="2026-04-20T14:17:23.746" v="566"/>
          <ac:inkMkLst>
            <pc:docMk/>
            <pc:sldMk cId="3493980762" sldId="258"/>
            <ac:inkMk id="74" creationId="{DD2F9AA2-58DD-1DB1-6D02-E716DADB7B03}"/>
          </ac:inkMkLst>
        </pc:inkChg>
        <pc:inkChg chg="add del">
          <ac:chgData name="植田 篤俊" userId="0d2b3cda-30c1-45e3-9e5c-02c0046d67fa" providerId="ADAL" clId="{A6AB8097-671C-4783-A056-5A985F003BDF}" dt="2026-04-20T14:13:05.016" v="183"/>
          <ac:inkMkLst>
            <pc:docMk/>
            <pc:sldMk cId="3493980762" sldId="258"/>
            <ac:inkMk id="74" creationId="{F6174900-867D-2439-8F76-BE567976DC07}"/>
          </ac:inkMkLst>
        </pc:inkChg>
        <pc:inkChg chg="add del">
          <ac:chgData name="植田 篤俊" userId="0d2b3cda-30c1-45e3-9e5c-02c0046d67fa" providerId="ADAL" clId="{A6AB8097-671C-4783-A056-5A985F003BDF}" dt="2026-04-20T14:24:04.717" v="1027"/>
          <ac:inkMkLst>
            <pc:docMk/>
            <pc:sldMk cId="3493980762" sldId="258"/>
            <ac:inkMk id="75" creationId="{1C47C862-82B8-18FB-EA64-43B82CEC3EBD}"/>
          </ac:inkMkLst>
        </pc:inkChg>
        <pc:inkChg chg="add del">
          <ac:chgData name="植田 篤俊" userId="0d2b3cda-30c1-45e3-9e5c-02c0046d67fa" providerId="ADAL" clId="{A6AB8097-671C-4783-A056-5A985F003BDF}" dt="2026-04-20T14:17:23.746" v="566"/>
          <ac:inkMkLst>
            <pc:docMk/>
            <pc:sldMk cId="3493980762" sldId="258"/>
            <ac:inkMk id="75" creationId="{431A64F3-7468-1528-194D-54FD37551499}"/>
          </ac:inkMkLst>
        </pc:inkChg>
        <pc:inkChg chg="add del">
          <ac:chgData name="植田 篤俊" userId="0d2b3cda-30c1-45e3-9e5c-02c0046d67fa" providerId="ADAL" clId="{A6AB8097-671C-4783-A056-5A985F003BDF}" dt="2026-04-20T14:32:32.636" v="1193"/>
          <ac:inkMkLst>
            <pc:docMk/>
            <pc:sldMk cId="3493980762" sldId="258"/>
            <ac:inkMk id="75" creationId="{6090CAC3-C48C-DC95-AA64-4CD10488CD10}"/>
          </ac:inkMkLst>
        </pc:inkChg>
        <pc:inkChg chg="add">
          <ac:chgData name="植田 篤俊" userId="0d2b3cda-30c1-45e3-9e5c-02c0046d67fa" providerId="ADAL" clId="{A6AB8097-671C-4783-A056-5A985F003BDF}" dt="2026-04-20T14:13:00.212" v="170"/>
          <ac:inkMkLst>
            <pc:docMk/>
            <pc:sldMk cId="3493980762" sldId="258"/>
            <ac:inkMk id="75" creationId="{6CDD7624-2427-46C3-3AE5-65693762088A}"/>
          </ac:inkMkLst>
        </pc:inkChg>
        <pc:inkChg chg="add">
          <ac:chgData name="植田 篤俊" userId="0d2b3cda-30c1-45e3-9e5c-02c0046d67fa" providerId="ADAL" clId="{A6AB8097-671C-4783-A056-5A985F003BDF}" dt="2026-04-20T14:15:21.632" v="443"/>
          <ac:inkMkLst>
            <pc:docMk/>
            <pc:sldMk cId="3493980762" sldId="258"/>
            <ac:inkMk id="75" creationId="{6EC99053-039A-85A7-2D2B-26F59973F7EA}"/>
          </ac:inkMkLst>
        </pc:inkChg>
        <pc:inkChg chg="add">
          <ac:chgData name="植田 篤俊" userId="0d2b3cda-30c1-45e3-9e5c-02c0046d67fa" providerId="ADAL" clId="{A6AB8097-671C-4783-A056-5A985F003BDF}" dt="2026-04-20T14:15:21.799" v="444"/>
          <ac:inkMkLst>
            <pc:docMk/>
            <pc:sldMk cId="3493980762" sldId="258"/>
            <ac:inkMk id="76" creationId="{07FB46DA-A8C1-7BC0-FD20-191394552143}"/>
          </ac:inkMkLst>
        </pc:inkChg>
        <pc:inkChg chg="add del">
          <ac:chgData name="植田 篤俊" userId="0d2b3cda-30c1-45e3-9e5c-02c0046d67fa" providerId="ADAL" clId="{A6AB8097-671C-4783-A056-5A985F003BDF}" dt="2026-04-20T14:32:32.630" v="1185"/>
          <ac:inkMkLst>
            <pc:docMk/>
            <pc:sldMk cId="3493980762" sldId="258"/>
            <ac:inkMk id="76" creationId="{2894F9AB-7BCE-3BE3-2FC8-A542005042D1}"/>
          </ac:inkMkLst>
        </pc:inkChg>
        <pc:inkChg chg="add del">
          <ac:chgData name="植田 篤俊" userId="0d2b3cda-30c1-45e3-9e5c-02c0046d67fa" providerId="ADAL" clId="{A6AB8097-671C-4783-A056-5A985F003BDF}" dt="2026-04-20T14:24:04.717" v="1027"/>
          <ac:inkMkLst>
            <pc:docMk/>
            <pc:sldMk cId="3493980762" sldId="258"/>
            <ac:inkMk id="76" creationId="{AA036D60-4F36-6B6A-A79D-160C045EB3B4}"/>
          </ac:inkMkLst>
        </pc:inkChg>
        <pc:inkChg chg="add del">
          <ac:chgData name="植田 篤俊" userId="0d2b3cda-30c1-45e3-9e5c-02c0046d67fa" providerId="ADAL" clId="{A6AB8097-671C-4783-A056-5A985F003BDF}" dt="2026-04-20T14:17:23.746" v="566"/>
          <ac:inkMkLst>
            <pc:docMk/>
            <pc:sldMk cId="3493980762" sldId="258"/>
            <ac:inkMk id="76" creationId="{ADE26254-7A3F-36AD-1401-73D4CCA67C02}"/>
          </ac:inkMkLst>
        </pc:inkChg>
        <pc:inkChg chg="add">
          <ac:chgData name="植田 篤俊" userId="0d2b3cda-30c1-45e3-9e5c-02c0046d67fa" providerId="ADAL" clId="{A6AB8097-671C-4783-A056-5A985F003BDF}" dt="2026-04-20T14:13:00.580" v="171"/>
          <ac:inkMkLst>
            <pc:docMk/>
            <pc:sldMk cId="3493980762" sldId="258"/>
            <ac:inkMk id="76" creationId="{F8B50574-CF77-C415-1E51-241994C2AB8C}"/>
          </ac:inkMkLst>
        </pc:inkChg>
        <pc:inkChg chg="add del">
          <ac:chgData name="植田 篤俊" userId="0d2b3cda-30c1-45e3-9e5c-02c0046d67fa" providerId="ADAL" clId="{A6AB8097-671C-4783-A056-5A985F003BDF}" dt="2026-04-20T14:17:23.746" v="566"/>
          <ac:inkMkLst>
            <pc:docMk/>
            <pc:sldMk cId="3493980762" sldId="258"/>
            <ac:inkMk id="79" creationId="{63A4E9E7-C323-2D77-B432-12937AA03E2E}"/>
          </ac:inkMkLst>
        </pc:inkChg>
        <pc:inkChg chg="add">
          <ac:chgData name="植田 篤俊" userId="0d2b3cda-30c1-45e3-9e5c-02c0046d67fa" providerId="ADAL" clId="{A6AB8097-671C-4783-A056-5A985F003BDF}" dt="2026-04-20T14:15:22.383" v="445"/>
          <ac:inkMkLst>
            <pc:docMk/>
            <pc:sldMk cId="3493980762" sldId="258"/>
            <ac:inkMk id="79" creationId="{7FD11223-48A4-7B63-DE04-25428C3C7F4D}"/>
          </ac:inkMkLst>
        </pc:inkChg>
        <pc:inkChg chg="add">
          <ac:chgData name="植田 篤俊" userId="0d2b3cda-30c1-45e3-9e5c-02c0046d67fa" providerId="ADAL" clId="{A6AB8097-671C-4783-A056-5A985F003BDF}" dt="2026-04-20T14:24:02.335" v="1019"/>
          <ac:inkMkLst>
            <pc:docMk/>
            <pc:sldMk cId="3493980762" sldId="258"/>
            <ac:inkMk id="79" creationId="{9E05644A-A008-41ED-76EC-631436CB2CDD}"/>
          </ac:inkMkLst>
        </pc:inkChg>
        <pc:inkChg chg="add del">
          <ac:chgData name="植田 篤俊" userId="0d2b3cda-30c1-45e3-9e5c-02c0046d67fa" providerId="ADAL" clId="{A6AB8097-671C-4783-A056-5A985F003BDF}" dt="2026-04-20T14:32:32.633" v="1188"/>
          <ac:inkMkLst>
            <pc:docMk/>
            <pc:sldMk cId="3493980762" sldId="258"/>
            <ac:inkMk id="79" creationId="{BAD40CC6-29C9-3EDA-3A57-385738EAF948}"/>
          </ac:inkMkLst>
        </pc:inkChg>
        <pc:inkChg chg="add">
          <ac:chgData name="植田 篤俊" userId="0d2b3cda-30c1-45e3-9e5c-02c0046d67fa" providerId="ADAL" clId="{A6AB8097-671C-4783-A056-5A985F003BDF}" dt="2026-04-20T14:13:00.743" v="172"/>
          <ac:inkMkLst>
            <pc:docMk/>
            <pc:sldMk cId="3493980762" sldId="258"/>
            <ac:inkMk id="79" creationId="{DAE5EDBA-339B-4E78-2AF9-5C7C480EBBFD}"/>
          </ac:inkMkLst>
        </pc:inkChg>
        <pc:inkChg chg="add del">
          <ac:chgData name="植田 篤俊" userId="0d2b3cda-30c1-45e3-9e5c-02c0046d67fa" providerId="ADAL" clId="{A6AB8097-671C-4783-A056-5A985F003BDF}" dt="2026-04-20T14:15:25.621" v="454"/>
          <ac:inkMkLst>
            <pc:docMk/>
            <pc:sldMk cId="3493980762" sldId="258"/>
            <ac:inkMk id="80" creationId="{03455166-D0C8-3C77-4D28-B5BF19900E7E}"/>
          </ac:inkMkLst>
        </pc:inkChg>
        <pc:inkChg chg="add">
          <ac:chgData name="植田 篤俊" userId="0d2b3cda-30c1-45e3-9e5c-02c0046d67fa" providerId="ADAL" clId="{A6AB8097-671C-4783-A056-5A985F003BDF}" dt="2026-04-20T14:24:02.469" v="1020"/>
          <ac:inkMkLst>
            <pc:docMk/>
            <pc:sldMk cId="3493980762" sldId="258"/>
            <ac:inkMk id="80" creationId="{039BFC8E-9399-7584-7B20-3A75D72A9475}"/>
          </ac:inkMkLst>
        </pc:inkChg>
        <pc:inkChg chg="add del">
          <ac:chgData name="植田 篤俊" userId="0d2b3cda-30c1-45e3-9e5c-02c0046d67fa" providerId="ADAL" clId="{A6AB8097-671C-4783-A056-5A985F003BDF}" dt="2026-04-20T14:32:32.627" v="1183"/>
          <ac:inkMkLst>
            <pc:docMk/>
            <pc:sldMk cId="3493980762" sldId="258"/>
            <ac:inkMk id="80" creationId="{AA859B66-C824-A48E-357B-DE7340AD0BBF}"/>
          </ac:inkMkLst>
        </pc:inkChg>
        <pc:inkChg chg="add del">
          <ac:chgData name="植田 篤俊" userId="0d2b3cda-30c1-45e3-9e5c-02c0046d67fa" providerId="ADAL" clId="{A6AB8097-671C-4783-A056-5A985F003BDF}" dt="2026-04-20T14:17:23.746" v="566"/>
          <ac:inkMkLst>
            <pc:docMk/>
            <pc:sldMk cId="3493980762" sldId="258"/>
            <ac:inkMk id="80" creationId="{BFF437A4-CDC7-6682-D081-7550435BD8DF}"/>
          </ac:inkMkLst>
        </pc:inkChg>
        <pc:inkChg chg="add">
          <ac:chgData name="植田 篤俊" userId="0d2b3cda-30c1-45e3-9e5c-02c0046d67fa" providerId="ADAL" clId="{A6AB8097-671C-4783-A056-5A985F003BDF}" dt="2026-04-20T14:13:00.945" v="173"/>
          <ac:inkMkLst>
            <pc:docMk/>
            <pc:sldMk cId="3493980762" sldId="258"/>
            <ac:inkMk id="80" creationId="{ED43B8CC-610C-0FAC-FDDD-45E1A3D8B9D2}"/>
          </ac:inkMkLst>
        </pc:inkChg>
        <pc:inkChg chg="add del">
          <ac:chgData name="植田 篤俊" userId="0d2b3cda-30c1-45e3-9e5c-02c0046d67fa" providerId="ADAL" clId="{A6AB8097-671C-4783-A056-5A985F003BDF}" dt="2026-04-20T14:13:05.016" v="183"/>
          <ac:inkMkLst>
            <pc:docMk/>
            <pc:sldMk cId="3493980762" sldId="258"/>
            <ac:inkMk id="81" creationId="{08F3279C-7134-BD43-A59F-4E45566CA0EC}"/>
          </ac:inkMkLst>
        </pc:inkChg>
        <pc:inkChg chg="add del">
          <ac:chgData name="植田 篤俊" userId="0d2b3cda-30c1-45e3-9e5c-02c0046d67fa" providerId="ADAL" clId="{A6AB8097-671C-4783-A056-5A985F003BDF}" dt="2026-04-20T14:15:25.621" v="454"/>
          <ac:inkMkLst>
            <pc:docMk/>
            <pc:sldMk cId="3493980762" sldId="258"/>
            <ac:inkMk id="81" creationId="{10E46B23-5703-9539-C825-DBDCEFC22D72}"/>
          </ac:inkMkLst>
        </pc:inkChg>
        <pc:inkChg chg="add">
          <ac:chgData name="植田 篤俊" userId="0d2b3cda-30c1-45e3-9e5c-02c0046d67fa" providerId="ADAL" clId="{A6AB8097-671C-4783-A056-5A985F003BDF}" dt="2026-04-20T14:24:02.619" v="1021"/>
          <ac:inkMkLst>
            <pc:docMk/>
            <pc:sldMk cId="3493980762" sldId="258"/>
            <ac:inkMk id="81" creationId="{8E3F6658-1E6B-CD63-1604-E629B8B70E19}"/>
          </ac:inkMkLst>
        </pc:inkChg>
        <pc:inkChg chg="add del">
          <ac:chgData name="植田 篤俊" userId="0d2b3cda-30c1-45e3-9e5c-02c0046d67fa" providerId="ADAL" clId="{A6AB8097-671C-4783-A056-5A985F003BDF}" dt="2026-04-20T14:17:21.756" v="562"/>
          <ac:inkMkLst>
            <pc:docMk/>
            <pc:sldMk cId="3493980762" sldId="258"/>
            <ac:inkMk id="81" creationId="{B30356A2-C18B-77F7-E834-485A621A72DB}"/>
          </ac:inkMkLst>
        </pc:inkChg>
        <pc:inkChg chg="add del">
          <ac:chgData name="植田 篤俊" userId="0d2b3cda-30c1-45e3-9e5c-02c0046d67fa" providerId="ADAL" clId="{A6AB8097-671C-4783-A056-5A985F003BDF}" dt="2026-04-20T14:32:32.641" v="1200"/>
          <ac:inkMkLst>
            <pc:docMk/>
            <pc:sldMk cId="3493980762" sldId="258"/>
            <ac:inkMk id="81" creationId="{C0F4D8AA-78B1-0E5E-07A8-3C2744A70D56}"/>
          </ac:inkMkLst>
        </pc:inkChg>
        <pc:inkChg chg="add">
          <ac:chgData name="植田 篤俊" userId="0d2b3cda-30c1-45e3-9e5c-02c0046d67fa" providerId="ADAL" clId="{A6AB8097-671C-4783-A056-5A985F003BDF}" dt="2026-04-20T14:24:03.039" v="1022"/>
          <ac:inkMkLst>
            <pc:docMk/>
            <pc:sldMk cId="3493980762" sldId="258"/>
            <ac:inkMk id="82" creationId="{061268C0-C59F-46D3-24B4-766D82526122}"/>
          </ac:inkMkLst>
        </pc:inkChg>
        <pc:inkChg chg="add">
          <ac:chgData name="植田 篤俊" userId="0d2b3cda-30c1-45e3-9e5c-02c0046d67fa" providerId="ADAL" clId="{A6AB8097-671C-4783-A056-5A985F003BDF}" dt="2026-04-20T14:17:22.423" v="563"/>
          <ac:inkMkLst>
            <pc:docMk/>
            <pc:sldMk cId="3493980762" sldId="258"/>
            <ac:inkMk id="82" creationId="{10DC740C-2EE7-FAC8-6EE6-F95E20AA93A9}"/>
          </ac:inkMkLst>
        </pc:inkChg>
        <pc:inkChg chg="add">
          <ac:chgData name="植田 篤俊" userId="0d2b3cda-30c1-45e3-9e5c-02c0046d67fa" providerId="ADAL" clId="{A6AB8097-671C-4783-A056-5A985F003BDF}" dt="2026-04-20T14:15:23.684" v="448"/>
          <ac:inkMkLst>
            <pc:docMk/>
            <pc:sldMk cId="3493980762" sldId="258"/>
            <ac:inkMk id="82" creationId="{1D30DEA3-55E9-923E-D684-B5760808CB06}"/>
          </ac:inkMkLst>
        </pc:inkChg>
        <pc:inkChg chg="add">
          <ac:chgData name="植田 篤俊" userId="0d2b3cda-30c1-45e3-9e5c-02c0046d67fa" providerId="ADAL" clId="{A6AB8097-671C-4783-A056-5A985F003BDF}" dt="2026-04-20T14:13:02.014" v="175"/>
          <ac:inkMkLst>
            <pc:docMk/>
            <pc:sldMk cId="3493980762" sldId="258"/>
            <ac:inkMk id="82" creationId="{8FDA794E-C6A2-C15D-B8F0-B58D40309A6F}"/>
          </ac:inkMkLst>
        </pc:inkChg>
        <pc:inkChg chg="add del">
          <ac:chgData name="植田 篤俊" userId="0d2b3cda-30c1-45e3-9e5c-02c0046d67fa" providerId="ADAL" clId="{A6AB8097-671C-4783-A056-5A985F003BDF}" dt="2026-04-20T14:32:32.638" v="1195"/>
          <ac:inkMkLst>
            <pc:docMk/>
            <pc:sldMk cId="3493980762" sldId="258"/>
            <ac:inkMk id="82" creationId="{E22ACAD8-AE91-379B-FB07-4DCCEC608E17}"/>
          </ac:inkMkLst>
        </pc:inkChg>
        <pc:inkChg chg="add del">
          <ac:chgData name="植田 篤俊" userId="0d2b3cda-30c1-45e3-9e5c-02c0046d67fa" providerId="ADAL" clId="{A6AB8097-671C-4783-A056-5A985F003BDF}" dt="2026-04-20T14:32:32.635" v="1190"/>
          <ac:inkMkLst>
            <pc:docMk/>
            <pc:sldMk cId="3493980762" sldId="258"/>
            <ac:inkMk id="83" creationId="{405852F6-F985-EAB1-0FB5-F118E231347B}"/>
          </ac:inkMkLst>
        </pc:inkChg>
        <pc:inkChg chg="add del">
          <ac:chgData name="植田 篤俊" userId="0d2b3cda-30c1-45e3-9e5c-02c0046d67fa" providerId="ADAL" clId="{A6AB8097-671C-4783-A056-5A985F003BDF}" dt="2026-04-20T14:17:23.746" v="566"/>
          <ac:inkMkLst>
            <pc:docMk/>
            <pc:sldMk cId="3493980762" sldId="258"/>
            <ac:inkMk id="83" creationId="{4CA5BF70-4C5C-8626-E146-819977868649}"/>
          </ac:inkMkLst>
        </pc:inkChg>
        <pc:inkChg chg="add del">
          <ac:chgData name="植田 篤俊" userId="0d2b3cda-30c1-45e3-9e5c-02c0046d67fa" providerId="ADAL" clId="{A6AB8097-671C-4783-A056-5A985F003BDF}" dt="2026-04-20T14:15:25.621" v="454"/>
          <ac:inkMkLst>
            <pc:docMk/>
            <pc:sldMk cId="3493980762" sldId="258"/>
            <ac:inkMk id="83" creationId="{7322F157-5C10-19A4-34B1-C7811FE8B3C5}"/>
          </ac:inkMkLst>
        </pc:inkChg>
        <pc:inkChg chg="add">
          <ac:chgData name="植田 篤俊" userId="0d2b3cda-30c1-45e3-9e5c-02c0046d67fa" providerId="ADAL" clId="{A6AB8097-671C-4783-A056-5A985F003BDF}" dt="2026-04-20T14:24:03.322" v="1023"/>
          <ac:inkMkLst>
            <pc:docMk/>
            <pc:sldMk cId="3493980762" sldId="258"/>
            <ac:inkMk id="83" creationId="{C4CC75FA-5603-ADBE-78CA-CAA3E478AE97}"/>
          </ac:inkMkLst>
        </pc:inkChg>
        <pc:inkChg chg="add del">
          <ac:chgData name="植田 篤俊" userId="0d2b3cda-30c1-45e3-9e5c-02c0046d67fa" providerId="ADAL" clId="{A6AB8097-671C-4783-A056-5A985F003BDF}" dt="2026-04-20T14:13:05.016" v="183"/>
          <ac:inkMkLst>
            <pc:docMk/>
            <pc:sldMk cId="3493980762" sldId="258"/>
            <ac:inkMk id="83" creationId="{EC5B223D-1505-BD55-D888-8F36DD9261E4}"/>
          </ac:inkMkLst>
        </pc:inkChg>
        <pc:inkChg chg="add del">
          <ac:chgData name="植田 篤俊" userId="0d2b3cda-30c1-45e3-9e5c-02c0046d67fa" providerId="ADAL" clId="{A6AB8097-671C-4783-A056-5A985F003BDF}" dt="2026-04-20T14:24:04.717" v="1027"/>
          <ac:inkMkLst>
            <pc:docMk/>
            <pc:sldMk cId="3493980762" sldId="258"/>
            <ac:inkMk id="84" creationId="{06420967-D2A9-0A1E-7C7E-A2EB5CDE5BA5}"/>
          </ac:inkMkLst>
        </pc:inkChg>
        <pc:inkChg chg="add del">
          <ac:chgData name="植田 篤俊" userId="0d2b3cda-30c1-45e3-9e5c-02c0046d67fa" providerId="ADAL" clId="{A6AB8097-671C-4783-A056-5A985F003BDF}" dt="2026-04-20T14:15:25.621" v="454"/>
          <ac:inkMkLst>
            <pc:docMk/>
            <pc:sldMk cId="3493980762" sldId="258"/>
            <ac:inkMk id="84" creationId="{21CAB743-CE88-B8DA-613C-3141825371AD}"/>
          </ac:inkMkLst>
        </pc:inkChg>
        <pc:inkChg chg="add">
          <ac:chgData name="植田 篤俊" userId="0d2b3cda-30c1-45e3-9e5c-02c0046d67fa" providerId="ADAL" clId="{A6AB8097-671C-4783-A056-5A985F003BDF}" dt="2026-04-20T14:13:02.443" v="177"/>
          <ac:inkMkLst>
            <pc:docMk/>
            <pc:sldMk cId="3493980762" sldId="258"/>
            <ac:inkMk id="84" creationId="{A396058D-A201-461D-A39C-7862C83FF2D4}"/>
          </ac:inkMkLst>
        </pc:inkChg>
        <pc:inkChg chg="add del">
          <ac:chgData name="植田 篤俊" userId="0d2b3cda-30c1-45e3-9e5c-02c0046d67fa" providerId="ADAL" clId="{A6AB8097-671C-4783-A056-5A985F003BDF}" dt="2026-04-20T14:17:23.746" v="566"/>
          <ac:inkMkLst>
            <pc:docMk/>
            <pc:sldMk cId="3493980762" sldId="258"/>
            <ac:inkMk id="84" creationId="{A9980A29-9452-4DBE-76A7-9636B6E80CC1}"/>
          </ac:inkMkLst>
        </pc:inkChg>
        <pc:inkChg chg="add del">
          <ac:chgData name="植田 篤俊" userId="0d2b3cda-30c1-45e3-9e5c-02c0046d67fa" providerId="ADAL" clId="{A6AB8097-671C-4783-A056-5A985F003BDF}" dt="2026-04-20T14:32:32.625" v="1181"/>
          <ac:inkMkLst>
            <pc:docMk/>
            <pc:sldMk cId="3493980762" sldId="258"/>
            <ac:inkMk id="84" creationId="{C5B8273A-D012-7462-1096-9162F57A58B0}"/>
          </ac:inkMkLst>
        </pc:inkChg>
        <pc:inkChg chg="add reco">
          <ac:chgData name="植田 篤俊" userId="0d2b3cda-30c1-45e3-9e5c-02c0046d67fa" providerId="ADAL" clId="{A6AB8097-671C-4783-A056-5A985F003BDF}" dt="2026-04-20T14:17:23.746" v="566"/>
          <ac:inkMkLst>
            <pc:docMk/>
            <pc:sldMk cId="3493980762" sldId="258"/>
            <ac:inkMk id="85" creationId="{39FF472C-4A7F-B51F-2A70-158F0857832D}"/>
          </ac:inkMkLst>
        </pc:inkChg>
        <pc:inkChg chg="add">
          <ac:chgData name="植田 篤俊" userId="0d2b3cda-30c1-45e3-9e5c-02c0046d67fa" providerId="ADAL" clId="{A6AB8097-671C-4783-A056-5A985F003BDF}" dt="2026-04-20T14:15:24.249" v="451"/>
          <ac:inkMkLst>
            <pc:docMk/>
            <pc:sldMk cId="3493980762" sldId="258"/>
            <ac:inkMk id="85" creationId="{501F65A3-2D7E-06C8-4968-F90D3A6A3690}"/>
          </ac:inkMkLst>
        </pc:inkChg>
        <pc:inkChg chg="add del">
          <ac:chgData name="植田 篤俊" userId="0d2b3cda-30c1-45e3-9e5c-02c0046d67fa" providerId="ADAL" clId="{A6AB8097-671C-4783-A056-5A985F003BDF}" dt="2026-04-20T14:13:05.016" v="183"/>
          <ac:inkMkLst>
            <pc:docMk/>
            <pc:sldMk cId="3493980762" sldId="258"/>
            <ac:inkMk id="85" creationId="{86486836-43D1-C410-55CA-D362EDF5F9FD}"/>
          </ac:inkMkLst>
        </pc:inkChg>
        <pc:inkChg chg="add reco">
          <ac:chgData name="植田 篤俊" userId="0d2b3cda-30c1-45e3-9e5c-02c0046d67fa" providerId="ADAL" clId="{A6AB8097-671C-4783-A056-5A985F003BDF}" dt="2026-04-20T14:17:23.746" v="566"/>
          <ac:inkMkLst>
            <pc:docMk/>
            <pc:sldMk cId="3493980762" sldId="258"/>
            <ac:inkMk id="86" creationId="{979B1012-35E6-D7DD-9340-B56376719BDB}"/>
          </ac:inkMkLst>
        </pc:inkChg>
        <pc:inkChg chg="add">
          <ac:chgData name="植田 篤俊" userId="0d2b3cda-30c1-45e3-9e5c-02c0046d67fa" providerId="ADAL" clId="{A6AB8097-671C-4783-A056-5A985F003BDF}" dt="2026-04-20T14:15:24.686" v="452"/>
          <ac:inkMkLst>
            <pc:docMk/>
            <pc:sldMk cId="3493980762" sldId="258"/>
            <ac:inkMk id="86" creationId="{B7DE5F0A-9D2B-9025-8C2C-9D020AFF227F}"/>
          </ac:inkMkLst>
        </pc:inkChg>
        <pc:inkChg chg="add">
          <ac:chgData name="植田 篤俊" userId="0d2b3cda-30c1-45e3-9e5c-02c0046d67fa" providerId="ADAL" clId="{A6AB8097-671C-4783-A056-5A985F003BDF}" dt="2026-04-20T14:13:03.394" v="179"/>
          <ac:inkMkLst>
            <pc:docMk/>
            <pc:sldMk cId="3493980762" sldId="258"/>
            <ac:inkMk id="86" creationId="{E8A77D82-8A91-8FCA-3E7F-AD75CBABF455}"/>
          </ac:inkMkLst>
        </pc:inkChg>
        <pc:inkChg chg="add del">
          <ac:chgData name="植田 篤俊" userId="0d2b3cda-30c1-45e3-9e5c-02c0046d67fa" providerId="ADAL" clId="{A6AB8097-671C-4783-A056-5A985F003BDF}" dt="2026-04-20T14:32:32.623" v="1180"/>
          <ac:inkMkLst>
            <pc:docMk/>
            <pc:sldMk cId="3493980762" sldId="258"/>
            <ac:inkMk id="88" creationId="{39B81A10-1680-94A1-D866-A998156C7404}"/>
          </ac:inkMkLst>
        </pc:inkChg>
        <pc:inkChg chg="add">
          <ac:chgData name="植田 篤俊" userId="0d2b3cda-30c1-45e3-9e5c-02c0046d67fa" providerId="ADAL" clId="{A6AB8097-671C-4783-A056-5A985F003BDF}" dt="2026-04-20T14:15:24.849" v="453"/>
          <ac:inkMkLst>
            <pc:docMk/>
            <pc:sldMk cId="3493980762" sldId="258"/>
            <ac:inkMk id="88" creationId="{52BAC4AA-E6E6-F0B9-6202-A31F52A532F7}"/>
          </ac:inkMkLst>
        </pc:inkChg>
        <pc:inkChg chg="add">
          <ac:chgData name="植田 篤俊" userId="0d2b3cda-30c1-45e3-9e5c-02c0046d67fa" providerId="ADAL" clId="{A6AB8097-671C-4783-A056-5A985F003BDF}" dt="2026-04-20T14:13:03.577" v="180"/>
          <ac:inkMkLst>
            <pc:docMk/>
            <pc:sldMk cId="3493980762" sldId="258"/>
            <ac:inkMk id="88" creationId="{541B7E12-CE67-CA7F-6876-81BD9E3A7E62}"/>
          </ac:inkMkLst>
        </pc:inkChg>
        <pc:inkChg chg="add">
          <ac:chgData name="植田 篤俊" userId="0d2b3cda-30c1-45e3-9e5c-02c0046d67fa" providerId="ADAL" clId="{A6AB8097-671C-4783-A056-5A985F003BDF}" dt="2026-04-20T14:24:03.703" v="1025"/>
          <ac:inkMkLst>
            <pc:docMk/>
            <pc:sldMk cId="3493980762" sldId="258"/>
            <ac:inkMk id="88" creationId="{794322CE-6409-A604-5C44-EFB7BD6D10A0}"/>
          </ac:inkMkLst>
        </pc:inkChg>
        <pc:inkChg chg="add del">
          <ac:chgData name="植田 篤俊" userId="0d2b3cda-30c1-45e3-9e5c-02c0046d67fa" providerId="ADAL" clId="{A6AB8097-671C-4783-A056-5A985F003BDF}" dt="2026-04-20T14:17:24.939" v="569"/>
          <ac:inkMkLst>
            <pc:docMk/>
            <pc:sldMk cId="3493980762" sldId="258"/>
            <ac:inkMk id="88" creationId="{FFB3667C-8F70-CA3B-75BF-CCF014E318BD}"/>
          </ac:inkMkLst>
        </pc:inkChg>
        <pc:inkChg chg="add del">
          <ac:chgData name="植田 篤俊" userId="0d2b3cda-30c1-45e3-9e5c-02c0046d67fa" providerId="ADAL" clId="{A6AB8097-671C-4783-A056-5A985F003BDF}" dt="2026-04-20T14:13:05.016" v="183"/>
          <ac:inkMkLst>
            <pc:docMk/>
            <pc:sldMk cId="3493980762" sldId="258"/>
            <ac:inkMk id="89" creationId="{96E2E3FF-0CAF-D58F-ADB1-ED06A70B6CFC}"/>
          </ac:inkMkLst>
        </pc:inkChg>
        <pc:inkChg chg="add del">
          <ac:chgData name="植田 篤俊" userId="0d2b3cda-30c1-45e3-9e5c-02c0046d67fa" providerId="ADAL" clId="{A6AB8097-671C-4783-A056-5A985F003BDF}" dt="2026-04-20T14:13:05.016" v="183"/>
          <ac:inkMkLst>
            <pc:docMk/>
            <pc:sldMk cId="3493980762" sldId="258"/>
            <ac:inkMk id="90" creationId="{3E378BBB-FCF9-B8AD-C119-8165B2AF0AED}"/>
          </ac:inkMkLst>
        </pc:inkChg>
        <pc:inkChg chg="add">
          <ac:chgData name="植田 篤俊" userId="0d2b3cda-30c1-45e3-9e5c-02c0046d67fa" providerId="ADAL" clId="{A6AB8097-671C-4783-A056-5A985F003BDF}" dt="2026-04-20T14:24:03.852" v="1026"/>
          <ac:inkMkLst>
            <pc:docMk/>
            <pc:sldMk cId="3493980762" sldId="258"/>
            <ac:inkMk id="90" creationId="{45F097FB-5447-5E1D-FA44-EB518A35FD9A}"/>
          </ac:inkMkLst>
        </pc:inkChg>
        <pc:inkChg chg="add del">
          <ac:chgData name="植田 篤俊" userId="0d2b3cda-30c1-45e3-9e5c-02c0046d67fa" providerId="ADAL" clId="{A6AB8097-671C-4783-A056-5A985F003BDF}" dt="2026-04-20T14:17:24.939" v="569"/>
          <ac:inkMkLst>
            <pc:docMk/>
            <pc:sldMk cId="3493980762" sldId="258"/>
            <ac:inkMk id="90" creationId="{4CF4D41A-15AB-DB38-93E9-F861DEDA1C45}"/>
          </ac:inkMkLst>
        </pc:inkChg>
        <pc:inkChg chg="add del">
          <ac:chgData name="植田 篤俊" userId="0d2b3cda-30c1-45e3-9e5c-02c0046d67fa" providerId="ADAL" clId="{A6AB8097-671C-4783-A056-5A985F003BDF}" dt="2026-04-20T14:32:32.629" v="1184"/>
          <ac:inkMkLst>
            <pc:docMk/>
            <pc:sldMk cId="3493980762" sldId="258"/>
            <ac:inkMk id="90" creationId="{82F74584-081D-0AEC-024E-862842FBEF51}"/>
          </ac:inkMkLst>
        </pc:inkChg>
        <pc:inkChg chg="add reco">
          <ac:chgData name="植田 篤俊" userId="0d2b3cda-30c1-45e3-9e5c-02c0046d67fa" providerId="ADAL" clId="{A6AB8097-671C-4783-A056-5A985F003BDF}" dt="2026-04-20T14:17:24.939" v="569"/>
          <ac:inkMkLst>
            <pc:docMk/>
            <pc:sldMk cId="3493980762" sldId="258"/>
            <ac:inkMk id="93" creationId="{8B6E337B-97E3-A8BF-4328-36A376D0F64A}"/>
          </ac:inkMkLst>
        </pc:inkChg>
        <pc:inkChg chg="add del">
          <ac:chgData name="植田 篤俊" userId="0d2b3cda-30c1-45e3-9e5c-02c0046d67fa" providerId="ADAL" clId="{A6AB8097-671C-4783-A056-5A985F003BDF}" dt="2026-04-20T14:13:07.826" v="185"/>
          <ac:inkMkLst>
            <pc:docMk/>
            <pc:sldMk cId="3493980762" sldId="258"/>
            <ac:inkMk id="93" creationId="{FDE58B9B-2A9A-07F8-1CB4-60B10E258F53}"/>
          </ac:inkMkLst>
        </pc:inkChg>
        <pc:inkChg chg="add">
          <ac:chgData name="植田 篤俊" userId="0d2b3cda-30c1-45e3-9e5c-02c0046d67fa" providerId="ADAL" clId="{A6AB8097-671C-4783-A056-5A985F003BDF}" dt="2026-04-20T14:13:08.443" v="186"/>
          <ac:inkMkLst>
            <pc:docMk/>
            <pc:sldMk cId="3493980762" sldId="258"/>
            <ac:inkMk id="94" creationId="{346A97E0-78BD-2B4F-D7A4-38EADB990426}"/>
          </ac:inkMkLst>
        </pc:inkChg>
        <pc:inkChg chg="add del">
          <ac:chgData name="植田 篤俊" userId="0d2b3cda-30c1-45e3-9e5c-02c0046d67fa" providerId="ADAL" clId="{A6AB8097-671C-4783-A056-5A985F003BDF}" dt="2026-04-20T14:17:27.183" v="574"/>
          <ac:inkMkLst>
            <pc:docMk/>
            <pc:sldMk cId="3493980762" sldId="258"/>
            <ac:inkMk id="95" creationId="{379A76EC-5431-4CD3-98F0-39DB6A542612}"/>
          </ac:inkMkLst>
        </pc:inkChg>
        <pc:inkChg chg="add">
          <ac:chgData name="植田 篤俊" userId="0d2b3cda-30c1-45e3-9e5c-02c0046d67fa" providerId="ADAL" clId="{A6AB8097-671C-4783-A056-5A985F003BDF}" dt="2026-04-20T14:13:09.326" v="187"/>
          <ac:inkMkLst>
            <pc:docMk/>
            <pc:sldMk cId="3493980762" sldId="258"/>
            <ac:inkMk id="95" creationId="{DDD119E0-7858-72F3-842A-DA084A15294F}"/>
          </ac:inkMkLst>
        </pc:inkChg>
        <pc:inkChg chg="add reco">
          <ac:chgData name="植田 篤俊" userId="0d2b3cda-30c1-45e3-9e5c-02c0046d67fa" providerId="ADAL" clId="{A6AB8097-671C-4783-A056-5A985F003BDF}" dt="2026-04-20T14:24:04.717" v="1027"/>
          <ac:inkMkLst>
            <pc:docMk/>
            <pc:sldMk cId="3493980762" sldId="258"/>
            <ac:inkMk id="96" creationId="{257F09E8-3D9C-D1E7-CF5E-906CED739E31}"/>
          </ac:inkMkLst>
        </pc:inkChg>
        <pc:inkChg chg="add del">
          <ac:chgData name="植田 篤俊" userId="0d2b3cda-30c1-45e3-9e5c-02c0046d67fa" providerId="ADAL" clId="{A6AB8097-671C-4783-A056-5A985F003BDF}" dt="2026-04-20T14:17:27.183" v="574"/>
          <ac:inkMkLst>
            <pc:docMk/>
            <pc:sldMk cId="3493980762" sldId="258"/>
            <ac:inkMk id="96" creationId="{71E866C2-67E6-9DD6-7F2D-DE137E4C8843}"/>
          </ac:inkMkLst>
        </pc:inkChg>
        <pc:inkChg chg="add del">
          <ac:chgData name="植田 篤俊" userId="0d2b3cda-30c1-45e3-9e5c-02c0046d67fa" providerId="ADAL" clId="{A6AB8097-671C-4783-A056-5A985F003BDF}" dt="2026-04-20T14:13:13.519" v="203"/>
          <ac:inkMkLst>
            <pc:docMk/>
            <pc:sldMk cId="3493980762" sldId="258"/>
            <ac:inkMk id="96" creationId="{71FE3821-6C52-7FBC-0331-5AAFCFE8F441}"/>
          </ac:inkMkLst>
        </pc:inkChg>
        <pc:inkChg chg="add">
          <ac:chgData name="植田 篤俊" userId="0d2b3cda-30c1-45e3-9e5c-02c0046d67fa" providerId="ADAL" clId="{A6AB8097-671C-4783-A056-5A985F003BDF}" dt="2026-04-20T14:13:09.743" v="189"/>
          <ac:inkMkLst>
            <pc:docMk/>
            <pc:sldMk cId="3493980762" sldId="258"/>
            <ac:inkMk id="97" creationId="{254D95A3-991C-4234-B111-9322867BE596}"/>
          </ac:inkMkLst>
        </pc:inkChg>
        <pc:inkChg chg="add del">
          <ac:chgData name="植田 篤俊" userId="0d2b3cda-30c1-45e3-9e5c-02c0046d67fa" providerId="ADAL" clId="{A6AB8097-671C-4783-A056-5A985F003BDF}" dt="2026-04-20T14:17:27.183" v="574"/>
          <ac:inkMkLst>
            <pc:docMk/>
            <pc:sldMk cId="3493980762" sldId="258"/>
            <ac:inkMk id="97" creationId="{3903406E-8D7B-D4ED-1B84-C8C74DC72C39}"/>
          </ac:inkMkLst>
        </pc:inkChg>
        <pc:inkChg chg="add del">
          <ac:chgData name="植田 篤俊" userId="0d2b3cda-30c1-45e3-9e5c-02c0046d67fa" providerId="ADAL" clId="{A6AB8097-671C-4783-A056-5A985F003BDF}" dt="2026-04-20T14:17:27.183" v="574"/>
          <ac:inkMkLst>
            <pc:docMk/>
            <pc:sldMk cId="3493980762" sldId="258"/>
            <ac:inkMk id="98" creationId="{0B77A684-F78E-1B57-23D4-01D3D3825CFF}"/>
          </ac:inkMkLst>
        </pc:inkChg>
        <pc:inkChg chg="add">
          <ac:chgData name="植田 篤俊" userId="0d2b3cda-30c1-45e3-9e5c-02c0046d67fa" providerId="ADAL" clId="{A6AB8097-671C-4783-A056-5A985F003BDF}" dt="2026-04-20T14:13:09.893" v="190"/>
          <ac:inkMkLst>
            <pc:docMk/>
            <pc:sldMk cId="3493980762" sldId="258"/>
            <ac:inkMk id="98" creationId="{86E30D59-F471-8ED5-C330-EC7026378E35}"/>
          </ac:inkMkLst>
        </pc:inkChg>
        <pc:inkChg chg="add reco">
          <ac:chgData name="植田 篤俊" userId="0d2b3cda-30c1-45e3-9e5c-02c0046d67fa" providerId="ADAL" clId="{A6AB8097-671C-4783-A056-5A985F003BDF}" dt="2026-04-20T14:17:27.183" v="574"/>
          <ac:inkMkLst>
            <pc:docMk/>
            <pc:sldMk cId="3493980762" sldId="258"/>
            <ac:inkMk id="99" creationId="{4F212854-887B-3A4F-AED7-902185E7F2AE}"/>
          </ac:inkMkLst>
        </pc:inkChg>
        <pc:inkChg chg="add del">
          <ac:chgData name="植田 篤俊" userId="0d2b3cda-30c1-45e3-9e5c-02c0046d67fa" providerId="ADAL" clId="{A6AB8097-671C-4783-A056-5A985F003BDF}" dt="2026-04-20T14:13:13.519" v="203"/>
          <ac:inkMkLst>
            <pc:docMk/>
            <pc:sldMk cId="3493980762" sldId="258"/>
            <ac:inkMk id="99" creationId="{EA43185C-74CE-76D9-2220-5B64582A569B}"/>
          </ac:inkMkLst>
        </pc:inkChg>
        <pc:inkChg chg="add">
          <ac:chgData name="植田 篤俊" userId="0d2b3cda-30c1-45e3-9e5c-02c0046d67fa" providerId="ADAL" clId="{A6AB8097-671C-4783-A056-5A985F003BDF}" dt="2026-04-20T14:24:05.224" v="1028"/>
          <ac:inkMkLst>
            <pc:docMk/>
            <pc:sldMk cId="3493980762" sldId="258"/>
            <ac:inkMk id="100" creationId="{4CB1948E-6152-CC31-6661-21D9222D2CD7}"/>
          </ac:inkMkLst>
        </pc:inkChg>
        <pc:inkChg chg="add del">
          <ac:chgData name="植田 篤俊" userId="0d2b3cda-30c1-45e3-9e5c-02c0046d67fa" providerId="ADAL" clId="{A6AB8097-671C-4783-A056-5A985F003BDF}" dt="2026-04-20T14:17:31.325" v="581"/>
          <ac:inkMkLst>
            <pc:docMk/>
            <pc:sldMk cId="3493980762" sldId="258"/>
            <ac:inkMk id="100" creationId="{7555EAD1-FCB6-9F18-A2C9-7ED407A9F061}"/>
          </ac:inkMkLst>
        </pc:inkChg>
        <pc:inkChg chg="add del">
          <ac:chgData name="植田 篤俊" userId="0d2b3cda-30c1-45e3-9e5c-02c0046d67fa" providerId="ADAL" clId="{A6AB8097-671C-4783-A056-5A985F003BDF}" dt="2026-04-20T14:13:13.519" v="203"/>
          <ac:inkMkLst>
            <pc:docMk/>
            <pc:sldMk cId="3493980762" sldId="258"/>
            <ac:inkMk id="100" creationId="{B66C3088-B946-5184-B6DF-0F5D14F81255}"/>
          </ac:inkMkLst>
        </pc:inkChg>
        <pc:inkChg chg="add del">
          <ac:chgData name="植田 篤俊" userId="0d2b3cda-30c1-45e3-9e5c-02c0046d67fa" providerId="ADAL" clId="{A6AB8097-671C-4783-A056-5A985F003BDF}" dt="2026-04-20T14:24:12.402" v="1037"/>
          <ac:inkMkLst>
            <pc:docMk/>
            <pc:sldMk cId="3493980762" sldId="258"/>
            <ac:inkMk id="101" creationId="{364FECC1-61DB-B4A6-08D2-10964B25B2F0}"/>
          </ac:inkMkLst>
        </pc:inkChg>
        <pc:inkChg chg="add del">
          <ac:chgData name="植田 篤俊" userId="0d2b3cda-30c1-45e3-9e5c-02c0046d67fa" providerId="ADAL" clId="{A6AB8097-671C-4783-A056-5A985F003BDF}" dt="2026-04-20T14:17:31.325" v="581"/>
          <ac:inkMkLst>
            <pc:docMk/>
            <pc:sldMk cId="3493980762" sldId="258"/>
            <ac:inkMk id="101" creationId="{6033CF17-73AC-5902-1B5F-FF510BEC36A8}"/>
          </ac:inkMkLst>
        </pc:inkChg>
        <pc:inkChg chg="add del">
          <ac:chgData name="植田 篤俊" userId="0d2b3cda-30c1-45e3-9e5c-02c0046d67fa" providerId="ADAL" clId="{A6AB8097-671C-4783-A056-5A985F003BDF}" dt="2026-04-20T14:32:32.636" v="1192"/>
          <ac:inkMkLst>
            <pc:docMk/>
            <pc:sldMk cId="3493980762" sldId="258"/>
            <ac:inkMk id="101" creationId="{60EC1333-618F-8E23-D382-63B160A70FA9}"/>
          </ac:inkMkLst>
        </pc:inkChg>
        <pc:inkChg chg="add del">
          <ac:chgData name="植田 篤俊" userId="0d2b3cda-30c1-45e3-9e5c-02c0046d67fa" providerId="ADAL" clId="{A6AB8097-671C-4783-A056-5A985F003BDF}" dt="2026-04-20T14:13:13.519" v="203"/>
          <ac:inkMkLst>
            <pc:docMk/>
            <pc:sldMk cId="3493980762" sldId="258"/>
            <ac:inkMk id="101" creationId="{F73AECC0-4141-B7A4-615F-809BA685E88D}"/>
          </ac:inkMkLst>
        </pc:inkChg>
        <pc:inkChg chg="add del">
          <ac:chgData name="植田 篤俊" userId="0d2b3cda-30c1-45e3-9e5c-02c0046d67fa" providerId="ADAL" clId="{A6AB8097-671C-4783-A056-5A985F003BDF}" dt="2026-04-20T14:13:13.519" v="203"/>
          <ac:inkMkLst>
            <pc:docMk/>
            <pc:sldMk cId="3493980762" sldId="258"/>
            <ac:inkMk id="102" creationId="{0748F883-C669-68CD-31BC-A8FC49C01663}"/>
          </ac:inkMkLst>
        </pc:inkChg>
        <pc:inkChg chg="add del">
          <ac:chgData name="植田 篤俊" userId="0d2b3cda-30c1-45e3-9e5c-02c0046d67fa" providerId="ADAL" clId="{A6AB8097-671C-4783-A056-5A985F003BDF}" dt="2026-04-20T14:24:12.402" v="1037"/>
          <ac:inkMkLst>
            <pc:docMk/>
            <pc:sldMk cId="3493980762" sldId="258"/>
            <ac:inkMk id="102" creationId="{7CC2524F-A395-F254-5B3F-58AB605FA21D}"/>
          </ac:inkMkLst>
        </pc:inkChg>
        <pc:inkChg chg="add del">
          <ac:chgData name="植田 篤俊" userId="0d2b3cda-30c1-45e3-9e5c-02c0046d67fa" providerId="ADAL" clId="{A6AB8097-671C-4783-A056-5A985F003BDF}" dt="2026-04-20T14:32:32.634" v="1189"/>
          <ac:inkMkLst>
            <pc:docMk/>
            <pc:sldMk cId="3493980762" sldId="258"/>
            <ac:inkMk id="102" creationId="{8FB7603B-B7E1-5D97-F08B-1615D56A7E37}"/>
          </ac:inkMkLst>
        </pc:inkChg>
        <pc:inkChg chg="add del">
          <ac:chgData name="植田 篤俊" userId="0d2b3cda-30c1-45e3-9e5c-02c0046d67fa" providerId="ADAL" clId="{A6AB8097-671C-4783-A056-5A985F003BDF}" dt="2026-04-20T14:17:31.325" v="581"/>
          <ac:inkMkLst>
            <pc:docMk/>
            <pc:sldMk cId="3493980762" sldId="258"/>
            <ac:inkMk id="102" creationId="{F3B35408-1E8B-CB99-CF14-20BD8796047A}"/>
          </ac:inkMkLst>
        </pc:inkChg>
        <pc:inkChg chg="add del">
          <ac:chgData name="植田 篤俊" userId="0d2b3cda-30c1-45e3-9e5c-02c0046d67fa" providerId="ADAL" clId="{A6AB8097-671C-4783-A056-5A985F003BDF}" dt="2026-04-20T14:32:32.635" v="1191"/>
          <ac:inkMkLst>
            <pc:docMk/>
            <pc:sldMk cId="3493980762" sldId="258"/>
            <ac:inkMk id="104" creationId="{09EC4467-9EBA-95E2-EBD5-D76E81854DEB}"/>
          </ac:inkMkLst>
        </pc:inkChg>
        <pc:inkChg chg="add">
          <ac:chgData name="植田 篤俊" userId="0d2b3cda-30c1-45e3-9e5c-02c0046d67fa" providerId="ADAL" clId="{A6AB8097-671C-4783-A056-5A985F003BDF}" dt="2026-04-20T14:13:10.726" v="195"/>
          <ac:inkMkLst>
            <pc:docMk/>
            <pc:sldMk cId="3493980762" sldId="258"/>
            <ac:inkMk id="104" creationId="{C61D9618-269A-2E2F-D344-85D222DE21CF}"/>
          </ac:inkMkLst>
        </pc:inkChg>
        <pc:inkChg chg="add del">
          <ac:chgData name="植田 篤俊" userId="0d2b3cda-30c1-45e3-9e5c-02c0046d67fa" providerId="ADAL" clId="{A6AB8097-671C-4783-A056-5A985F003BDF}" dt="2026-04-20T14:24:12.402" v="1037"/>
          <ac:inkMkLst>
            <pc:docMk/>
            <pc:sldMk cId="3493980762" sldId="258"/>
            <ac:inkMk id="104" creationId="{C6936B8C-4E8B-78C5-AA59-A79ECE9931F6}"/>
          </ac:inkMkLst>
        </pc:inkChg>
        <pc:inkChg chg="add del">
          <ac:chgData name="植田 篤俊" userId="0d2b3cda-30c1-45e3-9e5c-02c0046d67fa" providerId="ADAL" clId="{A6AB8097-671C-4783-A056-5A985F003BDF}" dt="2026-04-20T14:17:31.325" v="581"/>
          <ac:inkMkLst>
            <pc:docMk/>
            <pc:sldMk cId="3493980762" sldId="258"/>
            <ac:inkMk id="104" creationId="{F6EC02BC-99EC-E7CA-496B-A9EF81A2EE1F}"/>
          </ac:inkMkLst>
        </pc:inkChg>
        <pc:inkChg chg="add del">
          <ac:chgData name="植田 篤俊" userId="0d2b3cda-30c1-45e3-9e5c-02c0046d67fa" providerId="ADAL" clId="{A6AB8097-671C-4783-A056-5A985F003BDF}" dt="2026-04-20T14:17:31.325" v="581"/>
          <ac:inkMkLst>
            <pc:docMk/>
            <pc:sldMk cId="3493980762" sldId="258"/>
            <ac:inkMk id="105" creationId="{1B69EC4E-D49E-F3A5-E7A1-DAC088708B8B}"/>
          </ac:inkMkLst>
        </pc:inkChg>
        <pc:inkChg chg="add del">
          <ac:chgData name="植田 篤俊" userId="0d2b3cda-30c1-45e3-9e5c-02c0046d67fa" providerId="ADAL" clId="{A6AB8097-671C-4783-A056-5A985F003BDF}" dt="2026-04-20T14:32:32.641" v="1201"/>
          <ac:inkMkLst>
            <pc:docMk/>
            <pc:sldMk cId="3493980762" sldId="258"/>
            <ac:inkMk id="105" creationId="{3B67114B-7C95-882F-5BEA-FDAB927D1CC0}"/>
          </ac:inkMkLst>
        </pc:inkChg>
        <pc:inkChg chg="add">
          <ac:chgData name="植田 篤俊" userId="0d2b3cda-30c1-45e3-9e5c-02c0046d67fa" providerId="ADAL" clId="{A6AB8097-671C-4783-A056-5A985F003BDF}" dt="2026-04-20T14:13:10.876" v="196"/>
          <ac:inkMkLst>
            <pc:docMk/>
            <pc:sldMk cId="3493980762" sldId="258"/>
            <ac:inkMk id="105" creationId="{97C48314-D894-EE54-5370-A053203B617E}"/>
          </ac:inkMkLst>
        </pc:inkChg>
        <pc:inkChg chg="add del">
          <ac:chgData name="植田 篤俊" userId="0d2b3cda-30c1-45e3-9e5c-02c0046d67fa" providerId="ADAL" clId="{A6AB8097-671C-4783-A056-5A985F003BDF}" dt="2026-04-20T14:24:12.402" v="1037"/>
          <ac:inkMkLst>
            <pc:docMk/>
            <pc:sldMk cId="3493980762" sldId="258"/>
            <ac:inkMk id="105" creationId="{ED8E4D4A-40D8-09D8-29D3-F8245FDE9F1A}"/>
          </ac:inkMkLst>
        </pc:inkChg>
        <pc:inkChg chg="add del">
          <ac:chgData name="植田 篤俊" userId="0d2b3cda-30c1-45e3-9e5c-02c0046d67fa" providerId="ADAL" clId="{A6AB8097-671C-4783-A056-5A985F003BDF}" dt="2026-04-20T14:24:12.402" v="1037"/>
          <ac:inkMkLst>
            <pc:docMk/>
            <pc:sldMk cId="3493980762" sldId="258"/>
            <ac:inkMk id="106" creationId="{01689989-1FE6-65DA-BF0A-AF7F6F977ECA}"/>
          </ac:inkMkLst>
        </pc:inkChg>
        <pc:inkChg chg="add del">
          <ac:chgData name="植田 篤俊" userId="0d2b3cda-30c1-45e3-9e5c-02c0046d67fa" providerId="ADAL" clId="{A6AB8097-671C-4783-A056-5A985F003BDF}" dt="2026-04-20T14:17:31.325" v="581"/>
          <ac:inkMkLst>
            <pc:docMk/>
            <pc:sldMk cId="3493980762" sldId="258"/>
            <ac:inkMk id="106" creationId="{ABF8CC25-8198-197D-3C50-32C22FBFEEBD}"/>
          </ac:inkMkLst>
        </pc:inkChg>
        <pc:inkChg chg="add del">
          <ac:chgData name="植田 篤俊" userId="0d2b3cda-30c1-45e3-9e5c-02c0046d67fa" providerId="ADAL" clId="{A6AB8097-671C-4783-A056-5A985F003BDF}" dt="2026-04-20T14:32:32.626" v="1182"/>
          <ac:inkMkLst>
            <pc:docMk/>
            <pc:sldMk cId="3493980762" sldId="258"/>
            <ac:inkMk id="106" creationId="{BE928987-404C-3E83-1A70-205F43F9602C}"/>
          </ac:inkMkLst>
        </pc:inkChg>
        <pc:inkChg chg="add del">
          <ac:chgData name="植田 篤俊" userId="0d2b3cda-30c1-45e3-9e5c-02c0046d67fa" providerId="ADAL" clId="{A6AB8097-671C-4783-A056-5A985F003BDF}" dt="2026-04-20T14:13:13.519" v="203"/>
          <ac:inkMkLst>
            <pc:docMk/>
            <pc:sldMk cId="3493980762" sldId="258"/>
            <ac:inkMk id="106" creationId="{C8E79DB0-2853-74E0-07B2-D45323F7BC1A}"/>
          </ac:inkMkLst>
        </pc:inkChg>
        <pc:inkChg chg="add">
          <ac:chgData name="植田 篤俊" userId="0d2b3cda-30c1-45e3-9e5c-02c0046d67fa" providerId="ADAL" clId="{A6AB8097-671C-4783-A056-5A985F003BDF}" dt="2026-04-20T14:13:11.625" v="198"/>
          <ac:inkMkLst>
            <pc:docMk/>
            <pc:sldMk cId="3493980762" sldId="258"/>
            <ac:inkMk id="107" creationId="{B72B65D7-7545-CA4F-1F33-F31DF16B04D8}"/>
          </ac:inkMkLst>
        </pc:inkChg>
        <pc:inkChg chg="add reco">
          <ac:chgData name="植田 篤俊" userId="0d2b3cda-30c1-45e3-9e5c-02c0046d67fa" providerId="ADAL" clId="{A6AB8097-671C-4783-A056-5A985F003BDF}" dt="2026-04-20T14:17:31.325" v="581"/>
          <ac:inkMkLst>
            <pc:docMk/>
            <pc:sldMk cId="3493980762" sldId="258"/>
            <ac:inkMk id="107" creationId="{F0A038E5-F643-024E-02C1-9D3D0894A630}"/>
          </ac:inkMkLst>
        </pc:inkChg>
        <pc:inkChg chg="add">
          <ac:chgData name="植田 篤俊" userId="0d2b3cda-30c1-45e3-9e5c-02c0046d67fa" providerId="ADAL" clId="{A6AB8097-671C-4783-A056-5A985F003BDF}" dt="2026-04-20T14:32:33.393" v="1202"/>
          <ac:inkMkLst>
            <pc:docMk/>
            <pc:sldMk cId="3493980762" sldId="258"/>
            <ac:inkMk id="109" creationId="{24170ADA-6E01-EDA4-0996-CC387E05201A}"/>
          </ac:inkMkLst>
        </pc:inkChg>
        <pc:inkChg chg="add del">
          <ac:chgData name="植田 篤俊" userId="0d2b3cda-30c1-45e3-9e5c-02c0046d67fa" providerId="ADAL" clId="{A6AB8097-671C-4783-A056-5A985F003BDF}" dt="2026-04-20T14:17:35.627" v="585"/>
          <ac:inkMkLst>
            <pc:docMk/>
            <pc:sldMk cId="3493980762" sldId="258"/>
            <ac:inkMk id="109" creationId="{47D69D65-F8C0-F35C-069A-24A5F071F342}"/>
          </ac:inkMkLst>
        </pc:inkChg>
        <pc:inkChg chg="add del">
          <ac:chgData name="植田 篤俊" userId="0d2b3cda-30c1-45e3-9e5c-02c0046d67fa" providerId="ADAL" clId="{A6AB8097-671C-4783-A056-5A985F003BDF}" dt="2026-04-20T14:13:13.519" v="203"/>
          <ac:inkMkLst>
            <pc:docMk/>
            <pc:sldMk cId="3493980762" sldId="258"/>
            <ac:inkMk id="109" creationId="{7DD20539-DEB2-AD73-BACD-9AEF0AA46929}"/>
          </ac:inkMkLst>
        </pc:inkChg>
        <pc:inkChg chg="add del">
          <ac:chgData name="植田 篤俊" userId="0d2b3cda-30c1-45e3-9e5c-02c0046d67fa" providerId="ADAL" clId="{A6AB8097-671C-4783-A056-5A985F003BDF}" dt="2026-04-20T14:24:12.402" v="1037"/>
          <ac:inkMkLst>
            <pc:docMk/>
            <pc:sldMk cId="3493980762" sldId="258"/>
            <ac:inkMk id="109" creationId="{9198632C-569F-3D12-EE8A-770744F23D35}"/>
          </ac:inkMkLst>
        </pc:inkChg>
        <pc:inkChg chg="add">
          <ac:chgData name="植田 篤俊" userId="0d2b3cda-30c1-45e3-9e5c-02c0046d67fa" providerId="ADAL" clId="{A6AB8097-671C-4783-A056-5A985F003BDF}" dt="2026-04-20T14:32:33.643" v="1203"/>
          <ac:inkMkLst>
            <pc:docMk/>
            <pc:sldMk cId="3493980762" sldId="258"/>
            <ac:inkMk id="110" creationId="{32DC2DBE-EE6B-72FC-06BC-F4803A9AF696}"/>
          </ac:inkMkLst>
        </pc:inkChg>
        <pc:inkChg chg="add del">
          <ac:chgData name="植田 篤俊" userId="0d2b3cda-30c1-45e3-9e5c-02c0046d67fa" providerId="ADAL" clId="{A6AB8097-671C-4783-A056-5A985F003BDF}" dt="2026-04-20T14:24:12.402" v="1037"/>
          <ac:inkMkLst>
            <pc:docMk/>
            <pc:sldMk cId="3493980762" sldId="258"/>
            <ac:inkMk id="110" creationId="{3BC1622F-ED10-9CC8-BEBE-AF883AF747B4}"/>
          </ac:inkMkLst>
        </pc:inkChg>
        <pc:inkChg chg="add del">
          <ac:chgData name="植田 篤俊" userId="0d2b3cda-30c1-45e3-9e5c-02c0046d67fa" providerId="ADAL" clId="{A6AB8097-671C-4783-A056-5A985F003BDF}" dt="2026-04-20T14:13:13.519" v="203"/>
          <ac:inkMkLst>
            <pc:docMk/>
            <pc:sldMk cId="3493980762" sldId="258"/>
            <ac:inkMk id="110" creationId="{70B491DA-6B24-9AF2-97A4-462A34049DBC}"/>
          </ac:inkMkLst>
        </pc:inkChg>
        <pc:inkChg chg="add del">
          <ac:chgData name="植田 篤俊" userId="0d2b3cda-30c1-45e3-9e5c-02c0046d67fa" providerId="ADAL" clId="{A6AB8097-671C-4783-A056-5A985F003BDF}" dt="2026-04-20T14:17:35.627" v="585"/>
          <ac:inkMkLst>
            <pc:docMk/>
            <pc:sldMk cId="3493980762" sldId="258"/>
            <ac:inkMk id="110" creationId="{C5D247B5-9F78-FF26-7240-3D97B13E7810}"/>
          </ac:inkMkLst>
        </pc:inkChg>
        <pc:inkChg chg="add del">
          <ac:chgData name="植田 篤俊" userId="0d2b3cda-30c1-45e3-9e5c-02c0046d67fa" providerId="ADAL" clId="{A6AB8097-671C-4783-A056-5A985F003BDF}" dt="2026-04-20T14:13:13.519" v="203"/>
          <ac:inkMkLst>
            <pc:docMk/>
            <pc:sldMk cId="3493980762" sldId="258"/>
            <ac:inkMk id="111" creationId="{4ACB567B-8C22-B758-F19A-BC35FE30C7C4}"/>
          </ac:inkMkLst>
        </pc:inkChg>
        <pc:inkChg chg="add del">
          <ac:chgData name="植田 篤俊" userId="0d2b3cda-30c1-45e3-9e5c-02c0046d67fa" providerId="ADAL" clId="{A6AB8097-671C-4783-A056-5A985F003BDF}" dt="2026-04-20T14:17:35.627" v="585"/>
          <ac:inkMkLst>
            <pc:docMk/>
            <pc:sldMk cId="3493980762" sldId="258"/>
            <ac:inkMk id="111" creationId="{7200126F-D8B5-F426-997A-8D41497B5EFA}"/>
          </ac:inkMkLst>
        </pc:inkChg>
        <pc:inkChg chg="add">
          <ac:chgData name="植田 篤俊" userId="0d2b3cda-30c1-45e3-9e5c-02c0046d67fa" providerId="ADAL" clId="{A6AB8097-671C-4783-A056-5A985F003BDF}" dt="2026-04-20T14:32:33.808" v="1204"/>
          <ac:inkMkLst>
            <pc:docMk/>
            <pc:sldMk cId="3493980762" sldId="258"/>
            <ac:inkMk id="111" creationId="{DE90D42E-9169-8372-F5D9-87E52652D4AA}"/>
          </ac:inkMkLst>
        </pc:inkChg>
        <pc:inkChg chg="add del">
          <ac:chgData name="植田 篤俊" userId="0d2b3cda-30c1-45e3-9e5c-02c0046d67fa" providerId="ADAL" clId="{A6AB8097-671C-4783-A056-5A985F003BDF}" dt="2026-04-20T14:24:12.402" v="1037"/>
          <ac:inkMkLst>
            <pc:docMk/>
            <pc:sldMk cId="3493980762" sldId="258"/>
            <ac:inkMk id="111" creationId="{E30822BC-3C8D-CB55-FAB7-42B52836A221}"/>
          </ac:inkMkLst>
        </pc:inkChg>
        <pc:inkChg chg="add del reco">
          <ac:chgData name="植田 篤俊" userId="0d2b3cda-30c1-45e3-9e5c-02c0046d67fa" providerId="ADAL" clId="{A6AB8097-671C-4783-A056-5A985F003BDF}" dt="2026-04-20T14:17:36.422" v="586"/>
          <ac:inkMkLst>
            <pc:docMk/>
            <pc:sldMk cId="3493980762" sldId="258"/>
            <ac:inkMk id="112" creationId="{0532C4BF-22BD-20B4-7AAB-5624E9F418CB}"/>
          </ac:inkMkLst>
        </pc:inkChg>
        <pc:inkChg chg="add reco">
          <ac:chgData name="植田 篤俊" userId="0d2b3cda-30c1-45e3-9e5c-02c0046d67fa" providerId="ADAL" clId="{A6AB8097-671C-4783-A056-5A985F003BDF}" dt="2026-04-20T14:24:12.402" v="1037"/>
          <ac:inkMkLst>
            <pc:docMk/>
            <pc:sldMk cId="3493980762" sldId="258"/>
            <ac:inkMk id="112" creationId="{2199C0B6-5DFD-827B-0960-E7AC8BB80F6C}"/>
          </ac:inkMkLst>
        </pc:inkChg>
        <pc:inkChg chg="add del">
          <ac:chgData name="植田 篤俊" userId="0d2b3cda-30c1-45e3-9e5c-02c0046d67fa" providerId="ADAL" clId="{A6AB8097-671C-4783-A056-5A985F003BDF}" dt="2026-04-20T14:13:13.519" v="203"/>
          <ac:inkMkLst>
            <pc:docMk/>
            <pc:sldMk cId="3493980762" sldId="258"/>
            <ac:inkMk id="112" creationId="{E62841B9-DAED-5DC7-213F-E87968F3A40C}"/>
          </ac:inkMkLst>
        </pc:inkChg>
        <pc:inkChg chg="add reco">
          <ac:chgData name="植田 篤俊" userId="0d2b3cda-30c1-45e3-9e5c-02c0046d67fa" providerId="ADAL" clId="{A6AB8097-671C-4783-A056-5A985F003BDF}" dt="2026-04-20T14:24:12.402" v="1037"/>
          <ac:inkMkLst>
            <pc:docMk/>
            <pc:sldMk cId="3493980762" sldId="258"/>
            <ac:inkMk id="114" creationId="{6CE001AD-B05C-D690-4426-F76B2109653E}"/>
          </ac:inkMkLst>
        </pc:inkChg>
        <pc:inkChg chg="add">
          <ac:chgData name="植田 篤俊" userId="0d2b3cda-30c1-45e3-9e5c-02c0046d67fa" providerId="ADAL" clId="{A6AB8097-671C-4783-A056-5A985F003BDF}" dt="2026-04-20T14:13:14.276" v="204"/>
          <ac:inkMkLst>
            <pc:docMk/>
            <pc:sldMk cId="3493980762" sldId="258"/>
            <ac:inkMk id="114" creationId="{9F2C85CB-3ACB-D434-D9E3-FDDB3FBCCD80}"/>
          </ac:inkMkLst>
        </pc:inkChg>
        <pc:inkChg chg="add del">
          <ac:chgData name="植田 篤俊" userId="0d2b3cda-30c1-45e3-9e5c-02c0046d67fa" providerId="ADAL" clId="{A6AB8097-671C-4783-A056-5A985F003BDF}" dt="2026-04-20T14:17:42.158" v="600"/>
          <ac:inkMkLst>
            <pc:docMk/>
            <pc:sldMk cId="3493980762" sldId="258"/>
            <ac:inkMk id="114" creationId="{B84042F0-46DD-E748-F568-5819FD7EB6B1}"/>
          </ac:inkMkLst>
        </pc:inkChg>
        <pc:inkChg chg="add del">
          <ac:chgData name="植田 篤俊" userId="0d2b3cda-30c1-45e3-9e5c-02c0046d67fa" providerId="ADAL" clId="{A6AB8097-671C-4783-A056-5A985F003BDF}" dt="2026-04-20T14:17:42.158" v="600"/>
          <ac:inkMkLst>
            <pc:docMk/>
            <pc:sldMk cId="3493980762" sldId="258"/>
            <ac:inkMk id="115" creationId="{29232016-4221-2329-F668-744AF4ED2193}"/>
          </ac:inkMkLst>
        </pc:inkChg>
        <pc:inkChg chg="add">
          <ac:chgData name="植田 篤俊" userId="0d2b3cda-30c1-45e3-9e5c-02c0046d67fa" providerId="ADAL" clId="{A6AB8097-671C-4783-A056-5A985F003BDF}" dt="2026-04-20T14:13:14.612" v="205"/>
          <ac:inkMkLst>
            <pc:docMk/>
            <pc:sldMk cId="3493980762" sldId="258"/>
            <ac:inkMk id="115" creationId="{2C056582-5D68-FAD5-075B-B18233D74700}"/>
          </ac:inkMkLst>
        </pc:inkChg>
        <pc:inkChg chg="add del">
          <ac:chgData name="植田 篤俊" userId="0d2b3cda-30c1-45e3-9e5c-02c0046d67fa" providerId="ADAL" clId="{A6AB8097-671C-4783-A056-5A985F003BDF}" dt="2026-04-20T14:24:17.697" v="1041"/>
          <ac:inkMkLst>
            <pc:docMk/>
            <pc:sldMk cId="3493980762" sldId="258"/>
            <ac:inkMk id="115" creationId="{7E39AB5A-5610-828A-61DE-ABD595A7E89D}"/>
          </ac:inkMkLst>
        </pc:inkChg>
        <pc:inkChg chg="add">
          <ac:chgData name="植田 篤俊" userId="0d2b3cda-30c1-45e3-9e5c-02c0046d67fa" providerId="ADAL" clId="{A6AB8097-671C-4783-A056-5A985F003BDF}" dt="2026-04-20T14:32:34.349" v="1205"/>
          <ac:inkMkLst>
            <pc:docMk/>
            <pc:sldMk cId="3493980762" sldId="258"/>
            <ac:inkMk id="115" creationId="{8274051B-1373-F2DF-6601-8F94C96086A4}"/>
          </ac:inkMkLst>
        </pc:inkChg>
        <pc:inkChg chg="add del">
          <ac:chgData name="植田 篤俊" userId="0d2b3cda-30c1-45e3-9e5c-02c0046d67fa" providerId="ADAL" clId="{A6AB8097-671C-4783-A056-5A985F003BDF}" dt="2026-04-20T14:24:17.697" v="1041"/>
          <ac:inkMkLst>
            <pc:docMk/>
            <pc:sldMk cId="3493980762" sldId="258"/>
            <ac:inkMk id="116" creationId="{06057BB0-604C-FC98-AE9E-D6EAB432A2DA}"/>
          </ac:inkMkLst>
        </pc:inkChg>
        <pc:inkChg chg="add">
          <ac:chgData name="植田 篤俊" userId="0d2b3cda-30c1-45e3-9e5c-02c0046d67fa" providerId="ADAL" clId="{A6AB8097-671C-4783-A056-5A985F003BDF}" dt="2026-04-20T14:32:34.576" v="1206"/>
          <ac:inkMkLst>
            <pc:docMk/>
            <pc:sldMk cId="3493980762" sldId="258"/>
            <ac:inkMk id="116" creationId="{1B7D8C7C-AFB9-880E-04F5-3432E1CCEF32}"/>
          </ac:inkMkLst>
        </pc:inkChg>
        <pc:inkChg chg="add del">
          <ac:chgData name="植田 篤俊" userId="0d2b3cda-30c1-45e3-9e5c-02c0046d67fa" providerId="ADAL" clId="{A6AB8097-671C-4783-A056-5A985F003BDF}" dt="2026-04-20T14:17:42.158" v="600"/>
          <ac:inkMkLst>
            <pc:docMk/>
            <pc:sldMk cId="3493980762" sldId="258"/>
            <ac:inkMk id="116" creationId="{3D425479-7F2C-6CEB-2D6E-A5C51C943A35}"/>
          </ac:inkMkLst>
        </pc:inkChg>
        <pc:inkChg chg="add del">
          <ac:chgData name="植田 篤俊" userId="0d2b3cda-30c1-45e3-9e5c-02c0046d67fa" providerId="ADAL" clId="{A6AB8097-671C-4783-A056-5A985F003BDF}" dt="2026-04-20T14:13:22.155" v="230"/>
          <ac:inkMkLst>
            <pc:docMk/>
            <pc:sldMk cId="3493980762" sldId="258"/>
            <ac:inkMk id="116" creationId="{CA42D8B2-D4CE-8BD2-14F6-B6394D88D96E}"/>
          </ac:inkMkLst>
        </pc:inkChg>
        <pc:inkChg chg="add del">
          <ac:chgData name="植田 篤俊" userId="0d2b3cda-30c1-45e3-9e5c-02c0046d67fa" providerId="ADAL" clId="{A6AB8097-671C-4783-A056-5A985F003BDF}" dt="2026-04-20T14:32:39.619" v="1219"/>
          <ac:inkMkLst>
            <pc:docMk/>
            <pc:sldMk cId="3493980762" sldId="258"/>
            <ac:inkMk id="120" creationId="{72F0F471-312A-B2BD-4E87-150FCBE4091F}"/>
          </ac:inkMkLst>
        </pc:inkChg>
        <pc:inkChg chg="add">
          <ac:chgData name="植田 篤俊" userId="0d2b3cda-30c1-45e3-9e5c-02c0046d67fa" providerId="ADAL" clId="{A6AB8097-671C-4783-A056-5A985F003BDF}" dt="2026-04-20T14:17:38.258" v="590"/>
          <ac:inkMkLst>
            <pc:docMk/>
            <pc:sldMk cId="3493980762" sldId="258"/>
            <ac:inkMk id="120" creationId="{985E1AA9-8038-7B3D-C704-2CF35AF2DD15}"/>
          </ac:inkMkLst>
        </pc:inkChg>
        <pc:inkChg chg="add">
          <ac:chgData name="植田 篤俊" userId="0d2b3cda-30c1-45e3-9e5c-02c0046d67fa" providerId="ADAL" clId="{A6AB8097-671C-4783-A056-5A985F003BDF}" dt="2026-04-20T14:13:14.892" v="207"/>
          <ac:inkMkLst>
            <pc:docMk/>
            <pc:sldMk cId="3493980762" sldId="258"/>
            <ac:inkMk id="120" creationId="{C1C8FD73-5C9B-29FC-A958-6A6F0E06DACF}"/>
          </ac:inkMkLst>
        </pc:inkChg>
        <pc:inkChg chg="add del">
          <ac:chgData name="植田 篤俊" userId="0d2b3cda-30c1-45e3-9e5c-02c0046d67fa" providerId="ADAL" clId="{A6AB8097-671C-4783-A056-5A985F003BDF}" dt="2026-04-20T14:24:17.697" v="1041"/>
          <ac:inkMkLst>
            <pc:docMk/>
            <pc:sldMk cId="3493980762" sldId="258"/>
            <ac:inkMk id="120" creationId="{F031064F-0E08-E419-5158-AF1BB394A977}"/>
          </ac:inkMkLst>
        </pc:inkChg>
        <pc:inkChg chg="add reco">
          <ac:chgData name="植田 篤俊" userId="0d2b3cda-30c1-45e3-9e5c-02c0046d67fa" providerId="ADAL" clId="{A6AB8097-671C-4783-A056-5A985F003BDF}" dt="2026-04-20T14:24:17.697" v="1041"/>
          <ac:inkMkLst>
            <pc:docMk/>
            <pc:sldMk cId="3493980762" sldId="258"/>
            <ac:inkMk id="121" creationId="{01DE8165-09E9-6D73-9800-6F0050B82154}"/>
          </ac:inkMkLst>
        </pc:inkChg>
        <pc:inkChg chg="add del">
          <ac:chgData name="植田 篤俊" userId="0d2b3cda-30c1-45e3-9e5c-02c0046d67fa" providerId="ADAL" clId="{A6AB8097-671C-4783-A056-5A985F003BDF}" dt="2026-04-20T14:13:22.155" v="230"/>
          <ac:inkMkLst>
            <pc:docMk/>
            <pc:sldMk cId="3493980762" sldId="258"/>
            <ac:inkMk id="121" creationId="{237A7877-B2D9-44D1-23D0-2D58B57D1905}"/>
          </ac:inkMkLst>
        </pc:inkChg>
        <pc:inkChg chg="add del">
          <ac:chgData name="植田 篤俊" userId="0d2b3cda-30c1-45e3-9e5c-02c0046d67fa" providerId="ADAL" clId="{A6AB8097-671C-4783-A056-5A985F003BDF}" dt="2026-04-20T14:17:42.158" v="600"/>
          <ac:inkMkLst>
            <pc:docMk/>
            <pc:sldMk cId="3493980762" sldId="258"/>
            <ac:inkMk id="121" creationId="{4CD460DD-2883-4FB1-52E2-5778C1B92C85}"/>
          </ac:inkMkLst>
        </pc:inkChg>
        <pc:inkChg chg="add del">
          <ac:chgData name="植田 篤俊" userId="0d2b3cda-30c1-45e3-9e5c-02c0046d67fa" providerId="ADAL" clId="{A6AB8097-671C-4783-A056-5A985F003BDF}" dt="2026-04-20T14:32:39.619" v="1219"/>
          <ac:inkMkLst>
            <pc:docMk/>
            <pc:sldMk cId="3493980762" sldId="258"/>
            <ac:inkMk id="123" creationId="{11862EBB-5700-9825-492D-CC9521E5C9E8}"/>
          </ac:inkMkLst>
        </pc:inkChg>
        <pc:inkChg chg="add del">
          <ac:chgData name="植田 篤俊" userId="0d2b3cda-30c1-45e3-9e5c-02c0046d67fa" providerId="ADAL" clId="{A6AB8097-671C-4783-A056-5A985F003BDF}" dt="2026-04-20T14:17:42.158" v="600"/>
          <ac:inkMkLst>
            <pc:docMk/>
            <pc:sldMk cId="3493980762" sldId="258"/>
            <ac:inkMk id="123" creationId="{33FCCA8C-A1E3-125E-B3D7-6169C06E7910}"/>
          </ac:inkMkLst>
        </pc:inkChg>
        <pc:inkChg chg="add">
          <ac:chgData name="植田 篤俊" userId="0d2b3cda-30c1-45e3-9e5c-02c0046d67fa" providerId="ADAL" clId="{A6AB8097-671C-4783-A056-5A985F003BDF}" dt="2026-04-20T14:13:15.309" v="209"/>
          <ac:inkMkLst>
            <pc:docMk/>
            <pc:sldMk cId="3493980762" sldId="258"/>
            <ac:inkMk id="123" creationId="{4235729B-5B9B-4C13-C678-851E2B6F75D4}"/>
          </ac:inkMkLst>
        </pc:inkChg>
        <pc:inkChg chg="add">
          <ac:chgData name="植田 篤俊" userId="0d2b3cda-30c1-45e3-9e5c-02c0046d67fa" providerId="ADAL" clId="{A6AB8097-671C-4783-A056-5A985F003BDF}" dt="2026-04-20T14:32:35.293" v="1209"/>
          <ac:inkMkLst>
            <pc:docMk/>
            <pc:sldMk cId="3493980762" sldId="258"/>
            <ac:inkMk id="124" creationId="{006FAF00-EE28-96E8-5339-BBFD1ABF42BC}"/>
          </ac:inkMkLst>
        </pc:inkChg>
        <pc:inkChg chg="add">
          <ac:chgData name="植田 篤俊" userId="0d2b3cda-30c1-45e3-9e5c-02c0046d67fa" providerId="ADAL" clId="{A6AB8097-671C-4783-A056-5A985F003BDF}" dt="2026-04-20T14:17:39.156" v="593"/>
          <ac:inkMkLst>
            <pc:docMk/>
            <pc:sldMk cId="3493980762" sldId="258"/>
            <ac:inkMk id="124" creationId="{7605EE5D-27C5-4F48-6D73-FDE26CC37F5D}"/>
          </ac:inkMkLst>
        </pc:inkChg>
        <pc:inkChg chg="add">
          <ac:chgData name="植田 篤俊" userId="0d2b3cda-30c1-45e3-9e5c-02c0046d67fa" providerId="ADAL" clId="{A6AB8097-671C-4783-A056-5A985F003BDF}" dt="2026-04-20T14:13:15.463" v="210"/>
          <ac:inkMkLst>
            <pc:docMk/>
            <pc:sldMk cId="3493980762" sldId="258"/>
            <ac:inkMk id="124" creationId="{9CDC9707-8F35-EF98-E59A-549578F81873}"/>
          </ac:inkMkLst>
        </pc:inkChg>
        <pc:inkChg chg="add">
          <ac:chgData name="植田 篤俊" userId="0d2b3cda-30c1-45e3-9e5c-02c0046d67fa" providerId="ADAL" clId="{A6AB8097-671C-4783-A056-5A985F003BDF}" dt="2026-04-20T14:17:39.338" v="594"/>
          <ac:inkMkLst>
            <pc:docMk/>
            <pc:sldMk cId="3493980762" sldId="258"/>
            <ac:inkMk id="125" creationId="{00586AE3-9E26-3229-CBD7-C7BE29F09712}"/>
          </ac:inkMkLst>
        </pc:inkChg>
        <pc:inkChg chg="add">
          <ac:chgData name="植田 篤俊" userId="0d2b3cda-30c1-45e3-9e5c-02c0046d67fa" providerId="ADAL" clId="{A6AB8097-671C-4783-A056-5A985F003BDF}" dt="2026-04-20T14:32:35.611" v="1210"/>
          <ac:inkMkLst>
            <pc:docMk/>
            <pc:sldMk cId="3493980762" sldId="258"/>
            <ac:inkMk id="125" creationId="{55375F53-5D42-4D57-EC8B-578A59C7C17C}"/>
          </ac:inkMkLst>
        </pc:inkChg>
        <pc:inkChg chg="add">
          <ac:chgData name="植田 篤俊" userId="0d2b3cda-30c1-45e3-9e5c-02c0046d67fa" providerId="ADAL" clId="{A6AB8097-671C-4783-A056-5A985F003BDF}" dt="2026-04-20T14:13:15.943" v="211"/>
          <ac:inkMkLst>
            <pc:docMk/>
            <pc:sldMk cId="3493980762" sldId="258"/>
            <ac:inkMk id="125" creationId="{68C0F523-29D6-593C-FFD6-6496617B525F}"/>
          </ac:inkMkLst>
        </pc:inkChg>
        <pc:inkChg chg="add">
          <ac:chgData name="植田 篤俊" userId="0d2b3cda-30c1-45e3-9e5c-02c0046d67fa" providerId="ADAL" clId="{A6AB8097-671C-4783-A056-5A985F003BDF}" dt="2026-04-20T14:13:16.042" v="212"/>
          <ac:inkMkLst>
            <pc:docMk/>
            <pc:sldMk cId="3493980762" sldId="258"/>
            <ac:inkMk id="126" creationId="{2CDEBD7F-1297-8074-DCB8-ED9998043109}"/>
          </ac:inkMkLst>
        </pc:inkChg>
        <pc:inkChg chg="add del">
          <ac:chgData name="植田 篤俊" userId="0d2b3cda-30c1-45e3-9e5c-02c0046d67fa" providerId="ADAL" clId="{A6AB8097-671C-4783-A056-5A985F003BDF}" dt="2026-04-20T14:17:43.005" v="601"/>
          <ac:inkMkLst>
            <pc:docMk/>
            <pc:sldMk cId="3493980762" sldId="258"/>
            <ac:inkMk id="126" creationId="{560DB29A-CB1D-F92C-930F-67C5FFB59F0B}"/>
          </ac:inkMkLst>
        </pc:inkChg>
        <pc:inkChg chg="add del">
          <ac:chgData name="植田 篤俊" userId="0d2b3cda-30c1-45e3-9e5c-02c0046d67fa" providerId="ADAL" clId="{A6AB8097-671C-4783-A056-5A985F003BDF}" dt="2026-04-20T14:32:39.619" v="1219"/>
          <ac:inkMkLst>
            <pc:docMk/>
            <pc:sldMk cId="3493980762" sldId="258"/>
            <ac:inkMk id="126" creationId="{852B8466-529A-36D2-63A2-34883D8C64D3}"/>
          </ac:inkMkLst>
        </pc:inkChg>
        <pc:inkChg chg="add del">
          <ac:chgData name="植田 篤俊" userId="0d2b3cda-30c1-45e3-9e5c-02c0046d67fa" providerId="ADAL" clId="{A6AB8097-671C-4783-A056-5A985F003BDF}" dt="2026-04-20T14:32:39.619" v="1219"/>
          <ac:inkMkLst>
            <pc:docMk/>
            <pc:sldMk cId="3493980762" sldId="258"/>
            <ac:inkMk id="127" creationId="{3E0E946C-DE15-C856-3D0A-EA9D7DE5163A}"/>
          </ac:inkMkLst>
        </pc:inkChg>
        <pc:inkChg chg="add del">
          <ac:chgData name="植田 篤俊" userId="0d2b3cda-30c1-45e3-9e5c-02c0046d67fa" providerId="ADAL" clId="{A6AB8097-671C-4783-A056-5A985F003BDF}" dt="2026-04-20T14:17:42.158" v="600"/>
          <ac:inkMkLst>
            <pc:docMk/>
            <pc:sldMk cId="3493980762" sldId="258"/>
            <ac:inkMk id="127" creationId="{688D7D4D-25F6-A4CB-6A33-D46E49C44897}"/>
          </ac:inkMkLst>
        </pc:inkChg>
        <pc:inkChg chg="add">
          <ac:chgData name="植田 篤俊" userId="0d2b3cda-30c1-45e3-9e5c-02c0046d67fa" providerId="ADAL" clId="{A6AB8097-671C-4783-A056-5A985F003BDF}" dt="2026-04-20T14:13:16.175" v="213"/>
          <ac:inkMkLst>
            <pc:docMk/>
            <pc:sldMk cId="3493980762" sldId="258"/>
            <ac:inkMk id="127" creationId="{7191C28E-8DB2-9CF5-4DC9-66E2FEE90301}"/>
          </ac:inkMkLst>
        </pc:inkChg>
        <pc:inkChg chg="add">
          <ac:chgData name="植田 篤俊" userId="0d2b3cda-30c1-45e3-9e5c-02c0046d67fa" providerId="ADAL" clId="{A6AB8097-671C-4783-A056-5A985F003BDF}" dt="2026-04-20T14:18:03.920" v="657"/>
          <ac:inkMkLst>
            <pc:docMk/>
            <pc:sldMk cId="3493980762" sldId="258"/>
            <ac:inkMk id="128" creationId="{57294EE2-7A06-C5C4-2FE4-E99426B9751A}"/>
          </ac:inkMkLst>
        </pc:inkChg>
        <pc:inkChg chg="add">
          <ac:chgData name="植田 篤俊" userId="0d2b3cda-30c1-45e3-9e5c-02c0046d67fa" providerId="ADAL" clId="{A6AB8097-671C-4783-A056-5A985F003BDF}" dt="2026-04-20T14:13:48.624" v="277"/>
          <ac:inkMkLst>
            <pc:docMk/>
            <pc:sldMk cId="3493980762" sldId="258"/>
            <ac:inkMk id="128" creationId="{7CD2405E-3D02-EC0E-6DE2-92ECCCBE500B}"/>
          </ac:inkMkLst>
        </pc:inkChg>
        <pc:inkChg chg="add">
          <ac:chgData name="植田 篤俊" userId="0d2b3cda-30c1-45e3-9e5c-02c0046d67fa" providerId="ADAL" clId="{A6AB8097-671C-4783-A056-5A985F003BDF}" dt="2026-04-20T14:32:37.311" v="1213"/>
          <ac:inkMkLst>
            <pc:docMk/>
            <pc:sldMk cId="3493980762" sldId="258"/>
            <ac:inkMk id="128" creationId="{8D5BFC30-E53A-D1CD-38D6-E406978CD0A1}"/>
          </ac:inkMkLst>
        </pc:inkChg>
        <pc:inkChg chg="add">
          <ac:chgData name="植田 篤俊" userId="0d2b3cda-30c1-45e3-9e5c-02c0046d67fa" providerId="ADAL" clId="{A6AB8097-671C-4783-A056-5A985F003BDF}" dt="2026-04-20T14:18:04.086" v="658"/>
          <ac:inkMkLst>
            <pc:docMk/>
            <pc:sldMk cId="3493980762" sldId="258"/>
            <ac:inkMk id="129" creationId="{1DC040E8-D96B-CE9E-D2F8-865FFB5CB477}"/>
          </ac:inkMkLst>
        </pc:inkChg>
        <pc:inkChg chg="add del">
          <ac:chgData name="植田 篤俊" userId="0d2b3cda-30c1-45e3-9e5c-02c0046d67fa" providerId="ADAL" clId="{A6AB8097-671C-4783-A056-5A985F003BDF}" dt="2026-04-20T14:32:39.619" v="1219"/>
          <ac:inkMkLst>
            <pc:docMk/>
            <pc:sldMk cId="3493980762" sldId="258"/>
            <ac:inkMk id="129" creationId="{6E148DAC-09CF-94CD-4B64-E2E948E491B5}"/>
          </ac:inkMkLst>
        </pc:inkChg>
        <pc:inkChg chg="add del">
          <ac:chgData name="植田 篤俊" userId="0d2b3cda-30c1-45e3-9e5c-02c0046d67fa" providerId="ADAL" clId="{A6AB8097-671C-4783-A056-5A985F003BDF}" dt="2026-04-20T14:13:51.635" v="287"/>
          <ac:inkMkLst>
            <pc:docMk/>
            <pc:sldMk cId="3493980762" sldId="258"/>
            <ac:inkMk id="129" creationId="{ABDA7ECB-2823-EAB8-0546-E88B667E330C}"/>
          </ac:inkMkLst>
        </pc:inkChg>
        <pc:inkChg chg="add del">
          <ac:chgData name="植田 篤俊" userId="0d2b3cda-30c1-45e3-9e5c-02c0046d67fa" providerId="ADAL" clId="{A6AB8097-671C-4783-A056-5A985F003BDF}" dt="2026-04-20T14:18:08.463" v="671"/>
          <ac:inkMkLst>
            <pc:docMk/>
            <pc:sldMk cId="3493980762" sldId="258"/>
            <ac:inkMk id="130" creationId="{2A8A2C27-CF53-CE04-C62F-D737E618B09C}"/>
          </ac:inkMkLst>
        </pc:inkChg>
        <pc:inkChg chg="add">
          <ac:chgData name="植田 篤俊" userId="0d2b3cda-30c1-45e3-9e5c-02c0046d67fa" providerId="ADAL" clId="{A6AB8097-671C-4783-A056-5A985F003BDF}" dt="2026-04-20T14:13:49.040" v="279"/>
          <ac:inkMkLst>
            <pc:docMk/>
            <pc:sldMk cId="3493980762" sldId="258"/>
            <ac:inkMk id="130" creationId="{D8DFB4C5-5098-F817-22DD-172F5E3E2012}"/>
          </ac:inkMkLst>
        </pc:inkChg>
        <pc:inkChg chg="add del">
          <ac:chgData name="植田 篤俊" userId="0d2b3cda-30c1-45e3-9e5c-02c0046d67fa" providerId="ADAL" clId="{A6AB8097-671C-4783-A056-5A985F003BDF}" dt="2026-04-20T14:32:39.619" v="1219"/>
          <ac:inkMkLst>
            <pc:docMk/>
            <pc:sldMk cId="3493980762" sldId="258"/>
            <ac:inkMk id="130" creationId="{F82116E2-BAE3-260F-BC51-5E8DE3E2EA0D}"/>
          </ac:inkMkLst>
        </pc:inkChg>
        <pc:inkChg chg="add">
          <ac:chgData name="植田 篤俊" userId="0d2b3cda-30c1-45e3-9e5c-02c0046d67fa" providerId="ADAL" clId="{A6AB8097-671C-4783-A056-5A985F003BDF}" dt="2026-04-20T14:18:04.573" v="660"/>
          <ac:inkMkLst>
            <pc:docMk/>
            <pc:sldMk cId="3493980762" sldId="258"/>
            <ac:inkMk id="131" creationId="{2489BA60-A5D2-FA03-6A79-5C7DF82E93DA}"/>
          </ac:inkMkLst>
        </pc:inkChg>
        <pc:inkChg chg="add del">
          <ac:chgData name="植田 篤俊" userId="0d2b3cda-30c1-45e3-9e5c-02c0046d67fa" providerId="ADAL" clId="{A6AB8097-671C-4783-A056-5A985F003BDF}" dt="2026-04-20T14:13:51.635" v="287"/>
          <ac:inkMkLst>
            <pc:docMk/>
            <pc:sldMk cId="3493980762" sldId="258"/>
            <ac:inkMk id="131" creationId="{637200BA-A55E-3D1F-CE43-13323AE0ACE6}"/>
          </ac:inkMkLst>
        </pc:inkChg>
        <pc:inkChg chg="add del">
          <ac:chgData name="植田 篤俊" userId="0d2b3cda-30c1-45e3-9e5c-02c0046d67fa" providerId="ADAL" clId="{A6AB8097-671C-4783-A056-5A985F003BDF}" dt="2026-04-20T14:32:39.619" v="1219"/>
          <ac:inkMkLst>
            <pc:docMk/>
            <pc:sldMk cId="3493980762" sldId="258"/>
            <ac:inkMk id="131" creationId="{A81979ED-A03D-2D39-82CB-A20E231F1160}"/>
          </ac:inkMkLst>
        </pc:inkChg>
        <pc:inkChg chg="add del">
          <ac:chgData name="植田 篤俊" userId="0d2b3cda-30c1-45e3-9e5c-02c0046d67fa" providerId="ADAL" clId="{A6AB8097-671C-4783-A056-5A985F003BDF}" dt="2026-04-20T14:18:08.463" v="671"/>
          <ac:inkMkLst>
            <pc:docMk/>
            <pc:sldMk cId="3493980762" sldId="258"/>
            <ac:inkMk id="132" creationId="{83EC16D0-ADDD-0940-CE95-1A8504A415DB}"/>
          </ac:inkMkLst>
        </pc:inkChg>
        <pc:inkChg chg="add">
          <ac:chgData name="植田 篤俊" userId="0d2b3cda-30c1-45e3-9e5c-02c0046d67fa" providerId="ADAL" clId="{A6AB8097-671C-4783-A056-5A985F003BDF}" dt="2026-04-20T14:32:38.828" v="1217"/>
          <ac:inkMkLst>
            <pc:docMk/>
            <pc:sldMk cId="3493980762" sldId="258"/>
            <ac:inkMk id="132" creationId="{AAB1339C-9B3E-5DE7-2458-46F620860805}"/>
          </ac:inkMkLst>
        </pc:inkChg>
        <pc:inkChg chg="add">
          <ac:chgData name="植田 篤俊" userId="0d2b3cda-30c1-45e3-9e5c-02c0046d67fa" providerId="ADAL" clId="{A6AB8097-671C-4783-A056-5A985F003BDF}" dt="2026-04-20T14:13:49.787" v="281"/>
          <ac:inkMkLst>
            <pc:docMk/>
            <pc:sldMk cId="3493980762" sldId="258"/>
            <ac:inkMk id="132" creationId="{D2DB3F09-DC07-BE8A-B8E1-EA3963075FA9}"/>
          </ac:inkMkLst>
        </pc:inkChg>
        <pc:inkChg chg="add del">
          <ac:chgData name="植田 篤俊" userId="0d2b3cda-30c1-45e3-9e5c-02c0046d67fa" providerId="ADAL" clId="{A6AB8097-671C-4783-A056-5A985F003BDF}" dt="2026-04-20T14:18:08.463" v="671"/>
          <ac:inkMkLst>
            <pc:docMk/>
            <pc:sldMk cId="3493980762" sldId="258"/>
            <ac:inkMk id="133" creationId="{55ECEF2F-4B98-04E3-400D-31746D95EF47}"/>
          </ac:inkMkLst>
        </pc:inkChg>
        <pc:inkChg chg="add del">
          <ac:chgData name="植田 篤俊" userId="0d2b3cda-30c1-45e3-9e5c-02c0046d67fa" providerId="ADAL" clId="{A6AB8097-671C-4783-A056-5A985F003BDF}" dt="2026-04-20T14:13:51.635" v="287"/>
          <ac:inkMkLst>
            <pc:docMk/>
            <pc:sldMk cId="3493980762" sldId="258"/>
            <ac:inkMk id="133" creationId="{B4147E40-08BE-E05B-3367-9308ED52B627}"/>
          </ac:inkMkLst>
        </pc:inkChg>
        <pc:inkChg chg="add del">
          <ac:chgData name="植田 篤俊" userId="0d2b3cda-30c1-45e3-9e5c-02c0046d67fa" providerId="ADAL" clId="{A6AB8097-671C-4783-A056-5A985F003BDF}" dt="2026-04-20T14:32:39.619" v="1219"/>
          <ac:inkMkLst>
            <pc:docMk/>
            <pc:sldMk cId="3493980762" sldId="258"/>
            <ac:inkMk id="133" creationId="{BE80A5AE-C4A8-FE95-B546-B47F31761C6B}"/>
          </ac:inkMkLst>
        </pc:inkChg>
        <pc:inkChg chg="add">
          <ac:chgData name="植田 篤俊" userId="0d2b3cda-30c1-45e3-9e5c-02c0046d67fa" providerId="ADAL" clId="{A6AB8097-671C-4783-A056-5A985F003BDF}" dt="2026-04-20T14:18:05.186" v="663"/>
          <ac:inkMkLst>
            <pc:docMk/>
            <pc:sldMk cId="3493980762" sldId="258"/>
            <ac:inkMk id="134" creationId="{0C2ECF24-D4F1-4953-A4F1-AE5CAC3FB31F}"/>
          </ac:inkMkLst>
        </pc:inkChg>
        <pc:inkChg chg="add">
          <ac:chgData name="植田 篤俊" userId="0d2b3cda-30c1-45e3-9e5c-02c0046d67fa" providerId="ADAL" clId="{A6AB8097-671C-4783-A056-5A985F003BDF}" dt="2026-04-20T14:13:50.089" v="283"/>
          <ac:inkMkLst>
            <pc:docMk/>
            <pc:sldMk cId="3493980762" sldId="258"/>
            <ac:inkMk id="134" creationId="{4732AFA9-301A-47EF-939C-ECF3AADFED15}"/>
          </ac:inkMkLst>
        </pc:inkChg>
        <pc:inkChg chg="add reco">
          <ac:chgData name="植田 篤俊" userId="0d2b3cda-30c1-45e3-9e5c-02c0046d67fa" providerId="ADAL" clId="{A6AB8097-671C-4783-A056-5A985F003BDF}" dt="2026-04-20T14:32:39.619" v="1219"/>
          <ac:inkMkLst>
            <pc:docMk/>
            <pc:sldMk cId="3493980762" sldId="258"/>
            <ac:inkMk id="134" creationId="{C5AC5776-8F5C-3F42-1DB5-AC5F0DC00146}"/>
          </ac:inkMkLst>
        </pc:inkChg>
        <pc:inkChg chg="add del">
          <ac:chgData name="植田 篤俊" userId="0d2b3cda-30c1-45e3-9e5c-02c0046d67fa" providerId="ADAL" clId="{A6AB8097-671C-4783-A056-5A985F003BDF}" dt="2026-04-20T14:13:51.635" v="287"/>
          <ac:inkMkLst>
            <pc:docMk/>
            <pc:sldMk cId="3493980762" sldId="258"/>
            <ac:inkMk id="135" creationId="{17AF1C5E-26F5-6475-E2EB-C37408E617B2}"/>
          </ac:inkMkLst>
        </pc:inkChg>
        <pc:inkChg chg="add">
          <ac:chgData name="植田 篤俊" userId="0d2b3cda-30c1-45e3-9e5c-02c0046d67fa" providerId="ADAL" clId="{A6AB8097-671C-4783-A056-5A985F003BDF}" dt="2026-04-20T14:32:42.146" v="1220"/>
          <ac:inkMkLst>
            <pc:docMk/>
            <pc:sldMk cId="3493980762" sldId="258"/>
            <ac:inkMk id="135" creationId="{620A1A4B-5499-EBD1-8CB0-6467B6C58545}"/>
          </ac:inkMkLst>
        </pc:inkChg>
        <pc:inkChg chg="add del">
          <ac:chgData name="植田 篤俊" userId="0d2b3cda-30c1-45e3-9e5c-02c0046d67fa" providerId="ADAL" clId="{A6AB8097-671C-4783-A056-5A985F003BDF}" dt="2026-04-20T14:18:08.463" v="671"/>
          <ac:inkMkLst>
            <pc:docMk/>
            <pc:sldMk cId="3493980762" sldId="258"/>
            <ac:inkMk id="135" creationId="{912D961B-130B-5F08-17D0-3FD2056EFA28}"/>
          </ac:inkMkLst>
        </pc:inkChg>
        <pc:inkChg chg="add">
          <ac:chgData name="植田 篤俊" userId="0d2b3cda-30c1-45e3-9e5c-02c0046d67fa" providerId="ADAL" clId="{A6AB8097-671C-4783-A056-5A985F003BDF}" dt="2026-04-20T14:32:50.345" v="1221"/>
          <ac:inkMkLst>
            <pc:docMk/>
            <pc:sldMk cId="3493980762" sldId="258"/>
            <ac:inkMk id="136" creationId="{AEA90C94-66A9-5E39-1C8A-9029F4344BC2}"/>
          </ac:inkMkLst>
        </pc:inkChg>
        <pc:inkChg chg="add">
          <ac:chgData name="植田 篤俊" userId="0d2b3cda-30c1-45e3-9e5c-02c0046d67fa" providerId="ADAL" clId="{A6AB8097-671C-4783-A056-5A985F003BDF}" dt="2026-04-20T14:13:50.673" v="285"/>
          <ac:inkMkLst>
            <pc:docMk/>
            <pc:sldMk cId="3493980762" sldId="258"/>
            <ac:inkMk id="136" creationId="{C37A28BA-AD9E-3B6F-3AF1-A1444997B439}"/>
          </ac:inkMkLst>
        </pc:inkChg>
        <pc:inkChg chg="add">
          <ac:chgData name="植田 篤俊" userId="0d2b3cda-30c1-45e3-9e5c-02c0046d67fa" providerId="ADAL" clId="{A6AB8097-671C-4783-A056-5A985F003BDF}" dt="2026-04-20T14:18:05.886" v="665"/>
          <ac:inkMkLst>
            <pc:docMk/>
            <pc:sldMk cId="3493980762" sldId="258"/>
            <ac:inkMk id="136" creationId="{E83B5892-3FF6-2632-416F-381D693284DE}"/>
          </ac:inkMkLst>
        </pc:inkChg>
        <pc:inkChg chg="add">
          <ac:chgData name="植田 篤俊" userId="0d2b3cda-30c1-45e3-9e5c-02c0046d67fa" providerId="ADAL" clId="{A6AB8097-671C-4783-A056-5A985F003BDF}" dt="2026-04-20T14:18:06.036" v="666"/>
          <ac:inkMkLst>
            <pc:docMk/>
            <pc:sldMk cId="3493980762" sldId="258"/>
            <ac:inkMk id="137" creationId="{41964661-4680-7751-D383-7AA0EA930BAE}"/>
          </ac:inkMkLst>
        </pc:inkChg>
        <pc:inkChg chg="add">
          <ac:chgData name="植田 篤俊" userId="0d2b3cda-30c1-45e3-9e5c-02c0046d67fa" providerId="ADAL" clId="{A6AB8097-671C-4783-A056-5A985F003BDF}" dt="2026-04-20T14:32:50.942" v="1222"/>
          <ac:inkMkLst>
            <pc:docMk/>
            <pc:sldMk cId="3493980762" sldId="258"/>
            <ac:inkMk id="137" creationId="{5966784A-9FD1-33A2-5337-05018179CF6F}"/>
          </ac:inkMkLst>
        </pc:inkChg>
        <pc:inkChg chg="add">
          <ac:chgData name="植田 篤俊" userId="0d2b3cda-30c1-45e3-9e5c-02c0046d67fa" providerId="ADAL" clId="{A6AB8097-671C-4783-A056-5A985F003BDF}" dt="2026-04-20T14:13:50.975" v="286"/>
          <ac:inkMkLst>
            <pc:docMk/>
            <pc:sldMk cId="3493980762" sldId="258"/>
            <ac:inkMk id="137" creationId="{958934A2-5DEE-C3C8-C221-4D03405067E6}"/>
          </ac:inkMkLst>
        </pc:inkChg>
        <pc:inkChg chg="add del">
          <ac:chgData name="植田 篤俊" userId="0d2b3cda-30c1-45e3-9e5c-02c0046d67fa" providerId="ADAL" clId="{A6AB8097-671C-4783-A056-5A985F003BDF}" dt="2026-04-20T14:18:08.463" v="671"/>
          <ac:inkMkLst>
            <pc:docMk/>
            <pc:sldMk cId="3493980762" sldId="258"/>
            <ac:inkMk id="139" creationId="{0AECC0B9-F902-8CF3-B9BD-2A53B21A1009}"/>
          </ac:inkMkLst>
        </pc:inkChg>
        <pc:inkChg chg="add">
          <ac:chgData name="植田 篤俊" userId="0d2b3cda-30c1-45e3-9e5c-02c0046d67fa" providerId="ADAL" clId="{A6AB8097-671C-4783-A056-5A985F003BDF}" dt="2026-04-20T14:13:52.423" v="288"/>
          <ac:inkMkLst>
            <pc:docMk/>
            <pc:sldMk cId="3493980762" sldId="258"/>
            <ac:inkMk id="139" creationId="{92F6B614-0721-42D4-2557-1464CDF66DFD}"/>
          </ac:inkMkLst>
        </pc:inkChg>
        <pc:inkChg chg="add">
          <ac:chgData name="植田 篤俊" userId="0d2b3cda-30c1-45e3-9e5c-02c0046d67fa" providerId="ADAL" clId="{A6AB8097-671C-4783-A056-5A985F003BDF}" dt="2026-04-20T14:32:51.508" v="1223"/>
          <ac:inkMkLst>
            <pc:docMk/>
            <pc:sldMk cId="3493980762" sldId="258"/>
            <ac:inkMk id="139" creationId="{93BEC749-938F-84F3-DD09-71B09E36526F}"/>
          </ac:inkMkLst>
        </pc:inkChg>
        <pc:inkChg chg="add">
          <ac:chgData name="植田 篤俊" userId="0d2b3cda-30c1-45e3-9e5c-02c0046d67fa" providerId="ADAL" clId="{A6AB8097-671C-4783-A056-5A985F003BDF}" dt="2026-04-20T14:18:07.353" v="668"/>
          <ac:inkMkLst>
            <pc:docMk/>
            <pc:sldMk cId="3493980762" sldId="258"/>
            <ac:inkMk id="140" creationId="{6CE5BC98-62F2-8DF2-48E1-A8544506F1EC}"/>
          </ac:inkMkLst>
        </pc:inkChg>
        <pc:inkChg chg="add">
          <ac:chgData name="植田 篤俊" userId="0d2b3cda-30c1-45e3-9e5c-02c0046d67fa" providerId="ADAL" clId="{A6AB8097-671C-4783-A056-5A985F003BDF}" dt="2026-04-20T14:32:51.691" v="1224"/>
          <ac:inkMkLst>
            <pc:docMk/>
            <pc:sldMk cId="3493980762" sldId="258"/>
            <ac:inkMk id="140" creationId="{7CF45C1B-3DE3-DB86-A9A5-A24778DDE2CA}"/>
          </ac:inkMkLst>
        </pc:inkChg>
        <pc:inkChg chg="add">
          <ac:chgData name="植田 篤俊" userId="0d2b3cda-30c1-45e3-9e5c-02c0046d67fa" providerId="ADAL" clId="{A6AB8097-671C-4783-A056-5A985F003BDF}" dt="2026-04-20T14:13:52.776" v="289"/>
          <ac:inkMkLst>
            <pc:docMk/>
            <pc:sldMk cId="3493980762" sldId="258"/>
            <ac:inkMk id="140" creationId="{90588874-3C72-45E6-FB45-CE2D5BEBF357}"/>
          </ac:inkMkLst>
        </pc:inkChg>
        <pc:inkChg chg="add del">
          <ac:chgData name="植田 篤俊" userId="0d2b3cda-30c1-45e3-9e5c-02c0046d67fa" providerId="ADAL" clId="{A6AB8097-671C-4783-A056-5A985F003BDF}" dt="2026-04-20T14:32:56.559" v="1242"/>
          <ac:inkMkLst>
            <pc:docMk/>
            <pc:sldMk cId="3493980762" sldId="258"/>
            <ac:inkMk id="141" creationId="{5FC3142A-84EC-9D71-57FC-238766A79A44}"/>
          </ac:inkMkLst>
        </pc:inkChg>
        <pc:inkChg chg="add">
          <ac:chgData name="植田 篤俊" userId="0d2b3cda-30c1-45e3-9e5c-02c0046d67fa" providerId="ADAL" clId="{A6AB8097-671C-4783-A056-5A985F003BDF}" dt="2026-04-20T14:18:07.486" v="669"/>
          <ac:inkMkLst>
            <pc:docMk/>
            <pc:sldMk cId="3493980762" sldId="258"/>
            <ac:inkMk id="141" creationId="{6A84E98F-D4F3-F6CF-266B-465A84C3776E}"/>
          </ac:inkMkLst>
        </pc:inkChg>
        <pc:inkChg chg="add">
          <ac:chgData name="植田 篤俊" userId="0d2b3cda-30c1-45e3-9e5c-02c0046d67fa" providerId="ADAL" clId="{A6AB8097-671C-4783-A056-5A985F003BDF}" dt="2026-04-20T14:13:53.158" v="290"/>
          <ac:inkMkLst>
            <pc:docMk/>
            <pc:sldMk cId="3493980762" sldId="258"/>
            <ac:inkMk id="141" creationId="{8CB118CC-B4C8-1087-E68B-CC35FD03BE6A}"/>
          </ac:inkMkLst>
        </pc:inkChg>
        <pc:inkChg chg="add">
          <ac:chgData name="植田 篤俊" userId="0d2b3cda-30c1-45e3-9e5c-02c0046d67fa" providerId="ADAL" clId="{A6AB8097-671C-4783-A056-5A985F003BDF}" dt="2026-04-20T14:32:52.158" v="1226"/>
          <ac:inkMkLst>
            <pc:docMk/>
            <pc:sldMk cId="3493980762" sldId="258"/>
            <ac:inkMk id="142" creationId="{4E0EA0BB-5E84-9FB0-0DEE-145A165221E3}"/>
          </ac:inkMkLst>
        </pc:inkChg>
        <pc:inkChg chg="add">
          <ac:chgData name="植田 篤俊" userId="0d2b3cda-30c1-45e3-9e5c-02c0046d67fa" providerId="ADAL" clId="{A6AB8097-671C-4783-A056-5A985F003BDF}" dt="2026-04-20T14:18:07.769" v="670"/>
          <ac:inkMkLst>
            <pc:docMk/>
            <pc:sldMk cId="3493980762" sldId="258"/>
            <ac:inkMk id="142" creationId="{87BE0176-3262-400B-BC2F-DDF38D77A770}"/>
          </ac:inkMkLst>
        </pc:inkChg>
        <pc:inkChg chg="add">
          <ac:chgData name="植田 篤俊" userId="0d2b3cda-30c1-45e3-9e5c-02c0046d67fa" providerId="ADAL" clId="{A6AB8097-671C-4783-A056-5A985F003BDF}" dt="2026-04-20T14:13:53.324" v="291"/>
          <ac:inkMkLst>
            <pc:docMk/>
            <pc:sldMk cId="3493980762" sldId="258"/>
            <ac:inkMk id="142" creationId="{D6304C7A-508A-5AED-2312-C88B5F7325D9}"/>
          </ac:inkMkLst>
        </pc:inkChg>
        <pc:inkChg chg="add">
          <ac:chgData name="植田 篤俊" userId="0d2b3cda-30c1-45e3-9e5c-02c0046d67fa" providerId="ADAL" clId="{A6AB8097-671C-4783-A056-5A985F003BDF}" dt="2026-04-20T14:13:53.539" v="292"/>
          <ac:inkMkLst>
            <pc:docMk/>
            <pc:sldMk cId="3493980762" sldId="258"/>
            <ac:inkMk id="143" creationId="{153CAA8C-01AA-45FA-DC77-C51746480688}"/>
          </ac:inkMkLst>
        </pc:inkChg>
        <pc:inkChg chg="add reco">
          <ac:chgData name="植田 篤俊" userId="0d2b3cda-30c1-45e3-9e5c-02c0046d67fa" providerId="ADAL" clId="{A6AB8097-671C-4783-A056-5A985F003BDF}" dt="2026-04-20T14:18:08.463" v="671"/>
          <ac:inkMkLst>
            <pc:docMk/>
            <pc:sldMk cId="3493980762" sldId="258"/>
            <ac:inkMk id="143" creationId="{245D7A04-5658-B182-0362-2EF8BA9E7BCB}"/>
          </ac:inkMkLst>
        </pc:inkChg>
        <pc:inkChg chg="add del">
          <ac:chgData name="植田 篤俊" userId="0d2b3cda-30c1-45e3-9e5c-02c0046d67fa" providerId="ADAL" clId="{A6AB8097-671C-4783-A056-5A985F003BDF}" dt="2026-04-20T14:18:15.085" v="690"/>
          <ac:inkMkLst>
            <pc:docMk/>
            <pc:sldMk cId="3493980762" sldId="258"/>
            <ac:inkMk id="144" creationId="{02023FC4-FBCC-B08E-132E-8B06E53870CD}"/>
          </ac:inkMkLst>
        </pc:inkChg>
        <pc:inkChg chg="add">
          <ac:chgData name="植田 篤俊" userId="0d2b3cda-30c1-45e3-9e5c-02c0046d67fa" providerId="ADAL" clId="{A6AB8097-671C-4783-A056-5A985F003BDF}" dt="2026-04-20T14:13:53.724" v="293"/>
          <ac:inkMkLst>
            <pc:docMk/>
            <pc:sldMk cId="3493980762" sldId="258"/>
            <ac:inkMk id="144" creationId="{83F021A9-6A6D-BF9D-41C0-D7C45A902FCC}"/>
          </ac:inkMkLst>
        </pc:inkChg>
        <pc:inkChg chg="add">
          <ac:chgData name="植田 篤俊" userId="0d2b3cda-30c1-45e3-9e5c-02c0046d67fa" providerId="ADAL" clId="{A6AB8097-671C-4783-A056-5A985F003BDF}" dt="2026-04-20T14:32:52.924" v="1227"/>
          <ac:inkMkLst>
            <pc:docMk/>
            <pc:sldMk cId="3493980762" sldId="258"/>
            <ac:inkMk id="144" creationId="{F53228BE-568F-AE89-A1A0-CC30B7DD689E}"/>
          </ac:inkMkLst>
        </pc:inkChg>
        <pc:inkChg chg="add del">
          <ac:chgData name="植田 篤俊" userId="0d2b3cda-30c1-45e3-9e5c-02c0046d67fa" providerId="ADAL" clId="{A6AB8097-671C-4783-A056-5A985F003BDF}" dt="2026-04-20T14:14:02.793" v="322"/>
          <ac:inkMkLst>
            <pc:docMk/>
            <pc:sldMk cId="3493980762" sldId="258"/>
            <ac:inkMk id="145" creationId="{14C021B2-A957-D5ED-2E8A-916D111489B7}"/>
          </ac:inkMkLst>
        </pc:inkChg>
        <pc:inkChg chg="add del">
          <ac:chgData name="植田 篤俊" userId="0d2b3cda-30c1-45e3-9e5c-02c0046d67fa" providerId="ADAL" clId="{A6AB8097-671C-4783-A056-5A985F003BDF}" dt="2026-04-20T14:32:56.559" v="1242"/>
          <ac:inkMkLst>
            <pc:docMk/>
            <pc:sldMk cId="3493980762" sldId="258"/>
            <ac:inkMk id="145" creationId="{27A1B915-CD29-4A2D-F8B9-1E128A6536AD}"/>
          </ac:inkMkLst>
        </pc:inkChg>
        <pc:inkChg chg="add del">
          <ac:chgData name="植田 篤俊" userId="0d2b3cda-30c1-45e3-9e5c-02c0046d67fa" providerId="ADAL" clId="{A6AB8097-671C-4783-A056-5A985F003BDF}" dt="2026-04-20T14:18:15.085" v="690"/>
          <ac:inkMkLst>
            <pc:docMk/>
            <pc:sldMk cId="3493980762" sldId="258"/>
            <ac:inkMk id="145" creationId="{29F6A42B-44D2-0367-9C98-6B00D0BE4442}"/>
          </ac:inkMkLst>
        </pc:inkChg>
        <pc:inkChg chg="add">
          <ac:chgData name="植田 篤俊" userId="0d2b3cda-30c1-45e3-9e5c-02c0046d67fa" providerId="ADAL" clId="{A6AB8097-671C-4783-A056-5A985F003BDF}" dt="2026-04-20T14:13:54.174" v="295"/>
          <ac:inkMkLst>
            <pc:docMk/>
            <pc:sldMk cId="3493980762" sldId="258"/>
            <ac:inkMk id="146" creationId="{35D57186-AA5C-43B5-56AA-5194E1AF86D9}"/>
          </ac:inkMkLst>
        </pc:inkChg>
        <pc:inkChg chg="add del">
          <ac:chgData name="植田 篤俊" userId="0d2b3cda-30c1-45e3-9e5c-02c0046d67fa" providerId="ADAL" clId="{A6AB8097-671C-4783-A056-5A985F003BDF}" dt="2026-04-20T14:32:56.559" v="1242"/>
          <ac:inkMkLst>
            <pc:docMk/>
            <pc:sldMk cId="3493980762" sldId="258"/>
            <ac:inkMk id="146" creationId="{5EDD7273-A5F6-7BB8-2BC7-9D41CB143CBB}"/>
          </ac:inkMkLst>
        </pc:inkChg>
        <pc:inkChg chg="add del">
          <ac:chgData name="植田 篤俊" userId="0d2b3cda-30c1-45e3-9e5c-02c0046d67fa" providerId="ADAL" clId="{A6AB8097-671C-4783-A056-5A985F003BDF}" dt="2026-04-20T14:18:15.085" v="690"/>
          <ac:inkMkLst>
            <pc:docMk/>
            <pc:sldMk cId="3493980762" sldId="258"/>
            <ac:inkMk id="146" creationId="{D03C7F44-5E79-11DD-3142-616D1C626256}"/>
          </ac:inkMkLst>
        </pc:inkChg>
        <pc:inkChg chg="add del">
          <ac:chgData name="植田 篤俊" userId="0d2b3cda-30c1-45e3-9e5c-02c0046d67fa" providerId="ADAL" clId="{A6AB8097-671C-4783-A056-5A985F003BDF}" dt="2026-04-20T14:18:13.769" v="683"/>
          <ac:inkMkLst>
            <pc:docMk/>
            <pc:sldMk cId="3493980762" sldId="258"/>
            <ac:inkMk id="147" creationId="{6362F92D-8956-45BA-4798-DD63812E5B05}"/>
          </ac:inkMkLst>
        </pc:inkChg>
        <pc:inkChg chg="add">
          <ac:chgData name="植田 篤俊" userId="0d2b3cda-30c1-45e3-9e5c-02c0046d67fa" providerId="ADAL" clId="{A6AB8097-671C-4783-A056-5A985F003BDF}" dt="2026-04-20T14:32:53.492" v="1230"/>
          <ac:inkMkLst>
            <pc:docMk/>
            <pc:sldMk cId="3493980762" sldId="258"/>
            <ac:inkMk id="147" creationId="{66515D76-95E5-C218-A1EA-19D9A410157C}"/>
          </ac:inkMkLst>
        </pc:inkChg>
        <pc:inkChg chg="add del">
          <ac:chgData name="植田 篤俊" userId="0d2b3cda-30c1-45e3-9e5c-02c0046d67fa" providerId="ADAL" clId="{A6AB8097-671C-4783-A056-5A985F003BDF}" dt="2026-04-20T14:14:02.793" v="322"/>
          <ac:inkMkLst>
            <pc:docMk/>
            <pc:sldMk cId="3493980762" sldId="258"/>
            <ac:inkMk id="147" creationId="{C17A4907-D133-1520-EF9B-233BF22BB7BC}"/>
          </ac:inkMkLst>
        </pc:inkChg>
        <pc:inkChg chg="add del">
          <ac:chgData name="植田 篤俊" userId="0d2b3cda-30c1-45e3-9e5c-02c0046d67fa" providerId="ADAL" clId="{A6AB8097-671C-4783-A056-5A985F003BDF}" dt="2026-04-20T14:18:13.768" v="682"/>
          <ac:inkMkLst>
            <pc:docMk/>
            <pc:sldMk cId="3493980762" sldId="258"/>
            <ac:inkMk id="148" creationId="{9215FAE5-C50F-DDB8-835F-9E431C6B763E}"/>
          </ac:inkMkLst>
        </pc:inkChg>
        <pc:inkChg chg="add">
          <ac:chgData name="植田 篤俊" userId="0d2b3cda-30c1-45e3-9e5c-02c0046d67fa" providerId="ADAL" clId="{A6AB8097-671C-4783-A056-5A985F003BDF}" dt="2026-04-20T14:32:53.692" v="1231"/>
          <ac:inkMkLst>
            <pc:docMk/>
            <pc:sldMk cId="3493980762" sldId="258"/>
            <ac:inkMk id="148" creationId="{B4D0B51E-0BF9-9786-AA39-EFE41E924F42}"/>
          </ac:inkMkLst>
        </pc:inkChg>
        <pc:inkChg chg="add del">
          <ac:chgData name="植田 篤俊" userId="0d2b3cda-30c1-45e3-9e5c-02c0046d67fa" providerId="ADAL" clId="{A6AB8097-671C-4783-A056-5A985F003BDF}" dt="2026-04-20T14:14:02.793" v="322"/>
          <ac:inkMkLst>
            <pc:docMk/>
            <pc:sldMk cId="3493980762" sldId="258"/>
            <ac:inkMk id="148" creationId="{F7DE8843-3AB2-9755-F577-D13A0297A251}"/>
          </ac:inkMkLst>
        </pc:inkChg>
        <pc:inkChg chg="add del">
          <ac:chgData name="植田 篤俊" userId="0d2b3cda-30c1-45e3-9e5c-02c0046d67fa" providerId="ADAL" clId="{A6AB8097-671C-4783-A056-5A985F003BDF}" dt="2026-04-20T14:18:13.769" v="684"/>
          <ac:inkMkLst>
            <pc:docMk/>
            <pc:sldMk cId="3493980762" sldId="258"/>
            <ac:inkMk id="149" creationId="{09A9E6B6-5546-4FCC-0401-EA059ED2D66C}"/>
          </ac:inkMkLst>
        </pc:inkChg>
        <pc:inkChg chg="add">
          <ac:chgData name="植田 篤俊" userId="0d2b3cda-30c1-45e3-9e5c-02c0046d67fa" providerId="ADAL" clId="{A6AB8097-671C-4783-A056-5A985F003BDF}" dt="2026-04-20T14:13:55.492" v="298"/>
          <ac:inkMkLst>
            <pc:docMk/>
            <pc:sldMk cId="3493980762" sldId="258"/>
            <ac:inkMk id="149" creationId="{24BF88EC-182B-6615-FEC2-D29548EEC360}"/>
          </ac:inkMkLst>
        </pc:inkChg>
        <pc:inkChg chg="add">
          <ac:chgData name="植田 篤俊" userId="0d2b3cda-30c1-45e3-9e5c-02c0046d67fa" providerId="ADAL" clId="{A6AB8097-671C-4783-A056-5A985F003BDF}" dt="2026-04-20T14:32:53.824" v="1232"/>
          <ac:inkMkLst>
            <pc:docMk/>
            <pc:sldMk cId="3493980762" sldId="258"/>
            <ac:inkMk id="149" creationId="{F4EED8E4-2298-F85E-985D-FC221B96531A}"/>
          </ac:inkMkLst>
        </pc:inkChg>
        <pc:inkChg chg="add del">
          <ac:chgData name="植田 篤俊" userId="0d2b3cda-30c1-45e3-9e5c-02c0046d67fa" providerId="ADAL" clId="{A6AB8097-671C-4783-A056-5A985F003BDF}" dt="2026-04-20T14:32:56.559" v="1242"/>
          <ac:inkMkLst>
            <pc:docMk/>
            <pc:sldMk cId="3493980762" sldId="258"/>
            <ac:inkMk id="150" creationId="{47B2FC40-1184-0F18-B9A2-D86D47CA3392}"/>
          </ac:inkMkLst>
        </pc:inkChg>
        <pc:inkChg chg="add">
          <ac:chgData name="植田 篤俊" userId="0d2b3cda-30c1-45e3-9e5c-02c0046d67fa" providerId="ADAL" clId="{A6AB8097-671C-4783-A056-5A985F003BDF}" dt="2026-04-20T14:13:55.640" v="299"/>
          <ac:inkMkLst>
            <pc:docMk/>
            <pc:sldMk cId="3493980762" sldId="258"/>
            <ac:inkMk id="150" creationId="{D1A758EE-9B23-6C84-8EB9-8F8B44D9CA16}"/>
          </ac:inkMkLst>
        </pc:inkChg>
        <pc:inkChg chg="add del">
          <ac:chgData name="植田 篤俊" userId="0d2b3cda-30c1-45e3-9e5c-02c0046d67fa" providerId="ADAL" clId="{A6AB8097-671C-4783-A056-5A985F003BDF}" dt="2026-04-20T14:18:13.770" v="688"/>
          <ac:inkMkLst>
            <pc:docMk/>
            <pc:sldMk cId="3493980762" sldId="258"/>
            <ac:inkMk id="150" creationId="{F6BB0951-0B7B-09EA-74C8-A37C5A0B766A}"/>
          </ac:inkMkLst>
        </pc:inkChg>
        <pc:inkChg chg="add del">
          <ac:chgData name="植田 篤俊" userId="0d2b3cda-30c1-45e3-9e5c-02c0046d67fa" providerId="ADAL" clId="{A6AB8097-671C-4783-A056-5A985F003BDF}" dt="2026-04-20T14:18:13.770" v="687"/>
          <ac:inkMkLst>
            <pc:docMk/>
            <pc:sldMk cId="3493980762" sldId="258"/>
            <ac:inkMk id="151" creationId="{30939B38-A91E-6884-7738-5DB8C96CF82B}"/>
          </ac:inkMkLst>
        </pc:inkChg>
        <pc:inkChg chg="add del">
          <ac:chgData name="植田 篤俊" userId="0d2b3cda-30c1-45e3-9e5c-02c0046d67fa" providerId="ADAL" clId="{A6AB8097-671C-4783-A056-5A985F003BDF}" dt="2026-04-20T14:14:02.793" v="322"/>
          <ac:inkMkLst>
            <pc:docMk/>
            <pc:sldMk cId="3493980762" sldId="258"/>
            <ac:inkMk id="151" creationId="{32B9DD1E-8893-AB67-5920-03934D64DDCF}"/>
          </ac:inkMkLst>
        </pc:inkChg>
        <pc:inkChg chg="add">
          <ac:chgData name="植田 篤俊" userId="0d2b3cda-30c1-45e3-9e5c-02c0046d67fa" providerId="ADAL" clId="{A6AB8097-671C-4783-A056-5A985F003BDF}" dt="2026-04-20T14:32:54.258" v="1234"/>
          <ac:inkMkLst>
            <pc:docMk/>
            <pc:sldMk cId="3493980762" sldId="258"/>
            <ac:inkMk id="151" creationId="{DF9F067C-CFA1-B240-7475-99784B0D7C06}"/>
          </ac:inkMkLst>
        </pc:inkChg>
        <pc:inkChg chg="add del">
          <ac:chgData name="植田 篤俊" userId="0d2b3cda-30c1-45e3-9e5c-02c0046d67fa" providerId="ADAL" clId="{A6AB8097-671C-4783-A056-5A985F003BDF}" dt="2026-04-20T14:18:13.769" v="685"/>
          <ac:inkMkLst>
            <pc:docMk/>
            <pc:sldMk cId="3493980762" sldId="258"/>
            <ac:inkMk id="152" creationId="{29809D2E-DDCA-5169-F754-DF4C36E88339}"/>
          </ac:inkMkLst>
        </pc:inkChg>
        <pc:inkChg chg="add">
          <ac:chgData name="植田 篤俊" userId="0d2b3cda-30c1-45e3-9e5c-02c0046d67fa" providerId="ADAL" clId="{A6AB8097-671C-4783-A056-5A985F003BDF}" dt="2026-04-20T14:13:56.041" v="301"/>
          <ac:inkMkLst>
            <pc:docMk/>
            <pc:sldMk cId="3493980762" sldId="258"/>
            <ac:inkMk id="152" creationId="{6B06B855-0C87-9DC4-31F9-1CFBC58061A7}"/>
          </ac:inkMkLst>
        </pc:inkChg>
        <pc:inkChg chg="add del">
          <ac:chgData name="植田 篤俊" userId="0d2b3cda-30c1-45e3-9e5c-02c0046d67fa" providerId="ADAL" clId="{A6AB8097-671C-4783-A056-5A985F003BDF}" dt="2026-04-20T14:32:56.559" v="1242"/>
          <ac:inkMkLst>
            <pc:docMk/>
            <pc:sldMk cId="3493980762" sldId="258"/>
            <ac:inkMk id="152" creationId="{7B0087E0-0481-BF13-EB61-3056FB82ADEE}"/>
          </ac:inkMkLst>
        </pc:inkChg>
        <pc:inkChg chg="add del">
          <ac:chgData name="植田 篤俊" userId="0d2b3cda-30c1-45e3-9e5c-02c0046d67fa" providerId="ADAL" clId="{A6AB8097-671C-4783-A056-5A985F003BDF}" dt="2026-04-20T14:18:13.770" v="686"/>
          <ac:inkMkLst>
            <pc:docMk/>
            <pc:sldMk cId="3493980762" sldId="258"/>
            <ac:inkMk id="153" creationId="{04284152-F52D-815C-F64A-E81904E0085E}"/>
          </ac:inkMkLst>
        </pc:inkChg>
        <pc:inkChg chg="add del">
          <ac:chgData name="植田 篤俊" userId="0d2b3cda-30c1-45e3-9e5c-02c0046d67fa" providerId="ADAL" clId="{A6AB8097-671C-4783-A056-5A985F003BDF}" dt="2026-04-20T14:32:56.559" v="1242"/>
          <ac:inkMkLst>
            <pc:docMk/>
            <pc:sldMk cId="3493980762" sldId="258"/>
            <ac:inkMk id="153" creationId="{287786CA-8611-556E-E766-D14B2804F43E}"/>
          </ac:inkMkLst>
        </pc:inkChg>
        <pc:inkChg chg="add del">
          <ac:chgData name="植田 篤俊" userId="0d2b3cda-30c1-45e3-9e5c-02c0046d67fa" providerId="ADAL" clId="{A6AB8097-671C-4783-A056-5A985F003BDF}" dt="2026-04-20T14:14:02.793" v="322"/>
          <ac:inkMkLst>
            <pc:docMk/>
            <pc:sldMk cId="3493980762" sldId="258"/>
            <ac:inkMk id="153" creationId="{C5E8D3D3-EF24-AADF-C0DC-C16F158F95DE}"/>
          </ac:inkMkLst>
        </pc:inkChg>
        <pc:inkChg chg="add">
          <ac:chgData name="植田 篤俊" userId="0d2b3cda-30c1-45e3-9e5c-02c0046d67fa" providerId="ADAL" clId="{A6AB8097-671C-4783-A056-5A985F003BDF}" dt="2026-04-20T14:13:56.756" v="303"/>
          <ac:inkMkLst>
            <pc:docMk/>
            <pc:sldMk cId="3493980762" sldId="258"/>
            <ac:inkMk id="154" creationId="{5F5873BF-2229-2DF4-42A7-0BDAD5ABFDAD}"/>
          </ac:inkMkLst>
        </pc:inkChg>
        <pc:inkChg chg="add del">
          <ac:chgData name="植田 篤俊" userId="0d2b3cda-30c1-45e3-9e5c-02c0046d67fa" providerId="ADAL" clId="{A6AB8097-671C-4783-A056-5A985F003BDF}" dt="2026-04-20T14:32:56.559" v="1242"/>
          <ac:inkMkLst>
            <pc:docMk/>
            <pc:sldMk cId="3493980762" sldId="258"/>
            <ac:inkMk id="154" creationId="{A8F4E22B-AED2-3CD0-1166-AF5A2D1374F9}"/>
          </ac:inkMkLst>
        </pc:inkChg>
        <pc:inkChg chg="add del">
          <ac:chgData name="植田 篤俊" userId="0d2b3cda-30c1-45e3-9e5c-02c0046d67fa" providerId="ADAL" clId="{A6AB8097-671C-4783-A056-5A985F003BDF}" dt="2026-04-20T14:18:15.085" v="690"/>
          <ac:inkMkLst>
            <pc:docMk/>
            <pc:sldMk cId="3493980762" sldId="258"/>
            <ac:inkMk id="154" creationId="{EAC884BB-EC23-9FAA-229E-2107F992ED11}"/>
          </ac:inkMkLst>
        </pc:inkChg>
        <pc:inkChg chg="add">
          <ac:chgData name="植田 篤俊" userId="0d2b3cda-30c1-45e3-9e5c-02c0046d67fa" providerId="ADAL" clId="{A6AB8097-671C-4783-A056-5A985F003BDF}" dt="2026-04-20T14:13:56.972" v="304"/>
          <ac:inkMkLst>
            <pc:docMk/>
            <pc:sldMk cId="3493980762" sldId="258"/>
            <ac:inkMk id="155" creationId="{347A3066-E6D3-22E4-28D4-E82BCCD401D0}"/>
          </ac:inkMkLst>
        </pc:inkChg>
        <pc:inkChg chg="add del reco">
          <ac:chgData name="植田 篤俊" userId="0d2b3cda-30c1-45e3-9e5c-02c0046d67fa" providerId="ADAL" clId="{A6AB8097-671C-4783-A056-5A985F003BDF}" dt="2026-04-20T14:18:15.619" v="691"/>
          <ac:inkMkLst>
            <pc:docMk/>
            <pc:sldMk cId="3493980762" sldId="258"/>
            <ac:inkMk id="155" creationId="{4342C53C-5CAA-1A6D-483A-EBC10F84E630}"/>
          </ac:inkMkLst>
        </pc:inkChg>
        <pc:inkChg chg="add del">
          <ac:chgData name="植田 篤俊" userId="0d2b3cda-30c1-45e3-9e5c-02c0046d67fa" providerId="ADAL" clId="{A6AB8097-671C-4783-A056-5A985F003BDF}" dt="2026-04-20T14:32:56.559" v="1242"/>
          <ac:inkMkLst>
            <pc:docMk/>
            <pc:sldMk cId="3493980762" sldId="258"/>
            <ac:inkMk id="155" creationId="{73C4D2E0-CB16-F7C8-3899-1A9D76879B18}"/>
          </ac:inkMkLst>
        </pc:inkChg>
        <pc:inkChg chg="add del">
          <ac:chgData name="植田 篤俊" userId="0d2b3cda-30c1-45e3-9e5c-02c0046d67fa" providerId="ADAL" clId="{A6AB8097-671C-4783-A056-5A985F003BDF}" dt="2026-04-20T14:18:24.154" v="714"/>
          <ac:inkMkLst>
            <pc:docMk/>
            <pc:sldMk cId="3493980762" sldId="258"/>
            <ac:inkMk id="156" creationId="{29528C83-957F-CC20-6B63-5EF6DBA35C65}"/>
          </ac:inkMkLst>
        </pc:inkChg>
        <pc:inkChg chg="add del">
          <ac:chgData name="植田 篤俊" userId="0d2b3cda-30c1-45e3-9e5c-02c0046d67fa" providerId="ADAL" clId="{A6AB8097-671C-4783-A056-5A985F003BDF}" dt="2026-04-20T14:32:56.559" v="1242"/>
          <ac:inkMkLst>
            <pc:docMk/>
            <pc:sldMk cId="3493980762" sldId="258"/>
            <ac:inkMk id="156" creationId="{34902E26-579A-F23C-B4B8-25AF1097F01D}"/>
          </ac:inkMkLst>
        </pc:inkChg>
        <pc:inkChg chg="add del">
          <ac:chgData name="植田 篤俊" userId="0d2b3cda-30c1-45e3-9e5c-02c0046d67fa" providerId="ADAL" clId="{A6AB8097-671C-4783-A056-5A985F003BDF}" dt="2026-04-20T14:14:02.793" v="322"/>
          <ac:inkMkLst>
            <pc:docMk/>
            <pc:sldMk cId="3493980762" sldId="258"/>
            <ac:inkMk id="156" creationId="{3DC0864E-C252-87D7-A05A-70E1467F5C6D}"/>
          </ac:inkMkLst>
        </pc:inkChg>
        <pc:inkChg chg="add del">
          <ac:chgData name="植田 篤俊" userId="0d2b3cda-30c1-45e3-9e5c-02c0046d67fa" providerId="ADAL" clId="{A6AB8097-671C-4783-A056-5A985F003BDF}" dt="2026-04-20T14:32:56.559" v="1242"/>
          <ac:inkMkLst>
            <pc:docMk/>
            <pc:sldMk cId="3493980762" sldId="258"/>
            <ac:inkMk id="157" creationId="{2B9C60D9-1132-2C8B-7BD1-05B8C53851F4}"/>
          </ac:inkMkLst>
        </pc:inkChg>
        <pc:inkChg chg="add del">
          <ac:chgData name="植田 篤俊" userId="0d2b3cda-30c1-45e3-9e5c-02c0046d67fa" providerId="ADAL" clId="{A6AB8097-671C-4783-A056-5A985F003BDF}" dt="2026-04-20T14:14:02.793" v="322"/>
          <ac:inkMkLst>
            <pc:docMk/>
            <pc:sldMk cId="3493980762" sldId="258"/>
            <ac:inkMk id="157" creationId="{D47048E9-42E1-B6C0-A62F-CE20D6D7B79A}"/>
          </ac:inkMkLst>
        </pc:inkChg>
        <pc:inkChg chg="add">
          <ac:chgData name="植田 篤俊" userId="0d2b3cda-30c1-45e3-9e5c-02c0046d67fa" providerId="ADAL" clId="{A6AB8097-671C-4783-A056-5A985F003BDF}" dt="2026-04-20T14:18:16.552" v="693"/>
          <ac:inkMkLst>
            <pc:docMk/>
            <pc:sldMk cId="3493980762" sldId="258"/>
            <ac:inkMk id="157" creationId="{F9CC2BEC-AD39-DAAD-C649-271DFE0668EB}"/>
          </ac:inkMkLst>
        </pc:inkChg>
        <pc:inkChg chg="add">
          <ac:chgData name="植田 篤俊" userId="0d2b3cda-30c1-45e3-9e5c-02c0046d67fa" providerId="ADAL" clId="{A6AB8097-671C-4783-A056-5A985F003BDF}" dt="2026-04-20T14:13:58.358" v="307"/>
          <ac:inkMkLst>
            <pc:docMk/>
            <pc:sldMk cId="3493980762" sldId="258"/>
            <ac:inkMk id="159" creationId="{3CB48A43-F8E4-6B7E-53F7-F320C4A2B72F}"/>
          </ac:inkMkLst>
        </pc:inkChg>
        <pc:inkChg chg="add">
          <ac:chgData name="植田 篤俊" userId="0d2b3cda-30c1-45e3-9e5c-02c0046d67fa" providerId="ADAL" clId="{A6AB8097-671C-4783-A056-5A985F003BDF}" dt="2026-04-20T14:32:55.774" v="1241"/>
          <ac:inkMkLst>
            <pc:docMk/>
            <pc:sldMk cId="3493980762" sldId="258"/>
            <ac:inkMk id="159" creationId="{3D164404-B4AE-7286-FEC7-03EA51F56F7A}"/>
          </ac:inkMkLst>
        </pc:inkChg>
        <pc:inkChg chg="add">
          <ac:chgData name="植田 篤俊" userId="0d2b3cda-30c1-45e3-9e5c-02c0046d67fa" providerId="ADAL" clId="{A6AB8097-671C-4783-A056-5A985F003BDF}" dt="2026-04-20T14:18:16.989" v="694"/>
          <ac:inkMkLst>
            <pc:docMk/>
            <pc:sldMk cId="3493980762" sldId="258"/>
            <ac:inkMk id="159" creationId="{BE83BA17-E7BB-FFA0-5246-20249A0059E4}"/>
          </ac:inkMkLst>
        </pc:inkChg>
        <pc:inkChg chg="add">
          <ac:chgData name="植田 篤俊" userId="0d2b3cda-30c1-45e3-9e5c-02c0046d67fa" providerId="ADAL" clId="{A6AB8097-671C-4783-A056-5A985F003BDF}" dt="2026-04-20T14:18:17.592" v="695"/>
          <ac:inkMkLst>
            <pc:docMk/>
            <pc:sldMk cId="3493980762" sldId="258"/>
            <ac:inkMk id="160" creationId="{D4E71EB3-D7AD-E5FC-D6F5-8E7CCE0DFE45}"/>
          </ac:inkMkLst>
        </pc:inkChg>
        <pc:inkChg chg="add">
          <ac:chgData name="植田 篤俊" userId="0d2b3cda-30c1-45e3-9e5c-02c0046d67fa" providerId="ADAL" clId="{A6AB8097-671C-4783-A056-5A985F003BDF}" dt="2026-04-20T14:13:58.591" v="308"/>
          <ac:inkMkLst>
            <pc:docMk/>
            <pc:sldMk cId="3493980762" sldId="258"/>
            <ac:inkMk id="160" creationId="{D583DF41-1B7C-D6EC-A91F-652E38E6F448}"/>
          </ac:inkMkLst>
        </pc:inkChg>
        <pc:inkChg chg="add del">
          <ac:chgData name="植田 篤俊" userId="0d2b3cda-30c1-45e3-9e5c-02c0046d67fa" providerId="ADAL" clId="{A6AB8097-671C-4783-A056-5A985F003BDF}" dt="2026-04-20T14:18:24.154" v="714"/>
          <ac:inkMkLst>
            <pc:docMk/>
            <pc:sldMk cId="3493980762" sldId="258"/>
            <ac:inkMk id="161" creationId="{7795B0E1-533E-DA1B-FE07-8091E7672682}"/>
          </ac:inkMkLst>
        </pc:inkChg>
        <pc:inkChg chg="add del">
          <ac:chgData name="植田 篤俊" userId="0d2b3cda-30c1-45e3-9e5c-02c0046d67fa" providerId="ADAL" clId="{A6AB8097-671C-4783-A056-5A985F003BDF}" dt="2026-04-20T14:14:02.793" v="322"/>
          <ac:inkMkLst>
            <pc:docMk/>
            <pc:sldMk cId="3493980762" sldId="258"/>
            <ac:inkMk id="161" creationId="{B643621F-1D40-6CE2-0E6D-6123F00BFBBB}"/>
          </ac:inkMkLst>
        </pc:inkChg>
        <pc:inkChg chg="add del">
          <ac:chgData name="植田 篤俊" userId="0d2b3cda-30c1-45e3-9e5c-02c0046d67fa" providerId="ADAL" clId="{A6AB8097-671C-4783-A056-5A985F003BDF}" dt="2026-04-20T14:33:00.241" v="1246"/>
          <ac:inkMkLst>
            <pc:docMk/>
            <pc:sldMk cId="3493980762" sldId="258"/>
            <ac:inkMk id="161" creationId="{FBB194B4-17E4-1A05-3BF6-788D622D5EDA}"/>
          </ac:inkMkLst>
        </pc:inkChg>
        <pc:inkChg chg="add del">
          <ac:chgData name="植田 篤俊" userId="0d2b3cda-30c1-45e3-9e5c-02c0046d67fa" providerId="ADAL" clId="{A6AB8097-671C-4783-A056-5A985F003BDF}" dt="2026-04-20T14:33:00.241" v="1246"/>
          <ac:inkMkLst>
            <pc:docMk/>
            <pc:sldMk cId="3493980762" sldId="258"/>
            <ac:inkMk id="162" creationId="{B45BE76C-5AFB-17AC-E622-4233816A5250}"/>
          </ac:inkMkLst>
        </pc:inkChg>
        <pc:inkChg chg="add del">
          <ac:chgData name="植田 篤俊" userId="0d2b3cda-30c1-45e3-9e5c-02c0046d67fa" providerId="ADAL" clId="{A6AB8097-671C-4783-A056-5A985F003BDF}" dt="2026-04-20T14:18:24.154" v="714"/>
          <ac:inkMkLst>
            <pc:docMk/>
            <pc:sldMk cId="3493980762" sldId="258"/>
            <ac:inkMk id="162" creationId="{E998971E-3BDE-AF1E-9A60-34E20917636C}"/>
          </ac:inkMkLst>
        </pc:inkChg>
        <pc:inkChg chg="add">
          <ac:chgData name="植田 篤俊" userId="0d2b3cda-30c1-45e3-9e5c-02c0046d67fa" providerId="ADAL" clId="{A6AB8097-671C-4783-A056-5A985F003BDF}" dt="2026-04-20T14:13:58.939" v="310"/>
          <ac:inkMkLst>
            <pc:docMk/>
            <pc:sldMk cId="3493980762" sldId="258"/>
            <ac:inkMk id="162" creationId="{FCC64A09-38FD-56EE-0D23-B4CA86BAA158}"/>
          </ac:inkMkLst>
        </pc:inkChg>
        <pc:inkChg chg="add">
          <ac:chgData name="植田 篤俊" userId="0d2b3cda-30c1-45e3-9e5c-02c0046d67fa" providerId="ADAL" clId="{A6AB8097-671C-4783-A056-5A985F003BDF}" dt="2026-04-20T14:13:59.106" v="311"/>
          <ac:inkMkLst>
            <pc:docMk/>
            <pc:sldMk cId="3493980762" sldId="258"/>
            <ac:inkMk id="163" creationId="{25741361-1E3B-6F85-3E7F-992569B8AA7C}"/>
          </ac:inkMkLst>
        </pc:inkChg>
        <pc:inkChg chg="add del">
          <ac:chgData name="植田 篤俊" userId="0d2b3cda-30c1-45e3-9e5c-02c0046d67fa" providerId="ADAL" clId="{A6AB8097-671C-4783-A056-5A985F003BDF}" dt="2026-04-20T14:33:00.241" v="1246"/>
          <ac:inkMkLst>
            <pc:docMk/>
            <pc:sldMk cId="3493980762" sldId="258"/>
            <ac:inkMk id="163" creationId="{64E9A022-6829-34D0-E6D7-B82847DB0B99}"/>
          </ac:inkMkLst>
        </pc:inkChg>
        <pc:inkChg chg="add del">
          <ac:chgData name="植田 篤俊" userId="0d2b3cda-30c1-45e3-9e5c-02c0046d67fa" providerId="ADAL" clId="{A6AB8097-671C-4783-A056-5A985F003BDF}" dt="2026-04-20T14:18:20.119" v="701"/>
          <ac:inkMkLst>
            <pc:docMk/>
            <pc:sldMk cId="3493980762" sldId="258"/>
            <ac:inkMk id="163" creationId="{81826B24-C90B-05E3-8E3F-E2638347D389}"/>
          </ac:inkMkLst>
        </pc:inkChg>
        <pc:inkChg chg="add reco">
          <ac:chgData name="植田 篤俊" userId="0d2b3cda-30c1-45e3-9e5c-02c0046d67fa" providerId="ADAL" clId="{A6AB8097-671C-4783-A056-5A985F003BDF}" dt="2026-04-20T14:33:00.241" v="1246"/>
          <ac:inkMkLst>
            <pc:docMk/>
            <pc:sldMk cId="3493980762" sldId="258"/>
            <ac:inkMk id="164" creationId="{0016B0EC-57CA-22B2-62CA-1D17516D584E}"/>
          </ac:inkMkLst>
        </pc:inkChg>
        <pc:inkChg chg="add">
          <ac:chgData name="植田 篤俊" userId="0d2b3cda-30c1-45e3-9e5c-02c0046d67fa" providerId="ADAL" clId="{A6AB8097-671C-4783-A056-5A985F003BDF}" dt="2026-04-20T14:13:59.541" v="312"/>
          <ac:inkMkLst>
            <pc:docMk/>
            <pc:sldMk cId="3493980762" sldId="258"/>
            <ac:inkMk id="164" creationId="{0109EAC2-7EEC-E789-2F9E-DC3A168DC7B5}"/>
          </ac:inkMkLst>
        </pc:inkChg>
        <pc:inkChg chg="add del">
          <ac:chgData name="植田 篤俊" userId="0d2b3cda-30c1-45e3-9e5c-02c0046d67fa" providerId="ADAL" clId="{A6AB8097-671C-4783-A056-5A985F003BDF}" dt="2026-04-20T14:18:20.120" v="703"/>
          <ac:inkMkLst>
            <pc:docMk/>
            <pc:sldMk cId="3493980762" sldId="258"/>
            <ac:inkMk id="164" creationId="{69FB407B-BA71-E69B-4CA5-6452224CA799}"/>
          </ac:inkMkLst>
        </pc:inkChg>
        <pc:inkChg chg="add del">
          <ac:chgData name="植田 篤俊" userId="0d2b3cda-30c1-45e3-9e5c-02c0046d67fa" providerId="ADAL" clId="{A6AB8097-671C-4783-A056-5A985F003BDF}" dt="2026-04-20T14:18:20.119" v="702"/>
          <ac:inkMkLst>
            <pc:docMk/>
            <pc:sldMk cId="3493980762" sldId="258"/>
            <ac:inkMk id="165" creationId="{1D01BC89-E48F-2EB8-F7A0-15CB13FD3E2D}"/>
          </ac:inkMkLst>
        </pc:inkChg>
        <pc:inkChg chg="add">
          <ac:chgData name="植田 篤俊" userId="0d2b3cda-30c1-45e3-9e5c-02c0046d67fa" providerId="ADAL" clId="{A6AB8097-671C-4783-A056-5A985F003BDF}" dt="2026-04-20T14:13:59.707" v="313"/>
          <ac:inkMkLst>
            <pc:docMk/>
            <pc:sldMk cId="3493980762" sldId="258"/>
            <ac:inkMk id="165" creationId="{AC1513B5-8983-E621-93C5-11428B3A2C81}"/>
          </ac:inkMkLst>
        </pc:inkChg>
        <pc:inkChg chg="add del">
          <ac:chgData name="植田 篤俊" userId="0d2b3cda-30c1-45e3-9e5c-02c0046d67fa" providerId="ADAL" clId="{A6AB8097-671C-4783-A056-5A985F003BDF}" dt="2026-04-20T14:33:02.708" v="1251"/>
          <ac:inkMkLst>
            <pc:docMk/>
            <pc:sldMk cId="3493980762" sldId="258"/>
            <ac:inkMk id="165" creationId="{D42C359A-4FA5-0AC7-D3A9-B384003015DD}"/>
          </ac:inkMkLst>
        </pc:inkChg>
        <pc:inkChg chg="add">
          <ac:chgData name="植田 篤俊" userId="0d2b3cda-30c1-45e3-9e5c-02c0046d67fa" providerId="ADAL" clId="{A6AB8097-671C-4783-A056-5A985F003BDF}" dt="2026-04-20T14:13:59.889" v="314"/>
          <ac:inkMkLst>
            <pc:docMk/>
            <pc:sldMk cId="3493980762" sldId="258"/>
            <ac:inkMk id="166" creationId="{5C816F1F-B89E-5E58-F3DF-753D885C534B}"/>
          </ac:inkMkLst>
        </pc:inkChg>
        <pc:inkChg chg="add">
          <ac:chgData name="植田 篤俊" userId="0d2b3cda-30c1-45e3-9e5c-02c0046d67fa" providerId="ADAL" clId="{A6AB8097-671C-4783-A056-5A985F003BDF}" dt="2026-04-20T14:18:20.519" v="704"/>
          <ac:inkMkLst>
            <pc:docMk/>
            <pc:sldMk cId="3493980762" sldId="258"/>
            <ac:inkMk id="166" creationId="{7C64534B-0AC1-C21A-C58E-5C1C9A49C92B}"/>
          </ac:inkMkLst>
        </pc:inkChg>
        <pc:inkChg chg="add del">
          <ac:chgData name="植田 篤俊" userId="0d2b3cda-30c1-45e3-9e5c-02c0046d67fa" providerId="ADAL" clId="{A6AB8097-671C-4783-A056-5A985F003BDF}" dt="2026-04-20T14:33:02.708" v="1251"/>
          <ac:inkMkLst>
            <pc:docMk/>
            <pc:sldMk cId="3493980762" sldId="258"/>
            <ac:inkMk id="166" creationId="{CE45B9B0-2785-A10E-18B2-838000EA25F9}"/>
          </ac:inkMkLst>
        </pc:inkChg>
        <pc:inkChg chg="add del">
          <ac:chgData name="植田 篤俊" userId="0d2b3cda-30c1-45e3-9e5c-02c0046d67fa" providerId="ADAL" clId="{A6AB8097-671C-4783-A056-5A985F003BDF}" dt="2026-04-20T14:33:02.708" v="1251"/>
          <ac:inkMkLst>
            <pc:docMk/>
            <pc:sldMk cId="3493980762" sldId="258"/>
            <ac:inkMk id="167" creationId="{01F9A8D3-BBFE-9085-DB5F-8EFF0EF857ED}"/>
          </ac:inkMkLst>
        </pc:inkChg>
        <pc:inkChg chg="add">
          <ac:chgData name="植田 篤俊" userId="0d2b3cda-30c1-45e3-9e5c-02c0046d67fa" providerId="ADAL" clId="{A6AB8097-671C-4783-A056-5A985F003BDF}" dt="2026-04-20T14:14:00.158" v="315"/>
          <ac:inkMkLst>
            <pc:docMk/>
            <pc:sldMk cId="3493980762" sldId="258"/>
            <ac:inkMk id="167" creationId="{52621971-86CF-79CF-751C-06EB4D828B6B}"/>
          </ac:inkMkLst>
        </pc:inkChg>
        <pc:inkChg chg="add del">
          <ac:chgData name="植田 篤俊" userId="0d2b3cda-30c1-45e3-9e5c-02c0046d67fa" providerId="ADAL" clId="{A6AB8097-671C-4783-A056-5A985F003BDF}" dt="2026-04-20T14:18:24.154" v="714"/>
          <ac:inkMkLst>
            <pc:docMk/>
            <pc:sldMk cId="3493980762" sldId="258"/>
            <ac:inkMk id="167" creationId="{8940EAAC-007E-0EEB-629C-F0EE2FFA81DA}"/>
          </ac:inkMkLst>
        </pc:inkChg>
        <pc:inkChg chg="add">
          <ac:chgData name="植田 篤俊" userId="0d2b3cda-30c1-45e3-9e5c-02c0046d67fa" providerId="ADAL" clId="{A6AB8097-671C-4783-A056-5A985F003BDF}" dt="2026-04-20T14:14:00.391" v="316"/>
          <ac:inkMkLst>
            <pc:docMk/>
            <pc:sldMk cId="3493980762" sldId="258"/>
            <ac:inkMk id="168" creationId="{0C6025B8-73D5-CE54-BA19-2E8E7A211966}"/>
          </ac:inkMkLst>
        </pc:inkChg>
        <pc:inkChg chg="add del">
          <ac:chgData name="植田 篤俊" userId="0d2b3cda-30c1-45e3-9e5c-02c0046d67fa" providerId="ADAL" clId="{A6AB8097-671C-4783-A056-5A985F003BDF}" dt="2026-04-20T14:33:02.708" v="1251"/>
          <ac:inkMkLst>
            <pc:docMk/>
            <pc:sldMk cId="3493980762" sldId="258"/>
            <ac:inkMk id="168" creationId="{21C5675C-A9E5-A241-160E-66A5225A5244}"/>
          </ac:inkMkLst>
        </pc:inkChg>
        <pc:inkChg chg="add del">
          <ac:chgData name="植田 篤俊" userId="0d2b3cda-30c1-45e3-9e5c-02c0046d67fa" providerId="ADAL" clId="{A6AB8097-671C-4783-A056-5A985F003BDF}" dt="2026-04-20T14:18:24.154" v="714"/>
          <ac:inkMkLst>
            <pc:docMk/>
            <pc:sldMk cId="3493980762" sldId="258"/>
            <ac:inkMk id="168" creationId="{D3018214-DB1C-25FE-EB47-2C33C3BD1D4D}"/>
          </ac:inkMkLst>
        </pc:inkChg>
        <pc:inkChg chg="add">
          <ac:chgData name="植田 篤俊" userId="0d2b3cda-30c1-45e3-9e5c-02c0046d67fa" providerId="ADAL" clId="{A6AB8097-671C-4783-A056-5A985F003BDF}" dt="2026-04-20T14:14:00.556" v="317"/>
          <ac:inkMkLst>
            <pc:docMk/>
            <pc:sldMk cId="3493980762" sldId="258"/>
            <ac:inkMk id="169" creationId="{2888567B-262D-A26C-BC2B-7803053C63CA}"/>
          </ac:inkMkLst>
        </pc:inkChg>
        <pc:inkChg chg="add reco">
          <ac:chgData name="植田 篤俊" userId="0d2b3cda-30c1-45e3-9e5c-02c0046d67fa" providerId="ADAL" clId="{A6AB8097-671C-4783-A056-5A985F003BDF}" dt="2026-04-20T14:33:02.708" v="1251"/>
          <ac:inkMkLst>
            <pc:docMk/>
            <pc:sldMk cId="3493980762" sldId="258"/>
            <ac:inkMk id="169" creationId="{56EB6A4D-6A90-F255-848A-5CD6496EEF10}"/>
          </ac:inkMkLst>
        </pc:inkChg>
        <pc:inkChg chg="add">
          <ac:chgData name="植田 篤俊" userId="0d2b3cda-30c1-45e3-9e5c-02c0046d67fa" providerId="ADAL" clId="{A6AB8097-671C-4783-A056-5A985F003BDF}" dt="2026-04-20T14:18:21.451" v="707"/>
          <ac:inkMkLst>
            <pc:docMk/>
            <pc:sldMk cId="3493980762" sldId="258"/>
            <ac:inkMk id="169" creationId="{91049C35-7B86-B71A-0DDB-502B059C59F2}"/>
          </ac:inkMkLst>
        </pc:inkChg>
        <pc:inkChg chg="add">
          <ac:chgData name="植田 篤俊" userId="0d2b3cda-30c1-45e3-9e5c-02c0046d67fa" providerId="ADAL" clId="{A6AB8097-671C-4783-A056-5A985F003BDF}" dt="2026-04-20T14:14:00.705" v="318"/>
          <ac:inkMkLst>
            <pc:docMk/>
            <pc:sldMk cId="3493980762" sldId="258"/>
            <ac:inkMk id="170" creationId="{2098C74F-A188-0C63-A576-BF97895C9E2E}"/>
          </ac:inkMkLst>
        </pc:inkChg>
        <pc:inkChg chg="add del">
          <ac:chgData name="植田 篤俊" userId="0d2b3cda-30c1-45e3-9e5c-02c0046d67fa" providerId="ADAL" clId="{A6AB8097-671C-4783-A056-5A985F003BDF}" dt="2026-04-20T14:33:06.915" v="1263"/>
          <ac:inkMkLst>
            <pc:docMk/>
            <pc:sldMk cId="3493980762" sldId="258"/>
            <ac:inkMk id="170" creationId="{304D9AAF-782B-D9A5-E53D-F9640C36812D}"/>
          </ac:inkMkLst>
        </pc:inkChg>
        <pc:inkChg chg="add del">
          <ac:chgData name="植田 篤俊" userId="0d2b3cda-30c1-45e3-9e5c-02c0046d67fa" providerId="ADAL" clId="{A6AB8097-671C-4783-A056-5A985F003BDF}" dt="2026-04-20T14:18:24.154" v="714"/>
          <ac:inkMkLst>
            <pc:docMk/>
            <pc:sldMk cId="3493980762" sldId="258"/>
            <ac:inkMk id="170" creationId="{98F34917-B38A-F631-680C-FA5F24C0D993}"/>
          </ac:inkMkLst>
        </pc:inkChg>
        <pc:inkChg chg="add">
          <ac:chgData name="植田 篤俊" userId="0d2b3cda-30c1-45e3-9e5c-02c0046d67fa" providerId="ADAL" clId="{A6AB8097-671C-4783-A056-5A985F003BDF}" dt="2026-04-20T14:18:22.122" v="709"/>
          <ac:inkMkLst>
            <pc:docMk/>
            <pc:sldMk cId="3493980762" sldId="258"/>
            <ac:inkMk id="171" creationId="{176F53D2-1534-F7BA-1CEE-0936479DB7C6}"/>
          </ac:inkMkLst>
        </pc:inkChg>
        <pc:inkChg chg="add del">
          <ac:chgData name="植田 篤俊" userId="0d2b3cda-30c1-45e3-9e5c-02c0046d67fa" providerId="ADAL" clId="{A6AB8097-671C-4783-A056-5A985F003BDF}" dt="2026-04-20T14:14:02.793" v="322"/>
          <ac:inkMkLst>
            <pc:docMk/>
            <pc:sldMk cId="3493980762" sldId="258"/>
            <ac:inkMk id="171" creationId="{EA094BDB-B7C5-19D6-6BF9-87C4123EC3FE}"/>
          </ac:inkMkLst>
        </pc:inkChg>
        <pc:inkChg chg="add del">
          <ac:chgData name="植田 篤俊" userId="0d2b3cda-30c1-45e3-9e5c-02c0046d67fa" providerId="ADAL" clId="{A6AB8097-671C-4783-A056-5A985F003BDF}" dt="2026-04-20T14:33:06.915" v="1263"/>
          <ac:inkMkLst>
            <pc:docMk/>
            <pc:sldMk cId="3493980762" sldId="258"/>
            <ac:inkMk id="171" creationId="{F3A72388-C797-9293-2574-BC1D4F3213DF}"/>
          </ac:inkMkLst>
        </pc:inkChg>
        <pc:inkChg chg="add del">
          <ac:chgData name="植田 篤俊" userId="0d2b3cda-30c1-45e3-9e5c-02c0046d67fa" providerId="ADAL" clId="{A6AB8097-671C-4783-A056-5A985F003BDF}" dt="2026-04-20T14:33:06.915" v="1263"/>
          <ac:inkMkLst>
            <pc:docMk/>
            <pc:sldMk cId="3493980762" sldId="258"/>
            <ac:inkMk id="172" creationId="{132315CA-2D25-3B64-4C98-75C9F3780A1E}"/>
          </ac:inkMkLst>
        </pc:inkChg>
        <pc:inkChg chg="add">
          <ac:chgData name="植田 篤俊" userId="0d2b3cda-30c1-45e3-9e5c-02c0046d67fa" providerId="ADAL" clId="{A6AB8097-671C-4783-A056-5A985F003BDF}" dt="2026-04-20T14:18:22.301" v="710"/>
          <ac:inkMkLst>
            <pc:docMk/>
            <pc:sldMk cId="3493980762" sldId="258"/>
            <ac:inkMk id="172" creationId="{42D48F42-10DB-2CED-850E-20F6AFB60F5C}"/>
          </ac:inkMkLst>
        </pc:inkChg>
        <pc:inkChg chg="add del">
          <ac:chgData name="植田 篤俊" userId="0d2b3cda-30c1-45e3-9e5c-02c0046d67fa" providerId="ADAL" clId="{A6AB8097-671C-4783-A056-5A985F003BDF}" dt="2026-04-20T14:14:02.793" v="322"/>
          <ac:inkMkLst>
            <pc:docMk/>
            <pc:sldMk cId="3493980762" sldId="258"/>
            <ac:inkMk id="172" creationId="{6464E0FC-B731-30AB-916C-9B28A4911EBA}"/>
          </ac:inkMkLst>
        </pc:inkChg>
        <pc:inkChg chg="add del">
          <ac:chgData name="植田 篤俊" userId="0d2b3cda-30c1-45e3-9e5c-02c0046d67fa" providerId="ADAL" clId="{A6AB8097-671C-4783-A056-5A985F003BDF}" dt="2026-04-20T14:18:24.154" v="714"/>
          <ac:inkMkLst>
            <pc:docMk/>
            <pc:sldMk cId="3493980762" sldId="258"/>
            <ac:inkMk id="173" creationId="{E20CB1D8-0C11-15BC-1AC9-8011C78D6C74}"/>
          </ac:inkMkLst>
        </pc:inkChg>
        <pc:inkChg chg="add">
          <ac:chgData name="植田 篤俊" userId="0d2b3cda-30c1-45e3-9e5c-02c0046d67fa" providerId="ADAL" clId="{A6AB8097-671C-4783-A056-5A985F003BDF}" dt="2026-04-20T14:14:01.972" v="321"/>
          <ac:inkMkLst>
            <pc:docMk/>
            <pc:sldMk cId="3493980762" sldId="258"/>
            <ac:inkMk id="173" creationId="{E722904B-F284-27E0-E6DB-62F51130A8D6}"/>
          </ac:inkMkLst>
        </pc:inkChg>
        <pc:inkChg chg="add">
          <ac:chgData name="植田 篤俊" userId="0d2b3cda-30c1-45e3-9e5c-02c0046d67fa" providerId="ADAL" clId="{A6AB8097-671C-4783-A056-5A985F003BDF}" dt="2026-04-20T14:33:04.457" v="1255"/>
          <ac:inkMkLst>
            <pc:docMk/>
            <pc:sldMk cId="3493980762" sldId="258"/>
            <ac:inkMk id="173" creationId="{EA4F1E95-2163-448D-C42E-9C86DEDE8861}"/>
          </ac:inkMkLst>
        </pc:inkChg>
        <pc:inkChg chg="add del">
          <ac:chgData name="植田 篤俊" userId="0d2b3cda-30c1-45e3-9e5c-02c0046d67fa" providerId="ADAL" clId="{A6AB8097-671C-4783-A056-5A985F003BDF}" dt="2026-04-20T14:18:24.154" v="714"/>
          <ac:inkMkLst>
            <pc:docMk/>
            <pc:sldMk cId="3493980762" sldId="258"/>
            <ac:inkMk id="175" creationId="{0B74DB2A-FE34-F636-6F74-3A5A6F1F8956}"/>
          </ac:inkMkLst>
        </pc:inkChg>
        <pc:inkChg chg="add del">
          <ac:chgData name="植田 篤俊" userId="0d2b3cda-30c1-45e3-9e5c-02c0046d67fa" providerId="ADAL" clId="{A6AB8097-671C-4783-A056-5A985F003BDF}" dt="2026-04-20T14:33:06.915" v="1263"/>
          <ac:inkMkLst>
            <pc:docMk/>
            <pc:sldMk cId="3493980762" sldId="258"/>
            <ac:inkMk id="175" creationId="{110DEBE0-B9D1-2AC1-D3BB-7568283141FC}"/>
          </ac:inkMkLst>
        </pc:inkChg>
        <pc:inkChg chg="add del">
          <ac:chgData name="植田 篤俊" userId="0d2b3cda-30c1-45e3-9e5c-02c0046d67fa" providerId="ADAL" clId="{A6AB8097-671C-4783-A056-5A985F003BDF}" dt="2026-04-20T14:33:06.915" v="1263"/>
          <ac:inkMkLst>
            <pc:docMk/>
            <pc:sldMk cId="3493980762" sldId="258"/>
            <ac:inkMk id="176" creationId="{2F373B39-6D1C-D07F-D9C7-E1B3DDE7F551}"/>
          </ac:inkMkLst>
        </pc:inkChg>
        <pc:inkChg chg="add del">
          <ac:chgData name="植田 篤俊" userId="0d2b3cda-30c1-45e3-9e5c-02c0046d67fa" providerId="ADAL" clId="{A6AB8097-671C-4783-A056-5A985F003BDF}" dt="2026-04-20T14:18:24.154" v="714"/>
          <ac:inkMkLst>
            <pc:docMk/>
            <pc:sldMk cId="3493980762" sldId="258"/>
            <ac:inkMk id="176" creationId="{EF00CFB6-2A9B-A249-B022-FD2401A7BEDB}"/>
          </ac:inkMkLst>
        </pc:inkChg>
        <pc:inkChg chg="add reco">
          <ac:chgData name="植田 篤俊" userId="0d2b3cda-30c1-45e3-9e5c-02c0046d67fa" providerId="ADAL" clId="{A6AB8097-671C-4783-A056-5A985F003BDF}" dt="2026-04-20T14:18:24.154" v="714"/>
          <ac:inkMkLst>
            <pc:docMk/>
            <pc:sldMk cId="3493980762" sldId="258"/>
            <ac:inkMk id="177" creationId="{D64BDAA2-DF1C-1D13-33CE-80E611BD4698}"/>
          </ac:inkMkLst>
        </pc:inkChg>
        <pc:inkChg chg="add">
          <ac:chgData name="植田 篤俊" userId="0d2b3cda-30c1-45e3-9e5c-02c0046d67fa" providerId="ADAL" clId="{A6AB8097-671C-4783-A056-5A985F003BDF}" dt="2026-04-20T14:18:33.057" v="715"/>
          <ac:inkMkLst>
            <pc:docMk/>
            <pc:sldMk cId="3493980762" sldId="258"/>
            <ac:inkMk id="178" creationId="{908267DB-D31D-CA15-7F91-805841852B76}"/>
          </ac:inkMkLst>
        </pc:inkChg>
        <pc:inkChg chg="add del">
          <ac:chgData name="植田 篤俊" userId="0d2b3cda-30c1-45e3-9e5c-02c0046d67fa" providerId="ADAL" clId="{A6AB8097-671C-4783-A056-5A985F003BDF}" dt="2026-04-20T14:18:56.425" v="723"/>
          <ac:inkMkLst>
            <pc:docMk/>
            <pc:sldMk cId="3493980762" sldId="258"/>
            <ac:inkMk id="179" creationId="{B4E8266F-6FA0-70AF-E665-347F7AD304EE}"/>
          </ac:inkMkLst>
        </pc:inkChg>
        <pc:inkChg chg="add del">
          <ac:chgData name="植田 篤俊" userId="0d2b3cda-30c1-45e3-9e5c-02c0046d67fa" providerId="ADAL" clId="{A6AB8097-671C-4783-A056-5A985F003BDF}" dt="2026-04-20T14:33:06.915" v="1263"/>
          <ac:inkMkLst>
            <pc:docMk/>
            <pc:sldMk cId="3493980762" sldId="258"/>
            <ac:inkMk id="179" creationId="{CCE9DBB3-2915-2D27-11D6-A6DD95A44F7E}"/>
          </ac:inkMkLst>
        </pc:inkChg>
        <pc:inkChg chg="add del">
          <ac:chgData name="植田 篤俊" userId="0d2b3cda-30c1-45e3-9e5c-02c0046d67fa" providerId="ADAL" clId="{A6AB8097-671C-4783-A056-5A985F003BDF}" dt="2026-04-20T14:18:56.425" v="723"/>
          <ac:inkMkLst>
            <pc:docMk/>
            <pc:sldMk cId="3493980762" sldId="258"/>
            <ac:inkMk id="180" creationId="{CA5CD192-0826-C8E1-5661-CF4B76BE305D}"/>
          </ac:inkMkLst>
        </pc:inkChg>
        <pc:inkChg chg="add del">
          <ac:chgData name="植田 篤俊" userId="0d2b3cda-30c1-45e3-9e5c-02c0046d67fa" providerId="ADAL" clId="{A6AB8097-671C-4783-A056-5A985F003BDF}" dt="2026-04-20T14:33:06.915" v="1263"/>
          <ac:inkMkLst>
            <pc:docMk/>
            <pc:sldMk cId="3493980762" sldId="258"/>
            <ac:inkMk id="180" creationId="{F84FB50A-A047-2CB2-AFD3-9DA43EB849F0}"/>
          </ac:inkMkLst>
        </pc:inkChg>
        <pc:inkChg chg="add del">
          <ac:chgData name="植田 篤俊" userId="0d2b3cda-30c1-45e3-9e5c-02c0046d67fa" providerId="ADAL" clId="{A6AB8097-671C-4783-A056-5A985F003BDF}" dt="2026-04-20T14:18:56.425" v="723"/>
          <ac:inkMkLst>
            <pc:docMk/>
            <pc:sldMk cId="3493980762" sldId="258"/>
            <ac:inkMk id="181" creationId="{A21C83EE-B341-ABED-AC73-80494E9DC27C}"/>
          </ac:inkMkLst>
        </pc:inkChg>
        <pc:inkChg chg="add">
          <ac:chgData name="植田 篤俊" userId="0d2b3cda-30c1-45e3-9e5c-02c0046d67fa" providerId="ADAL" clId="{A6AB8097-671C-4783-A056-5A985F003BDF}" dt="2026-04-20T14:33:06.091" v="1260"/>
          <ac:inkMkLst>
            <pc:docMk/>
            <pc:sldMk cId="3493980762" sldId="258"/>
            <ac:inkMk id="181" creationId="{C6C78AAB-21BA-CCF9-FA63-D4855464ED55}"/>
          </ac:inkMkLst>
        </pc:inkChg>
        <pc:inkChg chg="add del">
          <ac:chgData name="植田 篤俊" userId="0d2b3cda-30c1-45e3-9e5c-02c0046d67fa" providerId="ADAL" clId="{A6AB8097-671C-4783-A056-5A985F003BDF}" dt="2026-04-20T14:18:56.425" v="723"/>
          <ac:inkMkLst>
            <pc:docMk/>
            <pc:sldMk cId="3493980762" sldId="258"/>
            <ac:inkMk id="182" creationId="{A980A78F-6166-2C9C-97CB-0F69E93ABF3B}"/>
          </ac:inkMkLst>
        </pc:inkChg>
        <pc:inkChg chg="add del">
          <ac:chgData name="植田 篤俊" userId="0d2b3cda-30c1-45e3-9e5c-02c0046d67fa" providerId="ADAL" clId="{A6AB8097-671C-4783-A056-5A985F003BDF}" dt="2026-04-20T14:33:06.915" v="1263"/>
          <ac:inkMkLst>
            <pc:docMk/>
            <pc:sldMk cId="3493980762" sldId="258"/>
            <ac:inkMk id="182" creationId="{BCAC20EC-3A5F-9A6F-ACFF-1590CCDC9EB0}"/>
          </ac:inkMkLst>
        </pc:inkChg>
        <pc:inkChg chg="add del">
          <ac:chgData name="植田 篤俊" userId="0d2b3cda-30c1-45e3-9e5c-02c0046d67fa" providerId="ADAL" clId="{A6AB8097-671C-4783-A056-5A985F003BDF}" dt="2026-04-20T14:33:06.915" v="1263"/>
          <ac:inkMkLst>
            <pc:docMk/>
            <pc:sldMk cId="3493980762" sldId="258"/>
            <ac:inkMk id="183" creationId="{1461AEF6-ABCA-EB64-C880-4310EFE574FB}"/>
          </ac:inkMkLst>
        </pc:inkChg>
        <pc:inkChg chg="add del">
          <ac:chgData name="植田 篤俊" userId="0d2b3cda-30c1-45e3-9e5c-02c0046d67fa" providerId="ADAL" clId="{A6AB8097-671C-4783-A056-5A985F003BDF}" dt="2026-04-20T14:18:56.425" v="723"/>
          <ac:inkMkLst>
            <pc:docMk/>
            <pc:sldMk cId="3493980762" sldId="258"/>
            <ac:inkMk id="183" creationId="{DF9AD4BF-F545-3FD0-9827-1AEE7F526B3B}"/>
          </ac:inkMkLst>
        </pc:inkChg>
        <pc:inkChg chg="add del">
          <ac:chgData name="植田 篤俊" userId="0d2b3cda-30c1-45e3-9e5c-02c0046d67fa" providerId="ADAL" clId="{A6AB8097-671C-4783-A056-5A985F003BDF}" dt="2026-04-20T14:18:56.425" v="723"/>
          <ac:inkMkLst>
            <pc:docMk/>
            <pc:sldMk cId="3493980762" sldId="258"/>
            <ac:inkMk id="184" creationId="{21B111DB-981F-D254-375D-87168FEDF715}"/>
          </ac:inkMkLst>
        </pc:inkChg>
        <pc:inkChg chg="add reco">
          <ac:chgData name="植田 篤俊" userId="0d2b3cda-30c1-45e3-9e5c-02c0046d67fa" providerId="ADAL" clId="{A6AB8097-671C-4783-A056-5A985F003BDF}" dt="2026-04-20T14:33:06.915" v="1263"/>
          <ac:inkMkLst>
            <pc:docMk/>
            <pc:sldMk cId="3493980762" sldId="258"/>
            <ac:inkMk id="184" creationId="{22DDA465-B01C-B196-05E9-8EEA5E6347A2}"/>
          </ac:inkMkLst>
        </pc:inkChg>
        <pc:inkChg chg="add">
          <ac:chgData name="植田 篤俊" userId="0d2b3cda-30c1-45e3-9e5c-02c0046d67fa" providerId="ADAL" clId="{A6AB8097-671C-4783-A056-5A985F003BDF}" dt="2026-04-20T14:33:07.090" v="1264"/>
          <ac:inkMkLst>
            <pc:docMk/>
            <pc:sldMk cId="3493980762" sldId="258"/>
            <ac:inkMk id="185" creationId="{B45B63E4-E33D-D409-AD5F-34BF9F477293}"/>
          </ac:inkMkLst>
        </pc:inkChg>
        <pc:inkChg chg="add del">
          <ac:chgData name="植田 篤俊" userId="0d2b3cda-30c1-45e3-9e5c-02c0046d67fa" providerId="ADAL" clId="{A6AB8097-671C-4783-A056-5A985F003BDF}" dt="2026-04-20T14:18:56.425" v="723"/>
          <ac:inkMkLst>
            <pc:docMk/>
            <pc:sldMk cId="3493980762" sldId="258"/>
            <ac:inkMk id="185" creationId="{E3EF581B-7349-0C3B-0D81-DEEB2837D236}"/>
          </ac:inkMkLst>
        </pc:inkChg>
        <pc:inkChg chg="add reco">
          <ac:chgData name="植田 篤俊" userId="0d2b3cda-30c1-45e3-9e5c-02c0046d67fa" providerId="ADAL" clId="{A6AB8097-671C-4783-A056-5A985F003BDF}" dt="2026-04-20T14:18:56.425" v="723"/>
          <ac:inkMkLst>
            <pc:docMk/>
            <pc:sldMk cId="3493980762" sldId="258"/>
            <ac:inkMk id="186" creationId="{7E3CEFAC-2470-ABBF-0F68-C1EF545DF58C}"/>
          </ac:inkMkLst>
        </pc:inkChg>
        <pc:inkChg chg="add">
          <ac:chgData name="植田 篤俊" userId="0d2b3cda-30c1-45e3-9e5c-02c0046d67fa" providerId="ADAL" clId="{A6AB8097-671C-4783-A056-5A985F003BDF}" dt="2026-04-20T14:18:59.203" v="724"/>
          <ac:inkMkLst>
            <pc:docMk/>
            <pc:sldMk cId="3493980762" sldId="258"/>
            <ac:inkMk id="187" creationId="{AD025BBD-D1C0-ED86-D7D5-BD1F7504F811}"/>
          </ac:inkMkLst>
        </pc:inkChg>
        <pc:inkChg chg="add">
          <ac:chgData name="植田 篤俊" userId="0d2b3cda-30c1-45e3-9e5c-02c0046d67fa" providerId="ADAL" clId="{A6AB8097-671C-4783-A056-5A985F003BDF}" dt="2026-04-20T14:19:05.085" v="725"/>
          <ac:inkMkLst>
            <pc:docMk/>
            <pc:sldMk cId="3493980762" sldId="258"/>
            <ac:inkMk id="188" creationId="{F11D8E20-0E7E-50A3-5D2C-DCE16ECD7E75}"/>
          </ac:inkMkLst>
        </pc:inkChg>
        <pc:inkChg chg="add">
          <ac:chgData name="植田 篤俊" userId="0d2b3cda-30c1-45e3-9e5c-02c0046d67fa" providerId="ADAL" clId="{A6AB8097-671C-4783-A056-5A985F003BDF}" dt="2026-04-20T14:33:07.373" v="1265"/>
          <ac:inkMkLst>
            <pc:docMk/>
            <pc:sldMk cId="3493980762" sldId="258"/>
            <ac:inkMk id="189" creationId="{1EB1FEC7-89D1-ADC4-8D84-43FC77297428}"/>
          </ac:inkMkLst>
        </pc:inkChg>
        <pc:inkChg chg="add del">
          <ac:chgData name="植田 篤俊" userId="0d2b3cda-30c1-45e3-9e5c-02c0046d67fa" providerId="ADAL" clId="{A6AB8097-671C-4783-A056-5A985F003BDF}" dt="2026-04-20T14:19:10.881" v="728"/>
          <ac:inkMkLst>
            <pc:docMk/>
            <pc:sldMk cId="3493980762" sldId="258"/>
            <ac:inkMk id="189" creationId="{480D3A0B-A857-E132-5265-18D747581A42}"/>
          </ac:inkMkLst>
        </pc:inkChg>
        <pc:inkChg chg="add del">
          <ac:chgData name="植田 篤俊" userId="0d2b3cda-30c1-45e3-9e5c-02c0046d67fa" providerId="ADAL" clId="{A6AB8097-671C-4783-A056-5A985F003BDF}" dt="2026-04-20T14:19:10.882" v="729"/>
          <ac:inkMkLst>
            <pc:docMk/>
            <pc:sldMk cId="3493980762" sldId="258"/>
            <ac:inkMk id="190" creationId="{3FBED5E3-1EC8-48A7-7C5A-3D527F229876}"/>
          </ac:inkMkLst>
        </pc:inkChg>
        <pc:inkChg chg="add">
          <ac:chgData name="植田 篤俊" userId="0d2b3cda-30c1-45e3-9e5c-02c0046d67fa" providerId="ADAL" clId="{A6AB8097-671C-4783-A056-5A985F003BDF}" dt="2026-04-20T14:33:07.574" v="1266"/>
          <ac:inkMkLst>
            <pc:docMk/>
            <pc:sldMk cId="3493980762" sldId="258"/>
            <ac:inkMk id="190" creationId="{D98FD762-710D-10A0-7E50-23C7F7BDA6C9}"/>
          </ac:inkMkLst>
        </pc:inkChg>
        <pc:inkChg chg="add">
          <ac:chgData name="植田 篤俊" userId="0d2b3cda-30c1-45e3-9e5c-02c0046d67fa" providerId="ADAL" clId="{A6AB8097-671C-4783-A056-5A985F003BDF}" dt="2026-04-20T14:33:07.942" v="1267"/>
          <ac:inkMkLst>
            <pc:docMk/>
            <pc:sldMk cId="3493980762" sldId="258"/>
            <ac:inkMk id="191" creationId="{347A8206-E3CC-DA47-5FE2-7C1D70C65D5A}"/>
          </ac:inkMkLst>
        </pc:inkChg>
        <pc:inkChg chg="add del">
          <ac:chgData name="植田 篤俊" userId="0d2b3cda-30c1-45e3-9e5c-02c0046d67fa" providerId="ADAL" clId="{A6AB8097-671C-4783-A056-5A985F003BDF}" dt="2026-04-20T14:19:17.233" v="743"/>
          <ac:inkMkLst>
            <pc:docMk/>
            <pc:sldMk cId="3493980762" sldId="258"/>
            <ac:inkMk id="191" creationId="{DB66673B-FD50-1752-1D20-D464909D36B6}"/>
          </ac:inkMkLst>
        </pc:inkChg>
        <pc:inkChg chg="del">
          <ac:chgData name="植田 篤俊" userId="0d2b3cda-30c1-45e3-9e5c-02c0046d67fa" providerId="ADAL" clId="{A6AB8097-671C-4783-A056-5A985F003BDF}" dt="2026-04-20T14:11:00.546" v="16"/>
          <ac:inkMkLst>
            <pc:docMk/>
            <pc:sldMk cId="3493980762" sldId="258"/>
            <ac:inkMk id="200" creationId="{FDA0D622-1DA4-53A1-7F88-27282272C8A2}"/>
          </ac:inkMkLst>
        </pc:inkChg>
        <pc:inkChg chg="del">
          <ac:chgData name="植田 篤俊" userId="0d2b3cda-30c1-45e3-9e5c-02c0046d67fa" providerId="ADAL" clId="{A6AB8097-671C-4783-A056-5A985F003BDF}" dt="2026-04-20T14:11:00.544" v="15"/>
          <ac:inkMkLst>
            <pc:docMk/>
            <pc:sldMk cId="3493980762" sldId="258"/>
            <ac:inkMk id="236" creationId="{CC827D83-7E91-4278-50EC-0A2F64937BA9}"/>
          </ac:inkMkLst>
        </pc:inkChg>
        <pc:inkChg chg="del">
          <ac:chgData name="植田 篤俊" userId="0d2b3cda-30c1-45e3-9e5c-02c0046d67fa" providerId="ADAL" clId="{A6AB8097-671C-4783-A056-5A985F003BDF}" dt="2026-04-20T14:11:00.554" v="22"/>
          <ac:inkMkLst>
            <pc:docMk/>
            <pc:sldMk cId="3493980762" sldId="258"/>
            <ac:inkMk id="242" creationId="{510EEEBB-37B7-22CB-7823-E31472BC8A01}"/>
          </ac:inkMkLst>
        </pc:inkChg>
        <pc:inkChg chg="del">
          <ac:chgData name="植田 篤俊" userId="0d2b3cda-30c1-45e3-9e5c-02c0046d67fa" providerId="ADAL" clId="{A6AB8097-671C-4783-A056-5A985F003BDF}" dt="2026-04-20T14:11:01.138" v="28"/>
          <ac:inkMkLst>
            <pc:docMk/>
            <pc:sldMk cId="3493980762" sldId="258"/>
            <ac:inkMk id="243" creationId="{583C246C-DB01-B610-44D8-84D02C473FA2}"/>
          </ac:inkMkLst>
        </pc:inkChg>
        <pc:inkChg chg="del">
          <ac:chgData name="植田 篤俊" userId="0d2b3cda-30c1-45e3-9e5c-02c0046d67fa" providerId="ADAL" clId="{A6AB8097-671C-4783-A056-5A985F003BDF}" dt="2026-04-20T14:11:00.538" v="11"/>
          <ac:inkMkLst>
            <pc:docMk/>
            <pc:sldMk cId="3493980762" sldId="258"/>
            <ac:inkMk id="249" creationId="{A2D2AB24-3478-053D-A06D-07B76C7D118A}"/>
          </ac:inkMkLst>
        </pc:inkChg>
        <pc:inkChg chg="del">
          <ac:chgData name="植田 篤俊" userId="0d2b3cda-30c1-45e3-9e5c-02c0046d67fa" providerId="ADAL" clId="{A6AB8097-671C-4783-A056-5A985F003BDF}" dt="2026-04-20T14:11:00.558" v="26"/>
          <ac:inkMkLst>
            <pc:docMk/>
            <pc:sldMk cId="3493980762" sldId="258"/>
            <ac:inkMk id="257" creationId="{D6E51A10-34F7-EB20-3315-3CF1131FBCC7}"/>
          </ac:inkMkLst>
        </pc:inkChg>
        <pc:inkChg chg="del">
          <ac:chgData name="植田 篤俊" userId="0d2b3cda-30c1-45e3-9e5c-02c0046d67fa" providerId="ADAL" clId="{A6AB8097-671C-4783-A056-5A985F003BDF}" dt="2026-04-20T14:11:00.547" v="17"/>
          <ac:inkMkLst>
            <pc:docMk/>
            <pc:sldMk cId="3493980762" sldId="258"/>
            <ac:inkMk id="258" creationId="{7EA02DEA-901A-2910-D411-FAAF6FFE9F7E}"/>
          </ac:inkMkLst>
        </pc:inkChg>
        <pc:inkChg chg="del">
          <ac:chgData name="植田 篤俊" userId="0d2b3cda-30c1-45e3-9e5c-02c0046d67fa" providerId="ADAL" clId="{A6AB8097-671C-4783-A056-5A985F003BDF}" dt="2026-04-20T14:11:00.550" v="20"/>
          <ac:inkMkLst>
            <pc:docMk/>
            <pc:sldMk cId="3493980762" sldId="258"/>
            <ac:inkMk id="285" creationId="{E144F093-695B-7406-90FA-CCA4BE12D14B}"/>
          </ac:inkMkLst>
        </pc:inkChg>
        <pc:inkChg chg="del">
          <ac:chgData name="植田 篤俊" userId="0d2b3cda-30c1-45e3-9e5c-02c0046d67fa" providerId="ADAL" clId="{A6AB8097-671C-4783-A056-5A985F003BDF}" dt="2026-04-20T14:11:00.560" v="27"/>
          <ac:inkMkLst>
            <pc:docMk/>
            <pc:sldMk cId="3493980762" sldId="258"/>
            <ac:inkMk id="323" creationId="{CC0A7B30-5081-D285-2E8F-CFD5EEA5A1EF}"/>
          </ac:inkMkLst>
        </pc:inkChg>
        <pc:inkChg chg="del">
          <ac:chgData name="植田 篤俊" userId="0d2b3cda-30c1-45e3-9e5c-02c0046d67fa" providerId="ADAL" clId="{A6AB8097-671C-4783-A056-5A985F003BDF}" dt="2026-04-20T14:11:00.556" v="24"/>
          <ac:inkMkLst>
            <pc:docMk/>
            <pc:sldMk cId="3493980762" sldId="258"/>
            <ac:inkMk id="334" creationId="{48249A01-901B-F60F-616B-FA2A9D76362C}"/>
          </ac:inkMkLst>
        </pc:inkChg>
        <pc:inkChg chg="del">
          <ac:chgData name="植田 篤俊" userId="0d2b3cda-30c1-45e3-9e5c-02c0046d67fa" providerId="ADAL" clId="{A6AB8097-671C-4783-A056-5A985F003BDF}" dt="2026-04-20T14:11:00.558" v="25"/>
          <ac:inkMkLst>
            <pc:docMk/>
            <pc:sldMk cId="3493980762" sldId="258"/>
            <ac:inkMk id="361" creationId="{1DA68978-F653-E0F9-9678-41E82C0B29CB}"/>
          </ac:inkMkLst>
        </pc:inkChg>
        <pc:inkChg chg="del">
          <ac:chgData name="植田 篤俊" userId="0d2b3cda-30c1-45e3-9e5c-02c0046d67fa" providerId="ADAL" clId="{A6AB8097-671C-4783-A056-5A985F003BDF}" dt="2026-04-20T14:11:00.549" v="19"/>
          <ac:inkMkLst>
            <pc:docMk/>
            <pc:sldMk cId="3493980762" sldId="258"/>
            <ac:inkMk id="382" creationId="{C5BE0A34-E865-75CD-8E27-5B0CFBCDE905}"/>
          </ac:inkMkLst>
        </pc:inkChg>
        <pc:inkChg chg="del">
          <ac:chgData name="植田 篤俊" userId="0d2b3cda-30c1-45e3-9e5c-02c0046d67fa" providerId="ADAL" clId="{A6AB8097-671C-4783-A056-5A985F003BDF}" dt="2026-04-20T14:11:00.541" v="13"/>
          <ac:inkMkLst>
            <pc:docMk/>
            <pc:sldMk cId="3493980762" sldId="258"/>
            <ac:inkMk id="383" creationId="{AE0265BC-8B17-9E8B-136D-8D5D612537C6}"/>
          </ac:inkMkLst>
        </pc:inkChg>
        <pc:inkChg chg="del">
          <ac:chgData name="植田 篤俊" userId="0d2b3cda-30c1-45e3-9e5c-02c0046d67fa" providerId="ADAL" clId="{A6AB8097-671C-4783-A056-5A985F003BDF}" dt="2026-04-20T14:11:00.548" v="18"/>
          <ac:inkMkLst>
            <pc:docMk/>
            <pc:sldMk cId="3493980762" sldId="258"/>
            <ac:inkMk id="432" creationId="{88EAAC0E-9375-35E5-C0F8-5142281B38E3}"/>
          </ac:inkMkLst>
        </pc:inkChg>
        <pc:inkChg chg="add">
          <ac:chgData name="植田 篤俊" userId="0d2b3cda-30c1-45e3-9e5c-02c0046d67fa" providerId="ADAL" clId="{A6AB8097-671C-4783-A056-5A985F003BDF}" dt="2026-04-20T14:14:57.452" v="379"/>
          <ac:inkMkLst>
            <pc:docMk/>
            <pc:sldMk cId="3493980762" sldId="258"/>
            <ac:inkMk id="448" creationId="{1A849481-3ABE-0E1C-4213-E7F8AFCF1F3F}"/>
          </ac:inkMkLst>
        </pc:inkChg>
        <pc:inkChg chg="add del">
          <ac:chgData name="植田 篤俊" userId="0d2b3cda-30c1-45e3-9e5c-02c0046d67fa" providerId="ADAL" clId="{A6AB8097-671C-4783-A056-5A985F003BDF}" dt="2026-04-20T14:23:13.180" v="929"/>
          <ac:inkMkLst>
            <pc:docMk/>
            <pc:sldMk cId="3493980762" sldId="258"/>
            <ac:inkMk id="448" creationId="{681B7BA7-7B5D-F753-87A5-2DA0AA88287F}"/>
          </ac:inkMkLst>
        </pc:inkChg>
        <pc:inkChg chg="add">
          <ac:chgData name="植田 篤俊" userId="0d2b3cda-30c1-45e3-9e5c-02c0046d67fa" providerId="ADAL" clId="{A6AB8097-671C-4783-A056-5A985F003BDF}" dt="2026-04-20T14:11:49.567" v="90"/>
          <ac:inkMkLst>
            <pc:docMk/>
            <pc:sldMk cId="3493980762" sldId="258"/>
            <ac:inkMk id="448" creationId="{8038D42A-EC85-98C9-A655-C03C4C5D3449}"/>
          </ac:inkMkLst>
        </pc:inkChg>
        <pc:inkChg chg="add">
          <ac:chgData name="植田 篤俊" userId="0d2b3cda-30c1-45e3-9e5c-02c0046d67fa" providerId="ADAL" clId="{A6AB8097-671C-4783-A056-5A985F003BDF}" dt="2026-04-20T14:30:41.851" v="1065"/>
          <ac:inkMkLst>
            <pc:docMk/>
            <pc:sldMk cId="3493980762" sldId="258"/>
            <ac:inkMk id="448" creationId="{A5746587-EB16-2153-0A92-219FFA305405}"/>
          </ac:inkMkLst>
        </pc:inkChg>
        <pc:inkChg chg="add del">
          <ac:chgData name="植田 篤俊" userId="0d2b3cda-30c1-45e3-9e5c-02c0046d67fa" providerId="ADAL" clId="{A6AB8097-671C-4783-A056-5A985F003BDF}" dt="2026-04-20T14:16:30.566" v="500"/>
          <ac:inkMkLst>
            <pc:docMk/>
            <pc:sldMk cId="3493980762" sldId="258"/>
            <ac:inkMk id="448" creationId="{FD988E0E-0686-8646-89DB-8A5FD9B3F5A0}"/>
          </ac:inkMkLst>
        </pc:inkChg>
        <pc:inkChg chg="add del">
          <ac:chgData name="植田 篤俊" userId="0d2b3cda-30c1-45e3-9e5c-02c0046d67fa" providerId="ADAL" clId="{A6AB8097-671C-4783-A056-5A985F003BDF}" dt="2026-04-20T14:11:54.437" v="103"/>
          <ac:inkMkLst>
            <pc:docMk/>
            <pc:sldMk cId="3493980762" sldId="258"/>
            <ac:inkMk id="449" creationId="{4577DAD8-C099-A8A9-3346-01FBE0B6A9C4}"/>
          </ac:inkMkLst>
        </pc:inkChg>
        <pc:inkChg chg="add del">
          <ac:chgData name="植田 篤俊" userId="0d2b3cda-30c1-45e3-9e5c-02c0046d67fa" providerId="ADAL" clId="{A6AB8097-671C-4783-A056-5A985F003BDF}" dt="2026-04-20T14:23:13.180" v="929"/>
          <ac:inkMkLst>
            <pc:docMk/>
            <pc:sldMk cId="3493980762" sldId="258"/>
            <ac:inkMk id="450" creationId="{2309B262-EBB2-9E4B-9066-BBA05902431C}"/>
          </ac:inkMkLst>
        </pc:inkChg>
        <pc:inkChg chg="add">
          <ac:chgData name="植田 篤俊" userId="0d2b3cda-30c1-45e3-9e5c-02c0046d67fa" providerId="ADAL" clId="{A6AB8097-671C-4783-A056-5A985F003BDF}" dt="2026-04-20T14:11:50.831" v="92"/>
          <ac:inkMkLst>
            <pc:docMk/>
            <pc:sldMk cId="3493980762" sldId="258"/>
            <ac:inkMk id="450" creationId="{71DE88B2-141C-908E-6F6E-459EB08A02E7}"/>
          </ac:inkMkLst>
        </pc:inkChg>
        <pc:inkChg chg="add del">
          <ac:chgData name="植田 篤俊" userId="0d2b3cda-30c1-45e3-9e5c-02c0046d67fa" providerId="ADAL" clId="{A6AB8097-671C-4783-A056-5A985F003BDF}" dt="2026-04-20T14:15:00.178" v="387"/>
          <ac:inkMkLst>
            <pc:docMk/>
            <pc:sldMk cId="3493980762" sldId="258"/>
            <ac:inkMk id="450" creationId="{9DC097D7-E7A2-D83D-274E-472ED5F110EF}"/>
          </ac:inkMkLst>
        </pc:inkChg>
        <pc:inkChg chg="add">
          <ac:chgData name="植田 篤俊" userId="0d2b3cda-30c1-45e3-9e5c-02c0046d67fa" providerId="ADAL" clId="{A6AB8097-671C-4783-A056-5A985F003BDF}" dt="2026-04-20T14:30:41.934" v="1066"/>
          <ac:inkMkLst>
            <pc:docMk/>
            <pc:sldMk cId="3493980762" sldId="258"/>
            <ac:inkMk id="450" creationId="{E148348F-77E0-62B2-0B93-368BE4C25DF2}"/>
          </ac:inkMkLst>
        </pc:inkChg>
        <pc:inkChg chg="add del">
          <ac:chgData name="植田 篤俊" userId="0d2b3cda-30c1-45e3-9e5c-02c0046d67fa" providerId="ADAL" clId="{A6AB8097-671C-4783-A056-5A985F003BDF}" dt="2026-04-20T14:16:30.566" v="500"/>
          <ac:inkMkLst>
            <pc:docMk/>
            <pc:sldMk cId="3493980762" sldId="258"/>
            <ac:inkMk id="450" creationId="{ED3D1654-3642-136A-C8F5-78BB4DCE9DDC}"/>
          </ac:inkMkLst>
        </pc:inkChg>
        <pc:inkChg chg="add del">
          <ac:chgData name="植田 篤俊" userId="0d2b3cda-30c1-45e3-9e5c-02c0046d67fa" providerId="ADAL" clId="{A6AB8097-671C-4783-A056-5A985F003BDF}" dt="2026-04-20T14:16:30.566" v="500"/>
          <ac:inkMkLst>
            <pc:docMk/>
            <pc:sldMk cId="3493980762" sldId="258"/>
            <ac:inkMk id="451" creationId="{03EA5BFA-3573-3A10-7767-AAC98551C194}"/>
          </ac:inkMkLst>
        </pc:inkChg>
        <pc:inkChg chg="add">
          <ac:chgData name="植田 篤俊" userId="0d2b3cda-30c1-45e3-9e5c-02c0046d67fa" providerId="ADAL" clId="{A6AB8097-671C-4783-A056-5A985F003BDF}" dt="2026-04-20T14:30:42.486" v="1067"/>
          <ac:inkMkLst>
            <pc:docMk/>
            <pc:sldMk cId="3493980762" sldId="258"/>
            <ac:inkMk id="451" creationId="{0E9B378D-E160-239A-FA4E-1315C80D805C}"/>
          </ac:inkMkLst>
        </pc:inkChg>
        <pc:inkChg chg="add del">
          <ac:chgData name="植田 篤俊" userId="0d2b3cda-30c1-45e3-9e5c-02c0046d67fa" providerId="ADAL" clId="{A6AB8097-671C-4783-A056-5A985F003BDF}" dt="2026-04-20T14:15:00.178" v="387"/>
          <ac:inkMkLst>
            <pc:docMk/>
            <pc:sldMk cId="3493980762" sldId="258"/>
            <ac:inkMk id="451" creationId="{7E983B5E-AA07-9E48-CD7E-CF6B689E7D80}"/>
          </ac:inkMkLst>
        </pc:inkChg>
        <pc:inkChg chg="add">
          <ac:chgData name="植田 篤俊" userId="0d2b3cda-30c1-45e3-9e5c-02c0046d67fa" providerId="ADAL" clId="{A6AB8097-671C-4783-A056-5A985F003BDF}" dt="2026-04-20T14:23:07.106" v="912"/>
          <ac:inkMkLst>
            <pc:docMk/>
            <pc:sldMk cId="3493980762" sldId="258"/>
            <ac:inkMk id="451" creationId="{918DCBAF-6B7D-3694-C3E0-D9563770B70E}"/>
          </ac:inkMkLst>
        </pc:inkChg>
        <pc:inkChg chg="add">
          <ac:chgData name="植田 篤俊" userId="0d2b3cda-30c1-45e3-9e5c-02c0046d67fa" providerId="ADAL" clId="{A6AB8097-671C-4783-A056-5A985F003BDF}" dt="2026-04-20T14:11:51.101" v="93"/>
          <ac:inkMkLst>
            <pc:docMk/>
            <pc:sldMk cId="3493980762" sldId="258"/>
            <ac:inkMk id="451" creationId="{91920F9D-BF0E-3B5F-91C0-67414A5786E5}"/>
          </ac:inkMkLst>
        </pc:inkChg>
        <pc:inkChg chg="add del">
          <ac:chgData name="植田 篤俊" userId="0d2b3cda-30c1-45e3-9e5c-02c0046d67fa" providerId="ADAL" clId="{A6AB8097-671C-4783-A056-5A985F003BDF}" dt="2026-04-20T14:23:13.180" v="929"/>
          <ac:inkMkLst>
            <pc:docMk/>
            <pc:sldMk cId="3493980762" sldId="258"/>
            <ac:inkMk id="452" creationId="{24A10A8D-C57E-7CF1-DF6D-4F4F9ED3D458}"/>
          </ac:inkMkLst>
        </pc:inkChg>
        <pc:inkChg chg="add del">
          <ac:chgData name="植田 篤俊" userId="0d2b3cda-30c1-45e3-9e5c-02c0046d67fa" providerId="ADAL" clId="{A6AB8097-671C-4783-A056-5A985F003BDF}" dt="2026-04-20T14:16:30.566" v="500"/>
          <ac:inkMkLst>
            <pc:docMk/>
            <pc:sldMk cId="3493980762" sldId="258"/>
            <ac:inkMk id="452" creationId="{4D3771E9-FCEA-6797-93E3-4211227310FD}"/>
          </ac:inkMkLst>
        </pc:inkChg>
        <pc:inkChg chg="add del">
          <ac:chgData name="植田 篤俊" userId="0d2b3cda-30c1-45e3-9e5c-02c0046d67fa" providerId="ADAL" clId="{A6AB8097-671C-4783-A056-5A985F003BDF}" dt="2026-04-20T14:15:00.178" v="387"/>
          <ac:inkMkLst>
            <pc:docMk/>
            <pc:sldMk cId="3493980762" sldId="258"/>
            <ac:inkMk id="452" creationId="{9C1C6E62-DA55-B57A-C0B9-3A978E53C032}"/>
          </ac:inkMkLst>
        </pc:inkChg>
        <pc:inkChg chg="add">
          <ac:chgData name="植田 篤俊" userId="0d2b3cda-30c1-45e3-9e5c-02c0046d67fa" providerId="ADAL" clId="{A6AB8097-671C-4783-A056-5A985F003BDF}" dt="2026-04-20T14:30:42.601" v="1068"/>
          <ac:inkMkLst>
            <pc:docMk/>
            <pc:sldMk cId="3493980762" sldId="258"/>
            <ac:inkMk id="452" creationId="{AD67BD9F-0F05-9731-1992-6198792CA11C}"/>
          </ac:inkMkLst>
        </pc:inkChg>
        <pc:inkChg chg="add del">
          <ac:chgData name="植田 篤俊" userId="0d2b3cda-30c1-45e3-9e5c-02c0046d67fa" providerId="ADAL" clId="{A6AB8097-671C-4783-A056-5A985F003BDF}" dt="2026-04-20T14:11:54.437" v="103"/>
          <ac:inkMkLst>
            <pc:docMk/>
            <pc:sldMk cId="3493980762" sldId="258"/>
            <ac:inkMk id="452" creationId="{C012551F-226C-AE21-4555-C7F823E3B7C7}"/>
          </ac:inkMkLst>
        </pc:inkChg>
        <pc:inkChg chg="add">
          <ac:chgData name="植田 篤俊" userId="0d2b3cda-30c1-45e3-9e5c-02c0046d67fa" providerId="ADAL" clId="{A6AB8097-671C-4783-A056-5A985F003BDF}" dt="2026-04-20T14:30:43.668" v="1069"/>
          <ac:inkMkLst>
            <pc:docMk/>
            <pc:sldMk cId="3493980762" sldId="258"/>
            <ac:inkMk id="453" creationId="{1E076FC0-BD10-686D-D7AB-2C6E2B95A3B6}"/>
          </ac:inkMkLst>
        </pc:inkChg>
        <pc:inkChg chg="add">
          <ac:chgData name="植田 篤俊" userId="0d2b3cda-30c1-45e3-9e5c-02c0046d67fa" providerId="ADAL" clId="{A6AB8097-671C-4783-A056-5A985F003BDF}" dt="2026-04-20T14:23:07.940" v="914"/>
          <ac:inkMkLst>
            <pc:docMk/>
            <pc:sldMk cId="3493980762" sldId="258"/>
            <ac:inkMk id="453" creationId="{40E87687-FBC9-32CC-C43F-E79C8FF1A0B3}"/>
          </ac:inkMkLst>
        </pc:inkChg>
        <pc:inkChg chg="add del">
          <ac:chgData name="植田 篤俊" userId="0d2b3cda-30c1-45e3-9e5c-02c0046d67fa" providerId="ADAL" clId="{A6AB8097-671C-4783-A056-5A985F003BDF}" dt="2026-04-20T14:16:30.566" v="500"/>
          <ac:inkMkLst>
            <pc:docMk/>
            <pc:sldMk cId="3493980762" sldId="258"/>
            <ac:inkMk id="453" creationId="{A0024771-4022-46A9-3B9C-7D815D959926}"/>
          </ac:inkMkLst>
        </pc:inkChg>
        <pc:inkChg chg="add del">
          <ac:chgData name="植田 篤俊" userId="0d2b3cda-30c1-45e3-9e5c-02c0046d67fa" providerId="ADAL" clId="{A6AB8097-671C-4783-A056-5A985F003BDF}" dt="2026-04-20T14:15:00.178" v="387"/>
          <ac:inkMkLst>
            <pc:docMk/>
            <pc:sldMk cId="3493980762" sldId="258"/>
            <ac:inkMk id="453" creationId="{A0F6BEEF-841C-89D4-7E2C-C45BC7AB0D39}"/>
          </ac:inkMkLst>
        </pc:inkChg>
        <pc:inkChg chg="add del">
          <ac:chgData name="植田 篤俊" userId="0d2b3cda-30c1-45e3-9e5c-02c0046d67fa" providerId="ADAL" clId="{A6AB8097-671C-4783-A056-5A985F003BDF}" dt="2026-04-20T14:11:54.437" v="103"/>
          <ac:inkMkLst>
            <pc:docMk/>
            <pc:sldMk cId="3493980762" sldId="258"/>
            <ac:inkMk id="453" creationId="{E5D756A2-FC34-F0FD-35E7-33118C64BC2C}"/>
          </ac:inkMkLst>
        </pc:inkChg>
        <pc:inkChg chg="add del">
          <ac:chgData name="植田 篤俊" userId="0d2b3cda-30c1-45e3-9e5c-02c0046d67fa" providerId="ADAL" clId="{A6AB8097-671C-4783-A056-5A985F003BDF}" dt="2026-04-20T14:11:54.437" v="103"/>
          <ac:inkMkLst>
            <pc:docMk/>
            <pc:sldMk cId="3493980762" sldId="258"/>
            <ac:inkMk id="454" creationId="{3C3EC2A8-941E-4173-BA65-1D89F2A91374}"/>
          </ac:inkMkLst>
        </pc:inkChg>
        <pc:inkChg chg="add reco">
          <ac:chgData name="植田 篤俊" userId="0d2b3cda-30c1-45e3-9e5c-02c0046d67fa" providerId="ADAL" clId="{A6AB8097-671C-4783-A056-5A985F003BDF}" dt="2026-04-20T14:16:30.566" v="500"/>
          <ac:inkMkLst>
            <pc:docMk/>
            <pc:sldMk cId="3493980762" sldId="258"/>
            <ac:inkMk id="454" creationId="{51F273DD-3952-B21A-3BE2-6CA12ACCAEA2}"/>
          </ac:inkMkLst>
        </pc:inkChg>
        <pc:inkChg chg="add del">
          <ac:chgData name="植田 篤俊" userId="0d2b3cda-30c1-45e3-9e5c-02c0046d67fa" providerId="ADAL" clId="{A6AB8097-671C-4783-A056-5A985F003BDF}" dt="2026-04-20T14:15:00.178" v="387"/>
          <ac:inkMkLst>
            <pc:docMk/>
            <pc:sldMk cId="3493980762" sldId="258"/>
            <ac:inkMk id="454" creationId="{EB4B17A1-C2E1-E3FB-8562-2232894BB918}"/>
          </ac:inkMkLst>
        </pc:inkChg>
        <pc:inkChg chg="add del">
          <ac:chgData name="植田 篤俊" userId="0d2b3cda-30c1-45e3-9e5c-02c0046d67fa" providerId="ADAL" clId="{A6AB8097-671C-4783-A056-5A985F003BDF}" dt="2026-04-20T14:16:34.628" v="514"/>
          <ac:inkMkLst>
            <pc:docMk/>
            <pc:sldMk cId="3493980762" sldId="258"/>
            <ac:inkMk id="455" creationId="{15973D4A-7D4B-0CBB-023A-713AFB843AD6}"/>
          </ac:inkMkLst>
        </pc:inkChg>
        <pc:inkChg chg="add del">
          <ac:chgData name="植田 篤俊" userId="0d2b3cda-30c1-45e3-9e5c-02c0046d67fa" providerId="ADAL" clId="{A6AB8097-671C-4783-A056-5A985F003BDF}" dt="2026-04-20T14:15:00.178" v="387"/>
          <ac:inkMkLst>
            <pc:docMk/>
            <pc:sldMk cId="3493980762" sldId="258"/>
            <ac:inkMk id="455" creationId="{2955C7BA-C226-C8C3-660D-7BFBC33E4B55}"/>
          </ac:inkMkLst>
        </pc:inkChg>
        <pc:inkChg chg="add">
          <ac:chgData name="植田 篤俊" userId="0d2b3cda-30c1-45e3-9e5c-02c0046d67fa" providerId="ADAL" clId="{A6AB8097-671C-4783-A056-5A985F003BDF}" dt="2026-04-20T14:30:44.021" v="1070"/>
          <ac:inkMkLst>
            <pc:docMk/>
            <pc:sldMk cId="3493980762" sldId="258"/>
            <ac:inkMk id="455" creationId="{7F6218EF-3CBE-1610-E479-746034FB19AE}"/>
          </ac:inkMkLst>
        </pc:inkChg>
        <pc:inkChg chg="add">
          <ac:chgData name="植田 篤俊" userId="0d2b3cda-30c1-45e3-9e5c-02c0046d67fa" providerId="ADAL" clId="{A6AB8097-671C-4783-A056-5A985F003BDF}" dt="2026-04-20T14:23:08.106" v="915"/>
          <ac:inkMkLst>
            <pc:docMk/>
            <pc:sldMk cId="3493980762" sldId="258"/>
            <ac:inkMk id="455" creationId="{E6263195-1FFF-4D87-01EF-8A9F897A4720}"/>
          </ac:inkMkLst>
        </pc:inkChg>
        <pc:inkChg chg="add del">
          <ac:chgData name="植田 篤俊" userId="0d2b3cda-30c1-45e3-9e5c-02c0046d67fa" providerId="ADAL" clId="{A6AB8097-671C-4783-A056-5A985F003BDF}" dt="2026-04-20T14:11:54.437" v="103"/>
          <ac:inkMkLst>
            <pc:docMk/>
            <pc:sldMk cId="3493980762" sldId="258"/>
            <ac:inkMk id="455" creationId="{E8009549-9F8A-13BA-AB10-3DDE2557F31D}"/>
          </ac:inkMkLst>
        </pc:inkChg>
        <pc:inkChg chg="add reco">
          <ac:chgData name="植田 篤俊" userId="0d2b3cda-30c1-45e3-9e5c-02c0046d67fa" providerId="ADAL" clId="{A6AB8097-671C-4783-A056-5A985F003BDF}" dt="2026-04-20T14:15:00.178" v="387"/>
          <ac:inkMkLst>
            <pc:docMk/>
            <pc:sldMk cId="3493980762" sldId="258"/>
            <ac:inkMk id="456" creationId="{06964205-D117-8FF8-FE79-9D0380DE3F7D}"/>
          </ac:inkMkLst>
        </pc:inkChg>
        <pc:inkChg chg="add del">
          <ac:chgData name="植田 篤俊" userId="0d2b3cda-30c1-45e3-9e5c-02c0046d67fa" providerId="ADAL" clId="{A6AB8097-671C-4783-A056-5A985F003BDF}" dt="2026-04-20T14:11:54.437" v="103"/>
          <ac:inkMkLst>
            <pc:docMk/>
            <pc:sldMk cId="3493980762" sldId="258"/>
            <ac:inkMk id="456" creationId="{C81C8A87-8F26-34E9-458E-B94435F26614}"/>
          </ac:inkMkLst>
        </pc:inkChg>
        <pc:inkChg chg="add">
          <ac:chgData name="植田 篤俊" userId="0d2b3cda-30c1-45e3-9e5c-02c0046d67fa" providerId="ADAL" clId="{A6AB8097-671C-4783-A056-5A985F003BDF}" dt="2026-04-20T14:11:52.835" v="99"/>
          <ac:inkMkLst>
            <pc:docMk/>
            <pc:sldMk cId="3493980762" sldId="258"/>
            <ac:inkMk id="457" creationId="{33109E48-5ECB-6A2A-3812-C27BA6B2629C}"/>
          </ac:inkMkLst>
        </pc:inkChg>
        <pc:inkChg chg="add">
          <ac:chgData name="植田 篤俊" userId="0d2b3cda-30c1-45e3-9e5c-02c0046d67fa" providerId="ADAL" clId="{A6AB8097-671C-4783-A056-5A985F003BDF}" dt="2026-04-20T14:30:44.585" v="1071"/>
          <ac:inkMkLst>
            <pc:docMk/>
            <pc:sldMk cId="3493980762" sldId="258"/>
            <ac:inkMk id="457" creationId="{B337B8B2-3B37-2E8F-3A4D-7399BC7D6053}"/>
          </ac:inkMkLst>
        </pc:inkChg>
        <pc:inkChg chg="add del">
          <ac:chgData name="植田 篤俊" userId="0d2b3cda-30c1-45e3-9e5c-02c0046d67fa" providerId="ADAL" clId="{A6AB8097-671C-4783-A056-5A985F003BDF}" dt="2026-04-20T14:16:34.628" v="514"/>
          <ac:inkMkLst>
            <pc:docMk/>
            <pc:sldMk cId="3493980762" sldId="258"/>
            <ac:inkMk id="457" creationId="{BE449B86-AC6D-AD01-1716-877A82AB580A}"/>
          </ac:inkMkLst>
        </pc:inkChg>
        <pc:inkChg chg="add">
          <ac:chgData name="植田 篤俊" userId="0d2b3cda-30c1-45e3-9e5c-02c0046d67fa" providerId="ADAL" clId="{A6AB8097-671C-4783-A056-5A985F003BDF}" dt="2026-04-20T14:23:08.706" v="916"/>
          <ac:inkMkLst>
            <pc:docMk/>
            <pc:sldMk cId="3493980762" sldId="258"/>
            <ac:inkMk id="457" creationId="{BEBA5270-7A70-A2F7-1E39-3ECCAEB407F3}"/>
          </ac:inkMkLst>
        </pc:inkChg>
        <pc:inkChg chg="add">
          <ac:chgData name="植田 篤俊" userId="0d2b3cda-30c1-45e3-9e5c-02c0046d67fa" providerId="ADAL" clId="{A6AB8097-671C-4783-A056-5A985F003BDF}" dt="2026-04-20T14:15:01.602" v="388"/>
          <ac:inkMkLst>
            <pc:docMk/>
            <pc:sldMk cId="3493980762" sldId="258"/>
            <ac:inkMk id="457" creationId="{E637B4DD-A7D0-1510-B4A8-15B4B219CCC4}"/>
          </ac:inkMkLst>
        </pc:inkChg>
        <pc:inkChg chg="add">
          <ac:chgData name="植田 篤俊" userId="0d2b3cda-30c1-45e3-9e5c-02c0046d67fa" providerId="ADAL" clId="{A6AB8097-671C-4783-A056-5A985F003BDF}" dt="2026-04-20T14:11:53.565" v="100"/>
          <ac:inkMkLst>
            <pc:docMk/>
            <pc:sldMk cId="3493980762" sldId="258"/>
            <ac:inkMk id="458" creationId="{0C5FA412-010F-5F2E-D075-E1011BAE94FB}"/>
          </ac:inkMkLst>
        </pc:inkChg>
        <pc:inkChg chg="add">
          <ac:chgData name="植田 篤俊" userId="0d2b3cda-30c1-45e3-9e5c-02c0046d67fa" providerId="ADAL" clId="{A6AB8097-671C-4783-A056-5A985F003BDF}" dt="2026-04-20T14:23:09.406" v="917"/>
          <ac:inkMkLst>
            <pc:docMk/>
            <pc:sldMk cId="3493980762" sldId="258"/>
            <ac:inkMk id="458" creationId="{75B65B8A-AD65-9EAF-D7A5-21057129B4CE}"/>
          </ac:inkMkLst>
        </pc:inkChg>
        <pc:inkChg chg="add">
          <ac:chgData name="植田 篤俊" userId="0d2b3cda-30c1-45e3-9e5c-02c0046d67fa" providerId="ADAL" clId="{A6AB8097-671C-4783-A056-5A985F003BDF}" dt="2026-04-20T14:15:01.955" v="389"/>
          <ac:inkMkLst>
            <pc:docMk/>
            <pc:sldMk cId="3493980762" sldId="258"/>
            <ac:inkMk id="458" creationId="{98D88428-8EAD-789E-E432-88E6B24AB75E}"/>
          </ac:inkMkLst>
        </pc:inkChg>
        <pc:inkChg chg="add del">
          <ac:chgData name="植田 篤俊" userId="0d2b3cda-30c1-45e3-9e5c-02c0046d67fa" providerId="ADAL" clId="{A6AB8097-671C-4783-A056-5A985F003BDF}" dt="2026-04-20T14:16:34.628" v="514"/>
          <ac:inkMkLst>
            <pc:docMk/>
            <pc:sldMk cId="3493980762" sldId="258"/>
            <ac:inkMk id="458" creationId="{ADB29628-AA48-D8B1-42C4-7A6E168AAB74}"/>
          </ac:inkMkLst>
        </pc:inkChg>
        <pc:inkChg chg="add del">
          <ac:chgData name="植田 篤俊" userId="0d2b3cda-30c1-45e3-9e5c-02c0046d67fa" providerId="ADAL" clId="{A6AB8097-671C-4783-A056-5A985F003BDF}" dt="2026-04-20T14:30:49.929" v="1089"/>
          <ac:inkMkLst>
            <pc:docMk/>
            <pc:sldMk cId="3493980762" sldId="258"/>
            <ac:inkMk id="458" creationId="{DF7A3F65-23CD-61A7-3DAE-71CF48EFAD83}"/>
          </ac:inkMkLst>
        </pc:inkChg>
        <pc:inkChg chg="add del">
          <ac:chgData name="植田 篤俊" userId="0d2b3cda-30c1-45e3-9e5c-02c0046d67fa" providerId="ADAL" clId="{A6AB8097-671C-4783-A056-5A985F003BDF}" dt="2026-04-20T14:11:54.437" v="103"/>
          <ac:inkMkLst>
            <pc:docMk/>
            <pc:sldMk cId="3493980762" sldId="258"/>
            <ac:inkMk id="459" creationId="{01C69716-C4B5-D860-0573-4E3E8E7CBC3B}"/>
          </ac:inkMkLst>
        </pc:inkChg>
        <pc:inkChg chg="add">
          <ac:chgData name="植田 篤俊" userId="0d2b3cda-30c1-45e3-9e5c-02c0046d67fa" providerId="ADAL" clId="{A6AB8097-671C-4783-A056-5A985F003BDF}" dt="2026-04-20T14:15:02.337" v="390"/>
          <ac:inkMkLst>
            <pc:docMk/>
            <pc:sldMk cId="3493980762" sldId="258"/>
            <ac:inkMk id="459" creationId="{073A29AF-6408-D622-3CF5-C5E605E4CCCD}"/>
          </ac:inkMkLst>
        </pc:inkChg>
        <pc:inkChg chg="add del">
          <ac:chgData name="植田 篤俊" userId="0d2b3cda-30c1-45e3-9e5c-02c0046d67fa" providerId="ADAL" clId="{A6AB8097-671C-4783-A056-5A985F003BDF}" dt="2026-04-20T14:30:49.929" v="1089"/>
          <ac:inkMkLst>
            <pc:docMk/>
            <pc:sldMk cId="3493980762" sldId="258"/>
            <ac:inkMk id="459" creationId="{641F768B-015F-B199-A331-5AE1FCA3C9DE}"/>
          </ac:inkMkLst>
        </pc:inkChg>
        <pc:inkChg chg="add del">
          <ac:chgData name="植田 篤俊" userId="0d2b3cda-30c1-45e3-9e5c-02c0046d67fa" providerId="ADAL" clId="{A6AB8097-671C-4783-A056-5A985F003BDF}" dt="2026-04-20T14:16:34.628" v="514"/>
          <ac:inkMkLst>
            <pc:docMk/>
            <pc:sldMk cId="3493980762" sldId="258"/>
            <ac:inkMk id="459" creationId="{A60EE891-D11A-F2CA-F1F8-2490C5ADBBF7}"/>
          </ac:inkMkLst>
        </pc:inkChg>
        <pc:inkChg chg="add">
          <ac:chgData name="植田 篤俊" userId="0d2b3cda-30c1-45e3-9e5c-02c0046d67fa" providerId="ADAL" clId="{A6AB8097-671C-4783-A056-5A985F003BDF}" dt="2026-04-20T14:23:09.589" v="918"/>
          <ac:inkMkLst>
            <pc:docMk/>
            <pc:sldMk cId="3493980762" sldId="258"/>
            <ac:inkMk id="459" creationId="{BC2FACE6-CA67-9895-F8B8-714A8C72D7EC}"/>
          </ac:inkMkLst>
        </pc:inkChg>
        <pc:inkChg chg="add del">
          <ac:chgData name="植田 篤俊" userId="0d2b3cda-30c1-45e3-9e5c-02c0046d67fa" providerId="ADAL" clId="{A6AB8097-671C-4783-A056-5A985F003BDF}" dt="2026-04-20T14:15:10.460" v="419"/>
          <ac:inkMkLst>
            <pc:docMk/>
            <pc:sldMk cId="3493980762" sldId="258"/>
            <ac:inkMk id="460" creationId="{0D84707A-F737-CA2E-1007-01A8BE8FAD38}"/>
          </ac:inkMkLst>
        </pc:inkChg>
        <pc:inkChg chg="add del">
          <ac:chgData name="植田 篤俊" userId="0d2b3cda-30c1-45e3-9e5c-02c0046d67fa" providerId="ADAL" clId="{A6AB8097-671C-4783-A056-5A985F003BDF}" dt="2026-04-20T14:30:49.929" v="1089"/>
          <ac:inkMkLst>
            <pc:docMk/>
            <pc:sldMk cId="3493980762" sldId="258"/>
            <ac:inkMk id="460" creationId="{7200A3AC-4355-8C97-DA2C-FDA17D47603E}"/>
          </ac:inkMkLst>
        </pc:inkChg>
        <pc:inkChg chg="add del">
          <ac:chgData name="植田 篤俊" userId="0d2b3cda-30c1-45e3-9e5c-02c0046d67fa" providerId="ADAL" clId="{A6AB8097-671C-4783-A056-5A985F003BDF}" dt="2026-04-20T14:16:34.628" v="514"/>
          <ac:inkMkLst>
            <pc:docMk/>
            <pc:sldMk cId="3493980762" sldId="258"/>
            <ac:inkMk id="460" creationId="{728A970B-3AE8-B9F9-5A23-40EF85086748}"/>
          </ac:inkMkLst>
        </pc:inkChg>
        <pc:inkChg chg="add">
          <ac:chgData name="植田 篤俊" userId="0d2b3cda-30c1-45e3-9e5c-02c0046d67fa" providerId="ADAL" clId="{A6AB8097-671C-4783-A056-5A985F003BDF}" dt="2026-04-20T14:23:09.856" v="919"/>
          <ac:inkMkLst>
            <pc:docMk/>
            <pc:sldMk cId="3493980762" sldId="258"/>
            <ac:inkMk id="460" creationId="{865EE089-2033-622B-6B83-C9F7CD1C8251}"/>
          </ac:inkMkLst>
        </pc:inkChg>
        <pc:inkChg chg="add del">
          <ac:chgData name="植田 篤俊" userId="0d2b3cda-30c1-45e3-9e5c-02c0046d67fa" providerId="ADAL" clId="{A6AB8097-671C-4783-A056-5A985F003BDF}" dt="2026-04-20T14:11:54.437" v="103"/>
          <ac:inkMkLst>
            <pc:docMk/>
            <pc:sldMk cId="3493980762" sldId="258"/>
            <ac:inkMk id="460" creationId="{D47D31D1-26FF-4FBD-3E76-D0C96C39A3C5}"/>
          </ac:inkMkLst>
        </pc:inkChg>
        <pc:inkChg chg="add reco">
          <ac:chgData name="植田 篤俊" userId="0d2b3cda-30c1-45e3-9e5c-02c0046d67fa" providerId="ADAL" clId="{A6AB8097-671C-4783-A056-5A985F003BDF}" dt="2026-04-20T14:11:54.437" v="103"/>
          <ac:inkMkLst>
            <pc:docMk/>
            <pc:sldMk cId="3493980762" sldId="258"/>
            <ac:inkMk id="461" creationId="{E44673B7-7D2B-E0F7-6B4D-2B0003CDAE9A}"/>
          </ac:inkMkLst>
        </pc:inkChg>
        <pc:inkChg chg="add del">
          <ac:chgData name="植田 篤俊" userId="0d2b3cda-30c1-45e3-9e5c-02c0046d67fa" providerId="ADAL" clId="{A6AB8097-671C-4783-A056-5A985F003BDF}" dt="2026-04-20T14:15:10.460" v="419"/>
          <ac:inkMkLst>
            <pc:docMk/>
            <pc:sldMk cId="3493980762" sldId="258"/>
            <ac:inkMk id="462" creationId="{3DCAEF66-C06C-E32B-4FA6-5A217DBD8140}"/>
          </ac:inkMkLst>
        </pc:inkChg>
        <pc:inkChg chg="add">
          <ac:chgData name="植田 篤俊" userId="0d2b3cda-30c1-45e3-9e5c-02c0046d67fa" providerId="ADAL" clId="{A6AB8097-671C-4783-A056-5A985F003BDF}" dt="2026-04-20T14:16:32.261" v="506"/>
          <ac:inkMkLst>
            <pc:docMk/>
            <pc:sldMk cId="3493980762" sldId="258"/>
            <ac:inkMk id="462" creationId="{43DB13C1-A04A-FED2-76E9-B1BCAA350F19}"/>
          </ac:inkMkLst>
        </pc:inkChg>
        <pc:inkChg chg="add del">
          <ac:chgData name="植田 篤俊" userId="0d2b3cda-30c1-45e3-9e5c-02c0046d67fa" providerId="ADAL" clId="{A6AB8097-671C-4783-A056-5A985F003BDF}" dt="2026-04-20T14:23:13.180" v="929"/>
          <ac:inkMkLst>
            <pc:docMk/>
            <pc:sldMk cId="3493980762" sldId="258"/>
            <ac:inkMk id="462" creationId="{47ED70A2-DA4F-7B44-EBF7-0FDA773F77F6}"/>
          </ac:inkMkLst>
        </pc:inkChg>
        <pc:inkChg chg="add">
          <ac:chgData name="植田 篤俊" userId="0d2b3cda-30c1-45e3-9e5c-02c0046d67fa" providerId="ADAL" clId="{A6AB8097-671C-4783-A056-5A985F003BDF}" dt="2026-04-20T14:30:45.634" v="1075"/>
          <ac:inkMkLst>
            <pc:docMk/>
            <pc:sldMk cId="3493980762" sldId="258"/>
            <ac:inkMk id="462" creationId="{528DA952-8E0C-4CEB-A81F-07AFCF3265A8}"/>
          </ac:inkMkLst>
        </pc:inkChg>
        <pc:inkChg chg="add">
          <ac:chgData name="植田 篤俊" userId="0d2b3cda-30c1-45e3-9e5c-02c0046d67fa" providerId="ADAL" clId="{A6AB8097-671C-4783-A056-5A985F003BDF}" dt="2026-04-20T14:11:54.748" v="104"/>
          <ac:inkMkLst>
            <pc:docMk/>
            <pc:sldMk cId="3493980762" sldId="258"/>
            <ac:inkMk id="462" creationId="{FA512F6E-B396-65CC-1843-7525E288D8F3}"/>
          </ac:inkMkLst>
        </pc:inkChg>
        <pc:inkChg chg="add del">
          <ac:chgData name="植田 篤俊" userId="0d2b3cda-30c1-45e3-9e5c-02c0046d67fa" providerId="ADAL" clId="{A6AB8097-671C-4783-A056-5A985F003BDF}" dt="2026-04-20T14:11:58.905" v="120"/>
          <ac:inkMkLst>
            <pc:docMk/>
            <pc:sldMk cId="3493980762" sldId="258"/>
            <ac:inkMk id="463" creationId="{6D200F93-80D4-CFB3-0B74-D9122847A11E}"/>
          </ac:inkMkLst>
        </pc:inkChg>
        <pc:inkChg chg="add">
          <ac:chgData name="植田 篤俊" userId="0d2b3cda-30c1-45e3-9e5c-02c0046d67fa" providerId="ADAL" clId="{A6AB8097-671C-4783-A056-5A985F003BDF}" dt="2026-04-20T14:23:10.273" v="921"/>
          <ac:inkMkLst>
            <pc:docMk/>
            <pc:sldMk cId="3493980762" sldId="258"/>
            <ac:inkMk id="463" creationId="{730B4E22-5C33-FD83-2898-89EF89261B8A}"/>
          </ac:inkMkLst>
        </pc:inkChg>
        <pc:inkChg chg="add">
          <ac:chgData name="植田 篤俊" userId="0d2b3cda-30c1-45e3-9e5c-02c0046d67fa" providerId="ADAL" clId="{A6AB8097-671C-4783-A056-5A985F003BDF}" dt="2026-04-20T14:16:32.543" v="507"/>
          <ac:inkMkLst>
            <pc:docMk/>
            <pc:sldMk cId="3493980762" sldId="258"/>
            <ac:inkMk id="463" creationId="{76B0ADC8-C146-0BE9-C504-9EA39EDC1CDA}"/>
          </ac:inkMkLst>
        </pc:inkChg>
        <pc:inkChg chg="add del">
          <ac:chgData name="植田 篤俊" userId="0d2b3cda-30c1-45e3-9e5c-02c0046d67fa" providerId="ADAL" clId="{A6AB8097-671C-4783-A056-5A985F003BDF}" dt="2026-04-20T14:15:10.460" v="419"/>
          <ac:inkMkLst>
            <pc:docMk/>
            <pc:sldMk cId="3493980762" sldId="258"/>
            <ac:inkMk id="463" creationId="{981A0ADE-70A7-19E3-9B2F-F0A979B367DA}"/>
          </ac:inkMkLst>
        </pc:inkChg>
        <pc:inkChg chg="add">
          <ac:chgData name="植田 篤俊" userId="0d2b3cda-30c1-45e3-9e5c-02c0046d67fa" providerId="ADAL" clId="{A6AB8097-671C-4783-A056-5A985F003BDF}" dt="2026-04-20T14:30:45.800" v="1076"/>
          <ac:inkMkLst>
            <pc:docMk/>
            <pc:sldMk cId="3493980762" sldId="258"/>
            <ac:inkMk id="463" creationId="{F4DA7D15-F285-4CEC-C132-12AFB6B36CEA}"/>
          </ac:inkMkLst>
        </pc:inkChg>
        <pc:inkChg chg="add">
          <ac:chgData name="植田 篤俊" userId="0d2b3cda-30c1-45e3-9e5c-02c0046d67fa" providerId="ADAL" clId="{A6AB8097-671C-4783-A056-5A985F003BDF}" dt="2026-04-20T14:30:45.900" v="1077"/>
          <ac:inkMkLst>
            <pc:docMk/>
            <pc:sldMk cId="3493980762" sldId="258"/>
            <ac:inkMk id="464" creationId="{6099DA70-520C-760A-1B82-B2BD38B7A95D}"/>
          </ac:inkMkLst>
        </pc:inkChg>
        <pc:inkChg chg="del">
          <ac:chgData name="植田 篤俊" userId="0d2b3cda-30c1-45e3-9e5c-02c0046d67fa" providerId="ADAL" clId="{A6AB8097-671C-4783-A056-5A985F003BDF}" dt="2026-04-20T14:11:00.555" v="23"/>
          <ac:inkMkLst>
            <pc:docMk/>
            <pc:sldMk cId="3493980762" sldId="258"/>
            <ac:inkMk id="464" creationId="{6FA435B8-9C59-94A6-52E9-6DDFA0976B04}"/>
          </ac:inkMkLst>
        </pc:inkChg>
        <pc:inkChg chg="add">
          <ac:chgData name="植田 篤俊" userId="0d2b3cda-30c1-45e3-9e5c-02c0046d67fa" providerId="ADAL" clId="{A6AB8097-671C-4783-A056-5A985F003BDF}" dt="2026-04-20T14:23:10.456" v="922"/>
          <ac:inkMkLst>
            <pc:docMk/>
            <pc:sldMk cId="3493980762" sldId="258"/>
            <ac:inkMk id="464" creationId="{A158A1CF-D25B-8BDC-139E-2D9695B1AE25}"/>
          </ac:inkMkLst>
        </pc:inkChg>
        <pc:inkChg chg="add">
          <ac:chgData name="植田 篤俊" userId="0d2b3cda-30c1-45e3-9e5c-02c0046d67fa" providerId="ADAL" clId="{A6AB8097-671C-4783-A056-5A985F003BDF}" dt="2026-04-20T14:16:32.811" v="508"/>
          <ac:inkMkLst>
            <pc:docMk/>
            <pc:sldMk cId="3493980762" sldId="258"/>
            <ac:inkMk id="464" creationId="{C257AD37-C458-5736-DAA1-CE3C3D79A60D}"/>
          </ac:inkMkLst>
        </pc:inkChg>
        <pc:inkChg chg="add del">
          <ac:chgData name="植田 篤俊" userId="0d2b3cda-30c1-45e3-9e5c-02c0046d67fa" providerId="ADAL" clId="{A6AB8097-671C-4783-A056-5A985F003BDF}" dt="2026-04-20T14:15:10.460" v="419"/>
          <ac:inkMkLst>
            <pc:docMk/>
            <pc:sldMk cId="3493980762" sldId="258"/>
            <ac:inkMk id="464" creationId="{D7B90152-E06D-F96E-900B-39B5B0F3353D}"/>
          </ac:inkMkLst>
        </pc:inkChg>
        <pc:inkChg chg="add">
          <ac:chgData name="植田 篤俊" userId="0d2b3cda-30c1-45e3-9e5c-02c0046d67fa" providerId="ADAL" clId="{A6AB8097-671C-4783-A056-5A985F003BDF}" dt="2026-04-20T14:30:46.537" v="1078"/>
          <ac:inkMkLst>
            <pc:docMk/>
            <pc:sldMk cId="3493980762" sldId="258"/>
            <ac:inkMk id="465" creationId="{0ED42AF3-4B21-5217-BD17-B97D73FB383B}"/>
          </ac:inkMkLst>
        </pc:inkChg>
        <pc:inkChg chg="add">
          <ac:chgData name="植田 篤俊" userId="0d2b3cda-30c1-45e3-9e5c-02c0046d67fa" providerId="ADAL" clId="{A6AB8097-671C-4783-A056-5A985F003BDF}" dt="2026-04-20T14:15:03.401" v="395"/>
          <ac:inkMkLst>
            <pc:docMk/>
            <pc:sldMk cId="3493980762" sldId="258"/>
            <ac:inkMk id="465" creationId="{3D61CC09-A3B4-18EA-C884-6EAA06D694FC}"/>
          </ac:inkMkLst>
        </pc:inkChg>
        <pc:inkChg chg="add del">
          <ac:chgData name="植田 篤俊" userId="0d2b3cda-30c1-45e3-9e5c-02c0046d67fa" providerId="ADAL" clId="{A6AB8097-671C-4783-A056-5A985F003BDF}" dt="2026-04-20T14:16:34.628" v="514"/>
          <ac:inkMkLst>
            <pc:docMk/>
            <pc:sldMk cId="3493980762" sldId="258"/>
            <ac:inkMk id="465" creationId="{8CA38DE0-64C6-F468-0CE1-F2F190338623}"/>
          </ac:inkMkLst>
        </pc:inkChg>
        <pc:inkChg chg="add del">
          <ac:chgData name="植田 篤俊" userId="0d2b3cda-30c1-45e3-9e5c-02c0046d67fa" providerId="ADAL" clId="{A6AB8097-671C-4783-A056-5A985F003BDF}" dt="2026-04-20T14:11:58.905" v="120"/>
          <ac:inkMkLst>
            <pc:docMk/>
            <pc:sldMk cId="3493980762" sldId="258"/>
            <ac:inkMk id="465" creationId="{AD15E346-DB61-96BA-6D51-4C56ADF75355}"/>
          </ac:inkMkLst>
        </pc:inkChg>
        <pc:inkChg chg="add">
          <ac:chgData name="植田 篤俊" userId="0d2b3cda-30c1-45e3-9e5c-02c0046d67fa" providerId="ADAL" clId="{A6AB8097-671C-4783-A056-5A985F003BDF}" dt="2026-04-20T14:23:10.926" v="923"/>
          <ac:inkMkLst>
            <pc:docMk/>
            <pc:sldMk cId="3493980762" sldId="258"/>
            <ac:inkMk id="465" creationId="{C9590421-6EEB-8264-AB7D-43851E6B5AE6}"/>
          </ac:inkMkLst>
        </pc:inkChg>
        <pc:inkChg chg="add del">
          <ac:chgData name="植田 篤俊" userId="0d2b3cda-30c1-45e3-9e5c-02c0046d67fa" providerId="ADAL" clId="{A6AB8097-671C-4783-A056-5A985F003BDF}" dt="2026-04-20T14:16:34.628" v="514"/>
          <ac:inkMkLst>
            <pc:docMk/>
            <pc:sldMk cId="3493980762" sldId="258"/>
            <ac:inkMk id="466" creationId="{25D78685-7051-A0F8-8005-E65165E48A33}"/>
          </ac:inkMkLst>
        </pc:inkChg>
        <pc:inkChg chg="add del">
          <ac:chgData name="植田 篤俊" userId="0d2b3cda-30c1-45e3-9e5c-02c0046d67fa" providerId="ADAL" clId="{A6AB8097-671C-4783-A056-5A985F003BDF}" dt="2026-04-20T14:23:13.180" v="929"/>
          <ac:inkMkLst>
            <pc:docMk/>
            <pc:sldMk cId="3493980762" sldId="258"/>
            <ac:inkMk id="466" creationId="{6043100F-A0D1-D6B3-2500-C0E9ACFF06FB}"/>
          </ac:inkMkLst>
        </pc:inkChg>
        <pc:inkChg chg="add">
          <ac:chgData name="植田 篤俊" userId="0d2b3cda-30c1-45e3-9e5c-02c0046d67fa" providerId="ADAL" clId="{A6AB8097-671C-4783-A056-5A985F003BDF}" dt="2026-04-20T14:15:04.167" v="396"/>
          <ac:inkMkLst>
            <pc:docMk/>
            <pc:sldMk cId="3493980762" sldId="258"/>
            <ac:inkMk id="466" creationId="{C1F03015-5DDA-B56F-BEE3-F57345DCB78F}"/>
          </ac:inkMkLst>
        </pc:inkChg>
        <pc:inkChg chg="add">
          <ac:chgData name="植田 篤俊" userId="0d2b3cda-30c1-45e3-9e5c-02c0046d67fa" providerId="ADAL" clId="{A6AB8097-671C-4783-A056-5A985F003BDF}" dt="2026-04-20T14:30:46.734" v="1079"/>
          <ac:inkMkLst>
            <pc:docMk/>
            <pc:sldMk cId="3493980762" sldId="258"/>
            <ac:inkMk id="466" creationId="{C511093F-4FDE-1DBC-AC3C-A5DDD9FBBB72}"/>
          </ac:inkMkLst>
        </pc:inkChg>
        <pc:inkChg chg="add del">
          <ac:chgData name="植田 篤俊" userId="0d2b3cda-30c1-45e3-9e5c-02c0046d67fa" providerId="ADAL" clId="{A6AB8097-671C-4783-A056-5A985F003BDF}" dt="2026-04-20T14:11:58.905" v="120"/>
          <ac:inkMkLst>
            <pc:docMk/>
            <pc:sldMk cId="3493980762" sldId="258"/>
            <ac:inkMk id="466" creationId="{F1158F53-3098-4FCE-5456-4B357B68C212}"/>
          </ac:inkMkLst>
        </pc:inkChg>
        <pc:inkChg chg="add del">
          <ac:chgData name="植田 篤俊" userId="0d2b3cda-30c1-45e3-9e5c-02c0046d67fa" providerId="ADAL" clId="{A6AB8097-671C-4783-A056-5A985F003BDF}" dt="2026-04-20T14:15:10.460" v="419"/>
          <ac:inkMkLst>
            <pc:docMk/>
            <pc:sldMk cId="3493980762" sldId="258"/>
            <ac:inkMk id="467" creationId="{462ECA4C-F19E-04E5-6A4C-5B52E475E176}"/>
          </ac:inkMkLst>
        </pc:inkChg>
        <pc:inkChg chg="add del">
          <ac:chgData name="植田 篤俊" userId="0d2b3cda-30c1-45e3-9e5c-02c0046d67fa" providerId="ADAL" clId="{A6AB8097-671C-4783-A056-5A985F003BDF}" dt="2026-04-20T14:16:34.628" v="514"/>
          <ac:inkMkLst>
            <pc:docMk/>
            <pc:sldMk cId="3493980762" sldId="258"/>
            <ac:inkMk id="467" creationId="{5EC31959-6F4E-3D9D-2502-B77A2866ECB7}"/>
          </ac:inkMkLst>
        </pc:inkChg>
        <pc:inkChg chg="add">
          <ac:chgData name="植田 篤俊" userId="0d2b3cda-30c1-45e3-9e5c-02c0046d67fa" providerId="ADAL" clId="{A6AB8097-671C-4783-A056-5A985F003BDF}" dt="2026-04-20T14:30:46.850" v="1080"/>
          <ac:inkMkLst>
            <pc:docMk/>
            <pc:sldMk cId="3493980762" sldId="258"/>
            <ac:inkMk id="467" creationId="{8AEAE0B8-5051-5A6C-5845-0EF1FADADC97}"/>
          </ac:inkMkLst>
        </pc:inkChg>
        <pc:inkChg chg="del">
          <ac:chgData name="植田 篤俊" userId="0d2b3cda-30c1-45e3-9e5c-02c0046d67fa" providerId="ADAL" clId="{A6AB8097-671C-4783-A056-5A985F003BDF}" dt="2026-04-20T14:11:00.542" v="14"/>
          <ac:inkMkLst>
            <pc:docMk/>
            <pc:sldMk cId="3493980762" sldId="258"/>
            <ac:inkMk id="467" creationId="{9F602FD9-6DA7-113F-13A6-854FAA496E9C}"/>
          </ac:inkMkLst>
        </pc:inkChg>
        <pc:inkChg chg="add">
          <ac:chgData name="植田 篤俊" userId="0d2b3cda-30c1-45e3-9e5c-02c0046d67fa" providerId="ADAL" clId="{A6AB8097-671C-4783-A056-5A985F003BDF}" dt="2026-04-20T14:23:11.575" v="925"/>
          <ac:inkMkLst>
            <pc:docMk/>
            <pc:sldMk cId="3493980762" sldId="258"/>
            <ac:inkMk id="467" creationId="{DDC973AC-3DCE-4DBB-8906-19C57EF9E5B0}"/>
          </ac:inkMkLst>
        </pc:inkChg>
        <pc:inkChg chg="add del">
          <ac:chgData name="植田 篤俊" userId="0d2b3cda-30c1-45e3-9e5c-02c0046d67fa" providerId="ADAL" clId="{A6AB8097-671C-4783-A056-5A985F003BDF}" dt="2026-04-20T14:30:49.929" v="1089"/>
          <ac:inkMkLst>
            <pc:docMk/>
            <pc:sldMk cId="3493980762" sldId="258"/>
            <ac:inkMk id="468" creationId="{539B03CE-DA64-11D7-2007-C4D4D61161DF}"/>
          </ac:inkMkLst>
        </pc:inkChg>
        <pc:inkChg chg="add">
          <ac:chgData name="植田 篤俊" userId="0d2b3cda-30c1-45e3-9e5c-02c0046d67fa" providerId="ADAL" clId="{A6AB8097-671C-4783-A056-5A985F003BDF}" dt="2026-04-20T14:15:04.551" v="398"/>
          <ac:inkMkLst>
            <pc:docMk/>
            <pc:sldMk cId="3493980762" sldId="258"/>
            <ac:inkMk id="468" creationId="{78148AB3-6411-DB11-78B1-7B44BECB9AA6}"/>
          </ac:inkMkLst>
        </pc:inkChg>
        <pc:inkChg chg="add del">
          <ac:chgData name="植田 篤俊" userId="0d2b3cda-30c1-45e3-9e5c-02c0046d67fa" providerId="ADAL" clId="{A6AB8097-671C-4783-A056-5A985F003BDF}" dt="2026-04-20T14:11:58.905" v="120"/>
          <ac:inkMkLst>
            <pc:docMk/>
            <pc:sldMk cId="3493980762" sldId="258"/>
            <ac:inkMk id="468" creationId="{A0799DD1-6BB8-2FAA-15C7-9A6CC6E852D5}"/>
          </ac:inkMkLst>
        </pc:inkChg>
        <pc:inkChg chg="add">
          <ac:chgData name="植田 篤俊" userId="0d2b3cda-30c1-45e3-9e5c-02c0046d67fa" providerId="ADAL" clId="{A6AB8097-671C-4783-A056-5A985F003BDF}" dt="2026-04-20T14:23:11.739" v="926"/>
          <ac:inkMkLst>
            <pc:docMk/>
            <pc:sldMk cId="3493980762" sldId="258"/>
            <ac:inkMk id="468" creationId="{A170B57E-2DEA-789C-4B60-319DF27F3220}"/>
          </ac:inkMkLst>
        </pc:inkChg>
        <pc:inkChg chg="add del">
          <ac:chgData name="植田 篤俊" userId="0d2b3cda-30c1-45e3-9e5c-02c0046d67fa" providerId="ADAL" clId="{A6AB8097-671C-4783-A056-5A985F003BDF}" dt="2026-04-20T14:16:34.628" v="514"/>
          <ac:inkMkLst>
            <pc:docMk/>
            <pc:sldMk cId="3493980762" sldId="258"/>
            <ac:inkMk id="468" creationId="{B58B7E60-C393-9187-C59D-2C88D710EF4F}"/>
          </ac:inkMkLst>
        </pc:inkChg>
        <pc:inkChg chg="add">
          <ac:chgData name="植田 篤俊" userId="0d2b3cda-30c1-45e3-9e5c-02c0046d67fa" providerId="ADAL" clId="{A6AB8097-671C-4783-A056-5A985F003BDF}" dt="2026-04-20T14:30:47.317" v="1082"/>
          <ac:inkMkLst>
            <pc:docMk/>
            <pc:sldMk cId="3493980762" sldId="258"/>
            <ac:inkMk id="469" creationId="{4F46F6EF-DF4B-4AE1-CF2A-07D08BCBD58D}"/>
          </ac:inkMkLst>
        </pc:inkChg>
        <pc:inkChg chg="add">
          <ac:chgData name="植田 篤俊" userId="0d2b3cda-30c1-45e3-9e5c-02c0046d67fa" providerId="ADAL" clId="{A6AB8097-671C-4783-A056-5A985F003BDF}" dt="2026-04-20T14:11:55.682" v="109"/>
          <ac:inkMkLst>
            <pc:docMk/>
            <pc:sldMk cId="3493980762" sldId="258"/>
            <ac:inkMk id="469" creationId="{8095DC36-2613-62DD-6F6F-AAF2C4761965}"/>
          </ac:inkMkLst>
        </pc:inkChg>
        <pc:inkChg chg="add del">
          <ac:chgData name="植田 篤俊" userId="0d2b3cda-30c1-45e3-9e5c-02c0046d67fa" providerId="ADAL" clId="{A6AB8097-671C-4783-A056-5A985F003BDF}" dt="2026-04-20T14:16:34.628" v="514"/>
          <ac:inkMkLst>
            <pc:docMk/>
            <pc:sldMk cId="3493980762" sldId="258"/>
            <ac:inkMk id="469" creationId="{ABBEC9DE-14E8-35DE-4D72-8F515FBCAE7B}"/>
          </ac:inkMkLst>
        </pc:inkChg>
        <pc:inkChg chg="add">
          <ac:chgData name="植田 篤俊" userId="0d2b3cda-30c1-45e3-9e5c-02c0046d67fa" providerId="ADAL" clId="{A6AB8097-671C-4783-A056-5A985F003BDF}" dt="2026-04-20T14:23:12.040" v="927"/>
          <ac:inkMkLst>
            <pc:docMk/>
            <pc:sldMk cId="3493980762" sldId="258"/>
            <ac:inkMk id="469" creationId="{B71B056A-1BB3-F993-4E2F-38D005283474}"/>
          </ac:inkMkLst>
        </pc:inkChg>
        <pc:inkChg chg="add del">
          <ac:chgData name="植田 篤俊" userId="0d2b3cda-30c1-45e3-9e5c-02c0046d67fa" providerId="ADAL" clId="{A6AB8097-671C-4783-A056-5A985F003BDF}" dt="2026-04-20T14:15:10.460" v="419"/>
          <ac:inkMkLst>
            <pc:docMk/>
            <pc:sldMk cId="3493980762" sldId="258"/>
            <ac:inkMk id="469" creationId="{C80C2752-453D-A374-FB7A-A0CD2B647EAC}"/>
          </ac:inkMkLst>
        </pc:inkChg>
        <pc:inkChg chg="add">
          <ac:chgData name="植田 篤俊" userId="0d2b3cda-30c1-45e3-9e5c-02c0046d67fa" providerId="ADAL" clId="{A6AB8097-671C-4783-A056-5A985F003BDF}" dt="2026-04-20T14:11:55.865" v="110"/>
          <ac:inkMkLst>
            <pc:docMk/>
            <pc:sldMk cId="3493980762" sldId="258"/>
            <ac:inkMk id="470" creationId="{B6B408C6-7902-A0C4-D36B-806940981D08}"/>
          </ac:inkMkLst>
        </pc:inkChg>
        <pc:inkChg chg="add">
          <ac:chgData name="植田 篤俊" userId="0d2b3cda-30c1-45e3-9e5c-02c0046d67fa" providerId="ADAL" clId="{A6AB8097-671C-4783-A056-5A985F003BDF}" dt="2026-04-20T14:15:05.284" v="400"/>
          <ac:inkMkLst>
            <pc:docMk/>
            <pc:sldMk cId="3493980762" sldId="258"/>
            <ac:inkMk id="470" creationId="{E66A716C-2E52-19A0-4285-6BCB3D17BB49}"/>
          </ac:inkMkLst>
        </pc:inkChg>
        <pc:inkChg chg="add">
          <ac:chgData name="植田 篤俊" userId="0d2b3cda-30c1-45e3-9e5c-02c0046d67fa" providerId="ADAL" clId="{A6AB8097-671C-4783-A056-5A985F003BDF}" dt="2026-04-20T14:15:05.517" v="401"/>
          <ac:inkMkLst>
            <pc:docMk/>
            <pc:sldMk cId="3493980762" sldId="258"/>
            <ac:inkMk id="471" creationId="{49AA3485-A2F5-7150-0E93-5AA3427A9A47}"/>
          </ac:inkMkLst>
        </pc:inkChg>
        <pc:inkChg chg="add">
          <ac:chgData name="植田 篤俊" userId="0d2b3cda-30c1-45e3-9e5c-02c0046d67fa" providerId="ADAL" clId="{A6AB8097-671C-4783-A056-5A985F003BDF}" dt="2026-04-20T14:30:47.467" v="1083"/>
          <ac:inkMkLst>
            <pc:docMk/>
            <pc:sldMk cId="3493980762" sldId="258"/>
            <ac:inkMk id="471" creationId="{4B75F19B-CFF4-3591-C30C-05765501EF85}"/>
          </ac:inkMkLst>
        </pc:inkChg>
        <pc:inkChg chg="add del">
          <ac:chgData name="植田 篤俊" userId="0d2b3cda-30c1-45e3-9e5c-02c0046d67fa" providerId="ADAL" clId="{A6AB8097-671C-4783-A056-5A985F003BDF}" dt="2026-04-20T14:16:43.266" v="537"/>
          <ac:inkMkLst>
            <pc:docMk/>
            <pc:sldMk cId="3493980762" sldId="258"/>
            <ac:inkMk id="471" creationId="{81EBCDAA-5323-BF13-D8F1-DD321481F895}"/>
          </ac:inkMkLst>
        </pc:inkChg>
        <pc:inkChg chg="add del">
          <ac:chgData name="植田 篤俊" userId="0d2b3cda-30c1-45e3-9e5c-02c0046d67fa" providerId="ADAL" clId="{A6AB8097-671C-4783-A056-5A985F003BDF}" dt="2026-04-20T14:11:58.905" v="120"/>
          <ac:inkMkLst>
            <pc:docMk/>
            <pc:sldMk cId="3493980762" sldId="258"/>
            <ac:inkMk id="471" creationId="{B805CA1A-D893-B1D5-8E65-AE2C49E39459}"/>
          </ac:inkMkLst>
        </pc:inkChg>
        <pc:inkChg chg="add">
          <ac:chgData name="植田 篤俊" userId="0d2b3cda-30c1-45e3-9e5c-02c0046d67fa" providerId="ADAL" clId="{A6AB8097-671C-4783-A056-5A985F003BDF}" dt="2026-04-20T14:23:12.156" v="928"/>
          <ac:inkMkLst>
            <pc:docMk/>
            <pc:sldMk cId="3493980762" sldId="258"/>
            <ac:inkMk id="471" creationId="{CDDD1428-88ED-99C2-0A2E-4E20C79B656B}"/>
          </ac:inkMkLst>
        </pc:inkChg>
        <pc:inkChg chg="add del">
          <ac:chgData name="植田 篤俊" userId="0d2b3cda-30c1-45e3-9e5c-02c0046d67fa" providerId="ADAL" clId="{A6AB8097-671C-4783-A056-5A985F003BDF}" dt="2026-04-20T14:11:58.905" v="120"/>
          <ac:inkMkLst>
            <pc:docMk/>
            <pc:sldMk cId="3493980762" sldId="258"/>
            <ac:inkMk id="472" creationId="{13433B78-F239-B7F3-82E3-B8BA30F5866E}"/>
          </ac:inkMkLst>
        </pc:inkChg>
        <pc:inkChg chg="add">
          <ac:chgData name="植田 篤俊" userId="0d2b3cda-30c1-45e3-9e5c-02c0046d67fa" providerId="ADAL" clId="{A6AB8097-671C-4783-A056-5A985F003BDF}" dt="2026-04-20T14:16:36.593" v="516"/>
          <ac:inkMkLst>
            <pc:docMk/>
            <pc:sldMk cId="3493980762" sldId="258"/>
            <ac:inkMk id="472" creationId="{AFDDCAFE-8FB9-B7C6-4186-5110B8514117}"/>
          </ac:inkMkLst>
        </pc:inkChg>
        <pc:inkChg chg="add">
          <ac:chgData name="植田 篤俊" userId="0d2b3cda-30c1-45e3-9e5c-02c0046d67fa" providerId="ADAL" clId="{A6AB8097-671C-4783-A056-5A985F003BDF}" dt="2026-04-20T14:15:05.786" v="402"/>
          <ac:inkMkLst>
            <pc:docMk/>
            <pc:sldMk cId="3493980762" sldId="258"/>
            <ac:inkMk id="472" creationId="{C3EC28E7-C4D6-5E42-4F83-60D6A7A8C990}"/>
          </ac:inkMkLst>
        </pc:inkChg>
        <pc:inkChg chg="add">
          <ac:chgData name="植田 篤俊" userId="0d2b3cda-30c1-45e3-9e5c-02c0046d67fa" providerId="ADAL" clId="{A6AB8097-671C-4783-A056-5A985F003BDF}" dt="2026-04-20T14:16:36.828" v="517"/>
          <ac:inkMkLst>
            <pc:docMk/>
            <pc:sldMk cId="3493980762" sldId="258"/>
            <ac:inkMk id="473" creationId="{03A143C2-B509-CEC6-324A-5CA4A931EFEC}"/>
          </ac:inkMkLst>
        </pc:inkChg>
        <pc:inkChg chg="add del">
          <ac:chgData name="植田 篤俊" userId="0d2b3cda-30c1-45e3-9e5c-02c0046d67fa" providerId="ADAL" clId="{A6AB8097-671C-4783-A056-5A985F003BDF}" dt="2026-04-20T14:11:58.905" v="120"/>
          <ac:inkMkLst>
            <pc:docMk/>
            <pc:sldMk cId="3493980762" sldId="258"/>
            <ac:inkMk id="473" creationId="{3E5CCD91-CB60-5C46-1895-9996EF9A5816}"/>
          </ac:inkMkLst>
        </pc:inkChg>
        <pc:inkChg chg="add">
          <ac:chgData name="植田 篤俊" userId="0d2b3cda-30c1-45e3-9e5c-02c0046d67fa" providerId="ADAL" clId="{A6AB8097-671C-4783-A056-5A985F003BDF}" dt="2026-04-20T14:15:06.069" v="403"/>
          <ac:inkMkLst>
            <pc:docMk/>
            <pc:sldMk cId="3493980762" sldId="258"/>
            <ac:inkMk id="473" creationId="{47385070-A038-2EA3-E61B-6DBD26AA7606}"/>
          </ac:inkMkLst>
        </pc:inkChg>
        <pc:inkChg chg="add del">
          <ac:chgData name="植田 篤俊" userId="0d2b3cda-30c1-45e3-9e5c-02c0046d67fa" providerId="ADAL" clId="{A6AB8097-671C-4783-A056-5A985F003BDF}" dt="2026-04-20T14:30:49.929" v="1089"/>
          <ac:inkMkLst>
            <pc:docMk/>
            <pc:sldMk cId="3493980762" sldId="258"/>
            <ac:inkMk id="474" creationId="{37640E55-2629-3E59-9E39-7637755487FF}"/>
          </ac:inkMkLst>
        </pc:inkChg>
        <pc:inkChg chg="add del">
          <ac:chgData name="植田 篤俊" userId="0d2b3cda-30c1-45e3-9e5c-02c0046d67fa" providerId="ADAL" clId="{A6AB8097-671C-4783-A056-5A985F003BDF}" dt="2026-04-20T14:15:10.460" v="419"/>
          <ac:inkMkLst>
            <pc:docMk/>
            <pc:sldMk cId="3493980762" sldId="258"/>
            <ac:inkMk id="474" creationId="{376BC716-28FB-A1A4-3C4C-12103C95629A}"/>
          </ac:inkMkLst>
        </pc:inkChg>
        <pc:inkChg chg="add">
          <ac:chgData name="植田 篤俊" userId="0d2b3cda-30c1-45e3-9e5c-02c0046d67fa" providerId="ADAL" clId="{A6AB8097-671C-4783-A056-5A985F003BDF}" dt="2026-04-20T14:11:56.465" v="114"/>
          <ac:inkMkLst>
            <pc:docMk/>
            <pc:sldMk cId="3493980762" sldId="258"/>
            <ac:inkMk id="474" creationId="{4AF45673-348F-6813-5B05-BB3373467289}"/>
          </ac:inkMkLst>
        </pc:inkChg>
        <pc:inkChg chg="add del">
          <ac:chgData name="植田 篤俊" userId="0d2b3cda-30c1-45e3-9e5c-02c0046d67fa" providerId="ADAL" clId="{A6AB8097-671C-4783-A056-5A985F003BDF}" dt="2026-04-20T14:16:43.266" v="537"/>
          <ac:inkMkLst>
            <pc:docMk/>
            <pc:sldMk cId="3493980762" sldId="258"/>
            <ac:inkMk id="474" creationId="{668BD59D-B2AF-137C-8B3F-8D8CD4A9D75D}"/>
          </ac:inkMkLst>
        </pc:inkChg>
        <pc:inkChg chg="add del">
          <ac:chgData name="植田 篤俊" userId="0d2b3cda-30c1-45e3-9e5c-02c0046d67fa" providerId="ADAL" clId="{A6AB8097-671C-4783-A056-5A985F003BDF}" dt="2026-04-20T14:23:21.641" v="933"/>
          <ac:inkMkLst>
            <pc:docMk/>
            <pc:sldMk cId="3493980762" sldId="258"/>
            <ac:inkMk id="474" creationId="{AA6B7530-BE28-8363-29CB-E26729CF8A10}"/>
          </ac:inkMkLst>
        </pc:inkChg>
        <pc:inkChg chg="add del">
          <ac:chgData name="植田 篤俊" userId="0d2b3cda-30c1-45e3-9e5c-02c0046d67fa" providerId="ADAL" clId="{A6AB8097-671C-4783-A056-5A985F003BDF}" dt="2026-04-20T14:23:21.641" v="933"/>
          <ac:inkMkLst>
            <pc:docMk/>
            <pc:sldMk cId="3493980762" sldId="258"/>
            <ac:inkMk id="475" creationId="{647971B8-9DA4-05BC-1FFE-312201E4B699}"/>
          </ac:inkMkLst>
        </pc:inkChg>
        <pc:inkChg chg="add del">
          <ac:chgData name="植田 篤俊" userId="0d2b3cda-30c1-45e3-9e5c-02c0046d67fa" providerId="ADAL" clId="{A6AB8097-671C-4783-A056-5A985F003BDF}" dt="2026-04-20T14:15:10.460" v="419"/>
          <ac:inkMkLst>
            <pc:docMk/>
            <pc:sldMk cId="3493980762" sldId="258"/>
            <ac:inkMk id="475" creationId="{6EC28749-40F7-C004-EDE0-1963A3E25E76}"/>
          </ac:inkMkLst>
        </pc:inkChg>
        <pc:inkChg chg="add">
          <ac:chgData name="植田 篤俊" userId="0d2b3cda-30c1-45e3-9e5c-02c0046d67fa" providerId="ADAL" clId="{A6AB8097-671C-4783-A056-5A985F003BDF}" dt="2026-04-20T14:11:57.015" v="115"/>
          <ac:inkMkLst>
            <pc:docMk/>
            <pc:sldMk cId="3493980762" sldId="258"/>
            <ac:inkMk id="475" creationId="{7B6B0877-206D-5B3B-0325-C3F82C328AC3}"/>
          </ac:inkMkLst>
        </pc:inkChg>
        <pc:inkChg chg="add del">
          <ac:chgData name="植田 篤俊" userId="0d2b3cda-30c1-45e3-9e5c-02c0046d67fa" providerId="ADAL" clId="{A6AB8097-671C-4783-A056-5A985F003BDF}" dt="2026-04-20T14:16:43.266" v="537"/>
          <ac:inkMkLst>
            <pc:docMk/>
            <pc:sldMk cId="3493980762" sldId="258"/>
            <ac:inkMk id="475" creationId="{A3B33FCF-5434-5BBF-7B67-8FEFD63BC1D7}"/>
          </ac:inkMkLst>
        </pc:inkChg>
        <pc:inkChg chg="add">
          <ac:chgData name="植田 篤俊" userId="0d2b3cda-30c1-45e3-9e5c-02c0046d67fa" providerId="ADAL" clId="{A6AB8097-671C-4783-A056-5A985F003BDF}" dt="2026-04-20T14:30:48.434" v="1085"/>
          <ac:inkMkLst>
            <pc:docMk/>
            <pc:sldMk cId="3493980762" sldId="258"/>
            <ac:inkMk id="475" creationId="{BA3BBD51-AD62-BD15-BBE4-DB4EDBEB0F66}"/>
          </ac:inkMkLst>
        </pc:inkChg>
        <pc:inkChg chg="add del">
          <ac:chgData name="植田 篤俊" userId="0d2b3cda-30c1-45e3-9e5c-02c0046d67fa" providerId="ADAL" clId="{A6AB8097-671C-4783-A056-5A985F003BDF}" dt="2026-04-20T14:11:58.905" v="120"/>
          <ac:inkMkLst>
            <pc:docMk/>
            <pc:sldMk cId="3493980762" sldId="258"/>
            <ac:inkMk id="476" creationId="{5D249535-436B-B3CC-E290-8B993967AA2D}"/>
          </ac:inkMkLst>
        </pc:inkChg>
        <pc:inkChg chg="add del">
          <ac:chgData name="植田 篤俊" userId="0d2b3cda-30c1-45e3-9e5c-02c0046d67fa" providerId="ADAL" clId="{A6AB8097-671C-4783-A056-5A985F003BDF}" dt="2026-04-20T14:30:49.929" v="1089"/>
          <ac:inkMkLst>
            <pc:docMk/>
            <pc:sldMk cId="3493980762" sldId="258"/>
            <ac:inkMk id="476" creationId="{9B4A0ED8-2266-1C12-91A9-83B321DE0521}"/>
          </ac:inkMkLst>
        </pc:inkChg>
        <pc:inkChg chg="add">
          <ac:chgData name="植田 篤俊" userId="0d2b3cda-30c1-45e3-9e5c-02c0046d67fa" providerId="ADAL" clId="{A6AB8097-671C-4783-A056-5A985F003BDF}" dt="2026-04-20T14:15:06.634" v="406"/>
          <ac:inkMkLst>
            <pc:docMk/>
            <pc:sldMk cId="3493980762" sldId="258"/>
            <ac:inkMk id="476" creationId="{AF79152D-F8BF-C240-F512-FEDE9A8145F4}"/>
          </ac:inkMkLst>
        </pc:inkChg>
        <pc:inkChg chg="add del">
          <ac:chgData name="植田 篤俊" userId="0d2b3cda-30c1-45e3-9e5c-02c0046d67fa" providerId="ADAL" clId="{A6AB8097-671C-4783-A056-5A985F003BDF}" dt="2026-04-20T14:16:43.266" v="537"/>
          <ac:inkMkLst>
            <pc:docMk/>
            <pc:sldMk cId="3493980762" sldId="258"/>
            <ac:inkMk id="476" creationId="{B53829C8-3ABA-05D7-21EC-EB7E4D4A69F8}"/>
          </ac:inkMkLst>
        </pc:inkChg>
        <pc:inkChg chg="add del">
          <ac:chgData name="植田 篤俊" userId="0d2b3cda-30c1-45e3-9e5c-02c0046d67fa" providerId="ADAL" clId="{A6AB8097-671C-4783-A056-5A985F003BDF}" dt="2026-04-20T14:23:21.641" v="933"/>
          <ac:inkMkLst>
            <pc:docMk/>
            <pc:sldMk cId="3493980762" sldId="258"/>
            <ac:inkMk id="476" creationId="{DE933F23-93FE-D247-C818-55D3FF97A3DE}"/>
          </ac:inkMkLst>
        </pc:inkChg>
        <pc:inkChg chg="add">
          <ac:chgData name="植田 篤俊" userId="0d2b3cda-30c1-45e3-9e5c-02c0046d67fa" providerId="ADAL" clId="{A6AB8097-671C-4783-A056-5A985F003BDF}" dt="2026-04-20T14:16:37.895" v="521"/>
          <ac:inkMkLst>
            <pc:docMk/>
            <pc:sldMk cId="3493980762" sldId="258"/>
            <ac:inkMk id="477" creationId="{453BD596-8877-ABC3-79D8-6D4314D644B5}"/>
          </ac:inkMkLst>
        </pc:inkChg>
        <pc:inkChg chg="add">
          <ac:chgData name="植田 篤俊" userId="0d2b3cda-30c1-45e3-9e5c-02c0046d67fa" providerId="ADAL" clId="{A6AB8097-671C-4783-A056-5A985F003BDF}" dt="2026-04-20T14:11:57.298" v="117"/>
          <ac:inkMkLst>
            <pc:docMk/>
            <pc:sldMk cId="3493980762" sldId="258"/>
            <ac:inkMk id="477" creationId="{895D6B77-B3E1-5842-DF6E-E4EF392379BE}"/>
          </ac:inkMkLst>
        </pc:inkChg>
        <pc:inkChg chg="add">
          <ac:chgData name="植田 篤俊" userId="0d2b3cda-30c1-45e3-9e5c-02c0046d67fa" providerId="ADAL" clId="{A6AB8097-671C-4783-A056-5A985F003BDF}" dt="2026-04-20T14:15:06.718" v="407"/>
          <ac:inkMkLst>
            <pc:docMk/>
            <pc:sldMk cId="3493980762" sldId="258"/>
            <ac:inkMk id="477" creationId="{A8F82CC4-CC19-2FD9-F173-B3191418E2EA}"/>
          </ac:inkMkLst>
        </pc:inkChg>
        <pc:inkChg chg="add reco">
          <ac:chgData name="植田 篤俊" userId="0d2b3cda-30c1-45e3-9e5c-02c0046d67fa" providerId="ADAL" clId="{A6AB8097-671C-4783-A056-5A985F003BDF}" dt="2026-04-20T14:23:21.641" v="933"/>
          <ac:inkMkLst>
            <pc:docMk/>
            <pc:sldMk cId="3493980762" sldId="258"/>
            <ac:inkMk id="477" creationId="{D7D8562E-2DC3-53CE-55A6-18CDCF333D8B}"/>
          </ac:inkMkLst>
        </pc:inkChg>
        <pc:inkChg chg="add">
          <ac:chgData name="植田 篤俊" userId="0d2b3cda-30c1-45e3-9e5c-02c0046d67fa" providerId="ADAL" clId="{A6AB8097-671C-4783-A056-5A985F003BDF}" dt="2026-04-20T14:15:07.400" v="408"/>
          <ac:inkMkLst>
            <pc:docMk/>
            <pc:sldMk cId="3493980762" sldId="258"/>
            <ac:inkMk id="478" creationId="{365427FD-11B9-470A-5A61-0AD7BD614285}"/>
          </ac:inkMkLst>
        </pc:inkChg>
        <pc:inkChg chg="add">
          <ac:chgData name="植田 篤俊" userId="0d2b3cda-30c1-45e3-9e5c-02c0046d67fa" providerId="ADAL" clId="{A6AB8097-671C-4783-A056-5A985F003BDF}" dt="2026-04-20T14:30:48.783" v="1087"/>
          <ac:inkMkLst>
            <pc:docMk/>
            <pc:sldMk cId="3493980762" sldId="258"/>
            <ac:inkMk id="478" creationId="{63C64FCB-CA7C-BC9A-E693-51E6A2F858D1}"/>
          </ac:inkMkLst>
        </pc:inkChg>
        <pc:inkChg chg="add del">
          <ac:chgData name="植田 篤俊" userId="0d2b3cda-30c1-45e3-9e5c-02c0046d67fa" providerId="ADAL" clId="{A6AB8097-671C-4783-A056-5A985F003BDF}" dt="2026-04-20T14:11:58.905" v="120"/>
          <ac:inkMkLst>
            <pc:docMk/>
            <pc:sldMk cId="3493980762" sldId="258"/>
            <ac:inkMk id="478" creationId="{C5551AFA-0DE1-01BF-6187-4F99A124A3B0}"/>
          </ac:inkMkLst>
        </pc:inkChg>
        <pc:inkChg chg="add del">
          <ac:chgData name="植田 篤俊" userId="0d2b3cda-30c1-45e3-9e5c-02c0046d67fa" providerId="ADAL" clId="{A6AB8097-671C-4783-A056-5A985F003BDF}" dt="2026-04-20T14:23:28.556" v="941"/>
          <ac:inkMkLst>
            <pc:docMk/>
            <pc:sldMk cId="3493980762" sldId="258"/>
            <ac:inkMk id="478" creationId="{D18CAB29-F659-030D-C4D2-9C54E16CF585}"/>
          </ac:inkMkLst>
        </pc:inkChg>
        <pc:inkChg chg="add del">
          <ac:chgData name="植田 篤俊" userId="0d2b3cda-30c1-45e3-9e5c-02c0046d67fa" providerId="ADAL" clId="{A6AB8097-671C-4783-A056-5A985F003BDF}" dt="2026-04-20T14:16:43.266" v="537"/>
          <ac:inkMkLst>
            <pc:docMk/>
            <pc:sldMk cId="3493980762" sldId="258"/>
            <ac:inkMk id="478" creationId="{D1A95415-833B-E804-B810-B5DE36C902CF}"/>
          </ac:inkMkLst>
        </pc:inkChg>
        <pc:inkChg chg="add del">
          <ac:chgData name="植田 篤俊" userId="0d2b3cda-30c1-45e3-9e5c-02c0046d67fa" providerId="ADAL" clId="{A6AB8097-671C-4783-A056-5A985F003BDF}" dt="2026-04-20T14:11:58.905" v="120"/>
          <ac:inkMkLst>
            <pc:docMk/>
            <pc:sldMk cId="3493980762" sldId="258"/>
            <ac:inkMk id="479" creationId="{02FFDD21-1EA0-19A0-9529-C38A31257621}"/>
          </ac:inkMkLst>
        </pc:inkChg>
        <pc:inkChg chg="add">
          <ac:chgData name="植田 篤俊" userId="0d2b3cda-30c1-45e3-9e5c-02c0046d67fa" providerId="ADAL" clId="{A6AB8097-671C-4783-A056-5A985F003BDF}" dt="2026-04-20T14:15:07.600" v="409"/>
          <ac:inkMkLst>
            <pc:docMk/>
            <pc:sldMk cId="3493980762" sldId="258"/>
            <ac:inkMk id="479" creationId="{1681AE21-B973-2877-AB1A-5F7B29439D33}"/>
          </ac:inkMkLst>
        </pc:inkChg>
        <pc:inkChg chg="add del">
          <ac:chgData name="植田 篤俊" userId="0d2b3cda-30c1-45e3-9e5c-02c0046d67fa" providerId="ADAL" clId="{A6AB8097-671C-4783-A056-5A985F003BDF}" dt="2026-04-20T14:30:49.929" v="1089"/>
          <ac:inkMkLst>
            <pc:docMk/>
            <pc:sldMk cId="3493980762" sldId="258"/>
            <ac:inkMk id="479" creationId="{374128E1-828C-AFDF-524C-076DA6B815F3}"/>
          </ac:inkMkLst>
        </pc:inkChg>
        <pc:inkChg chg="add del">
          <ac:chgData name="植田 篤俊" userId="0d2b3cda-30c1-45e3-9e5c-02c0046d67fa" providerId="ADAL" clId="{A6AB8097-671C-4783-A056-5A985F003BDF}" dt="2026-04-20T14:23:28.556" v="941"/>
          <ac:inkMkLst>
            <pc:docMk/>
            <pc:sldMk cId="3493980762" sldId="258"/>
            <ac:inkMk id="479" creationId="{79F90B18-C1E7-333D-9AE1-97B81A5E3B82}"/>
          </ac:inkMkLst>
        </pc:inkChg>
        <pc:inkChg chg="add del">
          <ac:chgData name="植田 篤俊" userId="0d2b3cda-30c1-45e3-9e5c-02c0046d67fa" providerId="ADAL" clId="{A6AB8097-671C-4783-A056-5A985F003BDF}" dt="2026-04-20T14:16:43.266" v="537"/>
          <ac:inkMkLst>
            <pc:docMk/>
            <pc:sldMk cId="3493980762" sldId="258"/>
            <ac:inkMk id="479" creationId="{9765D683-FC40-FA99-DF26-C99CDE859C7E}"/>
          </ac:inkMkLst>
        </pc:inkChg>
        <pc:inkChg chg="add">
          <ac:chgData name="植田 篤俊" userId="0d2b3cda-30c1-45e3-9e5c-02c0046d67fa" providerId="ADAL" clId="{A6AB8097-671C-4783-A056-5A985F003BDF}" dt="2026-04-20T14:12:00.652" v="121"/>
          <ac:inkMkLst>
            <pc:docMk/>
            <pc:sldMk cId="3493980762" sldId="258"/>
            <ac:inkMk id="481" creationId="{41FE0218-6DC9-FD00-FAC3-9892E122E233}"/>
          </ac:inkMkLst>
        </pc:inkChg>
        <pc:inkChg chg="add reco">
          <ac:chgData name="植田 篤俊" userId="0d2b3cda-30c1-45e3-9e5c-02c0046d67fa" providerId="ADAL" clId="{A6AB8097-671C-4783-A056-5A985F003BDF}" dt="2026-04-20T14:30:49.929" v="1089"/>
          <ac:inkMkLst>
            <pc:docMk/>
            <pc:sldMk cId="3493980762" sldId="258"/>
            <ac:inkMk id="482" creationId="{171814BF-7499-24B1-C9D0-63A8A634F255}"/>
          </ac:inkMkLst>
        </pc:inkChg>
        <pc:inkChg chg="add del">
          <ac:chgData name="植田 篤俊" userId="0d2b3cda-30c1-45e3-9e5c-02c0046d67fa" providerId="ADAL" clId="{A6AB8097-671C-4783-A056-5A985F003BDF}" dt="2026-04-20T14:15:10.460" v="419"/>
          <ac:inkMkLst>
            <pc:docMk/>
            <pc:sldMk cId="3493980762" sldId="258"/>
            <ac:inkMk id="482" creationId="{44A8AC08-CB3F-CB66-C516-92EF0C0204B7}"/>
          </ac:inkMkLst>
        </pc:inkChg>
        <pc:inkChg chg="add del">
          <ac:chgData name="植田 篤俊" userId="0d2b3cda-30c1-45e3-9e5c-02c0046d67fa" providerId="ADAL" clId="{A6AB8097-671C-4783-A056-5A985F003BDF}" dt="2026-04-20T14:12:03.300" v="126"/>
          <ac:inkMkLst>
            <pc:docMk/>
            <pc:sldMk cId="3493980762" sldId="258"/>
            <ac:inkMk id="482" creationId="{AC7EACC9-8890-C102-E473-C32D7739218F}"/>
          </ac:inkMkLst>
        </pc:inkChg>
        <pc:inkChg chg="add del">
          <ac:chgData name="植田 篤俊" userId="0d2b3cda-30c1-45e3-9e5c-02c0046d67fa" providerId="ADAL" clId="{A6AB8097-671C-4783-A056-5A985F003BDF}" dt="2026-04-20T14:23:28.556" v="941"/>
          <ac:inkMkLst>
            <pc:docMk/>
            <pc:sldMk cId="3493980762" sldId="258"/>
            <ac:inkMk id="482" creationId="{D868C7E4-D7E9-A8A0-1499-C5D3EDFF7F4C}"/>
          </ac:inkMkLst>
        </pc:inkChg>
        <pc:inkChg chg="add">
          <ac:chgData name="植田 篤俊" userId="0d2b3cda-30c1-45e3-9e5c-02c0046d67fa" providerId="ADAL" clId="{A6AB8097-671C-4783-A056-5A985F003BDF}" dt="2026-04-20T14:16:39.143" v="524"/>
          <ac:inkMkLst>
            <pc:docMk/>
            <pc:sldMk cId="3493980762" sldId="258"/>
            <ac:inkMk id="482" creationId="{ED972959-A8CB-D097-9662-32642DBFAFDC}"/>
          </ac:inkMkLst>
        </pc:inkChg>
        <pc:inkChg chg="add del">
          <ac:chgData name="植田 篤俊" userId="0d2b3cda-30c1-45e3-9e5c-02c0046d67fa" providerId="ADAL" clId="{A6AB8097-671C-4783-A056-5A985F003BDF}" dt="2026-04-20T14:30:52.917" v="1093"/>
          <ac:inkMkLst>
            <pc:docMk/>
            <pc:sldMk cId="3493980762" sldId="258"/>
            <ac:inkMk id="483" creationId="{019A2E6F-D846-AF23-5CE0-F03C066ECD0C}"/>
          </ac:inkMkLst>
        </pc:inkChg>
        <pc:inkChg chg="add">
          <ac:chgData name="植田 篤俊" userId="0d2b3cda-30c1-45e3-9e5c-02c0046d67fa" providerId="ADAL" clId="{A6AB8097-671C-4783-A056-5A985F003BDF}" dt="2026-04-20T14:15:08.151" v="411"/>
          <ac:inkMkLst>
            <pc:docMk/>
            <pc:sldMk cId="3493980762" sldId="258"/>
            <ac:inkMk id="483" creationId="{533C6991-4709-9730-6029-358DCE8ED83A}"/>
          </ac:inkMkLst>
        </pc:inkChg>
        <pc:inkChg chg="add del">
          <ac:chgData name="植田 篤俊" userId="0d2b3cda-30c1-45e3-9e5c-02c0046d67fa" providerId="ADAL" clId="{A6AB8097-671C-4783-A056-5A985F003BDF}" dt="2026-04-20T14:12:03.301" v="127"/>
          <ac:inkMkLst>
            <pc:docMk/>
            <pc:sldMk cId="3493980762" sldId="258"/>
            <ac:inkMk id="483" creationId="{82A5EB93-B1B6-D861-9249-747902D09FB5}"/>
          </ac:inkMkLst>
        </pc:inkChg>
        <pc:inkChg chg="add del">
          <ac:chgData name="植田 篤俊" userId="0d2b3cda-30c1-45e3-9e5c-02c0046d67fa" providerId="ADAL" clId="{A6AB8097-671C-4783-A056-5A985F003BDF}" dt="2026-04-20T14:23:28.556" v="941"/>
          <ac:inkMkLst>
            <pc:docMk/>
            <pc:sldMk cId="3493980762" sldId="258"/>
            <ac:inkMk id="483" creationId="{8A5F86A0-4216-F085-E9AB-BEADA9389C7F}"/>
          </ac:inkMkLst>
        </pc:inkChg>
        <pc:inkChg chg="add">
          <ac:chgData name="植田 篤俊" userId="0d2b3cda-30c1-45e3-9e5c-02c0046d67fa" providerId="ADAL" clId="{A6AB8097-671C-4783-A056-5A985F003BDF}" dt="2026-04-20T14:16:39.276" v="525"/>
          <ac:inkMkLst>
            <pc:docMk/>
            <pc:sldMk cId="3493980762" sldId="258"/>
            <ac:inkMk id="483" creationId="{D8B92205-6504-703D-3019-56ACF383DFA3}"/>
          </ac:inkMkLst>
        </pc:inkChg>
        <pc:inkChg chg="add del">
          <ac:chgData name="植田 篤俊" userId="0d2b3cda-30c1-45e3-9e5c-02c0046d67fa" providerId="ADAL" clId="{A6AB8097-671C-4783-A056-5A985F003BDF}" dt="2026-04-20T14:12:03.302" v="128"/>
          <ac:inkMkLst>
            <pc:docMk/>
            <pc:sldMk cId="3493980762" sldId="258"/>
            <ac:inkMk id="484" creationId="{33BDDA57-8D4C-0D23-5151-B901C4700747}"/>
          </ac:inkMkLst>
        </pc:inkChg>
        <pc:inkChg chg="add del">
          <ac:chgData name="植田 篤俊" userId="0d2b3cda-30c1-45e3-9e5c-02c0046d67fa" providerId="ADAL" clId="{A6AB8097-671C-4783-A056-5A985F003BDF}" dt="2026-04-20T14:23:28.289" v="940"/>
          <ac:inkMkLst>
            <pc:docMk/>
            <pc:sldMk cId="3493980762" sldId="258"/>
            <ac:inkMk id="484" creationId="{3E455FC5-832B-DDC8-2544-9CD780DBC0FB}"/>
          </ac:inkMkLst>
        </pc:inkChg>
        <pc:inkChg chg="add">
          <ac:chgData name="植田 篤俊" userId="0d2b3cda-30c1-45e3-9e5c-02c0046d67fa" providerId="ADAL" clId="{A6AB8097-671C-4783-A056-5A985F003BDF}" dt="2026-04-20T14:15:08.317" v="412"/>
          <ac:inkMkLst>
            <pc:docMk/>
            <pc:sldMk cId="3493980762" sldId="258"/>
            <ac:inkMk id="484" creationId="{708292C0-68C3-3287-7160-A546CBB4C832}"/>
          </ac:inkMkLst>
        </pc:inkChg>
        <pc:inkChg chg="add del">
          <ac:chgData name="植田 篤俊" userId="0d2b3cda-30c1-45e3-9e5c-02c0046d67fa" providerId="ADAL" clId="{A6AB8097-671C-4783-A056-5A985F003BDF}" dt="2026-04-20T14:30:52.917" v="1092"/>
          <ac:inkMkLst>
            <pc:docMk/>
            <pc:sldMk cId="3493980762" sldId="258"/>
            <ac:inkMk id="484" creationId="{8D7FAE64-51C8-0B2A-136C-D83305644382}"/>
          </ac:inkMkLst>
        </pc:inkChg>
        <pc:inkChg chg="add">
          <ac:chgData name="植田 篤俊" userId="0d2b3cda-30c1-45e3-9e5c-02c0046d67fa" providerId="ADAL" clId="{A6AB8097-671C-4783-A056-5A985F003BDF}" dt="2026-04-20T14:16:39.545" v="526"/>
          <ac:inkMkLst>
            <pc:docMk/>
            <pc:sldMk cId="3493980762" sldId="258"/>
            <ac:inkMk id="484" creationId="{EE14E0B9-0383-A407-84E7-CF2ECBC9724E}"/>
          </ac:inkMkLst>
        </pc:inkChg>
        <pc:inkChg chg="add">
          <ac:chgData name="植田 篤俊" userId="0d2b3cda-30c1-45e3-9e5c-02c0046d67fa" providerId="ADAL" clId="{A6AB8097-671C-4783-A056-5A985F003BDF}" dt="2026-04-20T14:16:39.813" v="527"/>
          <ac:inkMkLst>
            <pc:docMk/>
            <pc:sldMk cId="3493980762" sldId="258"/>
            <ac:inkMk id="485" creationId="{14E9B52E-1C98-762E-3F7C-9272385BA842}"/>
          </ac:inkMkLst>
        </pc:inkChg>
        <pc:inkChg chg="add del">
          <ac:chgData name="植田 篤俊" userId="0d2b3cda-30c1-45e3-9e5c-02c0046d67fa" providerId="ADAL" clId="{A6AB8097-671C-4783-A056-5A985F003BDF}" dt="2026-04-20T14:15:10.460" v="419"/>
          <ac:inkMkLst>
            <pc:docMk/>
            <pc:sldMk cId="3493980762" sldId="258"/>
            <ac:inkMk id="485" creationId="{2B8D0625-5E9B-09EC-0DA9-5D9C671318C4}"/>
          </ac:inkMkLst>
        </pc:inkChg>
        <pc:inkChg chg="add del">
          <ac:chgData name="植田 篤俊" userId="0d2b3cda-30c1-45e3-9e5c-02c0046d67fa" providerId="ADAL" clId="{A6AB8097-671C-4783-A056-5A985F003BDF}" dt="2026-04-20T14:12:03.303" v="129"/>
          <ac:inkMkLst>
            <pc:docMk/>
            <pc:sldMk cId="3493980762" sldId="258"/>
            <ac:inkMk id="485" creationId="{2C1EF710-11BB-5D39-08AC-BBFD2C118352}"/>
          </ac:inkMkLst>
        </pc:inkChg>
        <pc:inkChg chg="add">
          <ac:chgData name="植田 篤俊" userId="0d2b3cda-30c1-45e3-9e5c-02c0046d67fa" providerId="ADAL" clId="{A6AB8097-671C-4783-A056-5A985F003BDF}" dt="2026-04-20T14:30:53.970" v="1094"/>
          <ac:inkMkLst>
            <pc:docMk/>
            <pc:sldMk cId="3493980762" sldId="258"/>
            <ac:inkMk id="485" creationId="{AF9748A2-BE4E-E8D7-9641-16B39F5A4067}"/>
          </ac:inkMkLst>
        </pc:inkChg>
        <pc:inkChg chg="add del">
          <ac:chgData name="植田 篤俊" userId="0d2b3cda-30c1-45e3-9e5c-02c0046d67fa" providerId="ADAL" clId="{A6AB8097-671C-4783-A056-5A985F003BDF}" dt="2026-04-20T14:23:29.394" v="943"/>
          <ac:inkMkLst>
            <pc:docMk/>
            <pc:sldMk cId="3493980762" sldId="258"/>
            <ac:inkMk id="485" creationId="{B9BFCD75-501F-CA4F-9ADD-F0C4B235F86C}"/>
          </ac:inkMkLst>
        </pc:inkChg>
        <pc:inkChg chg="add reco">
          <ac:chgData name="植田 篤俊" userId="0d2b3cda-30c1-45e3-9e5c-02c0046d67fa" providerId="ADAL" clId="{A6AB8097-671C-4783-A056-5A985F003BDF}" dt="2026-04-20T14:23:28.556" v="941"/>
          <ac:inkMkLst>
            <pc:docMk/>
            <pc:sldMk cId="3493980762" sldId="258"/>
            <ac:inkMk id="486" creationId="{0B4104FC-20E6-9582-5759-59C46B67E061}"/>
          </ac:inkMkLst>
        </pc:inkChg>
        <pc:inkChg chg="add del">
          <ac:chgData name="植田 篤俊" userId="0d2b3cda-30c1-45e3-9e5c-02c0046d67fa" providerId="ADAL" clId="{A6AB8097-671C-4783-A056-5A985F003BDF}" dt="2026-04-20T14:16:43.266" v="537"/>
          <ac:inkMkLst>
            <pc:docMk/>
            <pc:sldMk cId="3493980762" sldId="258"/>
            <ac:inkMk id="486" creationId="{43F1E894-CB7B-4528-73E0-BAA35E61C427}"/>
          </ac:inkMkLst>
        </pc:inkChg>
        <pc:inkChg chg="add">
          <ac:chgData name="植田 篤俊" userId="0d2b3cda-30c1-45e3-9e5c-02c0046d67fa" providerId="ADAL" clId="{A6AB8097-671C-4783-A056-5A985F003BDF}" dt="2026-04-20T14:15:08.800" v="414"/>
          <ac:inkMkLst>
            <pc:docMk/>
            <pc:sldMk cId="3493980762" sldId="258"/>
            <ac:inkMk id="486" creationId="{502C05C2-E9AA-736A-C901-4D7CBC962AFF}"/>
          </ac:inkMkLst>
        </pc:inkChg>
        <pc:inkChg chg="add del">
          <ac:chgData name="植田 篤俊" userId="0d2b3cda-30c1-45e3-9e5c-02c0046d67fa" providerId="ADAL" clId="{A6AB8097-671C-4783-A056-5A985F003BDF}" dt="2026-04-20T14:12:05.372" v="134"/>
          <ac:inkMkLst>
            <pc:docMk/>
            <pc:sldMk cId="3493980762" sldId="258"/>
            <ac:inkMk id="486" creationId="{FC51E7BB-7D86-88CC-6DB2-3CC71C3A2210}"/>
          </ac:inkMkLst>
        </pc:inkChg>
        <pc:inkChg chg="add del">
          <ac:chgData name="植田 篤俊" userId="0d2b3cda-30c1-45e3-9e5c-02c0046d67fa" providerId="ADAL" clId="{A6AB8097-671C-4783-A056-5A985F003BDF}" dt="2026-04-20T14:31:00.757" v="1111"/>
          <ac:inkMkLst>
            <pc:docMk/>
            <pc:sldMk cId="3493980762" sldId="258"/>
            <ac:inkMk id="487" creationId="{037C2610-20CA-044B-8190-F506B783C259}"/>
          </ac:inkMkLst>
        </pc:inkChg>
        <pc:inkChg chg="add del">
          <ac:chgData name="植田 篤俊" userId="0d2b3cda-30c1-45e3-9e5c-02c0046d67fa" providerId="ADAL" clId="{A6AB8097-671C-4783-A056-5A985F003BDF}" dt="2026-04-20T14:12:05.372" v="134"/>
          <ac:inkMkLst>
            <pc:docMk/>
            <pc:sldMk cId="3493980762" sldId="258"/>
            <ac:inkMk id="487" creationId="{19D64E57-CCF7-24BD-6C59-BA065A68E71D}"/>
          </ac:inkMkLst>
        </pc:inkChg>
        <pc:inkChg chg="add del">
          <ac:chgData name="植田 篤俊" userId="0d2b3cda-30c1-45e3-9e5c-02c0046d67fa" providerId="ADAL" clId="{A6AB8097-671C-4783-A056-5A985F003BDF}" dt="2026-04-20T14:23:29.394" v="943"/>
          <ac:inkMkLst>
            <pc:docMk/>
            <pc:sldMk cId="3493980762" sldId="258"/>
            <ac:inkMk id="487" creationId="{31B2B7ED-0146-AF93-18C0-2C812BA28E85}"/>
          </ac:inkMkLst>
        </pc:inkChg>
        <pc:inkChg chg="add del">
          <ac:chgData name="植田 篤俊" userId="0d2b3cda-30c1-45e3-9e5c-02c0046d67fa" providerId="ADAL" clId="{A6AB8097-671C-4783-A056-5A985F003BDF}" dt="2026-04-20T14:16:43.266" v="537"/>
          <ac:inkMkLst>
            <pc:docMk/>
            <pc:sldMk cId="3493980762" sldId="258"/>
            <ac:inkMk id="487" creationId="{3CFE2D92-1DF9-B343-F29A-36FBE2BE7AE4}"/>
          </ac:inkMkLst>
        </pc:inkChg>
        <pc:inkChg chg="add">
          <ac:chgData name="植田 篤俊" userId="0d2b3cda-30c1-45e3-9e5c-02c0046d67fa" providerId="ADAL" clId="{A6AB8097-671C-4783-A056-5A985F003BDF}" dt="2026-04-20T14:15:08.933" v="415"/>
          <ac:inkMkLst>
            <pc:docMk/>
            <pc:sldMk cId="3493980762" sldId="258"/>
            <ac:inkMk id="487" creationId="{C628F4E4-7300-E83F-E064-140AFE341BD2}"/>
          </ac:inkMkLst>
        </pc:inkChg>
        <pc:inkChg chg="add reco">
          <ac:chgData name="植田 篤俊" userId="0d2b3cda-30c1-45e3-9e5c-02c0046d67fa" providerId="ADAL" clId="{A6AB8097-671C-4783-A056-5A985F003BDF}" dt="2026-04-20T14:23:29.394" v="943"/>
          <ac:inkMkLst>
            <pc:docMk/>
            <pc:sldMk cId="3493980762" sldId="258"/>
            <ac:inkMk id="488" creationId="{0A12E839-01F3-B615-FAD5-11757A9C9D70}"/>
          </ac:inkMkLst>
        </pc:inkChg>
        <pc:inkChg chg="add del">
          <ac:chgData name="植田 篤俊" userId="0d2b3cda-30c1-45e3-9e5c-02c0046d67fa" providerId="ADAL" clId="{A6AB8097-671C-4783-A056-5A985F003BDF}" dt="2026-04-20T14:16:43.266" v="537"/>
          <ac:inkMkLst>
            <pc:docMk/>
            <pc:sldMk cId="3493980762" sldId="258"/>
            <ac:inkMk id="488" creationId="{110452F0-C154-B989-5C55-915B329C2029}"/>
          </ac:inkMkLst>
        </pc:inkChg>
        <pc:inkChg chg="add del">
          <ac:chgData name="植田 篤俊" userId="0d2b3cda-30c1-45e3-9e5c-02c0046d67fa" providerId="ADAL" clId="{A6AB8097-671C-4783-A056-5A985F003BDF}" dt="2026-04-20T14:12:05.372" v="134"/>
          <ac:inkMkLst>
            <pc:docMk/>
            <pc:sldMk cId="3493980762" sldId="258"/>
            <ac:inkMk id="488" creationId="{34EE6FCB-BF03-479A-76BC-1E2D1D649DC5}"/>
          </ac:inkMkLst>
        </pc:inkChg>
        <pc:inkChg chg="add">
          <ac:chgData name="植田 篤俊" userId="0d2b3cda-30c1-45e3-9e5c-02c0046d67fa" providerId="ADAL" clId="{A6AB8097-671C-4783-A056-5A985F003BDF}" dt="2026-04-20T14:15:09.167" v="416"/>
          <ac:inkMkLst>
            <pc:docMk/>
            <pc:sldMk cId="3493980762" sldId="258"/>
            <ac:inkMk id="488" creationId="{66861C0D-58B3-C0E2-2927-AEFC141A077E}"/>
          </ac:inkMkLst>
        </pc:inkChg>
        <pc:inkChg chg="add del">
          <ac:chgData name="植田 篤俊" userId="0d2b3cda-30c1-45e3-9e5c-02c0046d67fa" providerId="ADAL" clId="{A6AB8097-671C-4783-A056-5A985F003BDF}" dt="2026-04-20T14:31:00.757" v="1111"/>
          <ac:inkMkLst>
            <pc:docMk/>
            <pc:sldMk cId="3493980762" sldId="258"/>
            <ac:inkMk id="489" creationId="{94E753F5-AE19-41FC-0AD2-DC17BF2FB038}"/>
          </ac:inkMkLst>
        </pc:inkChg>
        <pc:inkChg chg="add">
          <ac:chgData name="植田 篤俊" userId="0d2b3cda-30c1-45e3-9e5c-02c0046d67fa" providerId="ADAL" clId="{A6AB8097-671C-4783-A056-5A985F003BDF}" dt="2026-04-20T14:15:09.334" v="417"/>
          <ac:inkMkLst>
            <pc:docMk/>
            <pc:sldMk cId="3493980762" sldId="258"/>
            <ac:inkMk id="489" creationId="{B354BE60-54A2-7382-6E08-48E4816D0B97}"/>
          </ac:inkMkLst>
        </pc:inkChg>
        <pc:inkChg chg="add del">
          <ac:chgData name="植田 篤俊" userId="0d2b3cda-30c1-45e3-9e5c-02c0046d67fa" providerId="ADAL" clId="{A6AB8097-671C-4783-A056-5A985F003BDF}" dt="2026-04-20T14:16:43.266" v="537"/>
          <ac:inkMkLst>
            <pc:docMk/>
            <pc:sldMk cId="3493980762" sldId="258"/>
            <ac:inkMk id="489" creationId="{CEFC096B-B719-F0BF-D3D4-1B552F1AAF32}"/>
          </ac:inkMkLst>
        </pc:inkChg>
        <pc:inkChg chg="add del">
          <ac:chgData name="植田 篤俊" userId="0d2b3cda-30c1-45e3-9e5c-02c0046d67fa" providerId="ADAL" clId="{A6AB8097-671C-4783-A056-5A985F003BDF}" dt="2026-04-20T14:12:05.372" v="134"/>
          <ac:inkMkLst>
            <pc:docMk/>
            <pc:sldMk cId="3493980762" sldId="258"/>
            <ac:inkMk id="489" creationId="{E30C3AC3-7DB7-322B-4365-C040B947B0BF}"/>
          </ac:inkMkLst>
        </pc:inkChg>
        <pc:inkChg chg="add del">
          <ac:chgData name="植田 篤俊" userId="0d2b3cda-30c1-45e3-9e5c-02c0046d67fa" providerId="ADAL" clId="{A6AB8097-671C-4783-A056-5A985F003BDF}" dt="2026-04-20T14:23:34.982" v="947"/>
          <ac:inkMkLst>
            <pc:docMk/>
            <pc:sldMk cId="3493980762" sldId="258"/>
            <ac:inkMk id="489" creationId="{F5605AD3-AF60-7160-37B6-8BA66761033E}"/>
          </ac:inkMkLst>
        </pc:inkChg>
        <pc:inkChg chg="add reco">
          <ac:chgData name="植田 篤俊" userId="0d2b3cda-30c1-45e3-9e5c-02c0046d67fa" providerId="ADAL" clId="{A6AB8097-671C-4783-A056-5A985F003BDF}" dt="2026-04-20T14:12:05.372" v="134"/>
          <ac:inkMkLst>
            <pc:docMk/>
            <pc:sldMk cId="3493980762" sldId="258"/>
            <ac:inkMk id="490" creationId="{CA58369B-BD27-D202-2AFF-D52C85254FBB}"/>
          </ac:inkMkLst>
        </pc:inkChg>
        <pc:inkChg chg="add del">
          <ac:chgData name="植田 篤俊" userId="0d2b3cda-30c1-45e3-9e5c-02c0046d67fa" providerId="ADAL" clId="{A6AB8097-671C-4783-A056-5A985F003BDF}" dt="2026-04-20T14:23:34.982" v="947"/>
          <ac:inkMkLst>
            <pc:docMk/>
            <pc:sldMk cId="3493980762" sldId="258"/>
            <ac:inkMk id="492" creationId="{33CC834B-2581-26E2-4F6A-B4CF6965A54B}"/>
          </ac:inkMkLst>
        </pc:inkChg>
        <pc:inkChg chg="add">
          <ac:chgData name="植田 篤俊" userId="0d2b3cda-30c1-45e3-9e5c-02c0046d67fa" providerId="ADAL" clId="{A6AB8097-671C-4783-A056-5A985F003BDF}" dt="2026-04-20T14:16:41.512" v="532"/>
          <ac:inkMkLst>
            <pc:docMk/>
            <pc:sldMk cId="3493980762" sldId="258"/>
            <ac:inkMk id="492" creationId="{680BA439-6F13-CD23-506F-E672DFD6DA52}"/>
          </ac:inkMkLst>
        </pc:inkChg>
        <pc:inkChg chg="add del">
          <ac:chgData name="植田 篤俊" userId="0d2b3cda-30c1-45e3-9e5c-02c0046d67fa" providerId="ADAL" clId="{A6AB8097-671C-4783-A056-5A985F003BDF}" dt="2026-04-20T14:12:40.478" v="138"/>
          <ac:inkMkLst>
            <pc:docMk/>
            <pc:sldMk cId="3493980762" sldId="258"/>
            <ac:inkMk id="492" creationId="{6E9895AA-12CB-43E2-6A9F-393182D46B9E}"/>
          </ac:inkMkLst>
        </pc:inkChg>
        <pc:inkChg chg="add">
          <ac:chgData name="植田 篤俊" userId="0d2b3cda-30c1-45e3-9e5c-02c0046d67fa" providerId="ADAL" clId="{A6AB8097-671C-4783-A056-5A985F003BDF}" dt="2026-04-20T14:15:09.500" v="418"/>
          <ac:inkMkLst>
            <pc:docMk/>
            <pc:sldMk cId="3493980762" sldId="258"/>
            <ac:inkMk id="492" creationId="{AE61819F-8332-D631-A740-0E14087DB8B8}"/>
          </ac:inkMkLst>
        </pc:inkChg>
        <pc:inkChg chg="add del">
          <ac:chgData name="植田 篤俊" userId="0d2b3cda-30c1-45e3-9e5c-02c0046d67fa" providerId="ADAL" clId="{A6AB8097-671C-4783-A056-5A985F003BDF}" dt="2026-04-20T14:31:00.757" v="1111"/>
          <ac:inkMkLst>
            <pc:docMk/>
            <pc:sldMk cId="3493980762" sldId="258"/>
            <ac:inkMk id="492" creationId="{DE71D60A-5A59-D221-5910-5EB952938C39}"/>
          </ac:inkMkLst>
        </pc:inkChg>
        <pc:inkChg chg="add del">
          <ac:chgData name="植田 篤俊" userId="0d2b3cda-30c1-45e3-9e5c-02c0046d67fa" providerId="ADAL" clId="{A6AB8097-671C-4783-A056-5A985F003BDF}" dt="2026-04-20T14:12:40.478" v="138"/>
          <ac:inkMkLst>
            <pc:docMk/>
            <pc:sldMk cId="3493980762" sldId="258"/>
            <ac:inkMk id="493" creationId="{4CB865CD-9C26-62BB-1567-F19A222A7DB9}"/>
          </ac:inkMkLst>
        </pc:inkChg>
        <pc:inkChg chg="add">
          <ac:chgData name="植田 篤俊" userId="0d2b3cda-30c1-45e3-9e5c-02c0046d67fa" providerId="ADAL" clId="{A6AB8097-671C-4783-A056-5A985F003BDF}" dt="2026-04-20T14:30:56.115" v="1098"/>
          <ac:inkMkLst>
            <pc:docMk/>
            <pc:sldMk cId="3493980762" sldId="258"/>
            <ac:inkMk id="494" creationId="{1127655B-BC1C-4DBB-C46B-178D85738AB3}"/>
          </ac:inkMkLst>
        </pc:inkChg>
        <pc:inkChg chg="add del">
          <ac:chgData name="植田 篤俊" userId="0d2b3cda-30c1-45e3-9e5c-02c0046d67fa" providerId="ADAL" clId="{A6AB8097-671C-4783-A056-5A985F003BDF}" dt="2026-04-20T14:12:40.478" v="138"/>
          <ac:inkMkLst>
            <pc:docMk/>
            <pc:sldMk cId="3493980762" sldId="258"/>
            <ac:inkMk id="494" creationId="{5197D987-AA05-3A70-79AC-8547F5EC1694}"/>
          </ac:inkMkLst>
        </pc:inkChg>
        <pc:inkChg chg="add del">
          <ac:chgData name="植田 篤俊" userId="0d2b3cda-30c1-45e3-9e5c-02c0046d67fa" providerId="ADAL" clId="{A6AB8097-671C-4783-A056-5A985F003BDF}" dt="2026-04-20T14:23:34.982" v="947"/>
          <ac:inkMkLst>
            <pc:docMk/>
            <pc:sldMk cId="3493980762" sldId="258"/>
            <ac:inkMk id="494" creationId="{56945CCF-1ED0-D7B3-1DA3-BCBD1C76891C}"/>
          </ac:inkMkLst>
        </pc:inkChg>
        <pc:inkChg chg="add">
          <ac:chgData name="植田 篤俊" userId="0d2b3cda-30c1-45e3-9e5c-02c0046d67fa" providerId="ADAL" clId="{A6AB8097-671C-4783-A056-5A985F003BDF}" dt="2026-04-20T14:15:15.487" v="420"/>
          <ac:inkMkLst>
            <pc:docMk/>
            <pc:sldMk cId="3493980762" sldId="258"/>
            <ac:inkMk id="494" creationId="{6340D5A3-6314-C2D3-D127-2500BFB14482}"/>
          </ac:inkMkLst>
        </pc:inkChg>
        <pc:inkChg chg="add">
          <ac:chgData name="植田 篤俊" userId="0d2b3cda-30c1-45e3-9e5c-02c0046d67fa" providerId="ADAL" clId="{A6AB8097-671C-4783-A056-5A985F003BDF}" dt="2026-04-20T14:16:41.727" v="533"/>
          <ac:inkMkLst>
            <pc:docMk/>
            <pc:sldMk cId="3493980762" sldId="258"/>
            <ac:inkMk id="494" creationId="{98DC8F7A-9E67-8C28-CD06-BEBB317A9CFB}"/>
          </ac:inkMkLst>
        </pc:inkChg>
        <pc:inkChg chg="add reco">
          <ac:chgData name="植田 篤俊" userId="0d2b3cda-30c1-45e3-9e5c-02c0046d67fa" providerId="ADAL" clId="{A6AB8097-671C-4783-A056-5A985F003BDF}" dt="2026-04-20T14:12:40.478" v="138"/>
          <ac:inkMkLst>
            <pc:docMk/>
            <pc:sldMk cId="3493980762" sldId="258"/>
            <ac:inkMk id="495" creationId="{ED3E214B-E74E-9FE9-F72A-DA45A47643D1}"/>
          </ac:inkMkLst>
        </pc:inkChg>
        <pc:inkChg chg="add reco">
          <ac:chgData name="植田 篤俊" userId="0d2b3cda-30c1-45e3-9e5c-02c0046d67fa" providerId="ADAL" clId="{A6AB8097-671C-4783-A056-5A985F003BDF}" dt="2026-04-20T14:23:34.982" v="947"/>
          <ac:inkMkLst>
            <pc:docMk/>
            <pc:sldMk cId="3493980762" sldId="258"/>
            <ac:inkMk id="496" creationId="{77667523-7005-9BCF-E0FD-EF57763164F6}"/>
          </ac:inkMkLst>
        </pc:inkChg>
        <pc:inkChg chg="add">
          <ac:chgData name="植田 篤俊" userId="0d2b3cda-30c1-45e3-9e5c-02c0046d67fa" providerId="ADAL" clId="{A6AB8097-671C-4783-A056-5A985F003BDF}" dt="2026-04-20T14:15:16.720" v="421"/>
          <ac:inkMkLst>
            <pc:docMk/>
            <pc:sldMk cId="3493980762" sldId="258"/>
            <ac:inkMk id="496" creationId="{80FCCE35-7765-BBA4-C0AA-F154972E37BA}"/>
          </ac:inkMkLst>
        </pc:inkChg>
        <pc:inkChg chg="add">
          <ac:chgData name="植田 篤俊" userId="0d2b3cda-30c1-45e3-9e5c-02c0046d67fa" providerId="ADAL" clId="{A6AB8097-671C-4783-A056-5A985F003BDF}" dt="2026-04-20T14:16:41.927" v="534"/>
          <ac:inkMkLst>
            <pc:docMk/>
            <pc:sldMk cId="3493980762" sldId="258"/>
            <ac:inkMk id="496" creationId="{DFA9751E-8DED-22B6-6FC7-198A426E4436}"/>
          </ac:inkMkLst>
        </pc:inkChg>
        <pc:inkChg chg="add del">
          <ac:chgData name="植田 篤俊" userId="0d2b3cda-30c1-45e3-9e5c-02c0046d67fa" providerId="ADAL" clId="{A6AB8097-671C-4783-A056-5A985F003BDF}" dt="2026-04-20T14:12:42.948" v="142"/>
          <ac:inkMkLst>
            <pc:docMk/>
            <pc:sldMk cId="3493980762" sldId="258"/>
            <ac:inkMk id="496" creationId="{E46B5589-D256-F2D2-F2DF-A34D15BCB762}"/>
          </ac:inkMkLst>
        </pc:inkChg>
        <pc:inkChg chg="add">
          <ac:chgData name="植田 篤俊" userId="0d2b3cda-30c1-45e3-9e5c-02c0046d67fa" providerId="ADAL" clId="{A6AB8097-671C-4783-A056-5A985F003BDF}" dt="2026-04-20T14:30:56.384" v="1099"/>
          <ac:inkMkLst>
            <pc:docMk/>
            <pc:sldMk cId="3493980762" sldId="258"/>
            <ac:inkMk id="497" creationId="{1791FA50-B522-C0A7-0170-FED99CAF8293}"/>
          </ac:inkMkLst>
        </pc:inkChg>
        <pc:inkChg chg="add">
          <ac:chgData name="植田 篤俊" userId="0d2b3cda-30c1-45e3-9e5c-02c0046d67fa" providerId="ADAL" clId="{A6AB8097-671C-4783-A056-5A985F003BDF}" dt="2026-04-20T14:16:42.345" v="535"/>
          <ac:inkMkLst>
            <pc:docMk/>
            <pc:sldMk cId="3493980762" sldId="258"/>
            <ac:inkMk id="497" creationId="{20C00608-4D19-EDFA-5DB1-4751946C399A}"/>
          </ac:inkMkLst>
        </pc:inkChg>
        <pc:inkChg chg="add del">
          <ac:chgData name="植田 篤俊" userId="0d2b3cda-30c1-45e3-9e5c-02c0046d67fa" providerId="ADAL" clId="{A6AB8097-671C-4783-A056-5A985F003BDF}" dt="2026-04-20T14:23:39.001" v="950"/>
          <ac:inkMkLst>
            <pc:docMk/>
            <pc:sldMk cId="3493980762" sldId="258"/>
            <ac:inkMk id="497" creationId="{6E88027E-6254-1031-CA59-C2F249D3CB2B}"/>
          </ac:inkMkLst>
        </pc:inkChg>
        <pc:inkChg chg="add del">
          <ac:chgData name="植田 篤俊" userId="0d2b3cda-30c1-45e3-9e5c-02c0046d67fa" providerId="ADAL" clId="{A6AB8097-671C-4783-A056-5A985F003BDF}" dt="2026-04-20T14:12:42.948" v="142"/>
          <ac:inkMkLst>
            <pc:docMk/>
            <pc:sldMk cId="3493980762" sldId="258"/>
            <ac:inkMk id="497" creationId="{9B32742A-DBF3-3901-7E91-E8FC408AB47D}"/>
          </ac:inkMkLst>
        </pc:inkChg>
        <pc:inkChg chg="add del">
          <ac:chgData name="植田 篤俊" userId="0d2b3cda-30c1-45e3-9e5c-02c0046d67fa" providerId="ADAL" clId="{A6AB8097-671C-4783-A056-5A985F003BDF}" dt="2026-04-20T14:15:25.621" v="454"/>
          <ac:inkMkLst>
            <pc:docMk/>
            <pc:sldMk cId="3493980762" sldId="258"/>
            <ac:inkMk id="497" creationId="{DB5DAE5C-3AA2-2165-1C75-2F8357E99AC4}"/>
          </ac:inkMkLst>
        </pc:inkChg>
        <pc:inkChg chg="add del">
          <ac:chgData name="植田 篤俊" userId="0d2b3cda-30c1-45e3-9e5c-02c0046d67fa" providerId="ADAL" clId="{A6AB8097-671C-4783-A056-5A985F003BDF}" dt="2026-04-20T14:23:39.001" v="950"/>
          <ac:inkMkLst>
            <pc:docMk/>
            <pc:sldMk cId="3493980762" sldId="258"/>
            <ac:inkMk id="498" creationId="{0395311B-ACB4-C9C0-56EA-66FF9F8A2101}"/>
          </ac:inkMkLst>
        </pc:inkChg>
        <pc:inkChg chg="add">
          <ac:chgData name="植田 篤俊" userId="0d2b3cda-30c1-45e3-9e5c-02c0046d67fa" providerId="ADAL" clId="{A6AB8097-671C-4783-A056-5A985F003BDF}" dt="2026-04-20T14:15:17.216" v="423"/>
          <ac:inkMkLst>
            <pc:docMk/>
            <pc:sldMk cId="3493980762" sldId="258"/>
            <ac:inkMk id="498" creationId="{4D198206-A9C1-3E20-0312-1ACE3A593713}"/>
          </ac:inkMkLst>
        </pc:inkChg>
        <pc:inkChg chg="add del">
          <ac:chgData name="植田 篤俊" userId="0d2b3cda-30c1-45e3-9e5c-02c0046d67fa" providerId="ADAL" clId="{A6AB8097-671C-4783-A056-5A985F003BDF}" dt="2026-04-20T14:12:42.948" v="142"/>
          <ac:inkMkLst>
            <pc:docMk/>
            <pc:sldMk cId="3493980762" sldId="258"/>
            <ac:inkMk id="498" creationId="{59A312F3-3415-C079-E107-5A1124DA0CC9}"/>
          </ac:inkMkLst>
        </pc:inkChg>
        <pc:inkChg chg="add del">
          <ac:chgData name="植田 篤俊" userId="0d2b3cda-30c1-45e3-9e5c-02c0046d67fa" providerId="ADAL" clId="{A6AB8097-671C-4783-A056-5A985F003BDF}" dt="2026-04-20T14:31:00.757" v="1111"/>
          <ac:inkMkLst>
            <pc:docMk/>
            <pc:sldMk cId="3493980762" sldId="258"/>
            <ac:inkMk id="498" creationId="{D3F716FF-D103-487E-25FE-916A8CE871A4}"/>
          </ac:inkMkLst>
        </pc:inkChg>
        <pc:inkChg chg="add">
          <ac:chgData name="植田 篤俊" userId="0d2b3cda-30c1-45e3-9e5c-02c0046d67fa" providerId="ADAL" clId="{A6AB8097-671C-4783-A056-5A985F003BDF}" dt="2026-04-20T14:16:42.596" v="536"/>
          <ac:inkMkLst>
            <pc:docMk/>
            <pc:sldMk cId="3493980762" sldId="258"/>
            <ac:inkMk id="498" creationId="{F09F6930-99F8-40BF-D2FF-54060037F5B4}"/>
          </ac:inkMkLst>
        </pc:inkChg>
        <pc:inkChg chg="add reco">
          <ac:chgData name="植田 篤俊" userId="0d2b3cda-30c1-45e3-9e5c-02c0046d67fa" providerId="ADAL" clId="{A6AB8097-671C-4783-A056-5A985F003BDF}" dt="2026-04-20T14:12:42.948" v="142"/>
          <ac:inkMkLst>
            <pc:docMk/>
            <pc:sldMk cId="3493980762" sldId="258"/>
            <ac:inkMk id="499" creationId="{3C0F37BE-6444-F9BC-4B22-C6099FB092D4}"/>
          </ac:inkMkLst>
        </pc:inkChg>
        <pc:inkChg chg="add">
          <ac:chgData name="植田 篤俊" userId="0d2b3cda-30c1-45e3-9e5c-02c0046d67fa" providerId="ADAL" clId="{A6AB8097-671C-4783-A056-5A985F003BDF}" dt="2026-04-20T14:12:43.497" v="143"/>
          <ac:inkMkLst>
            <pc:docMk/>
            <pc:sldMk cId="3493980762" sldId="258"/>
            <ac:inkMk id="500" creationId="{F41E84E3-F878-BD70-46E8-0AE296F5B8E4}"/>
          </ac:inkMkLst>
        </pc:inkChg>
        <pc:inkChg chg="add">
          <ac:chgData name="植田 篤俊" userId="0d2b3cda-30c1-45e3-9e5c-02c0046d67fa" providerId="ADAL" clId="{A6AB8097-671C-4783-A056-5A985F003BDF}" dt="2026-04-20T14:12:44.019" v="144"/>
          <ac:inkMkLst>
            <pc:docMk/>
            <pc:sldMk cId="3493980762" sldId="258"/>
            <ac:inkMk id="501" creationId="{9A3D8BB8-A557-C47E-D6EA-E14D37CA7735}"/>
          </ac:inkMkLst>
        </pc:inkChg>
        <pc:inkChg chg="add del">
          <ac:chgData name="植田 篤俊" userId="0d2b3cda-30c1-45e3-9e5c-02c0046d67fa" providerId="ADAL" clId="{A6AB8097-671C-4783-A056-5A985F003BDF}" dt="2026-04-20T14:12:50.213" v="148"/>
          <ac:inkMkLst>
            <pc:docMk/>
            <pc:sldMk cId="3493980762" sldId="258"/>
            <ac:inkMk id="502" creationId="{9EB58822-1620-CB69-C3D6-6C8F95C91E8F}"/>
          </ac:inkMkLst>
        </pc:inkChg>
        <pc:inkChg chg="add">
          <ac:chgData name="植田 篤俊" userId="0d2b3cda-30c1-45e3-9e5c-02c0046d67fa" providerId="ADAL" clId="{A6AB8097-671C-4783-A056-5A985F003BDF}" dt="2026-04-20T14:15:17.366" v="424"/>
          <ac:inkMkLst>
            <pc:docMk/>
            <pc:sldMk cId="3493980762" sldId="258"/>
            <ac:inkMk id="503" creationId="{B2956EDE-325D-7723-3161-D4D3F7D3FB9E}"/>
          </ac:inkMkLst>
        </pc:inkChg>
        <pc:inkChg chg="add del">
          <ac:chgData name="植田 篤俊" userId="0d2b3cda-30c1-45e3-9e5c-02c0046d67fa" providerId="ADAL" clId="{A6AB8097-671C-4783-A056-5A985F003BDF}" dt="2026-04-20T14:12:50.212" v="147"/>
          <ac:inkMkLst>
            <pc:docMk/>
            <pc:sldMk cId="3493980762" sldId="258"/>
            <ac:inkMk id="503" creationId="{BC7AFBC9-8F85-16F0-C14D-39D72A56CF4D}"/>
          </ac:inkMkLst>
        </pc:inkChg>
        <pc:inkChg chg="add">
          <ac:chgData name="植田 篤俊" userId="0d2b3cda-30c1-45e3-9e5c-02c0046d67fa" providerId="ADAL" clId="{A6AB8097-671C-4783-A056-5A985F003BDF}" dt="2026-04-20T14:15:17.549" v="425"/>
          <ac:inkMkLst>
            <pc:docMk/>
            <pc:sldMk cId="3493980762" sldId="258"/>
            <ac:inkMk id="504" creationId="{049669CF-2451-1CF7-58C3-54AA295DC271}"/>
          </ac:inkMkLst>
        </pc:inkChg>
        <pc:inkChg chg="add del">
          <ac:chgData name="植田 篤俊" userId="0d2b3cda-30c1-45e3-9e5c-02c0046d67fa" providerId="ADAL" clId="{A6AB8097-671C-4783-A056-5A985F003BDF}" dt="2026-04-20T14:12:52.844" v="152"/>
          <ac:inkMkLst>
            <pc:docMk/>
            <pc:sldMk cId="3493980762" sldId="258"/>
            <ac:inkMk id="504" creationId="{5C421F32-02C8-4FF7-3696-F8991F9486FB}"/>
          </ac:inkMkLst>
        </pc:inkChg>
        <pc:inkChg chg="add del">
          <ac:chgData name="植田 篤俊" userId="0d2b3cda-30c1-45e3-9e5c-02c0046d67fa" providerId="ADAL" clId="{A6AB8097-671C-4783-A056-5A985F003BDF}" dt="2026-04-20T14:17:04.376" v="543"/>
          <ac:inkMkLst>
            <pc:docMk/>
            <pc:sldMk cId="3493980762" sldId="258"/>
            <ac:inkMk id="505" creationId="{1A0F1F50-105A-7BA5-F4AD-CDA26DA4E467}"/>
          </ac:inkMkLst>
        </pc:inkChg>
        <pc:inkChg chg="add reco">
          <ac:chgData name="植田 篤俊" userId="0d2b3cda-30c1-45e3-9e5c-02c0046d67fa" providerId="ADAL" clId="{A6AB8097-671C-4783-A056-5A985F003BDF}" dt="2026-04-20T14:23:39.001" v="950"/>
          <ac:inkMkLst>
            <pc:docMk/>
            <pc:sldMk cId="3493980762" sldId="258"/>
            <ac:inkMk id="505" creationId="{989A777B-CAFE-62F8-4094-54F92F89A1C1}"/>
          </ac:inkMkLst>
        </pc:inkChg>
        <pc:inkChg chg="add del">
          <ac:chgData name="植田 篤俊" userId="0d2b3cda-30c1-45e3-9e5c-02c0046d67fa" providerId="ADAL" clId="{A6AB8097-671C-4783-A056-5A985F003BDF}" dt="2026-04-20T14:12:52.844" v="152"/>
          <ac:inkMkLst>
            <pc:docMk/>
            <pc:sldMk cId="3493980762" sldId="258"/>
            <ac:inkMk id="505" creationId="{ABE3024B-2C21-E969-C926-5828D90F3732}"/>
          </ac:inkMkLst>
        </pc:inkChg>
        <pc:inkChg chg="add">
          <ac:chgData name="植田 篤俊" userId="0d2b3cda-30c1-45e3-9e5c-02c0046d67fa" providerId="ADAL" clId="{A6AB8097-671C-4783-A056-5A985F003BDF}" dt="2026-04-20T14:15:17.767" v="426"/>
          <ac:inkMkLst>
            <pc:docMk/>
            <pc:sldMk cId="3493980762" sldId="258"/>
            <ac:inkMk id="505" creationId="{E3E96589-CB66-1461-B9A1-5E210D51671B}"/>
          </ac:inkMkLst>
        </pc:inkChg>
        <pc:inkChg chg="add del">
          <ac:chgData name="植田 篤俊" userId="0d2b3cda-30c1-45e3-9e5c-02c0046d67fa" providerId="ADAL" clId="{A6AB8097-671C-4783-A056-5A985F003BDF}" dt="2026-04-20T14:23:48.532" v="982"/>
          <ac:inkMkLst>
            <pc:docMk/>
            <pc:sldMk cId="3493980762" sldId="258"/>
            <ac:inkMk id="506" creationId="{19F3AE2D-8BA1-D763-0EF7-A4EB6E71BA59}"/>
          </ac:inkMkLst>
        </pc:inkChg>
        <pc:inkChg chg="add del">
          <ac:chgData name="植田 篤俊" userId="0d2b3cda-30c1-45e3-9e5c-02c0046d67fa" providerId="ADAL" clId="{A6AB8097-671C-4783-A056-5A985F003BDF}" dt="2026-04-20T14:17:04.375" v="541"/>
          <ac:inkMkLst>
            <pc:docMk/>
            <pc:sldMk cId="3493980762" sldId="258"/>
            <ac:inkMk id="506" creationId="{50BB98DA-5DCE-85F2-5F82-846591120B29}"/>
          </ac:inkMkLst>
        </pc:inkChg>
        <pc:inkChg chg="add">
          <ac:chgData name="植田 篤俊" userId="0d2b3cda-30c1-45e3-9e5c-02c0046d67fa" providerId="ADAL" clId="{A6AB8097-671C-4783-A056-5A985F003BDF}" dt="2026-04-20T14:15:17.883" v="427"/>
          <ac:inkMkLst>
            <pc:docMk/>
            <pc:sldMk cId="3493980762" sldId="258"/>
            <ac:inkMk id="506" creationId="{7465C1F7-8D84-65A5-9481-C3911C9FCF7F}"/>
          </ac:inkMkLst>
        </pc:inkChg>
        <pc:inkChg chg="add">
          <ac:chgData name="植田 篤俊" userId="0d2b3cda-30c1-45e3-9e5c-02c0046d67fa" providerId="ADAL" clId="{A6AB8097-671C-4783-A056-5A985F003BDF}" dt="2026-04-20T14:30:57.485" v="1101"/>
          <ac:inkMkLst>
            <pc:docMk/>
            <pc:sldMk cId="3493980762" sldId="258"/>
            <ac:inkMk id="506" creationId="{BD9932BF-01AC-EB26-E742-39DFDE1243B3}"/>
          </ac:inkMkLst>
        </pc:inkChg>
        <pc:inkChg chg="add del">
          <ac:chgData name="植田 篤俊" userId="0d2b3cda-30c1-45e3-9e5c-02c0046d67fa" providerId="ADAL" clId="{A6AB8097-671C-4783-A056-5A985F003BDF}" dt="2026-04-20T14:12:52.844" v="152"/>
          <ac:inkMkLst>
            <pc:docMk/>
            <pc:sldMk cId="3493980762" sldId="258"/>
            <ac:inkMk id="506" creationId="{E31C2896-FFDB-5627-49D9-B85B97BA3D1C}"/>
          </ac:inkMkLst>
        </pc:inkChg>
        <pc:inkChg chg="add reco">
          <ac:chgData name="植田 篤俊" userId="0d2b3cda-30c1-45e3-9e5c-02c0046d67fa" providerId="ADAL" clId="{A6AB8097-671C-4783-A056-5A985F003BDF}" dt="2026-04-20T14:12:52.844" v="152"/>
          <ac:inkMkLst>
            <pc:docMk/>
            <pc:sldMk cId="3493980762" sldId="258"/>
            <ac:inkMk id="507" creationId="{6E6D7E38-0533-48C8-6492-D2517E3B404D}"/>
          </ac:inkMkLst>
        </pc:inkChg>
        <pc:inkChg chg="add">
          <ac:chgData name="植田 篤俊" userId="0d2b3cda-30c1-45e3-9e5c-02c0046d67fa" providerId="ADAL" clId="{A6AB8097-671C-4783-A056-5A985F003BDF}" dt="2026-04-20T14:15:18.320" v="428"/>
          <ac:inkMkLst>
            <pc:docMk/>
            <pc:sldMk cId="3493980762" sldId="258"/>
            <ac:inkMk id="508" creationId="{14916D81-A1BF-33C5-DE7B-ACC770345760}"/>
          </ac:inkMkLst>
        </pc:inkChg>
        <pc:inkChg chg="add del">
          <ac:chgData name="植田 篤俊" userId="0d2b3cda-30c1-45e3-9e5c-02c0046d67fa" providerId="ADAL" clId="{A6AB8097-671C-4783-A056-5A985F003BDF}" dt="2026-04-20T14:31:00.757" v="1111"/>
          <ac:inkMkLst>
            <pc:docMk/>
            <pc:sldMk cId="3493980762" sldId="258"/>
            <ac:inkMk id="508" creationId="{5A65B0E4-83BA-F4BF-B8DB-7A6C8F9922AF}"/>
          </ac:inkMkLst>
        </pc:inkChg>
        <pc:inkChg chg="add del">
          <ac:chgData name="植田 篤俊" userId="0d2b3cda-30c1-45e3-9e5c-02c0046d67fa" providerId="ADAL" clId="{A6AB8097-671C-4783-A056-5A985F003BDF}" dt="2026-04-20T14:17:04.375" v="542"/>
          <ac:inkMkLst>
            <pc:docMk/>
            <pc:sldMk cId="3493980762" sldId="258"/>
            <ac:inkMk id="508" creationId="{65E27899-1E93-D078-5377-A7586DF4CB57}"/>
          </ac:inkMkLst>
        </pc:inkChg>
        <pc:inkChg chg="add">
          <ac:chgData name="植田 篤俊" userId="0d2b3cda-30c1-45e3-9e5c-02c0046d67fa" providerId="ADAL" clId="{A6AB8097-671C-4783-A056-5A985F003BDF}" dt="2026-04-20T14:23:40.338" v="952"/>
          <ac:inkMkLst>
            <pc:docMk/>
            <pc:sldMk cId="3493980762" sldId="258"/>
            <ac:inkMk id="508" creationId="{8D9AE7F7-BE19-19DF-3EF5-90CFEE6A7656}"/>
          </ac:inkMkLst>
        </pc:inkChg>
        <pc:inkChg chg="add del">
          <ac:chgData name="植田 篤俊" userId="0d2b3cda-30c1-45e3-9e5c-02c0046d67fa" providerId="ADAL" clId="{A6AB8097-671C-4783-A056-5A985F003BDF}" dt="2026-04-20T14:12:55.096" v="157"/>
          <ac:inkMkLst>
            <pc:docMk/>
            <pc:sldMk cId="3493980762" sldId="258"/>
            <ac:inkMk id="508" creationId="{BE5C302C-0D85-AF24-B2AE-80C4F20F9FA8}"/>
          </ac:inkMkLst>
        </pc:inkChg>
        <pc:inkChg chg="add del">
          <ac:chgData name="植田 篤俊" userId="0d2b3cda-30c1-45e3-9e5c-02c0046d67fa" providerId="ADAL" clId="{A6AB8097-671C-4783-A056-5A985F003BDF}" dt="2026-04-20T14:15:25.621" v="454"/>
          <ac:inkMkLst>
            <pc:docMk/>
            <pc:sldMk cId="3493980762" sldId="258"/>
            <ac:inkMk id="509" creationId="{5F950158-CF97-7C0E-F147-B7CA1D690BB2}"/>
          </ac:inkMkLst>
        </pc:inkChg>
        <pc:inkChg chg="add del">
          <ac:chgData name="植田 篤俊" userId="0d2b3cda-30c1-45e3-9e5c-02c0046d67fa" providerId="ADAL" clId="{A6AB8097-671C-4783-A056-5A985F003BDF}" dt="2026-04-20T14:12:55.096" v="157"/>
          <ac:inkMkLst>
            <pc:docMk/>
            <pc:sldMk cId="3493980762" sldId="258"/>
            <ac:inkMk id="509" creationId="{7EFE16A7-8D95-DE72-11B3-9BC332D14D2B}"/>
          </ac:inkMkLst>
        </pc:inkChg>
        <pc:inkChg chg="add del">
          <ac:chgData name="植田 篤俊" userId="0d2b3cda-30c1-45e3-9e5c-02c0046d67fa" providerId="ADAL" clId="{A6AB8097-671C-4783-A056-5A985F003BDF}" dt="2026-04-20T14:17:07.963" v="552"/>
          <ac:inkMkLst>
            <pc:docMk/>
            <pc:sldMk cId="3493980762" sldId="258"/>
            <ac:inkMk id="509" creationId="{93A02FB6-8D9F-4C70-700F-90FEF5FCFA95}"/>
          </ac:inkMkLst>
        </pc:inkChg>
        <pc:inkChg chg="add del">
          <ac:chgData name="植田 篤俊" userId="0d2b3cda-30c1-45e3-9e5c-02c0046d67fa" providerId="ADAL" clId="{A6AB8097-671C-4783-A056-5A985F003BDF}" dt="2026-04-20T14:31:00.757" v="1111"/>
          <ac:inkMkLst>
            <pc:docMk/>
            <pc:sldMk cId="3493980762" sldId="258"/>
            <ac:inkMk id="509" creationId="{C4A7BE1B-1FA5-5828-6C3D-2871012CEF04}"/>
          </ac:inkMkLst>
        </pc:inkChg>
        <pc:inkChg chg="add">
          <ac:chgData name="植田 篤俊" userId="0d2b3cda-30c1-45e3-9e5c-02c0046d67fa" providerId="ADAL" clId="{A6AB8097-671C-4783-A056-5A985F003BDF}" dt="2026-04-20T14:23:40.554" v="953"/>
          <ac:inkMkLst>
            <pc:docMk/>
            <pc:sldMk cId="3493980762" sldId="258"/>
            <ac:inkMk id="509" creationId="{DC36F490-5352-4E06-884B-ACFE25544026}"/>
          </ac:inkMkLst>
        </pc:inkChg>
        <pc:inkChg chg="add del">
          <ac:chgData name="植田 篤俊" userId="0d2b3cda-30c1-45e3-9e5c-02c0046d67fa" providerId="ADAL" clId="{A6AB8097-671C-4783-A056-5A985F003BDF}" dt="2026-04-20T14:12:55.096" v="157"/>
          <ac:inkMkLst>
            <pc:docMk/>
            <pc:sldMk cId="3493980762" sldId="258"/>
            <ac:inkMk id="510" creationId="{30A1368E-2F62-D05A-2379-0211BCFCFA46}"/>
          </ac:inkMkLst>
        </pc:inkChg>
        <pc:inkChg chg="add del">
          <ac:chgData name="植田 篤俊" userId="0d2b3cda-30c1-45e3-9e5c-02c0046d67fa" providerId="ADAL" clId="{A6AB8097-671C-4783-A056-5A985F003BDF}" dt="2026-04-20T14:15:25.621" v="454"/>
          <ac:inkMkLst>
            <pc:docMk/>
            <pc:sldMk cId="3493980762" sldId="258"/>
            <ac:inkMk id="510" creationId="{96061134-5D1D-7526-B84D-318353D0DF28}"/>
          </ac:inkMkLst>
        </pc:inkChg>
        <pc:inkChg chg="add">
          <ac:chgData name="植田 篤俊" userId="0d2b3cda-30c1-45e3-9e5c-02c0046d67fa" providerId="ADAL" clId="{A6AB8097-671C-4783-A056-5A985F003BDF}" dt="2026-04-20T14:30:58.516" v="1104"/>
          <ac:inkMkLst>
            <pc:docMk/>
            <pc:sldMk cId="3493980762" sldId="258"/>
            <ac:inkMk id="510" creationId="{A644675A-BA92-20D7-14F0-83B4777B5607}"/>
          </ac:inkMkLst>
        </pc:inkChg>
        <pc:inkChg chg="add del">
          <ac:chgData name="植田 篤俊" userId="0d2b3cda-30c1-45e3-9e5c-02c0046d67fa" providerId="ADAL" clId="{A6AB8097-671C-4783-A056-5A985F003BDF}" dt="2026-04-20T14:17:07.963" v="552"/>
          <ac:inkMkLst>
            <pc:docMk/>
            <pc:sldMk cId="3493980762" sldId="258"/>
            <ac:inkMk id="510" creationId="{D05F933B-95CA-21D0-6FF4-121461CDAAA1}"/>
          </ac:inkMkLst>
        </pc:inkChg>
        <pc:inkChg chg="add">
          <ac:chgData name="植田 篤俊" userId="0d2b3cda-30c1-45e3-9e5c-02c0046d67fa" providerId="ADAL" clId="{A6AB8097-671C-4783-A056-5A985F003BDF}" dt="2026-04-20T14:23:40.687" v="954"/>
          <ac:inkMkLst>
            <pc:docMk/>
            <pc:sldMk cId="3493980762" sldId="258"/>
            <ac:inkMk id="510" creationId="{F882877E-206D-417E-A271-AD184B8A35B0}"/>
          </ac:inkMkLst>
        </pc:inkChg>
        <pc:inkChg chg="add">
          <ac:chgData name="植田 篤俊" userId="0d2b3cda-30c1-45e3-9e5c-02c0046d67fa" providerId="ADAL" clId="{A6AB8097-671C-4783-A056-5A985F003BDF}" dt="2026-04-20T14:30:58.698" v="1105"/>
          <ac:inkMkLst>
            <pc:docMk/>
            <pc:sldMk cId="3493980762" sldId="258"/>
            <ac:inkMk id="511" creationId="{1C8A4B48-7258-4C76-17F6-9BBAEA4FD58A}"/>
          </ac:inkMkLst>
        </pc:inkChg>
        <pc:inkChg chg="add del">
          <ac:chgData name="植田 篤俊" userId="0d2b3cda-30c1-45e3-9e5c-02c0046d67fa" providerId="ADAL" clId="{A6AB8097-671C-4783-A056-5A985F003BDF}" dt="2026-04-20T14:17:07.963" v="552"/>
          <ac:inkMkLst>
            <pc:docMk/>
            <pc:sldMk cId="3493980762" sldId="258"/>
            <ac:inkMk id="511" creationId="{3144C752-3092-7D66-F2C9-F7CD54091CCB}"/>
          </ac:inkMkLst>
        </pc:inkChg>
        <pc:inkChg chg="add">
          <ac:chgData name="植田 篤俊" userId="0d2b3cda-30c1-45e3-9e5c-02c0046d67fa" providerId="ADAL" clId="{A6AB8097-671C-4783-A056-5A985F003BDF}" dt="2026-04-20T14:15:18.782" v="431"/>
          <ac:inkMkLst>
            <pc:docMk/>
            <pc:sldMk cId="3493980762" sldId="258"/>
            <ac:inkMk id="511" creationId="{40FB9EE2-47F6-F6D6-6B52-BC10488DDCD7}"/>
          </ac:inkMkLst>
        </pc:inkChg>
        <pc:inkChg chg="add">
          <ac:chgData name="植田 篤俊" userId="0d2b3cda-30c1-45e3-9e5c-02c0046d67fa" providerId="ADAL" clId="{A6AB8097-671C-4783-A056-5A985F003BDF}" dt="2026-04-20T14:23:40.921" v="955"/>
          <ac:inkMkLst>
            <pc:docMk/>
            <pc:sldMk cId="3493980762" sldId="258"/>
            <ac:inkMk id="511" creationId="{CFE3B062-1F11-2534-034A-5723CC0B6EB6}"/>
          </ac:inkMkLst>
        </pc:inkChg>
        <pc:inkChg chg="add del">
          <ac:chgData name="植田 篤俊" userId="0d2b3cda-30c1-45e3-9e5c-02c0046d67fa" providerId="ADAL" clId="{A6AB8097-671C-4783-A056-5A985F003BDF}" dt="2026-04-20T14:12:55.096" v="157"/>
          <ac:inkMkLst>
            <pc:docMk/>
            <pc:sldMk cId="3493980762" sldId="258"/>
            <ac:inkMk id="511" creationId="{D5073B56-ED14-5926-B8C7-9C299C415F82}"/>
          </ac:inkMkLst>
        </pc:inkChg>
        <pc:inkChg chg="add del">
          <ac:chgData name="植田 篤俊" userId="0d2b3cda-30c1-45e3-9e5c-02c0046d67fa" providerId="ADAL" clId="{A6AB8097-671C-4783-A056-5A985F003BDF}" dt="2026-04-20T14:31:00.757" v="1111"/>
          <ac:inkMkLst>
            <pc:docMk/>
            <pc:sldMk cId="3493980762" sldId="258"/>
            <ac:inkMk id="512" creationId="{9BAA5EFD-A244-934D-A053-B6E98FDA9E49}"/>
          </ac:inkMkLst>
        </pc:inkChg>
        <pc:inkChg chg="add">
          <ac:chgData name="植田 篤俊" userId="0d2b3cda-30c1-45e3-9e5c-02c0046d67fa" providerId="ADAL" clId="{A6AB8097-671C-4783-A056-5A985F003BDF}" dt="2026-04-20T14:17:40.671" v="597"/>
          <ac:inkMkLst>
            <pc:docMk/>
            <pc:sldMk cId="3493980762" sldId="258"/>
            <ac:inkMk id="512" creationId="{A3F81958-8A73-B6C7-41CB-D4A2907223D4}"/>
          </ac:inkMkLst>
        </pc:inkChg>
        <pc:inkChg chg="add">
          <ac:chgData name="植田 篤俊" userId="0d2b3cda-30c1-45e3-9e5c-02c0046d67fa" providerId="ADAL" clId="{A6AB8097-671C-4783-A056-5A985F003BDF}" dt="2026-04-20T14:23:41.087" v="956"/>
          <ac:inkMkLst>
            <pc:docMk/>
            <pc:sldMk cId="3493980762" sldId="258"/>
            <ac:inkMk id="512" creationId="{B0DC8F3A-F2AF-B5F1-2D98-EDE784ED93C7}"/>
          </ac:inkMkLst>
        </pc:inkChg>
        <pc:inkChg chg="add">
          <ac:chgData name="植田 篤俊" userId="0d2b3cda-30c1-45e3-9e5c-02c0046d67fa" providerId="ADAL" clId="{A6AB8097-671C-4783-A056-5A985F003BDF}" dt="2026-04-20T14:13:16.359" v="214"/>
          <ac:inkMkLst>
            <pc:docMk/>
            <pc:sldMk cId="3493980762" sldId="258"/>
            <ac:inkMk id="512" creationId="{F0239E02-C716-2C67-BD98-37254D97DF16}"/>
          </ac:inkMkLst>
        </pc:inkChg>
        <pc:inkChg chg="add del">
          <ac:chgData name="植田 篤俊" userId="0d2b3cda-30c1-45e3-9e5c-02c0046d67fa" providerId="ADAL" clId="{A6AB8097-671C-4783-A056-5A985F003BDF}" dt="2026-04-20T14:31:00.757" v="1111"/>
          <ac:inkMkLst>
            <pc:docMk/>
            <pc:sldMk cId="3493980762" sldId="258"/>
            <ac:inkMk id="513" creationId="{05C84948-295B-84F0-AA1A-F512F28B85D4}"/>
          </ac:inkMkLst>
        </pc:inkChg>
        <pc:inkChg chg="add del">
          <ac:chgData name="植田 篤俊" userId="0d2b3cda-30c1-45e3-9e5c-02c0046d67fa" providerId="ADAL" clId="{A6AB8097-671C-4783-A056-5A985F003BDF}" dt="2026-04-20T14:13:22.155" v="230"/>
          <ac:inkMkLst>
            <pc:docMk/>
            <pc:sldMk cId="3493980762" sldId="258"/>
            <ac:inkMk id="513" creationId="{1B777D65-268A-1F73-0885-4C8C5A96A6CE}"/>
          </ac:inkMkLst>
        </pc:inkChg>
        <pc:inkChg chg="add del">
          <ac:chgData name="植田 篤俊" userId="0d2b3cda-30c1-45e3-9e5c-02c0046d67fa" providerId="ADAL" clId="{A6AB8097-671C-4783-A056-5A985F003BDF}" dt="2026-04-20T14:17:42.158" v="600"/>
          <ac:inkMkLst>
            <pc:docMk/>
            <pc:sldMk cId="3493980762" sldId="258"/>
            <ac:inkMk id="513" creationId="{B6D25E8B-2771-EF80-F958-3E0EDA538AD2}"/>
          </ac:inkMkLst>
        </pc:inkChg>
        <pc:inkChg chg="add del">
          <ac:chgData name="植田 篤俊" userId="0d2b3cda-30c1-45e3-9e5c-02c0046d67fa" providerId="ADAL" clId="{A6AB8097-671C-4783-A056-5A985F003BDF}" dt="2026-04-20T14:23:48.532" v="982"/>
          <ac:inkMkLst>
            <pc:docMk/>
            <pc:sldMk cId="3493980762" sldId="258"/>
            <ac:inkMk id="513" creationId="{F6CAB588-1B50-6C2C-702F-DAA2B46E0F07}"/>
          </ac:inkMkLst>
        </pc:inkChg>
        <pc:inkChg chg="add">
          <ac:chgData name="植田 篤俊" userId="0d2b3cda-30c1-45e3-9e5c-02c0046d67fa" providerId="ADAL" clId="{A6AB8097-671C-4783-A056-5A985F003BDF}" dt="2026-04-20T14:23:41.907" v="958"/>
          <ac:inkMkLst>
            <pc:docMk/>
            <pc:sldMk cId="3493980762" sldId="258"/>
            <ac:inkMk id="514" creationId="{1B6AB038-47BD-01D1-764A-DCFBC66DD005}"/>
          </ac:inkMkLst>
        </pc:inkChg>
        <pc:inkChg chg="add del">
          <ac:chgData name="植田 篤俊" userId="0d2b3cda-30c1-45e3-9e5c-02c0046d67fa" providerId="ADAL" clId="{A6AB8097-671C-4783-A056-5A985F003BDF}" dt="2026-04-20T14:13:22.155" v="230"/>
          <ac:inkMkLst>
            <pc:docMk/>
            <pc:sldMk cId="3493980762" sldId="258"/>
            <ac:inkMk id="514" creationId="{2E23CF3E-9993-7BD3-0971-1102B33E3C8D}"/>
          </ac:inkMkLst>
        </pc:inkChg>
        <pc:inkChg chg="add">
          <ac:chgData name="植田 篤俊" userId="0d2b3cda-30c1-45e3-9e5c-02c0046d67fa" providerId="ADAL" clId="{A6AB8097-671C-4783-A056-5A985F003BDF}" dt="2026-04-20T14:17:41.138" v="599"/>
          <ac:inkMkLst>
            <pc:docMk/>
            <pc:sldMk cId="3493980762" sldId="258"/>
            <ac:inkMk id="514" creationId="{7EE07F5A-BD11-85BC-DECE-4651BDFADC95}"/>
          </ac:inkMkLst>
        </pc:inkChg>
        <pc:inkChg chg="add del">
          <ac:chgData name="植田 篤俊" userId="0d2b3cda-30c1-45e3-9e5c-02c0046d67fa" providerId="ADAL" clId="{A6AB8097-671C-4783-A056-5A985F003BDF}" dt="2026-04-20T14:31:00.757" v="1111"/>
          <ac:inkMkLst>
            <pc:docMk/>
            <pc:sldMk cId="3493980762" sldId="258"/>
            <ac:inkMk id="514" creationId="{894CBD93-5631-6150-A8B4-A3A4D2AA4C8E}"/>
          </ac:inkMkLst>
        </pc:inkChg>
        <pc:inkChg chg="add">
          <ac:chgData name="植田 篤俊" userId="0d2b3cda-30c1-45e3-9e5c-02c0046d67fa" providerId="ADAL" clId="{A6AB8097-671C-4783-A056-5A985F003BDF}" dt="2026-04-20T14:13:17.009" v="217"/>
          <ac:inkMkLst>
            <pc:docMk/>
            <pc:sldMk cId="3493980762" sldId="258"/>
            <ac:inkMk id="515" creationId="{2E4F8B35-06EA-A9A9-DE55-3BA7EE6AE67E}"/>
          </ac:inkMkLst>
        </pc:inkChg>
        <pc:inkChg chg="add del reco">
          <ac:chgData name="植田 篤俊" userId="0d2b3cda-30c1-45e3-9e5c-02c0046d67fa" providerId="ADAL" clId="{A6AB8097-671C-4783-A056-5A985F003BDF}" dt="2026-04-20T14:17:43.006" v="602"/>
          <ac:inkMkLst>
            <pc:docMk/>
            <pc:sldMk cId="3493980762" sldId="258"/>
            <ac:inkMk id="515" creationId="{4F02E1A5-1304-7A67-3701-0817C26BBD13}"/>
          </ac:inkMkLst>
        </pc:inkChg>
        <pc:inkChg chg="add">
          <ac:chgData name="植田 篤俊" userId="0d2b3cda-30c1-45e3-9e5c-02c0046d67fa" providerId="ADAL" clId="{A6AB8097-671C-4783-A056-5A985F003BDF}" dt="2026-04-20T14:30:59.750" v="1109"/>
          <ac:inkMkLst>
            <pc:docMk/>
            <pc:sldMk cId="3493980762" sldId="258"/>
            <ac:inkMk id="515" creationId="{685A4024-CC33-FA3F-DABC-BD9BB2A9FA3F}"/>
          </ac:inkMkLst>
        </pc:inkChg>
        <pc:inkChg chg="add del">
          <ac:chgData name="植田 篤俊" userId="0d2b3cda-30c1-45e3-9e5c-02c0046d67fa" providerId="ADAL" clId="{A6AB8097-671C-4783-A056-5A985F003BDF}" dt="2026-04-20T14:23:48.532" v="982"/>
          <ac:inkMkLst>
            <pc:docMk/>
            <pc:sldMk cId="3493980762" sldId="258"/>
            <ac:inkMk id="515" creationId="{EFFC6FF4-2FCF-A8A3-4513-8211F68CCAA5}"/>
          </ac:inkMkLst>
        </pc:inkChg>
        <pc:inkChg chg="add del">
          <ac:chgData name="植田 篤俊" userId="0d2b3cda-30c1-45e3-9e5c-02c0046d67fa" providerId="ADAL" clId="{A6AB8097-671C-4783-A056-5A985F003BDF}" dt="2026-04-20T14:31:00.757" v="1111"/>
          <ac:inkMkLst>
            <pc:docMk/>
            <pc:sldMk cId="3493980762" sldId="258"/>
            <ac:inkMk id="516" creationId="{0E2C861D-E9AE-3EF2-8F9D-06F5411949ED}"/>
          </ac:inkMkLst>
        </pc:inkChg>
        <pc:inkChg chg="add">
          <ac:chgData name="植田 篤俊" userId="0d2b3cda-30c1-45e3-9e5c-02c0046d67fa" providerId="ADAL" clId="{A6AB8097-671C-4783-A056-5A985F003BDF}" dt="2026-04-20T14:23:42.321" v="960"/>
          <ac:inkMkLst>
            <pc:docMk/>
            <pc:sldMk cId="3493980762" sldId="258"/>
            <ac:inkMk id="516" creationId="{535992C1-4184-8D7F-53D6-C1707A3E8795}"/>
          </ac:inkMkLst>
        </pc:inkChg>
        <pc:inkChg chg="add del reco">
          <ac:chgData name="植田 篤俊" userId="0d2b3cda-30c1-45e3-9e5c-02c0046d67fa" providerId="ADAL" clId="{A6AB8097-671C-4783-A056-5A985F003BDF}" dt="2026-04-20T14:17:45.634" v="606"/>
          <ac:inkMkLst>
            <pc:docMk/>
            <pc:sldMk cId="3493980762" sldId="258"/>
            <ac:inkMk id="516" creationId="{E8B19167-0B41-FCCC-28D3-CEA6F08BABFA}"/>
          </ac:inkMkLst>
        </pc:inkChg>
        <pc:inkChg chg="add del">
          <ac:chgData name="植田 篤俊" userId="0d2b3cda-30c1-45e3-9e5c-02c0046d67fa" providerId="ADAL" clId="{A6AB8097-671C-4783-A056-5A985F003BDF}" dt="2026-04-20T14:13:22.155" v="230"/>
          <ac:inkMkLst>
            <pc:docMk/>
            <pc:sldMk cId="3493980762" sldId="258"/>
            <ac:inkMk id="516" creationId="{E9EF597D-FAB7-8C94-5745-604240781EA7}"/>
          </ac:inkMkLst>
        </pc:inkChg>
        <pc:inkChg chg="add del">
          <ac:chgData name="植田 篤俊" userId="0d2b3cda-30c1-45e3-9e5c-02c0046d67fa" providerId="ADAL" clId="{A6AB8097-671C-4783-A056-5A985F003BDF}" dt="2026-04-20T14:13:22.155" v="230"/>
          <ac:inkMkLst>
            <pc:docMk/>
            <pc:sldMk cId="3493980762" sldId="258"/>
            <ac:inkMk id="517" creationId="{0271ECB5-B23C-9EA6-0A20-7900560F0CBA}"/>
          </ac:inkMkLst>
        </pc:inkChg>
        <pc:inkChg chg="add">
          <ac:chgData name="植田 篤俊" userId="0d2b3cda-30c1-45e3-9e5c-02c0046d67fa" providerId="ADAL" clId="{A6AB8097-671C-4783-A056-5A985F003BDF}" dt="2026-04-20T14:23:42.469" v="961"/>
          <ac:inkMkLst>
            <pc:docMk/>
            <pc:sldMk cId="3493980762" sldId="258"/>
            <ac:inkMk id="517" creationId="{04267EFF-CE7D-8ABE-E83A-FCF1A49286F1}"/>
          </ac:inkMkLst>
        </pc:inkChg>
        <pc:inkChg chg="add del reco">
          <ac:chgData name="植田 篤俊" userId="0d2b3cda-30c1-45e3-9e5c-02c0046d67fa" providerId="ADAL" clId="{A6AB8097-671C-4783-A056-5A985F003BDF}" dt="2026-04-20T14:17:45.633" v="605"/>
          <ac:inkMkLst>
            <pc:docMk/>
            <pc:sldMk cId="3493980762" sldId="258"/>
            <ac:inkMk id="517" creationId="{9D3B756E-7354-9019-BC38-F194AD7EC592}"/>
          </ac:inkMkLst>
        </pc:inkChg>
        <pc:inkChg chg="add">
          <ac:chgData name="植田 篤俊" userId="0d2b3cda-30c1-45e3-9e5c-02c0046d67fa" providerId="ADAL" clId="{A6AB8097-671C-4783-A056-5A985F003BDF}" dt="2026-04-20T14:31:01.366" v="1112"/>
          <ac:inkMkLst>
            <pc:docMk/>
            <pc:sldMk cId="3493980762" sldId="258"/>
            <ac:inkMk id="518" creationId="{11A2D9BA-D5C6-67DD-4693-785EAC7F71EE}"/>
          </ac:inkMkLst>
        </pc:inkChg>
        <pc:inkChg chg="add">
          <ac:chgData name="植田 篤俊" userId="0d2b3cda-30c1-45e3-9e5c-02c0046d67fa" providerId="ADAL" clId="{A6AB8097-671C-4783-A056-5A985F003BDF}" dt="2026-04-20T14:13:17.842" v="220"/>
          <ac:inkMkLst>
            <pc:docMk/>
            <pc:sldMk cId="3493980762" sldId="258"/>
            <ac:inkMk id="518" creationId="{186391DC-3F24-2406-EE69-C995DDFAD5D7}"/>
          </ac:inkMkLst>
        </pc:inkChg>
        <pc:inkChg chg="add del">
          <ac:chgData name="植田 篤俊" userId="0d2b3cda-30c1-45e3-9e5c-02c0046d67fa" providerId="ADAL" clId="{A6AB8097-671C-4783-A056-5A985F003BDF}" dt="2026-04-20T14:17:45.630" v="604"/>
          <ac:inkMkLst>
            <pc:docMk/>
            <pc:sldMk cId="3493980762" sldId="258"/>
            <ac:inkMk id="518" creationId="{69198BA1-FBEB-1746-A3E6-0472CF9808C8}"/>
          </ac:inkMkLst>
        </pc:inkChg>
        <pc:inkChg chg="add del">
          <ac:chgData name="植田 篤俊" userId="0d2b3cda-30c1-45e3-9e5c-02c0046d67fa" providerId="ADAL" clId="{A6AB8097-671C-4783-A056-5A985F003BDF}" dt="2026-04-20T14:23:48.532" v="982"/>
          <ac:inkMkLst>
            <pc:docMk/>
            <pc:sldMk cId="3493980762" sldId="258"/>
            <ac:inkMk id="518" creationId="{6C07998F-90FF-0D90-4B73-48F248085A7A}"/>
          </ac:inkMkLst>
        </pc:inkChg>
        <pc:inkChg chg="add">
          <ac:chgData name="植田 篤俊" userId="0d2b3cda-30c1-45e3-9e5c-02c0046d67fa" providerId="ADAL" clId="{A6AB8097-671C-4783-A056-5A985F003BDF}" dt="2026-04-20T14:13:18.624" v="221"/>
          <ac:inkMkLst>
            <pc:docMk/>
            <pc:sldMk cId="3493980762" sldId="258"/>
            <ac:inkMk id="519" creationId="{08796DCC-EB56-C0BB-CAD0-D4AF63282E4F}"/>
          </ac:inkMkLst>
        </pc:inkChg>
        <pc:inkChg chg="add del">
          <ac:chgData name="植田 篤俊" userId="0d2b3cda-30c1-45e3-9e5c-02c0046d67fa" providerId="ADAL" clId="{A6AB8097-671C-4783-A056-5A985F003BDF}" dt="2026-04-20T14:17:52.740" v="627"/>
          <ac:inkMkLst>
            <pc:docMk/>
            <pc:sldMk cId="3493980762" sldId="258"/>
            <ac:inkMk id="519" creationId="{1B9B3BFF-ABB2-839C-9231-F68F784B6874}"/>
          </ac:inkMkLst>
        </pc:inkChg>
        <pc:inkChg chg="add del">
          <ac:chgData name="植田 篤俊" userId="0d2b3cda-30c1-45e3-9e5c-02c0046d67fa" providerId="ADAL" clId="{A6AB8097-671C-4783-A056-5A985F003BDF}" dt="2026-04-20T14:31:07.217" v="1128"/>
          <ac:inkMkLst>
            <pc:docMk/>
            <pc:sldMk cId="3493980762" sldId="258"/>
            <ac:inkMk id="519" creationId="{AA8AA430-632F-489D-964A-1786D9A5D8C4}"/>
          </ac:inkMkLst>
        </pc:inkChg>
        <pc:inkChg chg="add">
          <ac:chgData name="植田 篤俊" userId="0d2b3cda-30c1-45e3-9e5c-02c0046d67fa" providerId="ADAL" clId="{A6AB8097-671C-4783-A056-5A985F003BDF}" dt="2026-04-20T14:23:43.142" v="963"/>
          <ac:inkMkLst>
            <pc:docMk/>
            <pc:sldMk cId="3493980762" sldId="258"/>
            <ac:inkMk id="519" creationId="{D24A4277-CD28-7296-2317-9EBCA2E7C12A}"/>
          </ac:inkMkLst>
        </pc:inkChg>
        <pc:inkChg chg="add">
          <ac:chgData name="植田 篤俊" userId="0d2b3cda-30c1-45e3-9e5c-02c0046d67fa" providerId="ADAL" clId="{A6AB8097-671C-4783-A056-5A985F003BDF}" dt="2026-04-20T14:17:46.772" v="608"/>
          <ac:inkMkLst>
            <pc:docMk/>
            <pc:sldMk cId="3493980762" sldId="258"/>
            <ac:inkMk id="520" creationId="{CCCE353E-5BBE-4372-CE7A-05622B63A1E1}"/>
          </ac:inkMkLst>
        </pc:inkChg>
        <pc:inkChg chg="add">
          <ac:chgData name="植田 篤俊" userId="0d2b3cda-30c1-45e3-9e5c-02c0046d67fa" providerId="ADAL" clId="{A6AB8097-671C-4783-A056-5A985F003BDF}" dt="2026-04-20T14:23:43.737" v="964"/>
          <ac:inkMkLst>
            <pc:docMk/>
            <pc:sldMk cId="3493980762" sldId="258"/>
            <ac:inkMk id="520" creationId="{CD103ECB-BAB4-9C43-8C62-D13DCC1D7390}"/>
          </ac:inkMkLst>
        </pc:inkChg>
        <pc:inkChg chg="add">
          <ac:chgData name="植田 篤俊" userId="0d2b3cda-30c1-45e3-9e5c-02c0046d67fa" providerId="ADAL" clId="{A6AB8097-671C-4783-A056-5A985F003BDF}" dt="2026-04-20T14:13:18.842" v="222"/>
          <ac:inkMkLst>
            <pc:docMk/>
            <pc:sldMk cId="3493980762" sldId="258"/>
            <ac:inkMk id="520" creationId="{ECDF90C1-CCD1-06AD-07CB-F46A12027D4E}"/>
          </ac:inkMkLst>
        </pc:inkChg>
        <pc:inkChg chg="add del">
          <ac:chgData name="植田 篤俊" userId="0d2b3cda-30c1-45e3-9e5c-02c0046d67fa" providerId="ADAL" clId="{A6AB8097-671C-4783-A056-5A985F003BDF}" dt="2026-04-20T14:31:07.217" v="1128"/>
          <ac:inkMkLst>
            <pc:docMk/>
            <pc:sldMk cId="3493980762" sldId="258"/>
            <ac:inkMk id="520" creationId="{F540A647-DAB7-9DA4-147D-D99AB9CCE73C}"/>
          </ac:inkMkLst>
        </pc:inkChg>
        <pc:inkChg chg="add del">
          <ac:chgData name="植田 篤俊" userId="0d2b3cda-30c1-45e3-9e5c-02c0046d67fa" providerId="ADAL" clId="{A6AB8097-671C-4783-A056-5A985F003BDF}" dt="2026-04-20T14:31:07.217" v="1128"/>
          <ac:inkMkLst>
            <pc:docMk/>
            <pc:sldMk cId="3493980762" sldId="258"/>
            <ac:inkMk id="521" creationId="{0AB2E332-09D4-195C-5304-6F5397F29998}"/>
          </ac:inkMkLst>
        </pc:inkChg>
        <pc:inkChg chg="add del">
          <ac:chgData name="植田 篤俊" userId="0d2b3cda-30c1-45e3-9e5c-02c0046d67fa" providerId="ADAL" clId="{A6AB8097-671C-4783-A056-5A985F003BDF}" dt="2026-04-20T14:23:48.532" v="982"/>
          <ac:inkMkLst>
            <pc:docMk/>
            <pc:sldMk cId="3493980762" sldId="258"/>
            <ac:inkMk id="521" creationId="{4D7960B1-3CD8-1D86-E43D-204410FF4E8D}"/>
          </ac:inkMkLst>
        </pc:inkChg>
        <pc:inkChg chg="add">
          <ac:chgData name="植田 篤俊" userId="0d2b3cda-30c1-45e3-9e5c-02c0046d67fa" providerId="ADAL" clId="{A6AB8097-671C-4783-A056-5A985F003BDF}" dt="2026-04-20T14:17:47.303" v="609"/>
          <ac:inkMkLst>
            <pc:docMk/>
            <pc:sldMk cId="3493980762" sldId="258"/>
            <ac:inkMk id="521" creationId="{787C5170-86C6-8263-386C-833ED20479D8}"/>
          </ac:inkMkLst>
        </pc:inkChg>
        <pc:inkChg chg="del">
          <ac:chgData name="植田 篤俊" userId="0d2b3cda-30c1-45e3-9e5c-02c0046d67fa" providerId="ADAL" clId="{A6AB8097-671C-4783-A056-5A985F003BDF}" dt="2026-04-20T14:11:00.552" v="21"/>
          <ac:inkMkLst>
            <pc:docMk/>
            <pc:sldMk cId="3493980762" sldId="258"/>
            <ac:inkMk id="521" creationId="{F6639E48-FC24-C464-DEA1-A56FB4C5E298}"/>
          </ac:inkMkLst>
        </pc:inkChg>
        <pc:inkChg chg="del">
          <ac:chgData name="植田 篤俊" userId="0d2b3cda-30c1-45e3-9e5c-02c0046d67fa" providerId="ADAL" clId="{A6AB8097-671C-4783-A056-5A985F003BDF}" dt="2026-04-20T14:11:00.540" v="12"/>
          <ac:inkMkLst>
            <pc:docMk/>
            <pc:sldMk cId="3493980762" sldId="258"/>
            <ac:inkMk id="522" creationId="{2BACFD5E-8941-DB52-2399-4D2151501085}"/>
          </ac:inkMkLst>
        </pc:inkChg>
        <pc:inkChg chg="add del">
          <ac:chgData name="植田 篤俊" userId="0d2b3cda-30c1-45e3-9e5c-02c0046d67fa" providerId="ADAL" clId="{A6AB8097-671C-4783-A056-5A985F003BDF}" dt="2026-04-20T14:31:07.217" v="1128"/>
          <ac:inkMkLst>
            <pc:docMk/>
            <pc:sldMk cId="3493980762" sldId="258"/>
            <ac:inkMk id="522" creationId="{69D21813-EB3D-0844-23A5-179C449976D6}"/>
          </ac:inkMkLst>
        </pc:inkChg>
        <pc:inkChg chg="add del">
          <ac:chgData name="植田 篤俊" userId="0d2b3cda-30c1-45e3-9e5c-02c0046d67fa" providerId="ADAL" clId="{A6AB8097-671C-4783-A056-5A985F003BDF}" dt="2026-04-20T14:17:52.740" v="627"/>
          <ac:inkMkLst>
            <pc:docMk/>
            <pc:sldMk cId="3493980762" sldId="258"/>
            <ac:inkMk id="522" creationId="{7205934A-0219-7C57-317E-C6D856A103E8}"/>
          </ac:inkMkLst>
        </pc:inkChg>
        <pc:inkChg chg="add">
          <ac:chgData name="植田 篤俊" userId="0d2b3cda-30c1-45e3-9e5c-02c0046d67fa" providerId="ADAL" clId="{A6AB8097-671C-4783-A056-5A985F003BDF}" dt="2026-04-20T14:23:44.187" v="966"/>
          <ac:inkMkLst>
            <pc:docMk/>
            <pc:sldMk cId="3493980762" sldId="258"/>
            <ac:inkMk id="522" creationId="{A77F616D-4C67-A416-432C-06454A8C0EB0}"/>
          </ac:inkMkLst>
        </pc:inkChg>
        <pc:inkChg chg="add del">
          <ac:chgData name="植田 篤俊" userId="0d2b3cda-30c1-45e3-9e5c-02c0046d67fa" providerId="ADAL" clId="{A6AB8097-671C-4783-A056-5A985F003BDF}" dt="2026-04-20T14:13:22.155" v="230"/>
          <ac:inkMkLst>
            <pc:docMk/>
            <pc:sldMk cId="3493980762" sldId="258"/>
            <ac:inkMk id="523" creationId="{161A110E-40E1-09A8-C14A-19CDF3313128}"/>
          </ac:inkMkLst>
        </pc:inkChg>
        <pc:inkChg chg="add del">
          <ac:chgData name="植田 篤俊" userId="0d2b3cda-30c1-45e3-9e5c-02c0046d67fa" providerId="ADAL" clId="{A6AB8097-671C-4783-A056-5A985F003BDF}" dt="2026-04-20T14:23:48.532" v="982"/>
          <ac:inkMkLst>
            <pc:docMk/>
            <pc:sldMk cId="3493980762" sldId="258"/>
            <ac:inkMk id="523" creationId="{601F0223-6185-B760-F65A-4D9000247ABC}"/>
          </ac:inkMkLst>
        </pc:inkChg>
        <pc:inkChg chg="add del">
          <ac:chgData name="植田 篤俊" userId="0d2b3cda-30c1-45e3-9e5c-02c0046d67fa" providerId="ADAL" clId="{A6AB8097-671C-4783-A056-5A985F003BDF}" dt="2026-04-20T14:31:07.217" v="1128"/>
          <ac:inkMkLst>
            <pc:docMk/>
            <pc:sldMk cId="3493980762" sldId="258"/>
            <ac:inkMk id="523" creationId="{96B077A9-C75D-362B-292D-2F7E0669E158}"/>
          </ac:inkMkLst>
        </pc:inkChg>
        <pc:inkChg chg="add del">
          <ac:chgData name="植田 篤俊" userId="0d2b3cda-30c1-45e3-9e5c-02c0046d67fa" providerId="ADAL" clId="{A6AB8097-671C-4783-A056-5A985F003BDF}" dt="2026-04-20T14:17:52.740" v="627"/>
          <ac:inkMkLst>
            <pc:docMk/>
            <pc:sldMk cId="3493980762" sldId="258"/>
            <ac:inkMk id="523" creationId="{BB5AFDB2-130A-E5E4-9ACA-5759BCBA664E}"/>
          </ac:inkMkLst>
        </pc:inkChg>
        <pc:inkChg chg="add">
          <ac:chgData name="植田 篤俊" userId="0d2b3cda-30c1-45e3-9e5c-02c0046d67fa" providerId="ADAL" clId="{A6AB8097-671C-4783-A056-5A985F003BDF}" dt="2026-04-20T14:13:19.342" v="224"/>
          <ac:inkMkLst>
            <pc:docMk/>
            <pc:sldMk cId="3493980762" sldId="258"/>
            <ac:inkMk id="524" creationId="{2BC1B6FF-E15B-A431-8515-29DE5FA0957C}"/>
          </ac:inkMkLst>
        </pc:inkChg>
        <pc:inkChg chg="add">
          <ac:chgData name="植田 篤俊" userId="0d2b3cda-30c1-45e3-9e5c-02c0046d67fa" providerId="ADAL" clId="{A6AB8097-671C-4783-A056-5A985F003BDF}" dt="2026-04-20T14:31:04.183" v="1118"/>
          <ac:inkMkLst>
            <pc:docMk/>
            <pc:sldMk cId="3493980762" sldId="258"/>
            <ac:inkMk id="524" creationId="{4DBCE742-E61A-C535-6A8F-84A8DAE72066}"/>
          </ac:inkMkLst>
        </pc:inkChg>
        <pc:inkChg chg="add">
          <ac:chgData name="植田 篤俊" userId="0d2b3cda-30c1-45e3-9e5c-02c0046d67fa" providerId="ADAL" clId="{A6AB8097-671C-4783-A056-5A985F003BDF}" dt="2026-04-20T14:23:44.807" v="968"/>
          <ac:inkMkLst>
            <pc:docMk/>
            <pc:sldMk cId="3493980762" sldId="258"/>
            <ac:inkMk id="524" creationId="{D3F6E76B-FA25-5DD6-A106-9F2CD166FD92}"/>
          </ac:inkMkLst>
        </pc:inkChg>
        <pc:inkChg chg="add del">
          <ac:chgData name="植田 篤俊" userId="0d2b3cda-30c1-45e3-9e5c-02c0046d67fa" providerId="ADAL" clId="{A6AB8097-671C-4783-A056-5A985F003BDF}" dt="2026-04-20T14:17:52.740" v="627"/>
          <ac:inkMkLst>
            <pc:docMk/>
            <pc:sldMk cId="3493980762" sldId="258"/>
            <ac:inkMk id="524" creationId="{E5B59A01-88FF-F5EC-8E93-3DD5E64178A7}"/>
          </ac:inkMkLst>
        </pc:inkChg>
        <pc:inkChg chg="add">
          <ac:chgData name="植田 篤俊" userId="0d2b3cda-30c1-45e3-9e5c-02c0046d67fa" providerId="ADAL" clId="{A6AB8097-671C-4783-A056-5A985F003BDF}" dt="2026-04-20T14:31:04.450" v="1119"/>
          <ac:inkMkLst>
            <pc:docMk/>
            <pc:sldMk cId="3493980762" sldId="258"/>
            <ac:inkMk id="525" creationId="{07C9064B-47CC-6EC2-4951-9D97B90D0197}"/>
          </ac:inkMkLst>
        </pc:inkChg>
        <pc:inkChg chg="add del">
          <ac:chgData name="植田 篤俊" userId="0d2b3cda-30c1-45e3-9e5c-02c0046d67fa" providerId="ADAL" clId="{A6AB8097-671C-4783-A056-5A985F003BDF}" dt="2026-04-20T14:13:22.155" v="230"/>
          <ac:inkMkLst>
            <pc:docMk/>
            <pc:sldMk cId="3493980762" sldId="258"/>
            <ac:inkMk id="525" creationId="{B5FA8B00-7EE2-D5ED-6B19-EBCBCA331948}"/>
          </ac:inkMkLst>
        </pc:inkChg>
        <pc:inkChg chg="add del">
          <ac:chgData name="植田 篤俊" userId="0d2b3cda-30c1-45e3-9e5c-02c0046d67fa" providerId="ADAL" clId="{A6AB8097-671C-4783-A056-5A985F003BDF}" dt="2026-04-20T14:17:52.740" v="627"/>
          <ac:inkMkLst>
            <pc:docMk/>
            <pc:sldMk cId="3493980762" sldId="258"/>
            <ac:inkMk id="525" creationId="{E4F78BA7-A253-3D10-7CC1-154647A49AF2}"/>
          </ac:inkMkLst>
        </pc:inkChg>
        <pc:inkChg chg="add">
          <ac:chgData name="植田 篤俊" userId="0d2b3cda-30c1-45e3-9e5c-02c0046d67fa" providerId="ADAL" clId="{A6AB8097-671C-4783-A056-5A985F003BDF}" dt="2026-04-20T14:23:44.970" v="969"/>
          <ac:inkMkLst>
            <pc:docMk/>
            <pc:sldMk cId="3493980762" sldId="258"/>
            <ac:inkMk id="525" creationId="{F748DB7B-132E-78EE-61A1-FF593E01084E}"/>
          </ac:inkMkLst>
        </pc:inkChg>
        <pc:inkChg chg="add">
          <ac:chgData name="植田 篤俊" userId="0d2b3cda-30c1-45e3-9e5c-02c0046d67fa" providerId="ADAL" clId="{A6AB8097-671C-4783-A056-5A985F003BDF}" dt="2026-04-20T14:23:45.490" v="970"/>
          <ac:inkMkLst>
            <pc:docMk/>
            <pc:sldMk cId="3493980762" sldId="258"/>
            <ac:inkMk id="526" creationId="{08B7DB3A-EF47-49F1-4A6E-37F696EE7C92}"/>
          </ac:inkMkLst>
        </pc:inkChg>
        <pc:inkChg chg="add del">
          <ac:chgData name="植田 篤俊" userId="0d2b3cda-30c1-45e3-9e5c-02c0046d67fa" providerId="ADAL" clId="{A6AB8097-671C-4783-A056-5A985F003BDF}" dt="2026-04-20T14:31:07.217" v="1128"/>
          <ac:inkMkLst>
            <pc:docMk/>
            <pc:sldMk cId="3493980762" sldId="258"/>
            <ac:inkMk id="526" creationId="{428DCDEE-714C-88BA-0F7E-6F2BF00C7317}"/>
          </ac:inkMkLst>
        </pc:inkChg>
        <pc:inkChg chg="add">
          <ac:chgData name="植田 篤俊" userId="0d2b3cda-30c1-45e3-9e5c-02c0046d67fa" providerId="ADAL" clId="{A6AB8097-671C-4783-A056-5A985F003BDF}" dt="2026-04-20T14:13:19.625" v="226"/>
          <ac:inkMkLst>
            <pc:docMk/>
            <pc:sldMk cId="3493980762" sldId="258"/>
            <ac:inkMk id="526" creationId="{7E27003A-91CA-135A-39C0-E35DEAF16B6D}"/>
          </ac:inkMkLst>
        </pc:inkChg>
        <pc:inkChg chg="add">
          <ac:chgData name="植田 篤俊" userId="0d2b3cda-30c1-45e3-9e5c-02c0046d67fa" providerId="ADAL" clId="{A6AB8097-671C-4783-A056-5A985F003BDF}" dt="2026-04-20T14:17:48.671" v="614"/>
          <ac:inkMkLst>
            <pc:docMk/>
            <pc:sldMk cId="3493980762" sldId="258"/>
            <ac:inkMk id="526" creationId="{AE086749-5B81-F240-62C8-4EF18366C7BD}"/>
          </ac:inkMkLst>
        </pc:inkChg>
        <pc:inkChg chg="add">
          <ac:chgData name="植田 篤俊" userId="0d2b3cda-30c1-45e3-9e5c-02c0046d67fa" providerId="ADAL" clId="{A6AB8097-671C-4783-A056-5A985F003BDF}" dt="2026-04-20T14:13:20.508" v="227"/>
          <ac:inkMkLst>
            <pc:docMk/>
            <pc:sldMk cId="3493980762" sldId="258"/>
            <ac:inkMk id="527" creationId="{169F2B00-3CE8-C537-0081-E24D9B4E6798}"/>
          </ac:inkMkLst>
        </pc:inkChg>
        <pc:inkChg chg="add">
          <ac:chgData name="植田 篤俊" userId="0d2b3cda-30c1-45e3-9e5c-02c0046d67fa" providerId="ADAL" clId="{A6AB8097-671C-4783-A056-5A985F003BDF}" dt="2026-04-20T14:17:49.238" v="615"/>
          <ac:inkMkLst>
            <pc:docMk/>
            <pc:sldMk cId="3493980762" sldId="258"/>
            <ac:inkMk id="527" creationId="{EEDB9752-0CC4-8D40-A3E2-0AFF45487367}"/>
          </ac:inkMkLst>
        </pc:inkChg>
        <pc:inkChg chg="add">
          <ac:chgData name="植田 篤俊" userId="0d2b3cda-30c1-45e3-9e5c-02c0046d67fa" providerId="ADAL" clId="{A6AB8097-671C-4783-A056-5A985F003BDF}" dt="2026-04-20T14:17:49.804" v="616"/>
          <ac:inkMkLst>
            <pc:docMk/>
            <pc:sldMk cId="3493980762" sldId="258"/>
            <ac:inkMk id="528" creationId="{5E404E83-39CE-8EEE-EBCE-FDEE0D6D7A60}"/>
          </ac:inkMkLst>
        </pc:inkChg>
        <pc:inkChg chg="add del">
          <ac:chgData name="植田 篤俊" userId="0d2b3cda-30c1-45e3-9e5c-02c0046d67fa" providerId="ADAL" clId="{A6AB8097-671C-4783-A056-5A985F003BDF}" dt="2026-04-20T14:23:48.532" v="982"/>
          <ac:inkMkLst>
            <pc:docMk/>
            <pc:sldMk cId="3493980762" sldId="258"/>
            <ac:inkMk id="528" creationId="{717D3938-63B4-01BD-0779-B70A9BBA83D7}"/>
          </ac:inkMkLst>
        </pc:inkChg>
        <pc:inkChg chg="add del">
          <ac:chgData name="植田 篤俊" userId="0d2b3cda-30c1-45e3-9e5c-02c0046d67fa" providerId="ADAL" clId="{A6AB8097-671C-4783-A056-5A985F003BDF}" dt="2026-04-20T14:31:07.217" v="1128"/>
          <ac:inkMkLst>
            <pc:docMk/>
            <pc:sldMk cId="3493980762" sldId="258"/>
            <ac:inkMk id="528" creationId="{756030D1-B285-4B3C-E67C-5E0094C62ACF}"/>
          </ac:inkMkLst>
        </pc:inkChg>
        <pc:inkChg chg="add del">
          <ac:chgData name="植田 篤俊" userId="0d2b3cda-30c1-45e3-9e5c-02c0046d67fa" providerId="ADAL" clId="{A6AB8097-671C-4783-A056-5A985F003BDF}" dt="2026-04-20T14:13:22.155" v="230"/>
          <ac:inkMkLst>
            <pc:docMk/>
            <pc:sldMk cId="3493980762" sldId="258"/>
            <ac:inkMk id="528" creationId="{B2279451-178C-7D80-97E4-57DB4084646E}"/>
          </ac:inkMkLst>
        </pc:inkChg>
        <pc:inkChg chg="add del">
          <ac:chgData name="植田 篤俊" userId="0d2b3cda-30c1-45e3-9e5c-02c0046d67fa" providerId="ADAL" clId="{A6AB8097-671C-4783-A056-5A985F003BDF}" dt="2026-04-20T14:17:52.740" v="627"/>
          <ac:inkMkLst>
            <pc:docMk/>
            <pc:sldMk cId="3493980762" sldId="258"/>
            <ac:inkMk id="529" creationId="{569DB815-D688-A75D-D347-AD32B20AD70E}"/>
          </ac:inkMkLst>
        </pc:inkChg>
        <pc:inkChg chg="add del">
          <ac:chgData name="植田 篤俊" userId="0d2b3cda-30c1-45e3-9e5c-02c0046d67fa" providerId="ADAL" clId="{A6AB8097-671C-4783-A056-5A985F003BDF}" dt="2026-04-20T14:23:48.532" v="982"/>
          <ac:inkMkLst>
            <pc:docMk/>
            <pc:sldMk cId="3493980762" sldId="258"/>
            <ac:inkMk id="529" creationId="{703A03BB-8DDF-C162-CFE0-BFACD0FF3AB2}"/>
          </ac:inkMkLst>
        </pc:inkChg>
        <pc:inkChg chg="add del">
          <ac:chgData name="植田 篤俊" userId="0d2b3cda-30c1-45e3-9e5c-02c0046d67fa" providerId="ADAL" clId="{A6AB8097-671C-4783-A056-5A985F003BDF}" dt="2026-04-20T14:13:22.155" v="230"/>
          <ac:inkMkLst>
            <pc:docMk/>
            <pc:sldMk cId="3493980762" sldId="258"/>
            <ac:inkMk id="529" creationId="{94A82F74-7D33-3969-2876-A24FDD2215AB}"/>
          </ac:inkMkLst>
        </pc:inkChg>
        <pc:inkChg chg="add del">
          <ac:chgData name="植田 篤俊" userId="0d2b3cda-30c1-45e3-9e5c-02c0046d67fa" providerId="ADAL" clId="{A6AB8097-671C-4783-A056-5A985F003BDF}" dt="2026-04-20T14:31:07.217" v="1128"/>
          <ac:inkMkLst>
            <pc:docMk/>
            <pc:sldMk cId="3493980762" sldId="258"/>
            <ac:inkMk id="529" creationId="{EF353058-BDC0-06D3-3F48-C744034CAC8C}"/>
          </ac:inkMkLst>
        </pc:inkChg>
        <pc:inkChg chg="add del">
          <ac:chgData name="植田 篤俊" userId="0d2b3cda-30c1-45e3-9e5c-02c0046d67fa" providerId="ADAL" clId="{A6AB8097-671C-4783-A056-5A985F003BDF}" dt="2026-04-20T14:13:28.563" v="246"/>
          <ac:inkMkLst>
            <pc:docMk/>
            <pc:sldMk cId="3493980762" sldId="258"/>
            <ac:inkMk id="531" creationId="{79334348-9584-E922-CB74-D6E970CE3292}"/>
          </ac:inkMkLst>
        </pc:inkChg>
        <pc:inkChg chg="add">
          <ac:chgData name="植田 篤俊" userId="0d2b3cda-30c1-45e3-9e5c-02c0046d67fa" providerId="ADAL" clId="{A6AB8097-671C-4783-A056-5A985F003BDF}" dt="2026-04-20T14:23:46.336" v="973"/>
          <ac:inkMkLst>
            <pc:docMk/>
            <pc:sldMk cId="3493980762" sldId="258"/>
            <ac:inkMk id="531" creationId="{D09E8113-CF99-2560-5A04-F376323F81B7}"/>
          </ac:inkMkLst>
        </pc:inkChg>
        <pc:inkChg chg="add">
          <ac:chgData name="植田 篤俊" userId="0d2b3cda-30c1-45e3-9e5c-02c0046d67fa" providerId="ADAL" clId="{A6AB8097-671C-4783-A056-5A985F003BDF}" dt="2026-04-20T14:31:05.082" v="1123"/>
          <ac:inkMkLst>
            <pc:docMk/>
            <pc:sldMk cId="3493980762" sldId="258"/>
            <ac:inkMk id="531" creationId="{D322C964-B22E-26C2-7127-756471483F10}"/>
          </ac:inkMkLst>
        </pc:inkChg>
        <pc:inkChg chg="add">
          <ac:chgData name="植田 篤俊" userId="0d2b3cda-30c1-45e3-9e5c-02c0046d67fa" providerId="ADAL" clId="{A6AB8097-671C-4783-A056-5A985F003BDF}" dt="2026-04-20T14:17:50.355" v="618"/>
          <ac:inkMkLst>
            <pc:docMk/>
            <pc:sldMk cId="3493980762" sldId="258"/>
            <ac:inkMk id="531" creationId="{E208572D-9AED-D8F7-6F7E-6148A6397F50}"/>
          </ac:inkMkLst>
        </pc:inkChg>
        <pc:inkChg chg="add">
          <ac:chgData name="植田 篤俊" userId="0d2b3cda-30c1-45e3-9e5c-02c0046d67fa" providerId="ADAL" clId="{A6AB8097-671C-4783-A056-5A985F003BDF}" dt="2026-04-20T14:13:24.662" v="232"/>
          <ac:inkMkLst>
            <pc:docMk/>
            <pc:sldMk cId="3493980762" sldId="258"/>
            <ac:inkMk id="532" creationId="{6CF28751-A28F-0291-4D23-942DF7C547D1}"/>
          </ac:inkMkLst>
        </pc:inkChg>
        <pc:inkChg chg="add del">
          <ac:chgData name="植田 篤俊" userId="0d2b3cda-30c1-45e3-9e5c-02c0046d67fa" providerId="ADAL" clId="{A6AB8097-671C-4783-A056-5A985F003BDF}" dt="2026-04-20T14:31:07.217" v="1128"/>
          <ac:inkMkLst>
            <pc:docMk/>
            <pc:sldMk cId="3493980762" sldId="258"/>
            <ac:inkMk id="532" creationId="{8A28D455-0E5F-286D-9D2E-8BB7D31EB5A7}"/>
          </ac:inkMkLst>
        </pc:inkChg>
        <pc:inkChg chg="add">
          <ac:chgData name="植田 篤俊" userId="0d2b3cda-30c1-45e3-9e5c-02c0046d67fa" providerId="ADAL" clId="{A6AB8097-671C-4783-A056-5A985F003BDF}" dt="2026-04-20T14:17:50.504" v="619"/>
          <ac:inkMkLst>
            <pc:docMk/>
            <pc:sldMk cId="3493980762" sldId="258"/>
            <ac:inkMk id="532" creationId="{8F520209-C214-595E-CE70-BFF7720AC30B}"/>
          </ac:inkMkLst>
        </pc:inkChg>
        <pc:inkChg chg="add">
          <ac:chgData name="植田 篤俊" userId="0d2b3cda-30c1-45e3-9e5c-02c0046d67fa" providerId="ADAL" clId="{A6AB8097-671C-4783-A056-5A985F003BDF}" dt="2026-04-20T14:23:46.570" v="974"/>
          <ac:inkMkLst>
            <pc:docMk/>
            <pc:sldMk cId="3493980762" sldId="258"/>
            <ac:inkMk id="532" creationId="{B2B35EC3-D719-77EB-3721-DED696C96B53}"/>
          </ac:inkMkLst>
        </pc:inkChg>
        <pc:inkChg chg="add del">
          <ac:chgData name="植田 篤俊" userId="0d2b3cda-30c1-45e3-9e5c-02c0046d67fa" providerId="ADAL" clId="{A6AB8097-671C-4783-A056-5A985F003BDF}" dt="2026-04-20T14:17:52.740" v="627"/>
          <ac:inkMkLst>
            <pc:docMk/>
            <pc:sldMk cId="3493980762" sldId="258"/>
            <ac:inkMk id="533" creationId="{74770AA9-D424-4B0C-6F8C-0C46DDEF14DB}"/>
          </ac:inkMkLst>
        </pc:inkChg>
        <pc:inkChg chg="add del">
          <ac:chgData name="植田 篤俊" userId="0d2b3cda-30c1-45e3-9e5c-02c0046d67fa" providerId="ADAL" clId="{A6AB8097-671C-4783-A056-5A985F003BDF}" dt="2026-04-20T14:13:28.563" v="246"/>
          <ac:inkMkLst>
            <pc:docMk/>
            <pc:sldMk cId="3493980762" sldId="258"/>
            <ac:inkMk id="533" creationId="{7D6454FF-FEFE-6B3B-60BC-F5D38A6DD454}"/>
          </ac:inkMkLst>
        </pc:inkChg>
        <pc:inkChg chg="add del">
          <ac:chgData name="植田 篤俊" userId="0d2b3cda-30c1-45e3-9e5c-02c0046d67fa" providerId="ADAL" clId="{A6AB8097-671C-4783-A056-5A985F003BDF}" dt="2026-04-20T14:23:48.532" v="982"/>
          <ac:inkMkLst>
            <pc:docMk/>
            <pc:sldMk cId="3493980762" sldId="258"/>
            <ac:inkMk id="533" creationId="{ACAF838E-50B2-7CDF-3BF1-D24D2ABEF043}"/>
          </ac:inkMkLst>
        </pc:inkChg>
        <pc:inkChg chg="add">
          <ac:chgData name="植田 篤俊" userId="0d2b3cda-30c1-45e3-9e5c-02c0046d67fa" providerId="ADAL" clId="{A6AB8097-671C-4783-A056-5A985F003BDF}" dt="2026-04-20T14:31:05.882" v="1125"/>
          <ac:inkMkLst>
            <pc:docMk/>
            <pc:sldMk cId="3493980762" sldId="258"/>
            <ac:inkMk id="533" creationId="{BAA77642-8120-5ACA-43B5-1ACFC6C2EDBA}"/>
          </ac:inkMkLst>
        </pc:inkChg>
        <pc:inkChg chg="add">
          <ac:chgData name="植田 篤俊" userId="0d2b3cda-30c1-45e3-9e5c-02c0046d67fa" providerId="ADAL" clId="{A6AB8097-671C-4783-A056-5A985F003BDF}" dt="2026-04-20T14:23:46.870" v="976"/>
          <ac:inkMkLst>
            <pc:docMk/>
            <pc:sldMk cId="3493980762" sldId="258"/>
            <ac:inkMk id="534" creationId="{44689DF7-145A-ACF4-E1AA-B79D22DF300B}"/>
          </ac:inkMkLst>
        </pc:inkChg>
        <pc:inkChg chg="add del">
          <ac:chgData name="植田 篤俊" userId="0d2b3cda-30c1-45e3-9e5c-02c0046d67fa" providerId="ADAL" clId="{A6AB8097-671C-4783-A056-5A985F003BDF}" dt="2026-04-20T14:13:28.563" v="246"/>
          <ac:inkMkLst>
            <pc:docMk/>
            <pc:sldMk cId="3493980762" sldId="258"/>
            <ac:inkMk id="534" creationId="{573A78D7-378C-70FD-E95B-E1B730AB4432}"/>
          </ac:inkMkLst>
        </pc:inkChg>
        <pc:inkChg chg="add">
          <ac:chgData name="植田 篤俊" userId="0d2b3cda-30c1-45e3-9e5c-02c0046d67fa" providerId="ADAL" clId="{A6AB8097-671C-4783-A056-5A985F003BDF}" dt="2026-04-20T14:17:51.117" v="621"/>
          <ac:inkMkLst>
            <pc:docMk/>
            <pc:sldMk cId="3493980762" sldId="258"/>
            <ac:inkMk id="534" creationId="{6173939D-6423-09A4-992A-F0603299F970}"/>
          </ac:inkMkLst>
        </pc:inkChg>
        <pc:inkChg chg="add">
          <ac:chgData name="植田 篤俊" userId="0d2b3cda-30c1-45e3-9e5c-02c0046d67fa" providerId="ADAL" clId="{A6AB8097-671C-4783-A056-5A985F003BDF}" dt="2026-04-20T14:31:06.032" v="1126"/>
          <ac:inkMkLst>
            <pc:docMk/>
            <pc:sldMk cId="3493980762" sldId="258"/>
            <ac:inkMk id="534" creationId="{79DA0BFC-9913-CB52-4E3D-CD7FFF9EFBB4}"/>
          </ac:inkMkLst>
        </pc:inkChg>
        <pc:inkChg chg="add del">
          <ac:chgData name="植田 篤俊" userId="0d2b3cda-30c1-45e3-9e5c-02c0046d67fa" providerId="ADAL" clId="{A6AB8097-671C-4783-A056-5A985F003BDF}" dt="2026-04-20T14:13:28.563" v="246"/>
          <ac:inkMkLst>
            <pc:docMk/>
            <pc:sldMk cId="3493980762" sldId="258"/>
            <ac:inkMk id="535" creationId="{20E26181-E29D-4D72-107D-1C8607207279}"/>
          </ac:inkMkLst>
        </pc:inkChg>
        <pc:inkChg chg="add">
          <ac:chgData name="植田 篤俊" userId="0d2b3cda-30c1-45e3-9e5c-02c0046d67fa" providerId="ADAL" clId="{A6AB8097-671C-4783-A056-5A985F003BDF}" dt="2026-04-20T14:17:51.337" v="622"/>
          <ac:inkMkLst>
            <pc:docMk/>
            <pc:sldMk cId="3493980762" sldId="258"/>
            <ac:inkMk id="535" creationId="{5F14FF2D-87C5-3724-535A-CF64A875D4CF}"/>
          </ac:inkMkLst>
        </pc:inkChg>
        <pc:inkChg chg="add">
          <ac:chgData name="植田 篤俊" userId="0d2b3cda-30c1-45e3-9e5c-02c0046d67fa" providerId="ADAL" clId="{A6AB8097-671C-4783-A056-5A985F003BDF}" dt="2026-04-20T14:31:06.352" v="1127"/>
          <ac:inkMkLst>
            <pc:docMk/>
            <pc:sldMk cId="3493980762" sldId="258"/>
            <ac:inkMk id="535" creationId="{782793A4-4120-1E88-DB93-2FCCBA993DA5}"/>
          </ac:inkMkLst>
        </pc:inkChg>
        <pc:inkChg chg="add del">
          <ac:chgData name="植田 篤俊" userId="0d2b3cda-30c1-45e3-9e5c-02c0046d67fa" providerId="ADAL" clId="{A6AB8097-671C-4783-A056-5A985F003BDF}" dt="2026-04-20T14:23:48.532" v="982"/>
          <ac:inkMkLst>
            <pc:docMk/>
            <pc:sldMk cId="3493980762" sldId="258"/>
            <ac:inkMk id="535" creationId="{98E53C8F-D20F-CA90-DC4F-8763CDE66BEA}"/>
          </ac:inkMkLst>
        </pc:inkChg>
        <pc:inkChg chg="add del">
          <ac:chgData name="植田 篤俊" userId="0d2b3cda-30c1-45e3-9e5c-02c0046d67fa" providerId="ADAL" clId="{A6AB8097-671C-4783-A056-5A985F003BDF}" dt="2026-04-20T14:13:28.563" v="246"/>
          <ac:inkMkLst>
            <pc:docMk/>
            <pc:sldMk cId="3493980762" sldId="258"/>
            <ac:inkMk id="536" creationId="{214410DE-FFD4-A2A8-1551-92A2351767BF}"/>
          </ac:inkMkLst>
        </pc:inkChg>
        <pc:inkChg chg="add reco">
          <ac:chgData name="植田 篤俊" userId="0d2b3cda-30c1-45e3-9e5c-02c0046d67fa" providerId="ADAL" clId="{A6AB8097-671C-4783-A056-5A985F003BDF}" dt="2026-04-20T14:31:07.217" v="1128"/>
          <ac:inkMkLst>
            <pc:docMk/>
            <pc:sldMk cId="3493980762" sldId="258"/>
            <ac:inkMk id="536" creationId="{73CBC707-609D-4BA7-B094-C9DA612D91AC}"/>
          </ac:inkMkLst>
        </pc:inkChg>
        <pc:inkChg chg="add">
          <ac:chgData name="植田 篤俊" userId="0d2b3cda-30c1-45e3-9e5c-02c0046d67fa" providerId="ADAL" clId="{A6AB8097-671C-4783-A056-5A985F003BDF}" dt="2026-04-20T14:17:51.537" v="623"/>
          <ac:inkMkLst>
            <pc:docMk/>
            <pc:sldMk cId="3493980762" sldId="258"/>
            <ac:inkMk id="536" creationId="{83E3CED6-A43D-9AB9-644D-6CCAEAA2DA3F}"/>
          </ac:inkMkLst>
        </pc:inkChg>
        <pc:inkChg chg="add">
          <ac:chgData name="植田 篤俊" userId="0d2b3cda-30c1-45e3-9e5c-02c0046d67fa" providerId="ADAL" clId="{A6AB8097-671C-4783-A056-5A985F003BDF}" dt="2026-04-20T14:23:47.220" v="978"/>
          <ac:inkMkLst>
            <pc:docMk/>
            <pc:sldMk cId="3493980762" sldId="258"/>
            <ac:inkMk id="536" creationId="{D5569042-E61C-9A33-EFCF-89D9BD632F6F}"/>
          </ac:inkMkLst>
        </pc:inkChg>
        <pc:inkChg chg="add">
          <ac:chgData name="植田 篤俊" userId="0d2b3cda-30c1-45e3-9e5c-02c0046d67fa" providerId="ADAL" clId="{A6AB8097-671C-4783-A056-5A985F003BDF}" dt="2026-04-20T14:23:47.386" v="979"/>
          <ac:inkMkLst>
            <pc:docMk/>
            <pc:sldMk cId="3493980762" sldId="258"/>
            <ac:inkMk id="537" creationId="{1CEC7B87-5879-88EF-1226-7E5449942907}"/>
          </ac:inkMkLst>
        </pc:inkChg>
        <pc:inkChg chg="add">
          <ac:chgData name="植田 篤俊" userId="0d2b3cda-30c1-45e3-9e5c-02c0046d67fa" providerId="ADAL" clId="{A6AB8097-671C-4783-A056-5A985F003BDF}" dt="2026-04-20T14:13:25.592" v="237"/>
          <ac:inkMkLst>
            <pc:docMk/>
            <pc:sldMk cId="3493980762" sldId="258"/>
            <ac:inkMk id="537" creationId="{7B082074-38B5-A061-0532-7CD5FA1E4678}"/>
          </ac:inkMkLst>
        </pc:inkChg>
        <pc:inkChg chg="add del">
          <ac:chgData name="植田 篤俊" userId="0d2b3cda-30c1-45e3-9e5c-02c0046d67fa" providerId="ADAL" clId="{A6AB8097-671C-4783-A056-5A985F003BDF}" dt="2026-04-20T14:31:12.784" v="1147"/>
          <ac:inkMkLst>
            <pc:docMk/>
            <pc:sldMk cId="3493980762" sldId="258"/>
            <ac:inkMk id="537" creationId="{F760D5AF-3A96-5E2D-58BA-02997E0E1274}"/>
          </ac:inkMkLst>
        </pc:inkChg>
        <pc:inkChg chg="add del">
          <ac:chgData name="植田 篤俊" userId="0d2b3cda-30c1-45e3-9e5c-02c0046d67fa" providerId="ADAL" clId="{A6AB8097-671C-4783-A056-5A985F003BDF}" dt="2026-04-20T14:17:52.740" v="627"/>
          <ac:inkMkLst>
            <pc:docMk/>
            <pc:sldMk cId="3493980762" sldId="258"/>
            <ac:inkMk id="537" creationId="{F76CEA58-2D95-9077-6728-C892B6147443}"/>
          </ac:inkMkLst>
        </pc:inkChg>
        <pc:inkChg chg="add">
          <ac:chgData name="植田 篤俊" userId="0d2b3cda-30c1-45e3-9e5c-02c0046d67fa" providerId="ADAL" clId="{A6AB8097-671C-4783-A056-5A985F003BDF}" dt="2026-04-20T14:23:47.520" v="980"/>
          <ac:inkMkLst>
            <pc:docMk/>
            <pc:sldMk cId="3493980762" sldId="258"/>
            <ac:inkMk id="538" creationId="{4F3E1A5A-E287-CA0D-9D80-D78F16C3536D}"/>
          </ac:inkMkLst>
        </pc:inkChg>
        <pc:inkChg chg="add">
          <ac:chgData name="植田 篤俊" userId="0d2b3cda-30c1-45e3-9e5c-02c0046d67fa" providerId="ADAL" clId="{A6AB8097-671C-4783-A056-5A985F003BDF}" dt="2026-04-20T14:17:51.871" v="625"/>
          <ac:inkMkLst>
            <pc:docMk/>
            <pc:sldMk cId="3493980762" sldId="258"/>
            <ac:inkMk id="538" creationId="{8E69C82B-2F79-328E-C7A9-E00F7C0AD0B5}"/>
          </ac:inkMkLst>
        </pc:inkChg>
        <pc:inkChg chg="add del">
          <ac:chgData name="植田 篤俊" userId="0d2b3cda-30c1-45e3-9e5c-02c0046d67fa" providerId="ADAL" clId="{A6AB8097-671C-4783-A056-5A985F003BDF}" dt="2026-04-20T14:31:12.784" v="1147"/>
          <ac:inkMkLst>
            <pc:docMk/>
            <pc:sldMk cId="3493980762" sldId="258"/>
            <ac:inkMk id="538" creationId="{B0B9984A-F079-E3F1-5F20-B3B041295CDA}"/>
          </ac:inkMkLst>
        </pc:inkChg>
        <pc:inkChg chg="add del">
          <ac:chgData name="植田 篤俊" userId="0d2b3cda-30c1-45e3-9e5c-02c0046d67fa" providerId="ADAL" clId="{A6AB8097-671C-4783-A056-5A985F003BDF}" dt="2026-04-20T14:13:28.563" v="246"/>
          <ac:inkMkLst>
            <pc:docMk/>
            <pc:sldMk cId="3493980762" sldId="258"/>
            <ac:inkMk id="538" creationId="{D16A7384-E076-CBBC-61E4-BC14CA5B57CC}"/>
          </ac:inkMkLst>
        </pc:inkChg>
        <pc:inkChg chg="add del">
          <ac:chgData name="植田 篤俊" userId="0d2b3cda-30c1-45e3-9e5c-02c0046d67fa" providerId="ADAL" clId="{A6AB8097-671C-4783-A056-5A985F003BDF}" dt="2026-04-20T14:17:52.740" v="627"/>
          <ac:inkMkLst>
            <pc:docMk/>
            <pc:sldMk cId="3493980762" sldId="258"/>
            <ac:inkMk id="539" creationId="{0338A8AB-845D-E130-3975-7CCBB4614395}"/>
          </ac:inkMkLst>
        </pc:inkChg>
        <pc:inkChg chg="add">
          <ac:chgData name="植田 篤俊" userId="0d2b3cda-30c1-45e3-9e5c-02c0046d67fa" providerId="ADAL" clId="{A6AB8097-671C-4783-A056-5A985F003BDF}" dt="2026-04-20T14:31:07.999" v="1131"/>
          <ac:inkMkLst>
            <pc:docMk/>
            <pc:sldMk cId="3493980762" sldId="258"/>
            <ac:inkMk id="539" creationId="{2C3D6257-851D-F46B-8E17-59BB6E1210FE}"/>
          </ac:inkMkLst>
        </pc:inkChg>
        <pc:inkChg chg="add">
          <ac:chgData name="植田 篤俊" userId="0d2b3cda-30c1-45e3-9e5c-02c0046d67fa" providerId="ADAL" clId="{A6AB8097-671C-4783-A056-5A985F003BDF}" dt="2026-04-20T14:23:47.990" v="981"/>
          <ac:inkMkLst>
            <pc:docMk/>
            <pc:sldMk cId="3493980762" sldId="258"/>
            <ac:inkMk id="539" creationId="{71C889C7-C1DB-81B1-D9F2-4B494497D805}"/>
          </ac:inkMkLst>
        </pc:inkChg>
        <pc:inkChg chg="add">
          <ac:chgData name="植田 篤俊" userId="0d2b3cda-30c1-45e3-9e5c-02c0046d67fa" providerId="ADAL" clId="{A6AB8097-671C-4783-A056-5A985F003BDF}" dt="2026-04-20T14:13:26.229" v="239"/>
          <ac:inkMkLst>
            <pc:docMk/>
            <pc:sldMk cId="3493980762" sldId="258"/>
            <ac:inkMk id="539" creationId="{840F4B27-A404-BDFD-15F1-ADC6F463E613}"/>
          </ac:inkMkLst>
        </pc:inkChg>
        <pc:inkChg chg="add reco">
          <ac:chgData name="植田 篤俊" userId="0d2b3cda-30c1-45e3-9e5c-02c0046d67fa" providerId="ADAL" clId="{A6AB8097-671C-4783-A056-5A985F003BDF}" dt="2026-04-20T14:17:52.740" v="627"/>
          <ac:inkMkLst>
            <pc:docMk/>
            <pc:sldMk cId="3493980762" sldId="258"/>
            <ac:inkMk id="540" creationId="{36694F25-0818-7343-FB15-23C99D765FEB}"/>
          </ac:inkMkLst>
        </pc:inkChg>
        <pc:inkChg chg="add">
          <ac:chgData name="植田 篤俊" userId="0d2b3cda-30c1-45e3-9e5c-02c0046d67fa" providerId="ADAL" clId="{A6AB8097-671C-4783-A056-5A985F003BDF}" dt="2026-04-20T14:13:26.425" v="240"/>
          <ac:inkMkLst>
            <pc:docMk/>
            <pc:sldMk cId="3493980762" sldId="258"/>
            <ac:inkMk id="540" creationId="{656FB4F4-A003-37F8-C19C-7659CCDE2D74}"/>
          </ac:inkMkLst>
        </pc:inkChg>
        <pc:inkChg chg="add del">
          <ac:chgData name="植田 篤俊" userId="0d2b3cda-30c1-45e3-9e5c-02c0046d67fa" providerId="ADAL" clId="{A6AB8097-671C-4783-A056-5A985F003BDF}" dt="2026-04-20T14:13:28.563" v="246"/>
          <ac:inkMkLst>
            <pc:docMk/>
            <pc:sldMk cId="3493980762" sldId="258"/>
            <ac:inkMk id="541" creationId="{1E2A863C-AD01-B920-C797-48C7CDEB4848}"/>
          </ac:inkMkLst>
        </pc:inkChg>
        <pc:inkChg chg="add del">
          <ac:chgData name="植田 篤俊" userId="0d2b3cda-30c1-45e3-9e5c-02c0046d67fa" providerId="ADAL" clId="{A6AB8097-671C-4783-A056-5A985F003BDF}" dt="2026-04-20T14:17:57.737" v="635"/>
          <ac:inkMkLst>
            <pc:docMk/>
            <pc:sldMk cId="3493980762" sldId="258"/>
            <ac:inkMk id="542" creationId="{33D9478C-2DBD-7396-38B1-D8AC4F89ACFA}"/>
          </ac:inkMkLst>
        </pc:inkChg>
        <pc:inkChg chg="add del">
          <ac:chgData name="植田 篤俊" userId="0d2b3cda-30c1-45e3-9e5c-02c0046d67fa" providerId="ADAL" clId="{A6AB8097-671C-4783-A056-5A985F003BDF}" dt="2026-04-20T14:13:28.563" v="246"/>
          <ac:inkMkLst>
            <pc:docMk/>
            <pc:sldMk cId="3493980762" sldId="258"/>
            <ac:inkMk id="542" creationId="{C1F2786E-695E-5737-F0FD-F42430E228B2}"/>
          </ac:inkMkLst>
        </pc:inkChg>
        <pc:inkChg chg="add del">
          <ac:chgData name="植田 篤俊" userId="0d2b3cda-30c1-45e3-9e5c-02c0046d67fa" providerId="ADAL" clId="{A6AB8097-671C-4783-A056-5A985F003BDF}" dt="2026-04-20T14:23:49.980" v="985"/>
          <ac:inkMkLst>
            <pc:docMk/>
            <pc:sldMk cId="3493980762" sldId="258"/>
            <ac:inkMk id="543" creationId="{44B06F80-CFAD-BFCD-1FEF-8D856A165270}"/>
          </ac:inkMkLst>
        </pc:inkChg>
        <pc:inkChg chg="add del">
          <ac:chgData name="植田 篤俊" userId="0d2b3cda-30c1-45e3-9e5c-02c0046d67fa" providerId="ADAL" clId="{A6AB8097-671C-4783-A056-5A985F003BDF}" dt="2026-04-20T14:13:28.563" v="246"/>
          <ac:inkMkLst>
            <pc:docMk/>
            <pc:sldMk cId="3493980762" sldId="258"/>
            <ac:inkMk id="543" creationId="{4959C014-2C04-0955-AF12-BE0BA93F58E8}"/>
          </ac:inkMkLst>
        </pc:inkChg>
        <pc:inkChg chg="add del">
          <ac:chgData name="植田 篤俊" userId="0d2b3cda-30c1-45e3-9e5c-02c0046d67fa" providerId="ADAL" clId="{A6AB8097-671C-4783-A056-5A985F003BDF}" dt="2026-04-20T14:17:57.737" v="635"/>
          <ac:inkMkLst>
            <pc:docMk/>
            <pc:sldMk cId="3493980762" sldId="258"/>
            <ac:inkMk id="543" creationId="{822E25B3-0B68-3C98-D37E-90893CA33460}"/>
          </ac:inkMkLst>
        </pc:inkChg>
        <pc:inkChg chg="add del">
          <ac:chgData name="植田 篤俊" userId="0d2b3cda-30c1-45e3-9e5c-02c0046d67fa" providerId="ADAL" clId="{A6AB8097-671C-4783-A056-5A985F003BDF}" dt="2026-04-20T14:31:12.784" v="1147"/>
          <ac:inkMkLst>
            <pc:docMk/>
            <pc:sldMk cId="3493980762" sldId="258"/>
            <ac:inkMk id="543" creationId="{F71EF5B8-E793-E8DA-7469-33AC3BAEFF11}"/>
          </ac:inkMkLst>
        </pc:inkChg>
        <pc:inkChg chg="add del">
          <ac:chgData name="植田 篤俊" userId="0d2b3cda-30c1-45e3-9e5c-02c0046d67fa" providerId="ADAL" clId="{A6AB8097-671C-4783-A056-5A985F003BDF}" dt="2026-04-20T14:13:28.563" v="246"/>
          <ac:inkMkLst>
            <pc:docMk/>
            <pc:sldMk cId="3493980762" sldId="258"/>
            <ac:inkMk id="544" creationId="{6E7D7EE0-7FB8-D877-900F-E4314CBCFB12}"/>
          </ac:inkMkLst>
        </pc:inkChg>
        <pc:inkChg chg="add del">
          <ac:chgData name="植田 篤俊" userId="0d2b3cda-30c1-45e3-9e5c-02c0046d67fa" providerId="ADAL" clId="{A6AB8097-671C-4783-A056-5A985F003BDF}" dt="2026-04-20T14:31:12.784" v="1147"/>
          <ac:inkMkLst>
            <pc:docMk/>
            <pc:sldMk cId="3493980762" sldId="258"/>
            <ac:inkMk id="544" creationId="{84629BD7-B0A8-34C2-22D0-E3929FA8F3F6}"/>
          </ac:inkMkLst>
        </pc:inkChg>
        <pc:inkChg chg="add del">
          <ac:chgData name="植田 篤俊" userId="0d2b3cda-30c1-45e3-9e5c-02c0046d67fa" providerId="ADAL" clId="{A6AB8097-671C-4783-A056-5A985F003BDF}" dt="2026-04-20T14:17:57.737" v="635"/>
          <ac:inkMkLst>
            <pc:docMk/>
            <pc:sldMk cId="3493980762" sldId="258"/>
            <ac:inkMk id="544" creationId="{A8DD2E45-235B-0A0D-9935-ADF0BBE9A151}"/>
          </ac:inkMkLst>
        </pc:inkChg>
        <pc:inkChg chg="add del">
          <ac:chgData name="植田 篤俊" userId="0d2b3cda-30c1-45e3-9e5c-02c0046d67fa" providerId="ADAL" clId="{A6AB8097-671C-4783-A056-5A985F003BDF}" dt="2026-04-20T14:23:49.980" v="985"/>
          <ac:inkMkLst>
            <pc:docMk/>
            <pc:sldMk cId="3493980762" sldId="258"/>
            <ac:inkMk id="544" creationId="{B028F31B-10CA-9961-3758-62C14E27E2D9}"/>
          </ac:inkMkLst>
        </pc:inkChg>
        <pc:inkChg chg="add">
          <ac:chgData name="植田 篤俊" userId="0d2b3cda-30c1-45e3-9e5c-02c0046d67fa" providerId="ADAL" clId="{A6AB8097-671C-4783-A056-5A985F003BDF}" dt="2026-04-20T14:13:27.708" v="245"/>
          <ac:inkMkLst>
            <pc:docMk/>
            <pc:sldMk cId="3493980762" sldId="258"/>
            <ac:inkMk id="545" creationId="{17CC64A5-03BB-6977-D5CF-1D327EF09BD0}"/>
          </ac:inkMkLst>
        </pc:inkChg>
        <pc:inkChg chg="add reco">
          <ac:chgData name="植田 篤俊" userId="0d2b3cda-30c1-45e3-9e5c-02c0046d67fa" providerId="ADAL" clId="{A6AB8097-671C-4783-A056-5A985F003BDF}" dt="2026-04-20T14:23:49.980" v="985"/>
          <ac:inkMkLst>
            <pc:docMk/>
            <pc:sldMk cId="3493980762" sldId="258"/>
            <ac:inkMk id="545" creationId="{37C5BD4E-ABF9-8315-643C-BD2D17F7A9B8}"/>
          </ac:inkMkLst>
        </pc:inkChg>
        <pc:inkChg chg="add del">
          <ac:chgData name="植田 篤俊" userId="0d2b3cda-30c1-45e3-9e5c-02c0046d67fa" providerId="ADAL" clId="{A6AB8097-671C-4783-A056-5A985F003BDF}" dt="2026-04-20T14:17:57.737" v="635"/>
          <ac:inkMkLst>
            <pc:docMk/>
            <pc:sldMk cId="3493980762" sldId="258"/>
            <ac:inkMk id="545" creationId="{7AC118F5-40F2-3B64-46E5-E8B84D21A612}"/>
          </ac:inkMkLst>
        </pc:inkChg>
        <pc:inkChg chg="add del">
          <ac:chgData name="植田 篤俊" userId="0d2b3cda-30c1-45e3-9e5c-02c0046d67fa" providerId="ADAL" clId="{A6AB8097-671C-4783-A056-5A985F003BDF}" dt="2026-04-20T14:23:54.670" v="995"/>
          <ac:inkMkLst>
            <pc:docMk/>
            <pc:sldMk cId="3493980762" sldId="258"/>
            <ac:inkMk id="547" creationId="{0559C539-9597-86A2-021D-8AC7CC6B27E3}"/>
          </ac:inkMkLst>
        </pc:inkChg>
        <pc:inkChg chg="add del">
          <ac:chgData name="植田 篤俊" userId="0d2b3cda-30c1-45e3-9e5c-02c0046d67fa" providerId="ADAL" clId="{A6AB8097-671C-4783-A056-5A985F003BDF}" dt="2026-04-20T14:17:57.737" v="635"/>
          <ac:inkMkLst>
            <pc:docMk/>
            <pc:sldMk cId="3493980762" sldId="258"/>
            <ac:inkMk id="547" creationId="{08109159-63CC-1CEF-50F4-F2C311F5887A}"/>
          </ac:inkMkLst>
        </pc:inkChg>
        <pc:inkChg chg="add del">
          <ac:chgData name="植田 篤俊" userId="0d2b3cda-30c1-45e3-9e5c-02c0046d67fa" providerId="ADAL" clId="{A6AB8097-671C-4783-A056-5A985F003BDF}" dt="2026-04-20T14:31:12.784" v="1147"/>
          <ac:inkMkLst>
            <pc:docMk/>
            <pc:sldMk cId="3493980762" sldId="258"/>
            <ac:inkMk id="547" creationId="{4BF79635-904E-C173-C711-AB5FE65A0089}"/>
          </ac:inkMkLst>
        </pc:inkChg>
        <pc:inkChg chg="add del">
          <ac:chgData name="植田 篤俊" userId="0d2b3cda-30c1-45e3-9e5c-02c0046d67fa" providerId="ADAL" clId="{A6AB8097-671C-4783-A056-5A985F003BDF}" dt="2026-04-20T14:13:41.965" v="254"/>
          <ac:inkMkLst>
            <pc:docMk/>
            <pc:sldMk cId="3493980762" sldId="258"/>
            <ac:inkMk id="547" creationId="{D90FF94E-695D-55B8-DE5E-118B6B169256}"/>
          </ac:inkMkLst>
        </pc:inkChg>
        <pc:inkChg chg="add del">
          <ac:chgData name="植田 篤俊" userId="0d2b3cda-30c1-45e3-9e5c-02c0046d67fa" providerId="ADAL" clId="{A6AB8097-671C-4783-A056-5A985F003BDF}" dt="2026-04-20T14:17:57.737" v="635"/>
          <ac:inkMkLst>
            <pc:docMk/>
            <pc:sldMk cId="3493980762" sldId="258"/>
            <ac:inkMk id="548" creationId="{02D1B963-4CF4-E19C-5F57-83F0902151F3}"/>
          </ac:inkMkLst>
        </pc:inkChg>
        <pc:inkChg chg="add del">
          <ac:chgData name="植田 篤俊" userId="0d2b3cda-30c1-45e3-9e5c-02c0046d67fa" providerId="ADAL" clId="{A6AB8097-671C-4783-A056-5A985F003BDF}" dt="2026-04-20T14:31:12.784" v="1147"/>
          <ac:inkMkLst>
            <pc:docMk/>
            <pc:sldMk cId="3493980762" sldId="258"/>
            <ac:inkMk id="548" creationId="{1E35AA9E-7BCE-81F8-10DF-F155C134264C}"/>
          </ac:inkMkLst>
        </pc:inkChg>
        <pc:inkChg chg="add del">
          <ac:chgData name="植田 篤俊" userId="0d2b3cda-30c1-45e3-9e5c-02c0046d67fa" providerId="ADAL" clId="{A6AB8097-671C-4783-A056-5A985F003BDF}" dt="2026-04-20T14:23:54.670" v="995"/>
          <ac:inkMkLst>
            <pc:docMk/>
            <pc:sldMk cId="3493980762" sldId="258"/>
            <ac:inkMk id="548" creationId="{466C15C7-6263-9804-6810-16196F881126}"/>
          </ac:inkMkLst>
        </pc:inkChg>
        <pc:inkChg chg="add del">
          <ac:chgData name="植田 篤俊" userId="0d2b3cda-30c1-45e3-9e5c-02c0046d67fa" providerId="ADAL" clId="{A6AB8097-671C-4783-A056-5A985F003BDF}" dt="2026-04-20T14:13:42.290" v="256"/>
          <ac:inkMkLst>
            <pc:docMk/>
            <pc:sldMk cId="3493980762" sldId="258"/>
            <ac:inkMk id="548" creationId="{7814E522-A6A9-09AA-DD01-E6BD9A2F13B9}"/>
          </ac:inkMkLst>
        </pc:inkChg>
        <pc:inkChg chg="add del">
          <ac:chgData name="植田 篤俊" userId="0d2b3cda-30c1-45e3-9e5c-02c0046d67fa" providerId="ADAL" clId="{A6AB8097-671C-4783-A056-5A985F003BDF}" dt="2026-04-20T14:13:41.964" v="253"/>
          <ac:inkMkLst>
            <pc:docMk/>
            <pc:sldMk cId="3493980762" sldId="258"/>
            <ac:inkMk id="549" creationId="{350CEF84-6E33-9174-0D98-FF1E69675063}"/>
          </ac:inkMkLst>
        </pc:inkChg>
        <pc:inkChg chg="add del">
          <ac:chgData name="植田 篤俊" userId="0d2b3cda-30c1-45e3-9e5c-02c0046d67fa" providerId="ADAL" clId="{A6AB8097-671C-4783-A056-5A985F003BDF}" dt="2026-04-20T14:31:12.784" v="1147"/>
          <ac:inkMkLst>
            <pc:docMk/>
            <pc:sldMk cId="3493980762" sldId="258"/>
            <ac:inkMk id="549" creationId="{860BA110-9BF7-D99D-8471-78A87B0510DC}"/>
          </ac:inkMkLst>
        </pc:inkChg>
        <pc:inkChg chg="add del">
          <ac:chgData name="植田 篤俊" userId="0d2b3cda-30c1-45e3-9e5c-02c0046d67fa" providerId="ADAL" clId="{A6AB8097-671C-4783-A056-5A985F003BDF}" dt="2026-04-20T14:23:54.670" v="995"/>
          <ac:inkMkLst>
            <pc:docMk/>
            <pc:sldMk cId="3493980762" sldId="258"/>
            <ac:inkMk id="549" creationId="{BF6D1C63-63A0-DF67-B0A9-D23375E417F8}"/>
          </ac:inkMkLst>
        </pc:inkChg>
        <pc:inkChg chg="add del">
          <ac:chgData name="植田 篤俊" userId="0d2b3cda-30c1-45e3-9e5c-02c0046d67fa" providerId="ADAL" clId="{A6AB8097-671C-4783-A056-5A985F003BDF}" dt="2026-04-20T14:17:57.737" v="635"/>
          <ac:inkMkLst>
            <pc:docMk/>
            <pc:sldMk cId="3493980762" sldId="258"/>
            <ac:inkMk id="549" creationId="{FF6579EA-E099-DB03-267E-05198D35271D}"/>
          </ac:inkMkLst>
        </pc:inkChg>
        <pc:inkChg chg="add reco">
          <ac:chgData name="植田 篤俊" userId="0d2b3cda-30c1-45e3-9e5c-02c0046d67fa" providerId="ADAL" clId="{A6AB8097-671C-4783-A056-5A985F003BDF}" dt="2026-04-20T14:17:57.737" v="635"/>
          <ac:inkMkLst>
            <pc:docMk/>
            <pc:sldMk cId="3493980762" sldId="258"/>
            <ac:inkMk id="550" creationId="{34128692-5695-60E9-8B0B-C2B65068E560}"/>
          </ac:inkMkLst>
        </pc:inkChg>
        <pc:inkChg chg="add del">
          <ac:chgData name="植田 篤俊" userId="0d2b3cda-30c1-45e3-9e5c-02c0046d67fa" providerId="ADAL" clId="{A6AB8097-671C-4783-A056-5A985F003BDF}" dt="2026-04-20T14:13:41.961" v="252"/>
          <ac:inkMkLst>
            <pc:docMk/>
            <pc:sldMk cId="3493980762" sldId="258"/>
            <ac:inkMk id="550" creationId="{7CD722E3-ED51-3ABE-764A-575C0251FD45}"/>
          </ac:inkMkLst>
        </pc:inkChg>
        <pc:inkChg chg="add">
          <ac:chgData name="植田 篤俊" userId="0d2b3cda-30c1-45e3-9e5c-02c0046d67fa" providerId="ADAL" clId="{A6AB8097-671C-4783-A056-5A985F003BDF}" dt="2026-04-20T14:31:09.265" v="1137"/>
          <ac:inkMkLst>
            <pc:docMk/>
            <pc:sldMk cId="3493980762" sldId="258"/>
            <ac:inkMk id="551" creationId="{5DAC61CA-040A-71FF-DA91-A8159930A806}"/>
          </ac:inkMkLst>
        </pc:inkChg>
        <pc:inkChg chg="add del">
          <ac:chgData name="植田 篤俊" userId="0d2b3cda-30c1-45e3-9e5c-02c0046d67fa" providerId="ADAL" clId="{A6AB8097-671C-4783-A056-5A985F003BDF}" dt="2026-04-20T14:13:41.967" v="255"/>
          <ac:inkMkLst>
            <pc:docMk/>
            <pc:sldMk cId="3493980762" sldId="258"/>
            <ac:inkMk id="551" creationId="{9F12B920-2B1E-5008-B741-6853D8D123D3}"/>
          </ac:inkMkLst>
        </pc:inkChg>
        <pc:inkChg chg="add del">
          <ac:chgData name="植田 篤俊" userId="0d2b3cda-30c1-45e3-9e5c-02c0046d67fa" providerId="ADAL" clId="{A6AB8097-671C-4783-A056-5A985F003BDF}" dt="2026-04-20T14:17:59.753" v="640"/>
          <ac:inkMkLst>
            <pc:docMk/>
            <pc:sldMk cId="3493980762" sldId="258"/>
            <ac:inkMk id="551" creationId="{A971FAE2-1BA5-7B59-5AE9-0AA5E3F33030}"/>
          </ac:inkMkLst>
        </pc:inkChg>
        <pc:inkChg chg="add del">
          <ac:chgData name="植田 篤俊" userId="0d2b3cda-30c1-45e3-9e5c-02c0046d67fa" providerId="ADAL" clId="{A6AB8097-671C-4783-A056-5A985F003BDF}" dt="2026-04-20T14:23:54.670" v="995"/>
          <ac:inkMkLst>
            <pc:docMk/>
            <pc:sldMk cId="3493980762" sldId="258"/>
            <ac:inkMk id="551" creationId="{D049508C-7A41-8A2F-2BC6-6B0C12746B50}"/>
          </ac:inkMkLst>
        </pc:inkChg>
        <pc:inkChg chg="add">
          <ac:chgData name="植田 篤俊" userId="0d2b3cda-30c1-45e3-9e5c-02c0046d67fa" providerId="ADAL" clId="{A6AB8097-671C-4783-A056-5A985F003BDF}" dt="2026-04-20T14:31:09.432" v="1138"/>
          <ac:inkMkLst>
            <pc:docMk/>
            <pc:sldMk cId="3493980762" sldId="258"/>
            <ac:inkMk id="552" creationId="{13F8512D-F392-5864-CF11-47FCA33F0DBB}"/>
          </ac:inkMkLst>
        </pc:inkChg>
        <pc:inkChg chg="add del">
          <ac:chgData name="植田 篤俊" userId="0d2b3cda-30c1-45e3-9e5c-02c0046d67fa" providerId="ADAL" clId="{A6AB8097-671C-4783-A056-5A985F003BDF}" dt="2026-04-20T14:23:54.670" v="995"/>
          <ac:inkMkLst>
            <pc:docMk/>
            <pc:sldMk cId="3493980762" sldId="258"/>
            <ac:inkMk id="552" creationId="{18D1AB33-4AE3-64D2-40BE-5E51E4ED797A}"/>
          </ac:inkMkLst>
        </pc:inkChg>
        <pc:inkChg chg="add">
          <ac:chgData name="植田 篤俊" userId="0d2b3cda-30c1-45e3-9e5c-02c0046d67fa" providerId="ADAL" clId="{A6AB8097-671C-4783-A056-5A985F003BDF}" dt="2026-04-20T14:13:43.241" v="257"/>
          <ac:inkMkLst>
            <pc:docMk/>
            <pc:sldMk cId="3493980762" sldId="258"/>
            <ac:inkMk id="552" creationId="{665CF00D-324B-3D79-DF3D-98BDEFF5D931}"/>
          </ac:inkMkLst>
        </pc:inkChg>
        <pc:inkChg chg="add del">
          <ac:chgData name="植田 篤俊" userId="0d2b3cda-30c1-45e3-9e5c-02c0046d67fa" providerId="ADAL" clId="{A6AB8097-671C-4783-A056-5A985F003BDF}" dt="2026-04-20T14:17:59.753" v="640"/>
          <ac:inkMkLst>
            <pc:docMk/>
            <pc:sldMk cId="3493980762" sldId="258"/>
            <ac:inkMk id="552" creationId="{98F4826C-9ED6-6FE0-471F-A14DA908F489}"/>
          </ac:inkMkLst>
        </pc:inkChg>
        <pc:inkChg chg="add">
          <ac:chgData name="植田 篤俊" userId="0d2b3cda-30c1-45e3-9e5c-02c0046d67fa" providerId="ADAL" clId="{A6AB8097-671C-4783-A056-5A985F003BDF}" dt="2026-04-20T14:13:43.442" v="258"/>
          <ac:inkMkLst>
            <pc:docMk/>
            <pc:sldMk cId="3493980762" sldId="258"/>
            <ac:inkMk id="553" creationId="{0E2CB816-0AB8-B792-BA12-103E01A2AB72}"/>
          </ac:inkMkLst>
        </pc:inkChg>
        <pc:inkChg chg="add del">
          <ac:chgData name="植田 篤俊" userId="0d2b3cda-30c1-45e3-9e5c-02c0046d67fa" providerId="ADAL" clId="{A6AB8097-671C-4783-A056-5A985F003BDF}" dt="2026-04-20T14:23:54.670" v="995"/>
          <ac:inkMkLst>
            <pc:docMk/>
            <pc:sldMk cId="3493980762" sldId="258"/>
            <ac:inkMk id="553" creationId="{179C72F5-CD53-F046-894A-E5516A47FE73}"/>
          </ac:inkMkLst>
        </pc:inkChg>
        <pc:inkChg chg="add del">
          <ac:chgData name="植田 篤俊" userId="0d2b3cda-30c1-45e3-9e5c-02c0046d67fa" providerId="ADAL" clId="{A6AB8097-671C-4783-A056-5A985F003BDF}" dt="2026-04-20T14:17:59.753" v="640"/>
          <ac:inkMkLst>
            <pc:docMk/>
            <pc:sldMk cId="3493980762" sldId="258"/>
            <ac:inkMk id="553" creationId="{8A6D83C3-0B7B-1DF7-3A8F-C47C8CD5AB23}"/>
          </ac:inkMkLst>
        </pc:inkChg>
        <pc:inkChg chg="add">
          <ac:chgData name="植田 篤俊" userId="0d2b3cda-30c1-45e3-9e5c-02c0046d67fa" providerId="ADAL" clId="{A6AB8097-671C-4783-A056-5A985F003BDF}" dt="2026-04-20T14:31:10.016" v="1139"/>
          <ac:inkMkLst>
            <pc:docMk/>
            <pc:sldMk cId="3493980762" sldId="258"/>
            <ac:inkMk id="553" creationId="{DD6F4BF9-69EE-6B84-D48E-F4EB497C2CC0}"/>
          </ac:inkMkLst>
        </pc:inkChg>
        <pc:inkChg chg="del">
          <ac:chgData name="植田 篤俊" userId="0d2b3cda-30c1-45e3-9e5c-02c0046d67fa" providerId="ADAL" clId="{A6AB8097-671C-4783-A056-5A985F003BDF}" dt="2026-04-20T14:09:58.847" v="1"/>
          <ac:inkMkLst>
            <pc:docMk/>
            <pc:sldMk cId="3493980762" sldId="258"/>
            <ac:inkMk id="554" creationId="{508FC18D-82F0-27B3-404E-70BFE0B9A45F}"/>
          </ac:inkMkLst>
        </pc:inkChg>
        <pc:inkChg chg="add">
          <ac:chgData name="植田 篤俊" userId="0d2b3cda-30c1-45e3-9e5c-02c0046d67fa" providerId="ADAL" clId="{A6AB8097-671C-4783-A056-5A985F003BDF}" dt="2026-04-20T14:13:43.642" v="259"/>
          <ac:inkMkLst>
            <pc:docMk/>
            <pc:sldMk cId="3493980762" sldId="258"/>
            <ac:inkMk id="555" creationId="{18078E37-58B3-A87E-971A-8115CF8A246B}"/>
          </ac:inkMkLst>
        </pc:inkChg>
        <pc:inkChg chg="add del">
          <ac:chgData name="植田 篤俊" userId="0d2b3cda-30c1-45e3-9e5c-02c0046d67fa" providerId="ADAL" clId="{A6AB8097-671C-4783-A056-5A985F003BDF}" dt="2026-04-20T14:17:59.753" v="640"/>
          <ac:inkMkLst>
            <pc:docMk/>
            <pc:sldMk cId="3493980762" sldId="258"/>
            <ac:inkMk id="555" creationId="{7AB765D2-ECB1-01F8-3C8D-7A0E1DF2553C}"/>
          </ac:inkMkLst>
        </pc:inkChg>
        <pc:inkChg chg="add">
          <ac:chgData name="植田 篤俊" userId="0d2b3cda-30c1-45e3-9e5c-02c0046d67fa" providerId="ADAL" clId="{A6AB8097-671C-4783-A056-5A985F003BDF}" dt="2026-04-20T14:31:10.599" v="1140"/>
          <ac:inkMkLst>
            <pc:docMk/>
            <pc:sldMk cId="3493980762" sldId="258"/>
            <ac:inkMk id="555" creationId="{B888BC4C-66C6-8CBA-5692-FBC67E199E84}"/>
          </ac:inkMkLst>
        </pc:inkChg>
        <pc:inkChg chg="add del">
          <ac:chgData name="植田 篤俊" userId="0d2b3cda-30c1-45e3-9e5c-02c0046d67fa" providerId="ADAL" clId="{A6AB8097-671C-4783-A056-5A985F003BDF}" dt="2026-04-20T14:23:54.670" v="995"/>
          <ac:inkMkLst>
            <pc:docMk/>
            <pc:sldMk cId="3493980762" sldId="258"/>
            <ac:inkMk id="555" creationId="{E6C9ACA1-35E3-347D-D17D-954788E3F931}"/>
          </ac:inkMkLst>
        </pc:inkChg>
        <pc:inkChg chg="add reco">
          <ac:chgData name="植田 篤俊" userId="0d2b3cda-30c1-45e3-9e5c-02c0046d67fa" providerId="ADAL" clId="{A6AB8097-671C-4783-A056-5A985F003BDF}" dt="2026-04-20T14:17:59.753" v="640"/>
          <ac:inkMkLst>
            <pc:docMk/>
            <pc:sldMk cId="3493980762" sldId="258"/>
            <ac:inkMk id="556" creationId="{129466DB-7ED5-E6AA-AF90-B00F0404F2C0}"/>
          </ac:inkMkLst>
        </pc:inkChg>
        <pc:inkChg chg="add">
          <ac:chgData name="植田 篤俊" userId="0d2b3cda-30c1-45e3-9e5c-02c0046d67fa" providerId="ADAL" clId="{A6AB8097-671C-4783-A056-5A985F003BDF}" dt="2026-04-20T14:13:43.874" v="260"/>
          <ac:inkMkLst>
            <pc:docMk/>
            <pc:sldMk cId="3493980762" sldId="258"/>
            <ac:inkMk id="556" creationId="{625CECD5-E28C-D747-D000-24F5A30E4E18}"/>
          </ac:inkMkLst>
        </pc:inkChg>
        <pc:inkChg chg="add del">
          <ac:chgData name="植田 篤俊" userId="0d2b3cda-30c1-45e3-9e5c-02c0046d67fa" providerId="ADAL" clId="{A6AB8097-671C-4783-A056-5A985F003BDF}" dt="2026-04-20T14:23:54.670" v="995"/>
          <ac:inkMkLst>
            <pc:docMk/>
            <pc:sldMk cId="3493980762" sldId="258"/>
            <ac:inkMk id="557" creationId="{7298B6E8-18B6-B3BB-E294-2FC5AFA69532}"/>
          </ac:inkMkLst>
        </pc:inkChg>
        <pc:inkChg chg="add">
          <ac:chgData name="植田 篤俊" userId="0d2b3cda-30c1-45e3-9e5c-02c0046d67fa" providerId="ADAL" clId="{A6AB8097-671C-4783-A056-5A985F003BDF}" dt="2026-04-20T14:31:10.948" v="1141"/>
          <ac:inkMkLst>
            <pc:docMk/>
            <pc:sldMk cId="3493980762" sldId="258"/>
            <ac:inkMk id="557" creationId="{DECFBBF2-37B4-8817-9BB5-DDD310DB62B6}"/>
          </ac:inkMkLst>
        </pc:inkChg>
        <pc:inkChg chg="add">
          <ac:chgData name="植田 篤俊" userId="0d2b3cda-30c1-45e3-9e5c-02c0046d67fa" providerId="ADAL" clId="{A6AB8097-671C-4783-A056-5A985F003BDF}" dt="2026-04-20T14:18:00.537" v="641"/>
          <ac:inkMkLst>
            <pc:docMk/>
            <pc:sldMk cId="3493980762" sldId="258"/>
            <ac:inkMk id="557" creationId="{E0FA9475-669A-859F-F9E3-E4E29F99F419}"/>
          </ac:inkMkLst>
        </pc:inkChg>
        <pc:inkChg chg="add">
          <ac:chgData name="植田 篤俊" userId="0d2b3cda-30c1-45e3-9e5c-02c0046d67fa" providerId="ADAL" clId="{A6AB8097-671C-4783-A056-5A985F003BDF}" dt="2026-04-20T14:13:44.007" v="261"/>
          <ac:inkMkLst>
            <pc:docMk/>
            <pc:sldMk cId="3493980762" sldId="258"/>
            <ac:inkMk id="557" creationId="{FC8B27DC-F6A5-BE4A-50D7-4EE69B86DB14}"/>
          </ac:inkMkLst>
        </pc:inkChg>
        <pc:inkChg chg="add">
          <ac:chgData name="植田 篤俊" userId="0d2b3cda-30c1-45e3-9e5c-02c0046d67fa" providerId="ADAL" clId="{A6AB8097-671C-4783-A056-5A985F003BDF}" dt="2026-04-20T14:31:11.149" v="1142"/>
          <ac:inkMkLst>
            <pc:docMk/>
            <pc:sldMk cId="3493980762" sldId="258"/>
            <ac:inkMk id="558" creationId="{12C6FDA5-9028-30C8-E57D-F1655D755075}"/>
          </ac:inkMkLst>
        </pc:inkChg>
        <pc:inkChg chg="add">
          <ac:chgData name="植田 篤俊" userId="0d2b3cda-30c1-45e3-9e5c-02c0046d67fa" providerId="ADAL" clId="{A6AB8097-671C-4783-A056-5A985F003BDF}" dt="2026-04-20T14:18:00.820" v="642"/>
          <ac:inkMkLst>
            <pc:docMk/>
            <pc:sldMk cId="3493980762" sldId="258"/>
            <ac:inkMk id="558" creationId="{B94CE436-6EDD-BF66-633A-C16B71CBCDF5}"/>
          </ac:inkMkLst>
        </pc:inkChg>
        <pc:inkChg chg="add del">
          <ac:chgData name="植田 篤俊" userId="0d2b3cda-30c1-45e3-9e5c-02c0046d67fa" providerId="ADAL" clId="{A6AB8097-671C-4783-A056-5A985F003BDF}" dt="2026-04-20T14:23:54.670" v="995"/>
          <ac:inkMkLst>
            <pc:docMk/>
            <pc:sldMk cId="3493980762" sldId="258"/>
            <ac:inkMk id="558" creationId="{C268217B-8E6C-3729-11D6-F3B002D3DE66}"/>
          </ac:inkMkLst>
        </pc:inkChg>
        <pc:inkChg chg="add">
          <ac:chgData name="植田 篤俊" userId="0d2b3cda-30c1-45e3-9e5c-02c0046d67fa" providerId="ADAL" clId="{A6AB8097-671C-4783-A056-5A985F003BDF}" dt="2026-04-20T14:13:44.174" v="262"/>
          <ac:inkMkLst>
            <pc:docMk/>
            <pc:sldMk cId="3493980762" sldId="258"/>
            <ac:inkMk id="558" creationId="{C5F877CE-AFDF-4C8D-DB07-AAD26E6F0F89}"/>
          </ac:inkMkLst>
        </pc:inkChg>
        <pc:inkChg chg="add reco">
          <ac:chgData name="植田 篤俊" userId="0d2b3cda-30c1-45e3-9e5c-02c0046d67fa" providerId="ADAL" clId="{A6AB8097-671C-4783-A056-5A985F003BDF}" dt="2026-04-20T14:23:54.670" v="995"/>
          <ac:inkMkLst>
            <pc:docMk/>
            <pc:sldMk cId="3493980762" sldId="258"/>
            <ac:inkMk id="559" creationId="{1E77F6E7-0E5B-208D-0089-E62BCD44EEDD}"/>
          </ac:inkMkLst>
        </pc:inkChg>
        <pc:inkChg chg="add del">
          <ac:chgData name="植田 篤俊" userId="0d2b3cda-30c1-45e3-9e5c-02c0046d67fa" providerId="ADAL" clId="{A6AB8097-671C-4783-A056-5A985F003BDF}" dt="2026-04-20T14:13:51.635" v="287"/>
          <ac:inkMkLst>
            <pc:docMk/>
            <pc:sldMk cId="3493980762" sldId="258"/>
            <ac:inkMk id="559" creationId="{92D63E5F-1FE8-E49B-91EB-87B654FC4B3F}"/>
          </ac:inkMkLst>
        </pc:inkChg>
        <pc:inkChg chg="add">
          <ac:chgData name="植田 篤俊" userId="0d2b3cda-30c1-45e3-9e5c-02c0046d67fa" providerId="ADAL" clId="{A6AB8097-671C-4783-A056-5A985F003BDF}" dt="2026-04-20T14:18:01.155" v="643"/>
          <ac:inkMkLst>
            <pc:docMk/>
            <pc:sldMk cId="3493980762" sldId="258"/>
            <ac:inkMk id="559" creationId="{B78E3E04-60AF-5A91-94C2-2007A5CEE940}"/>
          </ac:inkMkLst>
        </pc:inkChg>
        <pc:inkChg chg="del">
          <ac:chgData name="植田 篤俊" userId="0d2b3cda-30c1-45e3-9e5c-02c0046d67fa" providerId="ADAL" clId="{A6AB8097-671C-4783-A056-5A985F003BDF}" dt="2026-04-20T14:09:58.848" v="2"/>
          <ac:inkMkLst>
            <pc:docMk/>
            <pc:sldMk cId="3493980762" sldId="258"/>
            <ac:inkMk id="560" creationId="{861EF2C8-5AB7-34EA-9FF2-3D004C11861A}"/>
          </ac:inkMkLst>
        </pc:inkChg>
        <pc:inkChg chg="add">
          <ac:chgData name="植田 篤俊" userId="0d2b3cda-30c1-45e3-9e5c-02c0046d67fa" providerId="ADAL" clId="{A6AB8097-671C-4783-A056-5A985F003BDF}" dt="2026-04-20T14:31:11.282" v="1143"/>
          <ac:inkMkLst>
            <pc:docMk/>
            <pc:sldMk cId="3493980762" sldId="258"/>
            <ac:inkMk id="561" creationId="{62363638-3681-6456-E70E-2E2537099C79}"/>
          </ac:inkMkLst>
        </pc:inkChg>
        <pc:inkChg chg="add">
          <ac:chgData name="植田 篤俊" userId="0d2b3cda-30c1-45e3-9e5c-02c0046d67fa" providerId="ADAL" clId="{A6AB8097-671C-4783-A056-5A985F003BDF}" dt="2026-04-20T14:18:01.270" v="644"/>
          <ac:inkMkLst>
            <pc:docMk/>
            <pc:sldMk cId="3493980762" sldId="258"/>
            <ac:inkMk id="561" creationId="{76A8EF98-6942-9E27-59F0-36FE12A783D4}"/>
          </ac:inkMkLst>
        </pc:inkChg>
        <pc:inkChg chg="add del">
          <ac:chgData name="植田 篤俊" userId="0d2b3cda-30c1-45e3-9e5c-02c0046d67fa" providerId="ADAL" clId="{A6AB8097-671C-4783-A056-5A985F003BDF}" dt="2026-04-20T14:13:51.635" v="287"/>
          <ac:inkMkLst>
            <pc:docMk/>
            <pc:sldMk cId="3493980762" sldId="258"/>
            <ac:inkMk id="561" creationId="{CA769154-7F10-4035-5882-D68B5CA9534E}"/>
          </ac:inkMkLst>
        </pc:inkChg>
        <pc:inkChg chg="add">
          <ac:chgData name="植田 篤俊" userId="0d2b3cda-30c1-45e3-9e5c-02c0046d67fa" providerId="ADAL" clId="{A6AB8097-671C-4783-A056-5A985F003BDF}" dt="2026-04-20T14:23:55.236" v="996"/>
          <ac:inkMkLst>
            <pc:docMk/>
            <pc:sldMk cId="3493980762" sldId="258"/>
            <ac:inkMk id="561" creationId="{CF777719-F936-9B4F-A6C1-7C4EFD870A75}"/>
          </ac:inkMkLst>
        </pc:inkChg>
        <pc:inkChg chg="add del">
          <ac:chgData name="植田 篤俊" userId="0d2b3cda-30c1-45e3-9e5c-02c0046d67fa" providerId="ADAL" clId="{A6AB8097-671C-4783-A056-5A985F003BDF}" dt="2026-04-20T14:24:04.717" v="1027"/>
          <ac:inkMkLst>
            <pc:docMk/>
            <pc:sldMk cId="3493980762" sldId="258"/>
            <ac:inkMk id="562" creationId="{01FC19CB-D387-7199-9A81-8EFA79267ADF}"/>
          </ac:inkMkLst>
        </pc:inkChg>
        <pc:inkChg chg="add del">
          <ac:chgData name="植田 篤俊" userId="0d2b3cda-30c1-45e3-9e5c-02c0046d67fa" providerId="ADAL" clId="{A6AB8097-671C-4783-A056-5A985F003BDF}" dt="2026-04-20T14:13:51.635" v="287"/>
          <ac:inkMkLst>
            <pc:docMk/>
            <pc:sldMk cId="3493980762" sldId="258"/>
            <ac:inkMk id="562" creationId="{03CC7E59-F26C-6D8F-DA59-4B147E66C184}"/>
          </ac:inkMkLst>
        </pc:inkChg>
        <pc:inkChg chg="add del">
          <ac:chgData name="植田 篤俊" userId="0d2b3cda-30c1-45e3-9e5c-02c0046d67fa" providerId="ADAL" clId="{A6AB8097-671C-4783-A056-5A985F003BDF}" dt="2026-04-20T14:18:08.463" v="671"/>
          <ac:inkMkLst>
            <pc:docMk/>
            <pc:sldMk cId="3493980762" sldId="258"/>
            <ac:inkMk id="562" creationId="{1AF2C263-B7AF-305A-6CAA-DCD88C1A26EA}"/>
          </ac:inkMkLst>
        </pc:inkChg>
        <pc:inkChg chg="add">
          <ac:chgData name="植田 篤俊" userId="0d2b3cda-30c1-45e3-9e5c-02c0046d67fa" providerId="ADAL" clId="{A6AB8097-671C-4783-A056-5A985F003BDF}" dt="2026-04-20T14:31:11.584" v="1144"/>
          <ac:inkMkLst>
            <pc:docMk/>
            <pc:sldMk cId="3493980762" sldId="258"/>
            <ac:inkMk id="562" creationId="{38914FD6-68D4-5767-F608-CACF108626F6}"/>
          </ac:inkMkLst>
        </pc:inkChg>
        <pc:inkChg chg="add del">
          <ac:chgData name="植田 篤俊" userId="0d2b3cda-30c1-45e3-9e5c-02c0046d67fa" providerId="ADAL" clId="{A6AB8097-671C-4783-A056-5A985F003BDF}" dt="2026-04-20T14:24:04.717" v="1027"/>
          <ac:inkMkLst>
            <pc:docMk/>
            <pc:sldMk cId="3493980762" sldId="258"/>
            <ac:inkMk id="563" creationId="{90929736-00B1-56C2-AB37-667012B8BF41}"/>
          </ac:inkMkLst>
        </pc:inkChg>
        <pc:inkChg chg="add del">
          <ac:chgData name="植田 篤俊" userId="0d2b3cda-30c1-45e3-9e5c-02c0046d67fa" providerId="ADAL" clId="{A6AB8097-671C-4783-A056-5A985F003BDF}" dt="2026-04-20T14:31:12.784" v="1147"/>
          <ac:inkMkLst>
            <pc:docMk/>
            <pc:sldMk cId="3493980762" sldId="258"/>
            <ac:inkMk id="563" creationId="{928392F2-362A-9CD9-9E41-835807488CDE}"/>
          </ac:inkMkLst>
        </pc:inkChg>
        <pc:inkChg chg="add">
          <ac:chgData name="植田 篤俊" userId="0d2b3cda-30c1-45e3-9e5c-02c0046d67fa" providerId="ADAL" clId="{A6AB8097-671C-4783-A056-5A985F003BDF}" dt="2026-04-20T14:18:01.704" v="646"/>
          <ac:inkMkLst>
            <pc:docMk/>
            <pc:sldMk cId="3493980762" sldId="258"/>
            <ac:inkMk id="563" creationId="{AD8B308F-EEE2-F204-67B8-687D2149C7FF}"/>
          </ac:inkMkLst>
        </pc:inkChg>
        <pc:inkChg chg="add">
          <ac:chgData name="植田 篤俊" userId="0d2b3cda-30c1-45e3-9e5c-02c0046d67fa" providerId="ADAL" clId="{A6AB8097-671C-4783-A056-5A985F003BDF}" dt="2026-04-20T14:13:45.708" v="266"/>
          <ac:inkMkLst>
            <pc:docMk/>
            <pc:sldMk cId="3493980762" sldId="258"/>
            <ac:inkMk id="563" creationId="{F74006CD-1702-054E-E3E4-9523F4194808}"/>
          </ac:inkMkLst>
        </pc:inkChg>
        <pc:inkChg chg="add">
          <ac:chgData name="植田 篤俊" userId="0d2b3cda-30c1-45e3-9e5c-02c0046d67fa" providerId="ADAL" clId="{A6AB8097-671C-4783-A056-5A985F003BDF}" dt="2026-04-20T14:18:01.870" v="647"/>
          <ac:inkMkLst>
            <pc:docMk/>
            <pc:sldMk cId="3493980762" sldId="258"/>
            <ac:inkMk id="564" creationId="{5CFA2D9D-DEE6-B579-A11D-1CCA76D99B0C}"/>
          </ac:inkMkLst>
        </pc:inkChg>
        <pc:inkChg chg="add del">
          <ac:chgData name="植田 篤俊" userId="0d2b3cda-30c1-45e3-9e5c-02c0046d67fa" providerId="ADAL" clId="{A6AB8097-671C-4783-A056-5A985F003BDF}" dt="2026-04-20T14:31:12.784" v="1147"/>
          <ac:inkMkLst>
            <pc:docMk/>
            <pc:sldMk cId="3493980762" sldId="258"/>
            <ac:inkMk id="564" creationId="{85627D52-A511-1C0D-94BB-F6B5533E6FF4}"/>
          </ac:inkMkLst>
        </pc:inkChg>
        <pc:inkChg chg="add">
          <ac:chgData name="植田 篤俊" userId="0d2b3cda-30c1-45e3-9e5c-02c0046d67fa" providerId="ADAL" clId="{A6AB8097-671C-4783-A056-5A985F003BDF}" dt="2026-04-20T14:23:56.538" v="999"/>
          <ac:inkMkLst>
            <pc:docMk/>
            <pc:sldMk cId="3493980762" sldId="258"/>
            <ac:inkMk id="564" creationId="{B247A3F4-A788-BAA4-37BD-E86500822B4F}"/>
          </ac:inkMkLst>
        </pc:inkChg>
        <pc:inkChg chg="add">
          <ac:chgData name="植田 篤俊" userId="0d2b3cda-30c1-45e3-9e5c-02c0046d67fa" providerId="ADAL" clId="{A6AB8097-671C-4783-A056-5A985F003BDF}" dt="2026-04-20T14:13:46.323" v="267"/>
          <ac:inkMkLst>
            <pc:docMk/>
            <pc:sldMk cId="3493980762" sldId="258"/>
            <ac:inkMk id="564" creationId="{C9078B71-90DB-D9F7-AB21-A6A2462FB600}"/>
          </ac:inkMkLst>
        </pc:inkChg>
        <pc:inkChg chg="add">
          <ac:chgData name="植田 篤俊" userId="0d2b3cda-30c1-45e3-9e5c-02c0046d67fa" providerId="ADAL" clId="{A6AB8097-671C-4783-A056-5A985F003BDF}" dt="2026-04-20T14:13:46.539" v="268"/>
          <ac:inkMkLst>
            <pc:docMk/>
            <pc:sldMk cId="3493980762" sldId="258"/>
            <ac:inkMk id="565" creationId="{1BB40992-B7F6-14F0-C2BF-93E023C55204}"/>
          </ac:inkMkLst>
        </pc:inkChg>
        <pc:inkChg chg="add">
          <ac:chgData name="植田 篤俊" userId="0d2b3cda-30c1-45e3-9e5c-02c0046d67fa" providerId="ADAL" clId="{A6AB8097-671C-4783-A056-5A985F003BDF}" dt="2026-04-20T14:18:02.003" v="648"/>
          <ac:inkMkLst>
            <pc:docMk/>
            <pc:sldMk cId="3493980762" sldId="258"/>
            <ac:inkMk id="565" creationId="{BA8A5BE1-5BF6-E1AA-F9FC-1BE4F527BEB6}"/>
          </ac:inkMkLst>
        </pc:inkChg>
        <pc:inkChg chg="add">
          <ac:chgData name="植田 篤俊" userId="0d2b3cda-30c1-45e3-9e5c-02c0046d67fa" providerId="ADAL" clId="{A6AB8097-671C-4783-A056-5A985F003BDF}" dt="2026-04-20T14:23:56.703" v="1000"/>
          <ac:inkMkLst>
            <pc:docMk/>
            <pc:sldMk cId="3493980762" sldId="258"/>
            <ac:inkMk id="565" creationId="{E11EFF04-C24F-BB4E-0E9A-E8C2DFE665CE}"/>
          </ac:inkMkLst>
        </pc:inkChg>
        <pc:inkChg chg="add reco">
          <ac:chgData name="植田 篤俊" userId="0d2b3cda-30c1-45e3-9e5c-02c0046d67fa" providerId="ADAL" clId="{A6AB8097-671C-4783-A056-5A985F003BDF}" dt="2026-04-20T14:31:12.784" v="1147"/>
          <ac:inkMkLst>
            <pc:docMk/>
            <pc:sldMk cId="3493980762" sldId="258"/>
            <ac:inkMk id="565" creationId="{FB9FCA49-FC3E-3509-8A14-EC3483A787A9}"/>
          </ac:inkMkLst>
        </pc:inkChg>
        <pc:inkChg chg="add">
          <ac:chgData name="植田 篤俊" userId="0d2b3cda-30c1-45e3-9e5c-02c0046d67fa" providerId="ADAL" clId="{A6AB8097-671C-4783-A056-5A985F003BDF}" dt="2026-04-20T14:23:57.006" v="1001"/>
          <ac:inkMkLst>
            <pc:docMk/>
            <pc:sldMk cId="3493980762" sldId="258"/>
            <ac:inkMk id="566" creationId="{3C579D99-CD39-19C3-85AA-E6CF05516BA1}"/>
          </ac:inkMkLst>
        </pc:inkChg>
        <pc:inkChg chg="add del">
          <ac:chgData name="植田 篤俊" userId="0d2b3cda-30c1-45e3-9e5c-02c0046d67fa" providerId="ADAL" clId="{A6AB8097-671C-4783-A056-5A985F003BDF}" dt="2026-04-20T14:13:51.635" v="287"/>
          <ac:inkMkLst>
            <pc:docMk/>
            <pc:sldMk cId="3493980762" sldId="258"/>
            <ac:inkMk id="566" creationId="{46F0DAB3-631C-8F27-627D-9D558C1CEF43}"/>
          </ac:inkMkLst>
        </pc:inkChg>
        <pc:inkChg chg="add del">
          <ac:chgData name="植田 篤俊" userId="0d2b3cda-30c1-45e3-9e5c-02c0046d67fa" providerId="ADAL" clId="{A6AB8097-671C-4783-A056-5A985F003BDF}" dt="2026-04-20T14:32:13.500" v="1149"/>
          <ac:inkMkLst>
            <pc:docMk/>
            <pc:sldMk cId="3493980762" sldId="258"/>
            <ac:inkMk id="566" creationId="{7CC1F1B4-DCF3-9CD8-0AE6-F89348DF67F3}"/>
          </ac:inkMkLst>
        </pc:inkChg>
        <pc:inkChg chg="add">
          <ac:chgData name="植田 篤俊" userId="0d2b3cda-30c1-45e3-9e5c-02c0046d67fa" providerId="ADAL" clId="{A6AB8097-671C-4783-A056-5A985F003BDF}" dt="2026-04-20T14:18:02.153" v="649"/>
          <ac:inkMkLst>
            <pc:docMk/>
            <pc:sldMk cId="3493980762" sldId="258"/>
            <ac:inkMk id="566" creationId="{C84AF4DC-3A50-68A2-0EF2-CFD06C41F719}"/>
          </ac:inkMkLst>
        </pc:inkChg>
        <pc:inkChg chg="add del">
          <ac:chgData name="植田 篤俊" userId="0d2b3cda-30c1-45e3-9e5c-02c0046d67fa" providerId="ADAL" clId="{A6AB8097-671C-4783-A056-5A985F003BDF}" dt="2026-04-20T14:24:04.717" v="1027"/>
          <ac:inkMkLst>
            <pc:docMk/>
            <pc:sldMk cId="3493980762" sldId="258"/>
            <ac:inkMk id="567" creationId="{5CF56F62-143B-D20F-82BE-1EFFBABE43EB}"/>
          </ac:inkMkLst>
        </pc:inkChg>
        <pc:inkChg chg="add">
          <ac:chgData name="植田 篤俊" userId="0d2b3cda-30c1-45e3-9e5c-02c0046d67fa" providerId="ADAL" clId="{A6AB8097-671C-4783-A056-5A985F003BDF}" dt="2026-04-20T14:18:02.370" v="650"/>
          <ac:inkMkLst>
            <pc:docMk/>
            <pc:sldMk cId="3493980762" sldId="258"/>
            <ac:inkMk id="567" creationId="{64B2B152-59F2-2FE9-B6D8-E0FB72610504}"/>
          </ac:inkMkLst>
        </pc:inkChg>
        <pc:inkChg chg="add">
          <ac:chgData name="植田 篤俊" userId="0d2b3cda-30c1-45e3-9e5c-02c0046d67fa" providerId="ADAL" clId="{A6AB8097-671C-4783-A056-5A985F003BDF}" dt="2026-04-20T14:32:22.014" v="1150"/>
          <ac:inkMkLst>
            <pc:docMk/>
            <pc:sldMk cId="3493980762" sldId="258"/>
            <ac:inkMk id="567" creationId="{B24425DA-F116-1E08-E8F4-6482BBC66D9E}"/>
          </ac:inkMkLst>
        </pc:inkChg>
        <pc:inkChg chg="add">
          <ac:chgData name="植田 篤俊" userId="0d2b3cda-30c1-45e3-9e5c-02c0046d67fa" providerId="ADAL" clId="{A6AB8097-671C-4783-A056-5A985F003BDF}" dt="2026-04-20T14:13:47.307" v="270"/>
          <ac:inkMkLst>
            <pc:docMk/>
            <pc:sldMk cId="3493980762" sldId="258"/>
            <ac:inkMk id="567" creationId="{E2E583DF-6EAA-F74E-8E72-0C0D98473D28}"/>
          </ac:inkMkLst>
        </pc:inkChg>
        <pc:inkChg chg="del">
          <ac:chgData name="植田 篤俊" userId="0d2b3cda-30c1-45e3-9e5c-02c0046d67fa" providerId="ADAL" clId="{A6AB8097-671C-4783-A056-5A985F003BDF}" dt="2026-04-20T14:09:58.850" v="5"/>
          <ac:inkMkLst>
            <pc:docMk/>
            <pc:sldMk cId="3493980762" sldId="258"/>
            <ac:inkMk id="568" creationId="{9494A7EB-E2EF-E454-AA3E-213B8B03518D}"/>
          </ac:inkMkLst>
        </pc:inkChg>
        <pc:inkChg chg="add del">
          <ac:chgData name="植田 篤俊" userId="0d2b3cda-30c1-45e3-9e5c-02c0046d67fa" providerId="ADAL" clId="{A6AB8097-671C-4783-A056-5A985F003BDF}" dt="2026-04-20T14:18:08.463" v="671"/>
          <ac:inkMkLst>
            <pc:docMk/>
            <pc:sldMk cId="3493980762" sldId="258"/>
            <ac:inkMk id="569" creationId="{4ECA680A-2328-5D43-064B-0258A14E4403}"/>
          </ac:inkMkLst>
        </pc:inkChg>
        <pc:inkChg chg="add">
          <ac:chgData name="植田 篤俊" userId="0d2b3cda-30c1-45e3-9e5c-02c0046d67fa" providerId="ADAL" clId="{A6AB8097-671C-4783-A056-5A985F003BDF}" dt="2026-04-20T14:23:57.786" v="1003"/>
          <ac:inkMkLst>
            <pc:docMk/>
            <pc:sldMk cId="3493980762" sldId="258"/>
            <ac:inkMk id="569" creationId="{B001EA62-F413-C600-4ACD-27644611AEC4}"/>
          </ac:inkMkLst>
        </pc:inkChg>
        <pc:inkChg chg="add del">
          <ac:chgData name="植田 篤俊" userId="0d2b3cda-30c1-45e3-9e5c-02c0046d67fa" providerId="ADAL" clId="{A6AB8097-671C-4783-A056-5A985F003BDF}" dt="2026-04-20T14:13:51.635" v="287"/>
          <ac:inkMkLst>
            <pc:docMk/>
            <pc:sldMk cId="3493980762" sldId="258"/>
            <ac:inkMk id="569" creationId="{C06F06BD-AE78-6527-8F89-E297972818B9}"/>
          </ac:inkMkLst>
        </pc:inkChg>
        <pc:inkChg chg="add">
          <ac:chgData name="植田 篤俊" userId="0d2b3cda-30c1-45e3-9e5c-02c0046d67fa" providerId="ADAL" clId="{A6AB8097-671C-4783-A056-5A985F003BDF}" dt="2026-04-20T14:32:22.347" v="1151"/>
          <ac:inkMkLst>
            <pc:docMk/>
            <pc:sldMk cId="3493980762" sldId="258"/>
            <ac:inkMk id="569" creationId="{DAE36873-6974-6E06-42A2-381979D50E12}"/>
          </ac:inkMkLst>
        </pc:inkChg>
        <pc:inkChg chg="add">
          <ac:chgData name="植田 篤俊" userId="0d2b3cda-30c1-45e3-9e5c-02c0046d67fa" providerId="ADAL" clId="{A6AB8097-671C-4783-A056-5A985F003BDF}" dt="2026-04-20T14:32:22.731" v="1152"/>
          <ac:inkMkLst>
            <pc:docMk/>
            <pc:sldMk cId="3493980762" sldId="258"/>
            <ac:inkMk id="570" creationId="{0C340334-519B-0F1F-5929-CFBA5D09EDCC}"/>
          </ac:inkMkLst>
        </pc:inkChg>
        <pc:inkChg chg="add">
          <ac:chgData name="植田 篤俊" userId="0d2b3cda-30c1-45e3-9e5c-02c0046d67fa" providerId="ADAL" clId="{A6AB8097-671C-4783-A056-5A985F003BDF}" dt="2026-04-20T14:18:02.720" v="652"/>
          <ac:inkMkLst>
            <pc:docMk/>
            <pc:sldMk cId="3493980762" sldId="258"/>
            <ac:inkMk id="570" creationId="{43A6DC8F-0558-9859-718A-CB14338A5940}"/>
          </ac:inkMkLst>
        </pc:inkChg>
        <pc:inkChg chg="add del">
          <ac:chgData name="植田 篤俊" userId="0d2b3cda-30c1-45e3-9e5c-02c0046d67fa" providerId="ADAL" clId="{A6AB8097-671C-4783-A056-5A985F003BDF}" dt="2026-04-20T14:13:51.635" v="287"/>
          <ac:inkMkLst>
            <pc:docMk/>
            <pc:sldMk cId="3493980762" sldId="258"/>
            <ac:inkMk id="570" creationId="{6F473747-5EB2-F3C2-CD31-81C024626943}"/>
          </ac:inkMkLst>
        </pc:inkChg>
        <pc:inkChg chg="add">
          <ac:chgData name="植田 篤俊" userId="0d2b3cda-30c1-45e3-9e5c-02c0046d67fa" providerId="ADAL" clId="{A6AB8097-671C-4783-A056-5A985F003BDF}" dt="2026-04-20T14:23:57.919" v="1004"/>
          <ac:inkMkLst>
            <pc:docMk/>
            <pc:sldMk cId="3493980762" sldId="258"/>
            <ac:inkMk id="570" creationId="{E57027A1-10DA-2B30-EC14-4BAE811EFDBA}"/>
          </ac:inkMkLst>
        </pc:inkChg>
        <pc:inkChg chg="del">
          <ac:chgData name="植田 篤俊" userId="0d2b3cda-30c1-45e3-9e5c-02c0046d67fa" providerId="ADAL" clId="{A6AB8097-671C-4783-A056-5A985F003BDF}" dt="2026-04-20T14:09:58.851" v="7"/>
          <ac:inkMkLst>
            <pc:docMk/>
            <pc:sldMk cId="3493980762" sldId="258"/>
            <ac:inkMk id="571" creationId="{D0BB9AD7-AF36-2A8B-ED4A-F9B1518577B0}"/>
          </ac:inkMkLst>
        </pc:inkChg>
        <pc:inkChg chg="add">
          <ac:chgData name="植田 篤俊" userId="0d2b3cda-30c1-45e3-9e5c-02c0046d67fa" providerId="ADAL" clId="{A6AB8097-671C-4783-A056-5A985F003BDF}" dt="2026-04-20T14:18:02.836" v="653"/>
          <ac:inkMkLst>
            <pc:docMk/>
            <pc:sldMk cId="3493980762" sldId="258"/>
            <ac:inkMk id="572" creationId="{1E6224BD-3D62-0973-87DC-3AC69419849B}"/>
          </ac:inkMkLst>
        </pc:inkChg>
        <pc:inkChg chg="add">
          <ac:chgData name="植田 篤俊" userId="0d2b3cda-30c1-45e3-9e5c-02c0046d67fa" providerId="ADAL" clId="{A6AB8097-671C-4783-A056-5A985F003BDF}" dt="2026-04-20T14:32:22.927" v="1153"/>
          <ac:inkMkLst>
            <pc:docMk/>
            <pc:sldMk cId="3493980762" sldId="258"/>
            <ac:inkMk id="572" creationId="{228369D5-04C9-5546-9CA6-B5B5CA097949}"/>
          </ac:inkMkLst>
        </pc:inkChg>
        <pc:inkChg chg="add">
          <ac:chgData name="植田 篤俊" userId="0d2b3cda-30c1-45e3-9e5c-02c0046d67fa" providerId="ADAL" clId="{A6AB8097-671C-4783-A056-5A985F003BDF}" dt="2026-04-20T14:13:47.925" v="273"/>
          <ac:inkMkLst>
            <pc:docMk/>
            <pc:sldMk cId="3493980762" sldId="258"/>
            <ac:inkMk id="572" creationId="{38E01A03-438B-36C5-40D3-3C16C1E40B6D}"/>
          </ac:inkMkLst>
        </pc:inkChg>
        <pc:inkChg chg="add del">
          <ac:chgData name="植田 篤俊" userId="0d2b3cda-30c1-45e3-9e5c-02c0046d67fa" providerId="ADAL" clId="{A6AB8097-671C-4783-A056-5A985F003BDF}" dt="2026-04-20T14:24:04.717" v="1027"/>
          <ac:inkMkLst>
            <pc:docMk/>
            <pc:sldMk cId="3493980762" sldId="258"/>
            <ac:inkMk id="572" creationId="{A11EB6AC-EB4B-97AD-4B37-C9EAC62D3D34}"/>
          </ac:inkMkLst>
        </pc:inkChg>
        <pc:inkChg chg="add del">
          <ac:chgData name="植田 篤俊" userId="0d2b3cda-30c1-45e3-9e5c-02c0046d67fa" providerId="ADAL" clId="{A6AB8097-671C-4783-A056-5A985F003BDF}" dt="2026-04-20T14:24:04.717" v="1027"/>
          <ac:inkMkLst>
            <pc:docMk/>
            <pc:sldMk cId="3493980762" sldId="258"/>
            <ac:inkMk id="573" creationId="{880EE1D0-9A87-1590-6DA6-42E8EE824DDE}"/>
          </ac:inkMkLst>
        </pc:inkChg>
        <pc:inkChg chg="add">
          <ac:chgData name="植田 篤俊" userId="0d2b3cda-30c1-45e3-9e5c-02c0046d67fa" providerId="ADAL" clId="{A6AB8097-671C-4783-A056-5A985F003BDF}" dt="2026-04-20T14:13:48.090" v="274"/>
          <ac:inkMkLst>
            <pc:docMk/>
            <pc:sldMk cId="3493980762" sldId="258"/>
            <ac:inkMk id="573" creationId="{A3A1C896-D711-24AE-BCEF-F2672E43BED7}"/>
          </ac:inkMkLst>
        </pc:inkChg>
        <pc:inkChg chg="add">
          <ac:chgData name="植田 篤俊" userId="0d2b3cda-30c1-45e3-9e5c-02c0046d67fa" providerId="ADAL" clId="{A6AB8097-671C-4783-A056-5A985F003BDF}" dt="2026-04-20T14:18:03.371" v="654"/>
          <ac:inkMkLst>
            <pc:docMk/>
            <pc:sldMk cId="3493980762" sldId="258"/>
            <ac:inkMk id="573" creationId="{C8549B3E-01C1-EB8E-7A01-63F7B5F6A1BB}"/>
          </ac:inkMkLst>
        </pc:inkChg>
        <pc:inkChg chg="add">
          <ac:chgData name="植田 篤俊" userId="0d2b3cda-30c1-45e3-9e5c-02c0046d67fa" providerId="ADAL" clId="{A6AB8097-671C-4783-A056-5A985F003BDF}" dt="2026-04-20T14:32:23.060" v="1154"/>
          <ac:inkMkLst>
            <pc:docMk/>
            <pc:sldMk cId="3493980762" sldId="258"/>
            <ac:inkMk id="573" creationId="{F4F14026-5B75-376D-A163-A5913AE686A1}"/>
          </ac:inkMkLst>
        </pc:inkChg>
        <pc:inkChg chg="add">
          <ac:chgData name="植田 篤俊" userId="0d2b3cda-30c1-45e3-9e5c-02c0046d67fa" providerId="ADAL" clId="{A6AB8097-671C-4783-A056-5A985F003BDF}" dt="2026-04-20T14:32:23.193" v="1155"/>
          <ac:inkMkLst>
            <pc:docMk/>
            <pc:sldMk cId="3493980762" sldId="258"/>
            <ac:inkMk id="574" creationId="{B1DFFD5D-F597-0674-C7A0-BC715A751428}"/>
          </ac:inkMkLst>
        </pc:inkChg>
        <pc:inkChg chg="add del">
          <ac:chgData name="植田 篤俊" userId="0d2b3cda-30c1-45e3-9e5c-02c0046d67fa" providerId="ADAL" clId="{A6AB8097-671C-4783-A056-5A985F003BDF}" dt="2026-04-20T14:18:08.463" v="671"/>
          <ac:inkMkLst>
            <pc:docMk/>
            <pc:sldMk cId="3493980762" sldId="258"/>
            <ac:inkMk id="574" creationId="{C44401C8-88CD-2439-F48B-07F4C9670317}"/>
          </ac:inkMkLst>
        </pc:inkChg>
        <pc:inkChg chg="add">
          <ac:chgData name="植田 篤俊" userId="0d2b3cda-30c1-45e3-9e5c-02c0046d67fa" providerId="ADAL" clId="{A6AB8097-671C-4783-A056-5A985F003BDF}" dt="2026-04-20T14:13:48.240" v="275"/>
          <ac:inkMkLst>
            <pc:docMk/>
            <pc:sldMk cId="3493980762" sldId="258"/>
            <ac:inkMk id="574" creationId="{CE1C71AE-72B8-E843-3F62-750C91C0A77E}"/>
          </ac:inkMkLst>
        </pc:inkChg>
        <pc:inkChg chg="add">
          <ac:chgData name="植田 篤俊" userId="0d2b3cda-30c1-45e3-9e5c-02c0046d67fa" providerId="ADAL" clId="{A6AB8097-671C-4783-A056-5A985F003BDF}" dt="2026-04-20T14:23:58.469" v="1007"/>
          <ac:inkMkLst>
            <pc:docMk/>
            <pc:sldMk cId="3493980762" sldId="258"/>
            <ac:inkMk id="574" creationId="{FFBF17E7-F75A-C404-7310-8553C0579CFF}"/>
          </ac:inkMkLst>
        </pc:inkChg>
        <pc:inkChg chg="add del">
          <ac:chgData name="植田 篤俊" userId="0d2b3cda-30c1-45e3-9e5c-02c0046d67fa" providerId="ADAL" clId="{A6AB8097-671C-4783-A056-5A985F003BDF}" dt="2026-04-20T14:18:08.463" v="671"/>
          <ac:inkMkLst>
            <pc:docMk/>
            <pc:sldMk cId="3493980762" sldId="258"/>
            <ac:inkMk id="575" creationId="{26D87B3A-3A24-580F-B42C-BF916575D7CA}"/>
          </ac:inkMkLst>
        </pc:inkChg>
        <pc:inkChg chg="add del">
          <ac:chgData name="植田 篤俊" userId="0d2b3cda-30c1-45e3-9e5c-02c0046d67fa" providerId="ADAL" clId="{A6AB8097-671C-4783-A056-5A985F003BDF}" dt="2026-04-20T14:32:39.619" v="1219"/>
          <ac:inkMkLst>
            <pc:docMk/>
            <pc:sldMk cId="3493980762" sldId="258"/>
            <ac:inkMk id="575" creationId="{86D8FFE1-0A10-3C6F-BAB4-CB248F356E63}"/>
          </ac:inkMkLst>
        </pc:inkChg>
        <pc:inkChg chg="add">
          <ac:chgData name="植田 篤俊" userId="0d2b3cda-30c1-45e3-9e5c-02c0046d67fa" providerId="ADAL" clId="{A6AB8097-671C-4783-A056-5A985F003BDF}" dt="2026-04-20T14:13:48.407" v="276"/>
          <ac:inkMkLst>
            <pc:docMk/>
            <pc:sldMk cId="3493980762" sldId="258"/>
            <ac:inkMk id="575" creationId="{D8D09C08-248E-1E17-B439-6829A3968E15}"/>
          </ac:inkMkLst>
        </pc:inkChg>
        <pc:inkChg chg="add">
          <ac:chgData name="植田 篤俊" userId="0d2b3cda-30c1-45e3-9e5c-02c0046d67fa" providerId="ADAL" clId="{A6AB8097-671C-4783-A056-5A985F003BDF}" dt="2026-04-20T14:23:58.586" v="1008"/>
          <ac:inkMkLst>
            <pc:docMk/>
            <pc:sldMk cId="3493980762" sldId="258"/>
            <ac:inkMk id="575" creationId="{F05D8D5B-A3CC-16EC-2051-D59BC015D82E}"/>
          </ac:inkMkLst>
        </pc:inkChg>
        <pc:inkChg chg="add del">
          <ac:chgData name="植田 篤俊" userId="0d2b3cda-30c1-45e3-9e5c-02c0046d67fa" providerId="ADAL" clId="{A6AB8097-671C-4783-A056-5A985F003BDF}" dt="2026-04-20T14:19:17.233" v="743"/>
          <ac:inkMkLst>
            <pc:docMk/>
            <pc:sldMk cId="3493980762" sldId="258"/>
            <ac:inkMk id="576" creationId="{21355163-175B-1CC6-B902-BDD678866A7E}"/>
          </ac:inkMkLst>
        </pc:inkChg>
        <pc:inkChg chg="add">
          <ac:chgData name="植田 篤俊" userId="0d2b3cda-30c1-45e3-9e5c-02c0046d67fa" providerId="ADAL" clId="{A6AB8097-671C-4783-A056-5A985F003BDF}" dt="2026-04-20T14:33:08.107" v="1268"/>
          <ac:inkMkLst>
            <pc:docMk/>
            <pc:sldMk cId="3493980762" sldId="258"/>
            <ac:inkMk id="576" creationId="{6A57282A-47D2-F464-E431-1DED97DA5EFE}"/>
          </ac:inkMkLst>
        </pc:inkChg>
        <pc:inkChg chg="add del">
          <ac:chgData name="植田 篤俊" userId="0d2b3cda-30c1-45e3-9e5c-02c0046d67fa" providerId="ADAL" clId="{A6AB8097-671C-4783-A056-5A985F003BDF}" dt="2026-04-20T14:19:17.233" v="743"/>
          <ac:inkMkLst>
            <pc:docMk/>
            <pc:sldMk cId="3493980762" sldId="258"/>
            <ac:inkMk id="577" creationId="{15DDB98B-D219-2981-0ADC-6171CBAEC77C}"/>
          </ac:inkMkLst>
        </pc:inkChg>
        <pc:inkChg chg="add">
          <ac:chgData name="植田 篤俊" userId="0d2b3cda-30c1-45e3-9e5c-02c0046d67fa" providerId="ADAL" clId="{A6AB8097-671C-4783-A056-5A985F003BDF}" dt="2026-04-20T14:33:08.206" v="1269"/>
          <ac:inkMkLst>
            <pc:docMk/>
            <pc:sldMk cId="3493980762" sldId="258"/>
            <ac:inkMk id="577" creationId="{54CFEDFF-C56E-E0E5-0A38-8FF58738FA58}"/>
          </ac:inkMkLst>
        </pc:inkChg>
        <pc:inkChg chg="add">
          <ac:chgData name="植田 篤俊" userId="0d2b3cda-30c1-45e3-9e5c-02c0046d67fa" providerId="ADAL" clId="{A6AB8097-671C-4783-A056-5A985F003BDF}" dt="2026-04-20T14:33:08.643" v="1270"/>
          <ac:inkMkLst>
            <pc:docMk/>
            <pc:sldMk cId="3493980762" sldId="258"/>
            <ac:inkMk id="578" creationId="{088A14E4-0DCC-9A07-1FCB-A0D547D3213C}"/>
          </ac:inkMkLst>
        </pc:inkChg>
        <pc:inkChg chg="add">
          <ac:chgData name="植田 篤俊" userId="0d2b3cda-30c1-45e3-9e5c-02c0046d67fa" providerId="ADAL" clId="{A6AB8097-671C-4783-A056-5A985F003BDF}" dt="2026-04-20T14:19:13.166" v="733"/>
          <ac:inkMkLst>
            <pc:docMk/>
            <pc:sldMk cId="3493980762" sldId="258"/>
            <ac:inkMk id="578" creationId="{64290417-4622-7D72-B2C5-188DAE374EB7}"/>
          </ac:inkMkLst>
        </pc:inkChg>
        <pc:inkChg chg="add">
          <ac:chgData name="植田 篤俊" userId="0d2b3cda-30c1-45e3-9e5c-02c0046d67fa" providerId="ADAL" clId="{A6AB8097-671C-4783-A056-5A985F003BDF}" dt="2026-04-20T14:19:13.550" v="734"/>
          <ac:inkMkLst>
            <pc:docMk/>
            <pc:sldMk cId="3493980762" sldId="258"/>
            <ac:inkMk id="579" creationId="{3AC737ED-1A65-C124-1D27-9C01A0D539CD}"/>
          </ac:inkMkLst>
        </pc:inkChg>
        <pc:inkChg chg="add">
          <ac:chgData name="植田 篤俊" userId="0d2b3cda-30c1-45e3-9e5c-02c0046d67fa" providerId="ADAL" clId="{A6AB8097-671C-4783-A056-5A985F003BDF}" dt="2026-04-20T14:33:09.506" v="1271"/>
          <ac:inkMkLst>
            <pc:docMk/>
            <pc:sldMk cId="3493980762" sldId="258"/>
            <ac:inkMk id="579" creationId="{8DBBD0AF-C1AD-62A6-B5DA-DB3DFD7AD678}"/>
          </ac:inkMkLst>
        </pc:inkChg>
        <pc:inkChg chg="add">
          <ac:chgData name="植田 篤俊" userId="0d2b3cda-30c1-45e3-9e5c-02c0046d67fa" providerId="ADAL" clId="{A6AB8097-671C-4783-A056-5A985F003BDF}" dt="2026-04-20T14:19:13.833" v="735"/>
          <ac:inkMkLst>
            <pc:docMk/>
            <pc:sldMk cId="3493980762" sldId="258"/>
            <ac:inkMk id="580" creationId="{62B810CF-83F6-9A5F-A2E4-6E7012E291C2}"/>
          </ac:inkMkLst>
        </pc:inkChg>
        <pc:inkChg chg="add">
          <ac:chgData name="植田 篤俊" userId="0d2b3cda-30c1-45e3-9e5c-02c0046d67fa" providerId="ADAL" clId="{A6AB8097-671C-4783-A056-5A985F003BDF}" dt="2026-04-20T14:33:09.673" v="1272"/>
          <ac:inkMkLst>
            <pc:docMk/>
            <pc:sldMk cId="3493980762" sldId="258"/>
            <ac:inkMk id="580" creationId="{957ECCFA-C5A0-E0B8-621A-DF2EE1F86A9F}"/>
          </ac:inkMkLst>
        </pc:inkChg>
        <pc:inkChg chg="add del">
          <ac:chgData name="植田 篤俊" userId="0d2b3cda-30c1-45e3-9e5c-02c0046d67fa" providerId="ADAL" clId="{A6AB8097-671C-4783-A056-5A985F003BDF}" dt="2026-04-20T14:19:17.233" v="743"/>
          <ac:inkMkLst>
            <pc:docMk/>
            <pc:sldMk cId="3493980762" sldId="258"/>
            <ac:inkMk id="581" creationId="{BF1ACD9C-B59E-1A76-44ED-DF81EC61DA15}"/>
          </ac:inkMkLst>
        </pc:inkChg>
        <pc:inkChg chg="add">
          <ac:chgData name="植田 篤俊" userId="0d2b3cda-30c1-45e3-9e5c-02c0046d67fa" providerId="ADAL" clId="{A6AB8097-671C-4783-A056-5A985F003BDF}" dt="2026-04-20T14:33:09.823" v="1273"/>
          <ac:inkMkLst>
            <pc:docMk/>
            <pc:sldMk cId="3493980762" sldId="258"/>
            <ac:inkMk id="581" creationId="{EC71AEAE-D6F8-DAD8-6AE2-CF78EFFABE2A}"/>
          </ac:inkMkLst>
        </pc:inkChg>
        <pc:inkChg chg="add">
          <ac:chgData name="植田 篤俊" userId="0d2b3cda-30c1-45e3-9e5c-02c0046d67fa" providerId="ADAL" clId="{A6AB8097-671C-4783-A056-5A985F003BDF}" dt="2026-04-20T14:19:14.199" v="737"/>
          <ac:inkMkLst>
            <pc:docMk/>
            <pc:sldMk cId="3493980762" sldId="258"/>
            <ac:inkMk id="582" creationId="{53B5A35C-D580-89A9-A4B5-341FD6200352}"/>
          </ac:inkMkLst>
        </pc:inkChg>
        <pc:inkChg chg="add">
          <ac:chgData name="植田 篤俊" userId="0d2b3cda-30c1-45e3-9e5c-02c0046d67fa" providerId="ADAL" clId="{A6AB8097-671C-4783-A056-5A985F003BDF}" dt="2026-04-20T14:33:09.940" v="1274"/>
          <ac:inkMkLst>
            <pc:docMk/>
            <pc:sldMk cId="3493980762" sldId="258"/>
            <ac:inkMk id="582" creationId="{D2B0D664-3132-D24A-8295-3E4F4324C6F0}"/>
          </ac:inkMkLst>
        </pc:inkChg>
        <pc:inkChg chg="add">
          <ac:chgData name="植田 篤俊" userId="0d2b3cda-30c1-45e3-9e5c-02c0046d67fa" providerId="ADAL" clId="{A6AB8097-671C-4783-A056-5A985F003BDF}" dt="2026-04-20T14:33:10.157" v="1275"/>
          <ac:inkMkLst>
            <pc:docMk/>
            <pc:sldMk cId="3493980762" sldId="258"/>
            <ac:inkMk id="583" creationId="{09801641-90C7-36C3-75F2-5E9735BDEA4A}"/>
          </ac:inkMkLst>
        </pc:inkChg>
        <pc:inkChg chg="add del">
          <ac:chgData name="植田 篤俊" userId="0d2b3cda-30c1-45e3-9e5c-02c0046d67fa" providerId="ADAL" clId="{A6AB8097-671C-4783-A056-5A985F003BDF}" dt="2026-04-20T14:19:17.233" v="743"/>
          <ac:inkMkLst>
            <pc:docMk/>
            <pc:sldMk cId="3493980762" sldId="258"/>
            <ac:inkMk id="583" creationId="{E4145C2C-7765-FD61-0278-BC025E47446A}"/>
          </ac:inkMkLst>
        </pc:inkChg>
        <pc:inkChg chg="add">
          <ac:chgData name="植田 篤俊" userId="0d2b3cda-30c1-45e3-9e5c-02c0046d67fa" providerId="ADAL" clId="{A6AB8097-671C-4783-A056-5A985F003BDF}" dt="2026-04-20T14:33:10.307" v="1276"/>
          <ac:inkMkLst>
            <pc:docMk/>
            <pc:sldMk cId="3493980762" sldId="258"/>
            <ac:inkMk id="584" creationId="{02E34489-331B-F7CF-C3D9-D9173AAF5A94}"/>
          </ac:inkMkLst>
        </pc:inkChg>
        <pc:inkChg chg="add">
          <ac:chgData name="植田 篤俊" userId="0d2b3cda-30c1-45e3-9e5c-02c0046d67fa" providerId="ADAL" clId="{A6AB8097-671C-4783-A056-5A985F003BDF}" dt="2026-04-20T14:19:15.533" v="739"/>
          <ac:inkMkLst>
            <pc:docMk/>
            <pc:sldMk cId="3493980762" sldId="258"/>
            <ac:inkMk id="584" creationId="{D3790F08-33B4-71A2-BC8E-6807473E0B13}"/>
          </ac:inkMkLst>
        </pc:inkChg>
        <pc:inkChg chg="add del">
          <ac:chgData name="植田 篤俊" userId="0d2b3cda-30c1-45e3-9e5c-02c0046d67fa" providerId="ADAL" clId="{A6AB8097-671C-4783-A056-5A985F003BDF}" dt="2026-04-20T14:33:15.026" v="1291"/>
          <ac:inkMkLst>
            <pc:docMk/>
            <pc:sldMk cId="3493980762" sldId="258"/>
            <ac:inkMk id="585" creationId="{72FE1A69-C1D6-F737-1864-8309C6643B1D}"/>
          </ac:inkMkLst>
        </pc:inkChg>
        <pc:inkChg chg="add del">
          <ac:chgData name="植田 篤俊" userId="0d2b3cda-30c1-45e3-9e5c-02c0046d67fa" providerId="ADAL" clId="{A6AB8097-671C-4783-A056-5A985F003BDF}" dt="2026-04-20T14:19:17.233" v="743"/>
          <ac:inkMkLst>
            <pc:docMk/>
            <pc:sldMk cId="3493980762" sldId="258"/>
            <ac:inkMk id="585" creationId="{84C8BF91-17F4-E4DD-32D6-11A5D73462C1}"/>
          </ac:inkMkLst>
        </pc:inkChg>
        <pc:inkChg chg="add del">
          <ac:chgData name="植田 篤俊" userId="0d2b3cda-30c1-45e3-9e5c-02c0046d67fa" providerId="ADAL" clId="{A6AB8097-671C-4783-A056-5A985F003BDF}" dt="2026-04-20T14:19:17.233" v="743"/>
          <ac:inkMkLst>
            <pc:docMk/>
            <pc:sldMk cId="3493980762" sldId="258"/>
            <ac:inkMk id="586" creationId="{4BA1DDAC-F320-57B8-3DD0-0B3DDDA1E7C6}"/>
          </ac:inkMkLst>
        </pc:inkChg>
        <pc:inkChg chg="add del">
          <ac:chgData name="植田 篤俊" userId="0d2b3cda-30c1-45e3-9e5c-02c0046d67fa" providerId="ADAL" clId="{A6AB8097-671C-4783-A056-5A985F003BDF}" dt="2026-04-20T14:33:15.026" v="1291"/>
          <ac:inkMkLst>
            <pc:docMk/>
            <pc:sldMk cId="3493980762" sldId="258"/>
            <ac:inkMk id="586" creationId="{911DD75F-2348-32DD-8E3B-2222773111A7}"/>
          </ac:inkMkLst>
        </pc:inkChg>
        <pc:inkChg chg="add del">
          <ac:chgData name="植田 篤俊" userId="0d2b3cda-30c1-45e3-9e5c-02c0046d67fa" providerId="ADAL" clId="{A6AB8097-671C-4783-A056-5A985F003BDF}" dt="2026-04-20T14:19:17.233" v="743"/>
          <ac:inkMkLst>
            <pc:docMk/>
            <pc:sldMk cId="3493980762" sldId="258"/>
            <ac:inkMk id="587" creationId="{0E2B8DF5-3CD7-17F3-6DB2-AD9B8A379AB3}"/>
          </ac:inkMkLst>
        </pc:inkChg>
        <pc:inkChg chg="del">
          <ac:chgData name="植田 篤俊" userId="0d2b3cda-30c1-45e3-9e5c-02c0046d67fa" providerId="ADAL" clId="{A6AB8097-671C-4783-A056-5A985F003BDF}" dt="2026-04-20T14:09:58.849" v="4"/>
          <ac:inkMkLst>
            <pc:docMk/>
            <pc:sldMk cId="3493980762" sldId="258"/>
            <ac:inkMk id="587" creationId="{65B713C4-F4BB-4C80-29F3-6ED8106A78A9}"/>
          </ac:inkMkLst>
        </pc:inkChg>
        <pc:inkChg chg="add del">
          <ac:chgData name="植田 篤俊" userId="0d2b3cda-30c1-45e3-9e5c-02c0046d67fa" providerId="ADAL" clId="{A6AB8097-671C-4783-A056-5A985F003BDF}" dt="2026-04-20T14:33:15.026" v="1291"/>
          <ac:inkMkLst>
            <pc:docMk/>
            <pc:sldMk cId="3493980762" sldId="258"/>
            <ac:inkMk id="587" creationId="{DC444557-A0E3-91CD-6784-D2F3E421F2E2}"/>
          </ac:inkMkLst>
        </pc:inkChg>
        <pc:inkChg chg="del">
          <ac:chgData name="植田 篤俊" userId="0d2b3cda-30c1-45e3-9e5c-02c0046d67fa" providerId="ADAL" clId="{A6AB8097-671C-4783-A056-5A985F003BDF}" dt="2026-04-20T14:09:58.853" v="9"/>
          <ac:inkMkLst>
            <pc:docMk/>
            <pc:sldMk cId="3493980762" sldId="258"/>
            <ac:inkMk id="588" creationId="{67DF2472-B5BF-718B-C3D3-58E1A8EE3CA8}"/>
          </ac:inkMkLst>
        </pc:inkChg>
        <pc:inkChg chg="add reco">
          <ac:chgData name="植田 篤俊" userId="0d2b3cda-30c1-45e3-9e5c-02c0046d67fa" providerId="ADAL" clId="{A6AB8097-671C-4783-A056-5A985F003BDF}" dt="2026-04-20T14:19:17.233" v="743"/>
          <ac:inkMkLst>
            <pc:docMk/>
            <pc:sldMk cId="3493980762" sldId="258"/>
            <ac:inkMk id="589" creationId="{C4E96262-B9DC-75A7-FE31-356B0DA9BADB}"/>
          </ac:inkMkLst>
        </pc:inkChg>
        <pc:inkChg chg="add reco">
          <ac:chgData name="植田 篤俊" userId="0d2b3cda-30c1-45e3-9e5c-02c0046d67fa" providerId="ADAL" clId="{A6AB8097-671C-4783-A056-5A985F003BDF}" dt="2026-04-20T14:19:17.233" v="743"/>
          <ac:inkMkLst>
            <pc:docMk/>
            <pc:sldMk cId="3493980762" sldId="258"/>
            <ac:inkMk id="590" creationId="{984D8AE9-DA27-5DE1-A444-41A99B7D6FAA}"/>
          </ac:inkMkLst>
        </pc:inkChg>
        <pc:inkChg chg="add del">
          <ac:chgData name="植田 篤俊" userId="0d2b3cda-30c1-45e3-9e5c-02c0046d67fa" providerId="ADAL" clId="{A6AB8097-671C-4783-A056-5A985F003BDF}" dt="2026-04-20T14:19:21.830" v="755"/>
          <ac:inkMkLst>
            <pc:docMk/>
            <pc:sldMk cId="3493980762" sldId="258"/>
            <ac:inkMk id="591" creationId="{1938093E-D04E-32CA-7E52-602181842905}"/>
          </ac:inkMkLst>
        </pc:inkChg>
        <pc:inkChg chg="add del">
          <ac:chgData name="植田 篤俊" userId="0d2b3cda-30c1-45e3-9e5c-02c0046d67fa" providerId="ADAL" clId="{A6AB8097-671C-4783-A056-5A985F003BDF}" dt="2026-04-20T14:33:15.026" v="1291"/>
          <ac:inkMkLst>
            <pc:docMk/>
            <pc:sldMk cId="3493980762" sldId="258"/>
            <ac:inkMk id="591" creationId="{8024B54A-2767-D79F-EF34-A1DD93A0E70E}"/>
          </ac:inkMkLst>
        </pc:inkChg>
        <pc:inkChg chg="add">
          <ac:chgData name="植田 篤俊" userId="0d2b3cda-30c1-45e3-9e5c-02c0046d67fa" providerId="ADAL" clId="{A6AB8097-671C-4783-A056-5A985F003BDF}" dt="2026-04-20T14:33:11.840" v="1281"/>
          <ac:inkMkLst>
            <pc:docMk/>
            <pc:sldMk cId="3493980762" sldId="258"/>
            <ac:inkMk id="592" creationId="{2E8ABC80-0E81-0583-20E8-BA1914C878AA}"/>
          </ac:inkMkLst>
        </pc:inkChg>
        <pc:inkChg chg="del">
          <ac:chgData name="植田 篤俊" userId="0d2b3cda-30c1-45e3-9e5c-02c0046d67fa" providerId="ADAL" clId="{A6AB8097-671C-4783-A056-5A985F003BDF}" dt="2026-04-20T14:09:58.849" v="3"/>
          <ac:inkMkLst>
            <pc:docMk/>
            <pc:sldMk cId="3493980762" sldId="258"/>
            <ac:inkMk id="592" creationId="{6FF7A529-45CE-FF62-7170-D0FFA5BBAC93}"/>
          </ac:inkMkLst>
        </pc:inkChg>
        <pc:inkChg chg="add del">
          <ac:chgData name="植田 篤俊" userId="0d2b3cda-30c1-45e3-9e5c-02c0046d67fa" providerId="ADAL" clId="{A6AB8097-671C-4783-A056-5A985F003BDF}" dt="2026-04-20T14:19:21.830" v="755"/>
          <ac:inkMkLst>
            <pc:docMk/>
            <pc:sldMk cId="3493980762" sldId="258"/>
            <ac:inkMk id="592" creationId="{CC507456-2088-E40B-8F12-D377F8575D60}"/>
          </ac:inkMkLst>
        </pc:inkChg>
        <pc:inkChg chg="add">
          <ac:chgData name="植田 篤俊" userId="0d2b3cda-30c1-45e3-9e5c-02c0046d67fa" providerId="ADAL" clId="{A6AB8097-671C-4783-A056-5A985F003BDF}" dt="2026-04-20T14:33:12.159" v="1282"/>
          <ac:inkMkLst>
            <pc:docMk/>
            <pc:sldMk cId="3493980762" sldId="258"/>
            <ac:inkMk id="593" creationId="{2C0EB733-CE6E-9B98-CAAC-5996D523D0D1}"/>
          </ac:inkMkLst>
        </pc:inkChg>
        <pc:inkChg chg="add del">
          <ac:chgData name="植田 篤俊" userId="0d2b3cda-30c1-45e3-9e5c-02c0046d67fa" providerId="ADAL" clId="{A6AB8097-671C-4783-A056-5A985F003BDF}" dt="2026-04-20T14:19:21.830" v="755"/>
          <ac:inkMkLst>
            <pc:docMk/>
            <pc:sldMk cId="3493980762" sldId="258"/>
            <ac:inkMk id="593" creationId="{AE457FE8-331E-3B96-4446-B1CB92D61ED4}"/>
          </ac:inkMkLst>
        </pc:inkChg>
        <pc:inkChg chg="add del">
          <ac:chgData name="植田 篤俊" userId="0d2b3cda-30c1-45e3-9e5c-02c0046d67fa" providerId="ADAL" clId="{A6AB8097-671C-4783-A056-5A985F003BDF}" dt="2026-04-20T14:33:15.026" v="1291"/>
          <ac:inkMkLst>
            <pc:docMk/>
            <pc:sldMk cId="3493980762" sldId="258"/>
            <ac:inkMk id="594" creationId="{A4D1B241-3A94-7F9F-F83A-26A9158EA0ED}"/>
          </ac:inkMkLst>
        </pc:inkChg>
        <pc:inkChg chg="add del">
          <ac:chgData name="植田 篤俊" userId="0d2b3cda-30c1-45e3-9e5c-02c0046d67fa" providerId="ADAL" clId="{A6AB8097-671C-4783-A056-5A985F003BDF}" dt="2026-04-20T14:19:21.830" v="755"/>
          <ac:inkMkLst>
            <pc:docMk/>
            <pc:sldMk cId="3493980762" sldId="258"/>
            <ac:inkMk id="594" creationId="{B7841040-6DDD-4E56-93DF-F2816DB261E2}"/>
          </ac:inkMkLst>
        </pc:inkChg>
        <pc:inkChg chg="add del">
          <ac:chgData name="植田 篤俊" userId="0d2b3cda-30c1-45e3-9e5c-02c0046d67fa" providerId="ADAL" clId="{A6AB8097-671C-4783-A056-5A985F003BDF}" dt="2026-04-20T14:33:15.026" v="1291"/>
          <ac:inkMkLst>
            <pc:docMk/>
            <pc:sldMk cId="3493980762" sldId="258"/>
            <ac:inkMk id="595" creationId="{3F7D550A-CE7B-1DFA-E05E-567E68DE5271}"/>
          </ac:inkMkLst>
        </pc:inkChg>
        <pc:inkChg chg="add">
          <ac:chgData name="植田 篤俊" userId="0d2b3cda-30c1-45e3-9e5c-02c0046d67fa" providerId="ADAL" clId="{A6AB8097-671C-4783-A056-5A985F003BDF}" dt="2026-04-20T14:19:19.131" v="748"/>
          <ac:inkMkLst>
            <pc:docMk/>
            <pc:sldMk cId="3493980762" sldId="258"/>
            <ac:inkMk id="595" creationId="{B8FBA272-051C-E89D-CBC9-E546D87D4C18}"/>
          </ac:inkMkLst>
        </pc:inkChg>
        <pc:inkChg chg="add del">
          <ac:chgData name="植田 篤俊" userId="0d2b3cda-30c1-45e3-9e5c-02c0046d67fa" providerId="ADAL" clId="{A6AB8097-671C-4783-A056-5A985F003BDF}" dt="2026-04-20T14:19:21.830" v="755"/>
          <ac:inkMkLst>
            <pc:docMk/>
            <pc:sldMk cId="3493980762" sldId="258"/>
            <ac:inkMk id="596" creationId="{850E2544-DCD9-4F64-14D3-6B5F67D73A48}"/>
          </ac:inkMkLst>
        </pc:inkChg>
        <pc:inkChg chg="add">
          <ac:chgData name="植田 篤俊" userId="0d2b3cda-30c1-45e3-9e5c-02c0046d67fa" providerId="ADAL" clId="{A6AB8097-671C-4783-A056-5A985F003BDF}" dt="2026-04-20T14:33:13.075" v="1285"/>
          <ac:inkMkLst>
            <pc:docMk/>
            <pc:sldMk cId="3493980762" sldId="258"/>
            <ac:inkMk id="596" creationId="{F005B347-6CE6-AE6E-0C1F-0B986BDFCD22}"/>
          </ac:inkMkLst>
        </pc:inkChg>
        <pc:inkChg chg="add">
          <ac:chgData name="植田 篤俊" userId="0d2b3cda-30c1-45e3-9e5c-02c0046d67fa" providerId="ADAL" clId="{A6AB8097-671C-4783-A056-5A985F003BDF}" dt="2026-04-20T14:33:13.257" v="1286"/>
          <ac:inkMkLst>
            <pc:docMk/>
            <pc:sldMk cId="3493980762" sldId="258"/>
            <ac:inkMk id="597" creationId="{BDDFB071-452B-FC2F-C434-ED7369B18DBB}"/>
          </ac:inkMkLst>
        </pc:inkChg>
        <pc:inkChg chg="add del">
          <ac:chgData name="植田 篤俊" userId="0d2b3cda-30c1-45e3-9e5c-02c0046d67fa" providerId="ADAL" clId="{A6AB8097-671C-4783-A056-5A985F003BDF}" dt="2026-04-20T14:19:21.830" v="755"/>
          <ac:inkMkLst>
            <pc:docMk/>
            <pc:sldMk cId="3493980762" sldId="258"/>
            <ac:inkMk id="597" creationId="{FA4C32D3-402A-5149-2A59-68847CBB3B55}"/>
          </ac:inkMkLst>
        </pc:inkChg>
        <pc:inkChg chg="add del">
          <ac:chgData name="植田 篤俊" userId="0d2b3cda-30c1-45e3-9e5c-02c0046d67fa" providerId="ADAL" clId="{A6AB8097-671C-4783-A056-5A985F003BDF}" dt="2026-04-20T14:19:21.830" v="755"/>
          <ac:inkMkLst>
            <pc:docMk/>
            <pc:sldMk cId="3493980762" sldId="258"/>
            <ac:inkMk id="598" creationId="{91EDF9C4-EA25-ABD8-EDBD-4B595A7E48CD}"/>
          </ac:inkMkLst>
        </pc:inkChg>
        <pc:inkChg chg="add">
          <ac:chgData name="植田 篤俊" userId="0d2b3cda-30c1-45e3-9e5c-02c0046d67fa" providerId="ADAL" clId="{A6AB8097-671C-4783-A056-5A985F003BDF}" dt="2026-04-20T14:33:13.389" v="1287"/>
          <ac:inkMkLst>
            <pc:docMk/>
            <pc:sldMk cId="3493980762" sldId="258"/>
            <ac:inkMk id="598" creationId="{D4C6E1FB-A75E-8E89-44BC-5B88A7FF16DA}"/>
          </ac:inkMkLst>
        </pc:inkChg>
        <pc:inkChg chg="add del">
          <ac:chgData name="植田 篤俊" userId="0d2b3cda-30c1-45e3-9e5c-02c0046d67fa" providerId="ADAL" clId="{A6AB8097-671C-4783-A056-5A985F003BDF}" dt="2026-04-20T14:19:21.830" v="755"/>
          <ac:inkMkLst>
            <pc:docMk/>
            <pc:sldMk cId="3493980762" sldId="258"/>
            <ac:inkMk id="599" creationId="{AB81346A-A998-D4D6-09CF-A4244C624DEE}"/>
          </ac:inkMkLst>
        </pc:inkChg>
        <pc:inkChg chg="add del">
          <ac:chgData name="植田 篤俊" userId="0d2b3cda-30c1-45e3-9e5c-02c0046d67fa" providerId="ADAL" clId="{A6AB8097-671C-4783-A056-5A985F003BDF}" dt="2026-04-20T14:33:15.026" v="1291"/>
          <ac:inkMkLst>
            <pc:docMk/>
            <pc:sldMk cId="3493980762" sldId="258"/>
            <ac:inkMk id="599" creationId="{EB595465-9CD3-11A8-320B-138AC946B254}"/>
          </ac:inkMkLst>
        </pc:inkChg>
        <pc:inkChg chg="add del">
          <ac:chgData name="植田 篤俊" userId="0d2b3cda-30c1-45e3-9e5c-02c0046d67fa" providerId="ADAL" clId="{A6AB8097-671C-4783-A056-5A985F003BDF}" dt="2026-04-20T14:19:21.830" v="755"/>
          <ac:inkMkLst>
            <pc:docMk/>
            <pc:sldMk cId="3493980762" sldId="258"/>
            <ac:inkMk id="600" creationId="{C3889050-8749-154F-4F9F-F2167EAED1D9}"/>
          </ac:inkMkLst>
        </pc:inkChg>
        <pc:inkChg chg="add del">
          <ac:chgData name="植田 篤俊" userId="0d2b3cda-30c1-45e3-9e5c-02c0046d67fa" providerId="ADAL" clId="{A6AB8097-671C-4783-A056-5A985F003BDF}" dt="2026-04-20T14:33:15.026" v="1291"/>
          <ac:inkMkLst>
            <pc:docMk/>
            <pc:sldMk cId="3493980762" sldId="258"/>
            <ac:inkMk id="600" creationId="{F7F2D3FC-4C47-0F22-01F6-EBA682A2F98A}"/>
          </ac:inkMkLst>
        </pc:inkChg>
        <pc:inkChg chg="add del">
          <ac:chgData name="植田 篤俊" userId="0d2b3cda-30c1-45e3-9e5c-02c0046d67fa" providerId="ADAL" clId="{A6AB8097-671C-4783-A056-5A985F003BDF}" dt="2026-04-20T14:19:21.830" v="755"/>
          <ac:inkMkLst>
            <pc:docMk/>
            <pc:sldMk cId="3493980762" sldId="258"/>
            <ac:inkMk id="601" creationId="{31F4AFAD-058E-4C75-307A-83E16D842A35}"/>
          </ac:inkMkLst>
        </pc:inkChg>
        <pc:inkChg chg="add del">
          <ac:chgData name="植田 篤俊" userId="0d2b3cda-30c1-45e3-9e5c-02c0046d67fa" providerId="ADAL" clId="{A6AB8097-671C-4783-A056-5A985F003BDF}" dt="2026-04-20T14:33:15.026" v="1291"/>
          <ac:inkMkLst>
            <pc:docMk/>
            <pc:sldMk cId="3493980762" sldId="258"/>
            <ac:inkMk id="601" creationId="{3D417592-91CC-5CD3-7AF0-08EA10512BB0}"/>
          </ac:inkMkLst>
        </pc:inkChg>
        <pc:inkChg chg="add">
          <ac:chgData name="植田 篤俊" userId="0d2b3cda-30c1-45e3-9e5c-02c0046d67fa" providerId="ADAL" clId="{A6AB8097-671C-4783-A056-5A985F003BDF}" dt="2026-04-20T14:19:23.116" v="756"/>
          <ac:inkMkLst>
            <pc:docMk/>
            <pc:sldMk cId="3493980762" sldId="258"/>
            <ac:inkMk id="603" creationId="{9F34D376-EEFB-AD47-6610-2B9A438CD5F1}"/>
          </ac:inkMkLst>
        </pc:inkChg>
        <pc:inkChg chg="add reco">
          <ac:chgData name="植田 篤俊" userId="0d2b3cda-30c1-45e3-9e5c-02c0046d67fa" providerId="ADAL" clId="{A6AB8097-671C-4783-A056-5A985F003BDF}" dt="2026-04-20T14:33:15.026" v="1291"/>
          <ac:inkMkLst>
            <pc:docMk/>
            <pc:sldMk cId="3493980762" sldId="258"/>
            <ac:inkMk id="603" creationId="{D03B824D-3FAF-6CAB-D26B-C93FA0A4C8C7}"/>
          </ac:inkMkLst>
        </pc:inkChg>
        <pc:inkChg chg="add del">
          <ac:chgData name="植田 篤俊" userId="0d2b3cda-30c1-45e3-9e5c-02c0046d67fa" providerId="ADAL" clId="{A6AB8097-671C-4783-A056-5A985F003BDF}" dt="2026-04-20T14:19:29.831" v="768"/>
          <ac:inkMkLst>
            <pc:docMk/>
            <pc:sldMk cId="3493980762" sldId="258"/>
            <ac:inkMk id="604" creationId="{B6B16D61-9162-5C54-2AF9-C92439845143}"/>
          </ac:inkMkLst>
        </pc:inkChg>
        <pc:inkChg chg="add">
          <ac:chgData name="植田 篤俊" userId="0d2b3cda-30c1-45e3-9e5c-02c0046d67fa" providerId="ADAL" clId="{A6AB8097-671C-4783-A056-5A985F003BDF}" dt="2026-04-20T14:19:24.563" v="758"/>
          <ac:inkMkLst>
            <pc:docMk/>
            <pc:sldMk cId="3493980762" sldId="258"/>
            <ac:inkMk id="605" creationId="{E6FDA173-89FE-457C-30D8-4EB95882C474}"/>
          </ac:inkMkLst>
        </pc:inkChg>
        <pc:inkChg chg="add">
          <ac:chgData name="植田 篤俊" userId="0d2b3cda-30c1-45e3-9e5c-02c0046d67fa" providerId="ADAL" clId="{A6AB8097-671C-4783-A056-5A985F003BDF}" dt="2026-04-20T14:19:25.146" v="759"/>
          <ac:inkMkLst>
            <pc:docMk/>
            <pc:sldMk cId="3493980762" sldId="258"/>
            <ac:inkMk id="606" creationId="{4DCA282A-F0E2-F20B-F53B-0AC6565E97A9}"/>
          </ac:inkMkLst>
        </pc:inkChg>
        <pc:inkChg chg="add del">
          <ac:chgData name="植田 篤俊" userId="0d2b3cda-30c1-45e3-9e5c-02c0046d67fa" providerId="ADAL" clId="{A6AB8097-671C-4783-A056-5A985F003BDF}" dt="2026-04-20T14:19:29.831" v="768"/>
          <ac:inkMkLst>
            <pc:docMk/>
            <pc:sldMk cId="3493980762" sldId="258"/>
            <ac:inkMk id="607" creationId="{7B7E127B-7909-71D2-269B-3DBE47317B20}"/>
          </ac:inkMkLst>
        </pc:inkChg>
        <pc:inkChg chg="add del">
          <ac:chgData name="植田 篤俊" userId="0d2b3cda-30c1-45e3-9e5c-02c0046d67fa" providerId="ADAL" clId="{A6AB8097-671C-4783-A056-5A985F003BDF}" dt="2026-04-20T14:19:29.831" v="768"/>
          <ac:inkMkLst>
            <pc:docMk/>
            <pc:sldMk cId="3493980762" sldId="258"/>
            <ac:inkMk id="608" creationId="{8792E431-46DE-D66F-CBD6-7D4C84FA8809}"/>
          </ac:inkMkLst>
        </pc:inkChg>
        <pc:inkChg chg="add">
          <ac:chgData name="植田 篤俊" userId="0d2b3cda-30c1-45e3-9e5c-02c0046d67fa" providerId="ADAL" clId="{A6AB8097-671C-4783-A056-5A985F003BDF}" dt="2026-04-20T14:19:26.813" v="762"/>
          <ac:inkMkLst>
            <pc:docMk/>
            <pc:sldMk cId="3493980762" sldId="258"/>
            <ac:inkMk id="609" creationId="{98189328-BD64-1624-B6BB-57E4BBD41AFB}"/>
          </ac:inkMkLst>
        </pc:inkChg>
        <pc:inkChg chg="add del">
          <ac:chgData name="植田 篤俊" userId="0d2b3cda-30c1-45e3-9e5c-02c0046d67fa" providerId="ADAL" clId="{A6AB8097-671C-4783-A056-5A985F003BDF}" dt="2026-04-20T14:19:29.831" v="768"/>
          <ac:inkMkLst>
            <pc:docMk/>
            <pc:sldMk cId="3493980762" sldId="258"/>
            <ac:inkMk id="610" creationId="{368CA37D-2B11-CFD0-72BF-A82764BDB0C2}"/>
          </ac:inkMkLst>
        </pc:inkChg>
        <pc:inkChg chg="add del">
          <ac:chgData name="植田 篤俊" userId="0d2b3cda-30c1-45e3-9e5c-02c0046d67fa" providerId="ADAL" clId="{A6AB8097-671C-4783-A056-5A985F003BDF}" dt="2026-04-20T14:19:29.831" v="768"/>
          <ac:inkMkLst>
            <pc:docMk/>
            <pc:sldMk cId="3493980762" sldId="258"/>
            <ac:inkMk id="611" creationId="{10264D99-5FBE-56CB-6955-7BA1C3D6E6A6}"/>
          </ac:inkMkLst>
        </pc:inkChg>
        <pc:inkChg chg="add del">
          <ac:chgData name="植田 篤俊" userId="0d2b3cda-30c1-45e3-9e5c-02c0046d67fa" providerId="ADAL" clId="{A6AB8097-671C-4783-A056-5A985F003BDF}" dt="2026-04-20T14:19:29.831" v="768"/>
          <ac:inkMkLst>
            <pc:docMk/>
            <pc:sldMk cId="3493980762" sldId="258"/>
            <ac:inkMk id="612" creationId="{6171C3F8-2C93-F14F-2846-4C7C9018852E}"/>
          </ac:inkMkLst>
        </pc:inkChg>
        <pc:inkChg chg="del">
          <ac:chgData name="植田 篤俊" userId="0d2b3cda-30c1-45e3-9e5c-02c0046d67fa" providerId="ADAL" clId="{A6AB8097-671C-4783-A056-5A985F003BDF}" dt="2026-04-20T14:09:58.844" v="0"/>
          <ac:inkMkLst>
            <pc:docMk/>
            <pc:sldMk cId="3493980762" sldId="258"/>
            <ac:inkMk id="613" creationId="{88610DD0-FE4C-2138-8946-CED9383D6F80}"/>
          </ac:inkMkLst>
        </pc:inkChg>
        <pc:inkChg chg="add">
          <ac:chgData name="植田 篤俊" userId="0d2b3cda-30c1-45e3-9e5c-02c0046d67fa" providerId="ADAL" clId="{A6AB8097-671C-4783-A056-5A985F003BDF}" dt="2026-04-20T14:19:28.746" v="766"/>
          <ac:inkMkLst>
            <pc:docMk/>
            <pc:sldMk cId="3493980762" sldId="258"/>
            <ac:inkMk id="613" creationId="{C7ABCF5E-0E45-205B-3D6D-BDD76DF7122B}"/>
          </ac:inkMkLst>
        </pc:inkChg>
        <pc:inkChg chg="add del">
          <ac:chgData name="植田 篤俊" userId="0d2b3cda-30c1-45e3-9e5c-02c0046d67fa" providerId="ADAL" clId="{A6AB8097-671C-4783-A056-5A985F003BDF}" dt="2026-04-20T14:19:29.831" v="768"/>
          <ac:inkMkLst>
            <pc:docMk/>
            <pc:sldMk cId="3493980762" sldId="258"/>
            <ac:inkMk id="614" creationId="{0D877397-4B54-FAEA-CF01-E50B68A2FB45}"/>
          </ac:inkMkLst>
        </pc:inkChg>
        <pc:inkChg chg="add reco">
          <ac:chgData name="植田 篤俊" userId="0d2b3cda-30c1-45e3-9e5c-02c0046d67fa" providerId="ADAL" clId="{A6AB8097-671C-4783-A056-5A985F003BDF}" dt="2026-04-20T14:19:29.831" v="768"/>
          <ac:inkMkLst>
            <pc:docMk/>
            <pc:sldMk cId="3493980762" sldId="258"/>
            <ac:inkMk id="615" creationId="{337B1790-9F73-1D59-3380-3B8095827555}"/>
          </ac:inkMkLst>
        </pc:inkChg>
        <pc:inkChg chg="add reco">
          <ac:chgData name="植田 篤俊" userId="0d2b3cda-30c1-45e3-9e5c-02c0046d67fa" providerId="ADAL" clId="{A6AB8097-671C-4783-A056-5A985F003BDF}" dt="2026-04-20T14:19:29.831" v="768"/>
          <ac:inkMkLst>
            <pc:docMk/>
            <pc:sldMk cId="3493980762" sldId="258"/>
            <ac:inkMk id="616" creationId="{B3A08FDF-C2CC-1EBE-83AC-182C9CAEEEA6}"/>
          </ac:inkMkLst>
        </pc:inkChg>
        <pc:inkChg chg="add reco">
          <ac:chgData name="植田 篤俊" userId="0d2b3cda-30c1-45e3-9e5c-02c0046d67fa" providerId="ADAL" clId="{A6AB8097-671C-4783-A056-5A985F003BDF}" dt="2026-04-20T14:19:29.831" v="768"/>
          <ac:inkMkLst>
            <pc:docMk/>
            <pc:sldMk cId="3493980762" sldId="258"/>
            <ac:inkMk id="617" creationId="{07C3E1DD-D0B8-683C-025D-210CFB373C6D}"/>
          </ac:inkMkLst>
        </pc:inkChg>
        <pc:inkChg chg="add">
          <ac:chgData name="植田 篤俊" userId="0d2b3cda-30c1-45e3-9e5c-02c0046d67fa" providerId="ADAL" clId="{A6AB8097-671C-4783-A056-5A985F003BDF}" dt="2026-04-20T14:19:30.963" v="769"/>
          <ac:inkMkLst>
            <pc:docMk/>
            <pc:sldMk cId="3493980762" sldId="258"/>
            <ac:inkMk id="619" creationId="{B206FA4B-3E0F-090D-07C8-230CBC4D5ABB}"/>
          </ac:inkMkLst>
        </pc:inkChg>
        <pc:inkChg chg="add del">
          <ac:chgData name="植田 篤俊" userId="0d2b3cda-30c1-45e3-9e5c-02c0046d67fa" providerId="ADAL" clId="{A6AB8097-671C-4783-A056-5A985F003BDF}" dt="2026-04-20T14:19:37.165" v="789"/>
          <ac:inkMkLst>
            <pc:docMk/>
            <pc:sldMk cId="3493980762" sldId="258"/>
            <ac:inkMk id="620" creationId="{31AB4D95-6157-4544-37E8-1C2722562FA7}"/>
          </ac:inkMkLst>
        </pc:inkChg>
        <pc:inkChg chg="add del">
          <ac:chgData name="植田 篤俊" userId="0d2b3cda-30c1-45e3-9e5c-02c0046d67fa" providerId="ADAL" clId="{A6AB8097-671C-4783-A056-5A985F003BDF}" dt="2026-04-20T14:19:37.165" v="789"/>
          <ac:inkMkLst>
            <pc:docMk/>
            <pc:sldMk cId="3493980762" sldId="258"/>
            <ac:inkMk id="621" creationId="{3C3639D9-83E8-E196-4F53-0B8DA0EAA595}"/>
          </ac:inkMkLst>
        </pc:inkChg>
        <pc:inkChg chg="add del">
          <ac:chgData name="植田 篤俊" userId="0d2b3cda-30c1-45e3-9e5c-02c0046d67fa" providerId="ADAL" clId="{A6AB8097-671C-4783-A056-5A985F003BDF}" dt="2026-04-20T14:19:37.165" v="789"/>
          <ac:inkMkLst>
            <pc:docMk/>
            <pc:sldMk cId="3493980762" sldId="258"/>
            <ac:inkMk id="622" creationId="{760F63C6-E6AE-4EB3-8AF0-A6A458B04720}"/>
          </ac:inkMkLst>
        </pc:inkChg>
        <pc:inkChg chg="add">
          <ac:chgData name="植田 篤俊" userId="0d2b3cda-30c1-45e3-9e5c-02c0046d67fa" providerId="ADAL" clId="{A6AB8097-671C-4783-A056-5A985F003BDF}" dt="2026-04-20T14:19:32.030" v="773"/>
          <ac:inkMkLst>
            <pc:docMk/>
            <pc:sldMk cId="3493980762" sldId="258"/>
            <ac:inkMk id="623" creationId="{30721BAA-53C9-DBF0-B9C3-B6D4E91E1B7F}"/>
          </ac:inkMkLst>
        </pc:inkChg>
        <pc:inkChg chg="del">
          <ac:chgData name="植田 篤俊" userId="0d2b3cda-30c1-45e3-9e5c-02c0046d67fa" providerId="ADAL" clId="{A6AB8097-671C-4783-A056-5A985F003BDF}" dt="2026-04-20T14:09:58.852" v="8"/>
          <ac:inkMkLst>
            <pc:docMk/>
            <pc:sldMk cId="3493980762" sldId="258"/>
            <ac:inkMk id="623" creationId="{A1268489-F9CC-52EA-652C-733DE8DF6C53}"/>
          </ac:inkMkLst>
        </pc:inkChg>
        <pc:inkChg chg="add">
          <ac:chgData name="植田 篤俊" userId="0d2b3cda-30c1-45e3-9e5c-02c0046d67fa" providerId="ADAL" clId="{A6AB8097-671C-4783-A056-5A985F003BDF}" dt="2026-04-20T14:19:32.396" v="774"/>
          <ac:inkMkLst>
            <pc:docMk/>
            <pc:sldMk cId="3493980762" sldId="258"/>
            <ac:inkMk id="624" creationId="{F1320B20-5ED6-AD11-94C4-BE4B6FE23A78}"/>
          </ac:inkMkLst>
        </pc:inkChg>
        <pc:inkChg chg="add">
          <ac:chgData name="植田 篤俊" userId="0d2b3cda-30c1-45e3-9e5c-02c0046d67fa" providerId="ADAL" clId="{A6AB8097-671C-4783-A056-5A985F003BDF}" dt="2026-04-20T14:19:32.579" v="775"/>
          <ac:inkMkLst>
            <pc:docMk/>
            <pc:sldMk cId="3493980762" sldId="258"/>
            <ac:inkMk id="625" creationId="{9F5FC76B-A49C-096A-AE0E-BA04795196B4}"/>
          </ac:inkMkLst>
        </pc:inkChg>
        <pc:inkChg chg="add del">
          <ac:chgData name="植田 篤俊" userId="0d2b3cda-30c1-45e3-9e5c-02c0046d67fa" providerId="ADAL" clId="{A6AB8097-671C-4783-A056-5A985F003BDF}" dt="2026-04-20T14:19:37.165" v="789"/>
          <ac:inkMkLst>
            <pc:docMk/>
            <pc:sldMk cId="3493980762" sldId="258"/>
            <ac:inkMk id="626" creationId="{F13A370D-5F30-23A8-5499-FEB197B6B319}"/>
          </ac:inkMkLst>
        </pc:inkChg>
        <pc:inkChg chg="add">
          <ac:chgData name="植田 篤俊" userId="0d2b3cda-30c1-45e3-9e5c-02c0046d67fa" providerId="ADAL" clId="{A6AB8097-671C-4783-A056-5A985F003BDF}" dt="2026-04-20T14:19:33.129" v="777"/>
          <ac:inkMkLst>
            <pc:docMk/>
            <pc:sldMk cId="3493980762" sldId="258"/>
            <ac:inkMk id="627" creationId="{209293D3-D28F-C838-76A5-32F3D1D72D55}"/>
          </ac:inkMkLst>
        </pc:inkChg>
        <pc:inkChg chg="add">
          <ac:chgData name="植田 篤俊" userId="0d2b3cda-30c1-45e3-9e5c-02c0046d67fa" providerId="ADAL" clId="{A6AB8097-671C-4783-A056-5A985F003BDF}" dt="2026-04-20T14:19:33.246" v="778"/>
          <ac:inkMkLst>
            <pc:docMk/>
            <pc:sldMk cId="3493980762" sldId="258"/>
            <ac:inkMk id="628" creationId="{E5148A25-D07B-DEE4-3D57-A7EA45223D1B}"/>
          </ac:inkMkLst>
        </pc:inkChg>
        <pc:inkChg chg="add del">
          <ac:chgData name="植田 篤俊" userId="0d2b3cda-30c1-45e3-9e5c-02c0046d67fa" providerId="ADAL" clId="{A6AB8097-671C-4783-A056-5A985F003BDF}" dt="2026-04-20T14:19:37.165" v="789"/>
          <ac:inkMkLst>
            <pc:docMk/>
            <pc:sldMk cId="3493980762" sldId="258"/>
            <ac:inkMk id="629" creationId="{038F37B0-A6D2-7FED-F70F-B96AEEC1EA2D}"/>
          </ac:inkMkLst>
        </pc:inkChg>
        <pc:inkChg chg="add del">
          <ac:chgData name="植田 篤俊" userId="0d2b3cda-30c1-45e3-9e5c-02c0046d67fa" providerId="ADAL" clId="{A6AB8097-671C-4783-A056-5A985F003BDF}" dt="2026-04-20T14:19:37.165" v="789"/>
          <ac:inkMkLst>
            <pc:docMk/>
            <pc:sldMk cId="3493980762" sldId="258"/>
            <ac:inkMk id="630" creationId="{114C5828-B628-7CFF-C41E-55F6EC2D8761}"/>
          </ac:inkMkLst>
        </pc:inkChg>
        <pc:inkChg chg="add">
          <ac:chgData name="植田 篤俊" userId="0d2b3cda-30c1-45e3-9e5c-02c0046d67fa" providerId="ADAL" clId="{A6AB8097-671C-4783-A056-5A985F003BDF}" dt="2026-04-20T14:19:34.362" v="781"/>
          <ac:inkMkLst>
            <pc:docMk/>
            <pc:sldMk cId="3493980762" sldId="258"/>
            <ac:inkMk id="631" creationId="{4039C244-E063-2787-F114-AD417C5687EB}"/>
          </ac:inkMkLst>
        </pc:inkChg>
        <pc:inkChg chg="del mod modStrokes">
          <ac:chgData name="植田 篤俊" userId="0d2b3cda-30c1-45e3-9e5c-02c0046d67fa" providerId="ADAL" clId="{A6AB8097-671C-4783-A056-5A985F003BDF}" dt="2026-04-20T14:10:00.323" v="10"/>
          <ac:inkMkLst>
            <pc:docMk/>
            <pc:sldMk cId="3493980762" sldId="258"/>
            <ac:inkMk id="632" creationId="{68DAC79B-C558-76FB-EA15-59A9C51EEA93}"/>
          </ac:inkMkLst>
        </pc:inkChg>
        <pc:inkChg chg="add del">
          <ac:chgData name="植田 篤俊" userId="0d2b3cda-30c1-45e3-9e5c-02c0046d67fa" providerId="ADAL" clId="{A6AB8097-671C-4783-A056-5A985F003BDF}" dt="2026-04-20T14:19:37.165" v="789"/>
          <ac:inkMkLst>
            <pc:docMk/>
            <pc:sldMk cId="3493980762" sldId="258"/>
            <ac:inkMk id="632" creationId="{A7EA4A6D-021F-FDBA-BAB1-B5A82B847EFF}"/>
          </ac:inkMkLst>
        </pc:inkChg>
        <pc:inkChg chg="add">
          <ac:chgData name="植田 篤俊" userId="0d2b3cda-30c1-45e3-9e5c-02c0046d67fa" providerId="ADAL" clId="{A6AB8097-671C-4783-A056-5A985F003BDF}" dt="2026-04-20T14:19:35.016" v="783"/>
          <ac:inkMkLst>
            <pc:docMk/>
            <pc:sldMk cId="3493980762" sldId="258"/>
            <ac:inkMk id="633" creationId="{880ECBEF-97E5-0A71-856E-42BC599DBFCD}"/>
          </ac:inkMkLst>
        </pc:inkChg>
        <pc:inkChg chg="add">
          <ac:chgData name="植田 篤俊" userId="0d2b3cda-30c1-45e3-9e5c-02c0046d67fa" providerId="ADAL" clId="{A6AB8097-671C-4783-A056-5A985F003BDF}" dt="2026-04-20T14:19:35.412" v="784"/>
          <ac:inkMkLst>
            <pc:docMk/>
            <pc:sldMk cId="3493980762" sldId="258"/>
            <ac:inkMk id="634" creationId="{82A5677A-BA4F-FA06-CBCA-F0E3B8DF1261}"/>
          </ac:inkMkLst>
        </pc:inkChg>
        <pc:inkChg chg="add">
          <ac:chgData name="植田 篤俊" userId="0d2b3cda-30c1-45e3-9e5c-02c0046d67fa" providerId="ADAL" clId="{A6AB8097-671C-4783-A056-5A985F003BDF}" dt="2026-04-20T14:19:35.629" v="785"/>
          <ac:inkMkLst>
            <pc:docMk/>
            <pc:sldMk cId="3493980762" sldId="258"/>
            <ac:inkMk id="635" creationId="{95872D4D-97A0-36F6-6990-4CD7378AB21D}"/>
          </ac:inkMkLst>
        </pc:inkChg>
        <pc:inkChg chg="add del">
          <ac:chgData name="植田 篤俊" userId="0d2b3cda-30c1-45e3-9e5c-02c0046d67fa" providerId="ADAL" clId="{A6AB8097-671C-4783-A056-5A985F003BDF}" dt="2026-04-20T14:19:37.165" v="789"/>
          <ac:inkMkLst>
            <pc:docMk/>
            <pc:sldMk cId="3493980762" sldId="258"/>
            <ac:inkMk id="636" creationId="{8A03BEED-C608-7C37-9CB5-EDFE67A4587B}"/>
          </ac:inkMkLst>
        </pc:inkChg>
        <pc:inkChg chg="add">
          <ac:chgData name="植田 篤俊" userId="0d2b3cda-30c1-45e3-9e5c-02c0046d67fa" providerId="ADAL" clId="{A6AB8097-671C-4783-A056-5A985F003BDF}" dt="2026-04-20T14:19:36.081" v="787"/>
          <ac:inkMkLst>
            <pc:docMk/>
            <pc:sldMk cId="3493980762" sldId="258"/>
            <ac:inkMk id="637" creationId="{A590BB3F-82F3-C934-5A9F-7DCFB73DEA74}"/>
          </ac:inkMkLst>
        </pc:inkChg>
        <pc:inkChg chg="add del">
          <ac:chgData name="植田 篤俊" userId="0d2b3cda-30c1-45e3-9e5c-02c0046d67fa" providerId="ADAL" clId="{A6AB8097-671C-4783-A056-5A985F003BDF}" dt="2026-04-20T14:19:37.165" v="789"/>
          <ac:inkMkLst>
            <pc:docMk/>
            <pc:sldMk cId="3493980762" sldId="258"/>
            <ac:inkMk id="638" creationId="{56F5A1BC-0133-6A4C-47E7-FEF82ECD4810}"/>
          </ac:inkMkLst>
        </pc:inkChg>
        <pc:inkChg chg="add reco">
          <ac:chgData name="植田 篤俊" userId="0d2b3cda-30c1-45e3-9e5c-02c0046d67fa" providerId="ADAL" clId="{A6AB8097-671C-4783-A056-5A985F003BDF}" dt="2026-04-20T14:19:37.165" v="789"/>
          <ac:inkMkLst>
            <pc:docMk/>
            <pc:sldMk cId="3493980762" sldId="258"/>
            <ac:inkMk id="639" creationId="{2B92E2D3-7873-D98E-F607-8B955ED2A787}"/>
          </ac:inkMkLst>
        </pc:inkChg>
        <pc:inkChg chg="add del">
          <ac:chgData name="植田 篤俊" userId="0d2b3cda-30c1-45e3-9e5c-02c0046d67fa" providerId="ADAL" clId="{A6AB8097-671C-4783-A056-5A985F003BDF}" dt="2026-04-20T14:19:43.712" v="793"/>
          <ac:inkMkLst>
            <pc:docMk/>
            <pc:sldMk cId="3493980762" sldId="258"/>
            <ac:inkMk id="641" creationId="{ED3AFFCA-C904-4A1B-1083-44AC127AC1A3}"/>
          </ac:inkMkLst>
        </pc:inkChg>
        <pc:inkChg chg="add del">
          <ac:chgData name="植田 篤俊" userId="0d2b3cda-30c1-45e3-9e5c-02c0046d67fa" providerId="ADAL" clId="{A6AB8097-671C-4783-A056-5A985F003BDF}" dt="2026-04-20T14:19:43.712" v="793"/>
          <ac:inkMkLst>
            <pc:docMk/>
            <pc:sldMk cId="3493980762" sldId="258"/>
            <ac:inkMk id="642" creationId="{ED3DC0FD-FB42-8DCB-D045-5BE406C27EA0}"/>
          </ac:inkMkLst>
        </pc:inkChg>
        <pc:inkChg chg="add del">
          <ac:chgData name="植田 篤俊" userId="0d2b3cda-30c1-45e3-9e5c-02c0046d67fa" providerId="ADAL" clId="{A6AB8097-671C-4783-A056-5A985F003BDF}" dt="2026-04-20T14:19:43.712" v="793"/>
          <ac:inkMkLst>
            <pc:docMk/>
            <pc:sldMk cId="3493980762" sldId="258"/>
            <ac:inkMk id="643" creationId="{A14D2D52-65F9-B63A-0D7D-C12C62948776}"/>
          </ac:inkMkLst>
        </pc:inkChg>
        <pc:inkChg chg="add reco">
          <ac:chgData name="植田 篤俊" userId="0d2b3cda-30c1-45e3-9e5c-02c0046d67fa" providerId="ADAL" clId="{A6AB8097-671C-4783-A056-5A985F003BDF}" dt="2026-04-20T14:19:43.712" v="793"/>
          <ac:inkMkLst>
            <pc:docMk/>
            <pc:sldMk cId="3493980762" sldId="258"/>
            <ac:inkMk id="644" creationId="{A2DC47ED-8867-25BC-A863-635756DA8888}"/>
          </ac:inkMkLst>
        </pc:inkChg>
        <pc:inkChg chg="add del">
          <ac:chgData name="植田 篤俊" userId="0d2b3cda-30c1-45e3-9e5c-02c0046d67fa" providerId="ADAL" clId="{A6AB8097-671C-4783-A056-5A985F003BDF}" dt="2026-04-20T14:19:52.057" v="797"/>
          <ac:inkMkLst>
            <pc:docMk/>
            <pc:sldMk cId="3493980762" sldId="258"/>
            <ac:inkMk id="645" creationId="{09C2BCBA-C3A7-9ABA-9E23-2F3EB281A107}"/>
          </ac:inkMkLst>
        </pc:inkChg>
        <pc:inkChg chg="add del">
          <ac:chgData name="植田 篤俊" userId="0d2b3cda-30c1-45e3-9e5c-02c0046d67fa" providerId="ADAL" clId="{A6AB8097-671C-4783-A056-5A985F003BDF}" dt="2026-04-20T14:19:52.057" v="797"/>
          <ac:inkMkLst>
            <pc:docMk/>
            <pc:sldMk cId="3493980762" sldId="258"/>
            <ac:inkMk id="646" creationId="{A9E6EB43-8E4A-4A86-D034-6B172237B113}"/>
          </ac:inkMkLst>
        </pc:inkChg>
        <pc:inkChg chg="add del">
          <ac:chgData name="植田 篤俊" userId="0d2b3cda-30c1-45e3-9e5c-02c0046d67fa" providerId="ADAL" clId="{A6AB8097-671C-4783-A056-5A985F003BDF}" dt="2026-04-20T14:19:52.057" v="797"/>
          <ac:inkMkLst>
            <pc:docMk/>
            <pc:sldMk cId="3493980762" sldId="258"/>
            <ac:inkMk id="647" creationId="{15041B2A-F267-7DB0-3B86-4F13341A5CDF}"/>
          </ac:inkMkLst>
        </pc:inkChg>
        <pc:inkChg chg="add del reco">
          <ac:chgData name="植田 篤俊" userId="0d2b3cda-30c1-45e3-9e5c-02c0046d67fa" providerId="ADAL" clId="{A6AB8097-671C-4783-A056-5A985F003BDF}" dt="2026-04-20T14:20:05.229" v="804"/>
          <ac:inkMkLst>
            <pc:docMk/>
            <pc:sldMk cId="3493980762" sldId="258"/>
            <ac:inkMk id="648" creationId="{769ADBF2-1656-67F2-E865-92DBC14A9811}"/>
          </ac:inkMkLst>
        </pc:inkChg>
        <pc:inkChg chg="add del">
          <ac:chgData name="植田 篤俊" userId="0d2b3cda-30c1-45e3-9e5c-02c0046d67fa" providerId="ADAL" clId="{A6AB8097-671C-4783-A056-5A985F003BDF}" dt="2026-04-20T14:20:05.228" v="802"/>
          <ac:inkMkLst>
            <pc:docMk/>
            <pc:sldMk cId="3493980762" sldId="258"/>
            <ac:inkMk id="649" creationId="{BED3864D-EF42-0EA3-CB60-E56BE4B1D477}"/>
          </ac:inkMkLst>
        </pc:inkChg>
        <pc:inkChg chg="add del">
          <ac:chgData name="植田 篤俊" userId="0d2b3cda-30c1-45e3-9e5c-02c0046d67fa" providerId="ADAL" clId="{A6AB8097-671C-4783-A056-5A985F003BDF}" dt="2026-04-20T14:20:05.227" v="801"/>
          <ac:inkMkLst>
            <pc:docMk/>
            <pc:sldMk cId="3493980762" sldId="258"/>
            <ac:inkMk id="650" creationId="{7A28F0D3-D0C0-DFD7-EEDA-B6B7BB76ECB7}"/>
          </ac:inkMkLst>
        </pc:inkChg>
        <pc:inkChg chg="add del">
          <ac:chgData name="植田 篤俊" userId="0d2b3cda-30c1-45e3-9e5c-02c0046d67fa" providerId="ADAL" clId="{A6AB8097-671C-4783-A056-5A985F003BDF}" dt="2026-04-20T14:20:05.228" v="803"/>
          <ac:inkMkLst>
            <pc:docMk/>
            <pc:sldMk cId="3493980762" sldId="258"/>
            <ac:inkMk id="651" creationId="{ABA13500-319E-A9D5-FFC1-B970E01E21C2}"/>
          </ac:inkMkLst>
        </pc:inkChg>
        <pc:inkChg chg="add del">
          <ac:chgData name="植田 篤俊" userId="0d2b3cda-30c1-45e3-9e5c-02c0046d67fa" providerId="ADAL" clId="{A6AB8097-671C-4783-A056-5A985F003BDF}" dt="2026-04-20T14:20:10.464" v="807"/>
          <ac:inkMkLst>
            <pc:docMk/>
            <pc:sldMk cId="3493980762" sldId="258"/>
            <ac:inkMk id="652" creationId="{FC629B8E-0C22-7A5C-ACC4-882EE5B062C3}"/>
          </ac:inkMkLst>
        </pc:inkChg>
        <pc:inkChg chg="add del">
          <ac:chgData name="植田 篤俊" userId="0d2b3cda-30c1-45e3-9e5c-02c0046d67fa" providerId="ADAL" clId="{A6AB8097-671C-4783-A056-5A985F003BDF}" dt="2026-04-20T14:20:10.464" v="807"/>
          <ac:inkMkLst>
            <pc:docMk/>
            <pc:sldMk cId="3493980762" sldId="258"/>
            <ac:inkMk id="653" creationId="{0E575C95-5B52-651B-8246-AC32342528E4}"/>
          </ac:inkMkLst>
        </pc:inkChg>
        <pc:inkChg chg="add reco">
          <ac:chgData name="植田 篤俊" userId="0d2b3cda-30c1-45e3-9e5c-02c0046d67fa" providerId="ADAL" clId="{A6AB8097-671C-4783-A056-5A985F003BDF}" dt="2026-04-20T14:20:10.464" v="807"/>
          <ac:inkMkLst>
            <pc:docMk/>
            <pc:sldMk cId="3493980762" sldId="258"/>
            <ac:inkMk id="654" creationId="{88A3A765-40A7-EC1A-1B40-84EC2BE89E87}"/>
          </ac:inkMkLst>
        </pc:inkChg>
        <pc:inkChg chg="add del">
          <ac:chgData name="植田 篤俊" userId="0d2b3cda-30c1-45e3-9e5c-02c0046d67fa" providerId="ADAL" clId="{A6AB8097-671C-4783-A056-5A985F003BDF}" dt="2026-04-20T14:21:55.719" v="813"/>
          <ac:inkMkLst>
            <pc:docMk/>
            <pc:sldMk cId="3493980762" sldId="258"/>
            <ac:inkMk id="655" creationId="{7CF55A1D-0640-D3FE-D22C-4708EB7EE4D6}"/>
          </ac:inkMkLst>
        </pc:inkChg>
        <pc:inkChg chg="add del">
          <ac:chgData name="植田 篤俊" userId="0d2b3cda-30c1-45e3-9e5c-02c0046d67fa" providerId="ADAL" clId="{A6AB8097-671C-4783-A056-5A985F003BDF}" dt="2026-04-20T14:21:55.719" v="813"/>
          <ac:inkMkLst>
            <pc:docMk/>
            <pc:sldMk cId="3493980762" sldId="258"/>
            <ac:inkMk id="656" creationId="{E0F232ED-9E8C-3FDA-2BAE-48A856154DA7}"/>
          </ac:inkMkLst>
        </pc:inkChg>
        <pc:inkChg chg="add del">
          <ac:chgData name="植田 篤俊" userId="0d2b3cda-30c1-45e3-9e5c-02c0046d67fa" providerId="ADAL" clId="{A6AB8097-671C-4783-A056-5A985F003BDF}" dt="2026-04-20T14:21:55.719" v="813"/>
          <ac:inkMkLst>
            <pc:docMk/>
            <pc:sldMk cId="3493980762" sldId="258"/>
            <ac:inkMk id="657" creationId="{D78972B0-4C6D-65B0-CA84-DECD47571013}"/>
          </ac:inkMkLst>
        </pc:inkChg>
        <pc:inkChg chg="add del">
          <ac:chgData name="植田 篤俊" userId="0d2b3cda-30c1-45e3-9e5c-02c0046d67fa" providerId="ADAL" clId="{A6AB8097-671C-4783-A056-5A985F003BDF}" dt="2026-04-20T14:21:55.719" v="813"/>
          <ac:inkMkLst>
            <pc:docMk/>
            <pc:sldMk cId="3493980762" sldId="258"/>
            <ac:inkMk id="658" creationId="{083D514F-1C22-D2A3-6841-9BC054FF9785}"/>
          </ac:inkMkLst>
        </pc:inkChg>
        <pc:inkChg chg="add del">
          <ac:chgData name="植田 篤俊" userId="0d2b3cda-30c1-45e3-9e5c-02c0046d67fa" providerId="ADAL" clId="{A6AB8097-671C-4783-A056-5A985F003BDF}" dt="2026-04-20T14:21:55.719" v="813"/>
          <ac:inkMkLst>
            <pc:docMk/>
            <pc:sldMk cId="3493980762" sldId="258"/>
            <ac:inkMk id="659" creationId="{431AD4B7-4720-E6E1-87C0-A5398F3E8891}"/>
          </ac:inkMkLst>
        </pc:inkChg>
        <pc:inkChg chg="add del reco">
          <ac:chgData name="植田 篤俊" userId="0d2b3cda-30c1-45e3-9e5c-02c0046d67fa" providerId="ADAL" clId="{A6AB8097-671C-4783-A056-5A985F003BDF}" dt="2026-04-20T14:21:59.198" v="814"/>
          <ac:inkMkLst>
            <pc:docMk/>
            <pc:sldMk cId="3493980762" sldId="258"/>
            <ac:inkMk id="660" creationId="{D064DD84-C061-2257-DBC7-FB29F7F63E5A}"/>
          </ac:inkMkLst>
        </pc:inkChg>
        <pc:inkChg chg="add del">
          <ac:chgData name="植田 篤俊" userId="0d2b3cda-30c1-45e3-9e5c-02c0046d67fa" providerId="ADAL" clId="{A6AB8097-671C-4783-A056-5A985F003BDF}" dt="2026-04-20T14:22:01.995" v="820"/>
          <ac:inkMkLst>
            <pc:docMk/>
            <pc:sldMk cId="3493980762" sldId="258"/>
            <ac:inkMk id="661" creationId="{CA7DD56A-9171-32AA-050F-C25C3819CC87}"/>
          </ac:inkMkLst>
        </pc:inkChg>
        <pc:inkChg chg="add del">
          <ac:chgData name="植田 篤俊" userId="0d2b3cda-30c1-45e3-9e5c-02c0046d67fa" providerId="ADAL" clId="{A6AB8097-671C-4783-A056-5A985F003BDF}" dt="2026-04-20T14:22:01.995" v="820"/>
          <ac:inkMkLst>
            <pc:docMk/>
            <pc:sldMk cId="3493980762" sldId="258"/>
            <ac:inkMk id="662" creationId="{0D6E4F79-FD72-36B2-D1D6-A62742423C33}"/>
          </ac:inkMkLst>
        </pc:inkChg>
        <pc:inkChg chg="add del">
          <ac:chgData name="植田 篤俊" userId="0d2b3cda-30c1-45e3-9e5c-02c0046d67fa" providerId="ADAL" clId="{A6AB8097-671C-4783-A056-5A985F003BDF}" dt="2026-04-20T14:22:01.995" v="820"/>
          <ac:inkMkLst>
            <pc:docMk/>
            <pc:sldMk cId="3493980762" sldId="258"/>
            <ac:inkMk id="663" creationId="{E598C18C-1FC5-E3D4-72FF-ACE4220F448F}"/>
          </ac:inkMkLst>
        </pc:inkChg>
        <pc:inkChg chg="add del">
          <ac:chgData name="植田 篤俊" userId="0d2b3cda-30c1-45e3-9e5c-02c0046d67fa" providerId="ADAL" clId="{A6AB8097-671C-4783-A056-5A985F003BDF}" dt="2026-04-20T14:22:01.995" v="820"/>
          <ac:inkMkLst>
            <pc:docMk/>
            <pc:sldMk cId="3493980762" sldId="258"/>
            <ac:inkMk id="664" creationId="{2C0DE3B0-0ED2-2F16-B51D-6CA813242D7F}"/>
          </ac:inkMkLst>
        </pc:inkChg>
        <pc:inkChg chg="add del">
          <ac:chgData name="植田 篤俊" userId="0d2b3cda-30c1-45e3-9e5c-02c0046d67fa" providerId="ADAL" clId="{A6AB8097-671C-4783-A056-5A985F003BDF}" dt="2026-04-20T14:22:01.995" v="820"/>
          <ac:inkMkLst>
            <pc:docMk/>
            <pc:sldMk cId="3493980762" sldId="258"/>
            <ac:inkMk id="665" creationId="{2017041F-DC50-CE06-171C-333C8F975052}"/>
          </ac:inkMkLst>
        </pc:inkChg>
        <pc:inkChg chg="add reco">
          <ac:chgData name="植田 篤俊" userId="0d2b3cda-30c1-45e3-9e5c-02c0046d67fa" providerId="ADAL" clId="{A6AB8097-671C-4783-A056-5A985F003BDF}" dt="2026-04-20T14:22:01.995" v="820"/>
          <ac:inkMkLst>
            <pc:docMk/>
            <pc:sldMk cId="3493980762" sldId="258"/>
            <ac:inkMk id="666" creationId="{1F2D5D52-3C38-33C8-FB1F-11A07C47613E}"/>
          </ac:inkMkLst>
        </pc:inkChg>
        <pc:inkChg chg="add del">
          <ac:chgData name="植田 篤俊" userId="0d2b3cda-30c1-45e3-9e5c-02c0046d67fa" providerId="ADAL" clId="{A6AB8097-671C-4783-A056-5A985F003BDF}" dt="2026-04-20T14:22:07.777" v="824"/>
          <ac:inkMkLst>
            <pc:docMk/>
            <pc:sldMk cId="3493980762" sldId="258"/>
            <ac:inkMk id="667" creationId="{BE21C55C-F56C-488D-8C96-12A30E7245A0}"/>
          </ac:inkMkLst>
        </pc:inkChg>
        <pc:inkChg chg="add del">
          <ac:chgData name="植田 篤俊" userId="0d2b3cda-30c1-45e3-9e5c-02c0046d67fa" providerId="ADAL" clId="{A6AB8097-671C-4783-A056-5A985F003BDF}" dt="2026-04-20T14:22:07.777" v="824"/>
          <ac:inkMkLst>
            <pc:docMk/>
            <pc:sldMk cId="3493980762" sldId="258"/>
            <ac:inkMk id="668" creationId="{CED3E792-3F3F-ACB0-195A-BDCE77278467}"/>
          </ac:inkMkLst>
        </pc:inkChg>
        <pc:inkChg chg="add del">
          <ac:chgData name="植田 篤俊" userId="0d2b3cda-30c1-45e3-9e5c-02c0046d67fa" providerId="ADAL" clId="{A6AB8097-671C-4783-A056-5A985F003BDF}" dt="2026-04-20T14:22:07.777" v="824"/>
          <ac:inkMkLst>
            <pc:docMk/>
            <pc:sldMk cId="3493980762" sldId="258"/>
            <ac:inkMk id="669" creationId="{A3AC4212-2AD1-33CA-292B-0DC1B8232C71}"/>
          </ac:inkMkLst>
        </pc:inkChg>
        <pc:inkChg chg="add reco">
          <ac:chgData name="植田 篤俊" userId="0d2b3cda-30c1-45e3-9e5c-02c0046d67fa" providerId="ADAL" clId="{A6AB8097-671C-4783-A056-5A985F003BDF}" dt="2026-04-20T14:22:07.777" v="824"/>
          <ac:inkMkLst>
            <pc:docMk/>
            <pc:sldMk cId="3493980762" sldId="258"/>
            <ac:inkMk id="670" creationId="{8DD889C4-2251-78F7-9FC0-BD8EB5C74763}"/>
          </ac:inkMkLst>
        </pc:inkChg>
        <pc:inkChg chg="add del">
          <ac:chgData name="植田 篤俊" userId="0d2b3cda-30c1-45e3-9e5c-02c0046d67fa" providerId="ADAL" clId="{A6AB8097-671C-4783-A056-5A985F003BDF}" dt="2026-04-20T14:22:14.598" v="831"/>
          <ac:inkMkLst>
            <pc:docMk/>
            <pc:sldMk cId="3493980762" sldId="258"/>
            <ac:inkMk id="671" creationId="{25EE81EA-C93C-F75D-A58D-91F8BCFBBC6A}"/>
          </ac:inkMkLst>
        </pc:inkChg>
        <pc:inkChg chg="add del">
          <ac:chgData name="植田 篤俊" userId="0d2b3cda-30c1-45e3-9e5c-02c0046d67fa" providerId="ADAL" clId="{A6AB8097-671C-4783-A056-5A985F003BDF}" dt="2026-04-20T14:22:14.598" v="831"/>
          <ac:inkMkLst>
            <pc:docMk/>
            <pc:sldMk cId="3493980762" sldId="258"/>
            <ac:inkMk id="672" creationId="{02DD5E7D-FC8C-3AB4-148D-563DCC4E016E}"/>
          </ac:inkMkLst>
        </pc:inkChg>
        <pc:inkChg chg="add del">
          <ac:chgData name="植田 篤俊" userId="0d2b3cda-30c1-45e3-9e5c-02c0046d67fa" providerId="ADAL" clId="{A6AB8097-671C-4783-A056-5A985F003BDF}" dt="2026-04-20T14:22:14.598" v="831"/>
          <ac:inkMkLst>
            <pc:docMk/>
            <pc:sldMk cId="3493980762" sldId="258"/>
            <ac:inkMk id="673" creationId="{EBCFD700-0BC5-A951-D390-133A896A7728}"/>
          </ac:inkMkLst>
        </pc:inkChg>
        <pc:inkChg chg="add del">
          <ac:chgData name="植田 篤俊" userId="0d2b3cda-30c1-45e3-9e5c-02c0046d67fa" providerId="ADAL" clId="{A6AB8097-671C-4783-A056-5A985F003BDF}" dt="2026-04-20T14:22:14.598" v="831"/>
          <ac:inkMkLst>
            <pc:docMk/>
            <pc:sldMk cId="3493980762" sldId="258"/>
            <ac:inkMk id="674" creationId="{DC4AB800-0FAF-41E7-8B95-24CCB1587549}"/>
          </ac:inkMkLst>
        </pc:inkChg>
        <pc:inkChg chg="add del">
          <ac:chgData name="植田 篤俊" userId="0d2b3cda-30c1-45e3-9e5c-02c0046d67fa" providerId="ADAL" clId="{A6AB8097-671C-4783-A056-5A985F003BDF}" dt="2026-04-20T14:22:14.598" v="831"/>
          <ac:inkMkLst>
            <pc:docMk/>
            <pc:sldMk cId="3493980762" sldId="258"/>
            <ac:inkMk id="675" creationId="{CFCA36EE-FA0A-A910-4423-4EFCEB3329C1}"/>
          </ac:inkMkLst>
        </pc:inkChg>
        <pc:inkChg chg="add del">
          <ac:chgData name="植田 篤俊" userId="0d2b3cda-30c1-45e3-9e5c-02c0046d67fa" providerId="ADAL" clId="{A6AB8097-671C-4783-A056-5A985F003BDF}" dt="2026-04-20T14:22:14.598" v="831"/>
          <ac:inkMkLst>
            <pc:docMk/>
            <pc:sldMk cId="3493980762" sldId="258"/>
            <ac:inkMk id="676" creationId="{D3978E51-6ACF-D667-8A4A-DEBC67F42666}"/>
          </ac:inkMkLst>
        </pc:inkChg>
        <pc:inkChg chg="add mod reco modStrokes">
          <ac:chgData name="植田 篤俊" userId="0d2b3cda-30c1-45e3-9e5c-02c0046d67fa" providerId="ADAL" clId="{A6AB8097-671C-4783-A056-5A985F003BDF}" dt="2026-04-20T14:22:16.094" v="832"/>
          <ac:inkMkLst>
            <pc:docMk/>
            <pc:sldMk cId="3493980762" sldId="258"/>
            <ac:inkMk id="677" creationId="{6DBABF90-0CA1-C3FB-3F0A-1F46944EE5EF}"/>
          </ac:inkMkLst>
        </pc:inkChg>
        <pc:inkChg chg="add">
          <ac:chgData name="植田 篤俊" userId="0d2b3cda-30c1-45e3-9e5c-02c0046d67fa" providerId="ADAL" clId="{A6AB8097-671C-4783-A056-5A985F003BDF}" dt="2026-04-20T14:22:16.910" v="833"/>
          <ac:inkMkLst>
            <pc:docMk/>
            <pc:sldMk cId="3493980762" sldId="258"/>
            <ac:inkMk id="678" creationId="{2A1DA70A-2999-24E0-91F0-DE0C92C36721}"/>
          </ac:inkMkLst>
        </pc:inkChg>
        <pc:inkChg chg="add">
          <ac:chgData name="植田 篤俊" userId="0d2b3cda-30c1-45e3-9e5c-02c0046d67fa" providerId="ADAL" clId="{A6AB8097-671C-4783-A056-5A985F003BDF}" dt="2026-04-20T14:22:17.777" v="834"/>
          <ac:inkMkLst>
            <pc:docMk/>
            <pc:sldMk cId="3493980762" sldId="258"/>
            <ac:inkMk id="679" creationId="{33014555-75A2-7416-3C7C-298AF13A3DA8}"/>
          </ac:inkMkLst>
        </pc:inkChg>
        <pc:inkChg chg="add del">
          <ac:chgData name="植田 篤俊" userId="0d2b3cda-30c1-45e3-9e5c-02c0046d67fa" providerId="ADAL" clId="{A6AB8097-671C-4783-A056-5A985F003BDF}" dt="2026-04-20T14:22:23.169" v="851"/>
          <ac:inkMkLst>
            <pc:docMk/>
            <pc:sldMk cId="3493980762" sldId="258"/>
            <ac:inkMk id="680" creationId="{EAA0E6A3-0EC9-CBDD-5427-CEA76645050B}"/>
          </ac:inkMkLst>
        </pc:inkChg>
        <pc:inkChg chg="add">
          <ac:chgData name="植田 篤俊" userId="0d2b3cda-30c1-45e3-9e5c-02c0046d67fa" providerId="ADAL" clId="{A6AB8097-671C-4783-A056-5A985F003BDF}" dt="2026-04-20T14:22:18.277" v="836"/>
          <ac:inkMkLst>
            <pc:docMk/>
            <pc:sldMk cId="3493980762" sldId="258"/>
            <ac:inkMk id="681" creationId="{9707A629-5823-F18D-E843-B18240DF5B3E}"/>
          </ac:inkMkLst>
        </pc:inkChg>
        <pc:inkChg chg="add">
          <ac:chgData name="植田 篤俊" userId="0d2b3cda-30c1-45e3-9e5c-02c0046d67fa" providerId="ADAL" clId="{A6AB8097-671C-4783-A056-5A985F003BDF}" dt="2026-04-20T14:22:18.746" v="837"/>
          <ac:inkMkLst>
            <pc:docMk/>
            <pc:sldMk cId="3493980762" sldId="258"/>
            <ac:inkMk id="682" creationId="{0430F0A7-23ED-4856-8422-A8AE3DC92AA6}"/>
          </ac:inkMkLst>
        </pc:inkChg>
        <pc:inkChg chg="add del">
          <ac:chgData name="植田 篤俊" userId="0d2b3cda-30c1-45e3-9e5c-02c0046d67fa" providerId="ADAL" clId="{A6AB8097-671C-4783-A056-5A985F003BDF}" dt="2026-04-20T14:22:23.169" v="851"/>
          <ac:inkMkLst>
            <pc:docMk/>
            <pc:sldMk cId="3493980762" sldId="258"/>
            <ac:inkMk id="683" creationId="{9626FA87-C02A-B2B4-4750-BC32357F7FA0}"/>
          </ac:inkMkLst>
        </pc:inkChg>
        <pc:inkChg chg="add del">
          <ac:chgData name="植田 篤俊" userId="0d2b3cda-30c1-45e3-9e5c-02c0046d67fa" providerId="ADAL" clId="{A6AB8097-671C-4783-A056-5A985F003BDF}" dt="2026-04-20T14:22:23.169" v="851"/>
          <ac:inkMkLst>
            <pc:docMk/>
            <pc:sldMk cId="3493980762" sldId="258"/>
            <ac:inkMk id="684" creationId="{F87C22AC-9ACE-82D3-3C56-64FD1EF3229E}"/>
          </ac:inkMkLst>
        </pc:inkChg>
        <pc:inkChg chg="add">
          <ac:chgData name="植田 篤俊" userId="0d2b3cda-30c1-45e3-9e5c-02c0046d67fa" providerId="ADAL" clId="{A6AB8097-671C-4783-A056-5A985F003BDF}" dt="2026-04-20T14:22:20.110" v="840"/>
          <ac:inkMkLst>
            <pc:docMk/>
            <pc:sldMk cId="3493980762" sldId="258"/>
            <ac:inkMk id="685" creationId="{3342ACA2-14BD-B850-6771-2795A0EB5E4D}"/>
          </ac:inkMkLst>
        </pc:inkChg>
        <pc:inkChg chg="add del">
          <ac:chgData name="植田 篤俊" userId="0d2b3cda-30c1-45e3-9e5c-02c0046d67fa" providerId="ADAL" clId="{A6AB8097-671C-4783-A056-5A985F003BDF}" dt="2026-04-20T14:22:23.169" v="851"/>
          <ac:inkMkLst>
            <pc:docMk/>
            <pc:sldMk cId="3493980762" sldId="258"/>
            <ac:inkMk id="686" creationId="{369A409D-DA98-F411-5787-9623290ED459}"/>
          </ac:inkMkLst>
        </pc:inkChg>
        <pc:inkChg chg="add del">
          <ac:chgData name="植田 篤俊" userId="0d2b3cda-30c1-45e3-9e5c-02c0046d67fa" providerId="ADAL" clId="{A6AB8097-671C-4783-A056-5A985F003BDF}" dt="2026-04-20T14:22:23.169" v="851"/>
          <ac:inkMkLst>
            <pc:docMk/>
            <pc:sldMk cId="3493980762" sldId="258"/>
            <ac:inkMk id="687" creationId="{19EF694C-4781-2C8A-301D-5BD72A0C91B2}"/>
          </ac:inkMkLst>
        </pc:inkChg>
        <pc:inkChg chg="add del">
          <ac:chgData name="植田 篤俊" userId="0d2b3cda-30c1-45e3-9e5c-02c0046d67fa" providerId="ADAL" clId="{A6AB8097-671C-4783-A056-5A985F003BDF}" dt="2026-04-20T14:22:23.169" v="851"/>
          <ac:inkMkLst>
            <pc:docMk/>
            <pc:sldMk cId="3493980762" sldId="258"/>
            <ac:inkMk id="688" creationId="{6488C73D-9A59-4065-826B-444A196699C1}"/>
          </ac:inkMkLst>
        </pc:inkChg>
        <pc:inkChg chg="add">
          <ac:chgData name="植田 篤俊" userId="0d2b3cda-30c1-45e3-9e5c-02c0046d67fa" providerId="ADAL" clId="{A6AB8097-671C-4783-A056-5A985F003BDF}" dt="2026-04-20T14:22:21.293" v="844"/>
          <ac:inkMkLst>
            <pc:docMk/>
            <pc:sldMk cId="3493980762" sldId="258"/>
            <ac:inkMk id="689" creationId="{C65482D4-7648-CB80-BFF2-9A862BB14069}"/>
          </ac:inkMkLst>
        </pc:inkChg>
        <pc:inkChg chg="add del">
          <ac:chgData name="植田 篤俊" userId="0d2b3cda-30c1-45e3-9e5c-02c0046d67fa" providerId="ADAL" clId="{A6AB8097-671C-4783-A056-5A985F003BDF}" dt="2026-04-20T14:22:23.169" v="851"/>
          <ac:inkMkLst>
            <pc:docMk/>
            <pc:sldMk cId="3493980762" sldId="258"/>
            <ac:inkMk id="690" creationId="{82832FF5-826D-9B26-E157-920E973FA594}"/>
          </ac:inkMkLst>
        </pc:inkChg>
        <pc:inkChg chg="add">
          <ac:chgData name="植田 篤俊" userId="0d2b3cda-30c1-45e3-9e5c-02c0046d67fa" providerId="ADAL" clId="{A6AB8097-671C-4783-A056-5A985F003BDF}" dt="2026-04-20T14:22:21.727" v="846"/>
          <ac:inkMkLst>
            <pc:docMk/>
            <pc:sldMk cId="3493980762" sldId="258"/>
            <ac:inkMk id="691" creationId="{81A40BAE-0D55-B9F1-654F-888E55A2B55F}"/>
          </ac:inkMkLst>
        </pc:inkChg>
        <pc:inkChg chg="add del">
          <ac:chgData name="植田 篤俊" userId="0d2b3cda-30c1-45e3-9e5c-02c0046d67fa" providerId="ADAL" clId="{A6AB8097-671C-4783-A056-5A985F003BDF}" dt="2026-04-20T14:22:23.169" v="851"/>
          <ac:inkMkLst>
            <pc:docMk/>
            <pc:sldMk cId="3493980762" sldId="258"/>
            <ac:inkMk id="692" creationId="{FF97378A-52FD-9EEB-897B-4B14CDA397E1}"/>
          </ac:inkMkLst>
        </pc:inkChg>
        <pc:inkChg chg="add del">
          <ac:chgData name="植田 篤俊" userId="0d2b3cda-30c1-45e3-9e5c-02c0046d67fa" providerId="ADAL" clId="{A6AB8097-671C-4783-A056-5A985F003BDF}" dt="2026-04-20T14:22:23.169" v="851"/>
          <ac:inkMkLst>
            <pc:docMk/>
            <pc:sldMk cId="3493980762" sldId="258"/>
            <ac:inkMk id="693" creationId="{97457D0A-5F78-A4EF-E63C-782755077D04}"/>
          </ac:inkMkLst>
        </pc:inkChg>
        <pc:inkChg chg="add del">
          <ac:chgData name="植田 篤俊" userId="0d2b3cda-30c1-45e3-9e5c-02c0046d67fa" providerId="ADAL" clId="{A6AB8097-671C-4783-A056-5A985F003BDF}" dt="2026-04-20T14:22:23.169" v="851"/>
          <ac:inkMkLst>
            <pc:docMk/>
            <pc:sldMk cId="3493980762" sldId="258"/>
            <ac:inkMk id="694" creationId="{9AE136AF-2D84-B2E6-5EA6-F5844275EE27}"/>
          </ac:inkMkLst>
        </pc:inkChg>
        <pc:inkChg chg="add">
          <ac:chgData name="植田 篤俊" userId="0d2b3cda-30c1-45e3-9e5c-02c0046d67fa" providerId="ADAL" clId="{A6AB8097-671C-4783-A056-5A985F003BDF}" dt="2026-04-20T14:22:22.627" v="850"/>
          <ac:inkMkLst>
            <pc:docMk/>
            <pc:sldMk cId="3493980762" sldId="258"/>
            <ac:inkMk id="695" creationId="{63071F03-40FA-5D9B-94AB-C7B6E40BD1E8}"/>
          </ac:inkMkLst>
        </pc:inkChg>
        <pc:inkChg chg="add del">
          <ac:chgData name="植田 篤俊" userId="0d2b3cda-30c1-45e3-9e5c-02c0046d67fa" providerId="ADAL" clId="{A6AB8097-671C-4783-A056-5A985F003BDF}" dt="2026-04-20T14:22:29.257" v="867"/>
          <ac:inkMkLst>
            <pc:docMk/>
            <pc:sldMk cId="3493980762" sldId="258"/>
            <ac:inkMk id="697" creationId="{2005180C-E7DD-E8E4-40A8-9258E2B206C1}"/>
          </ac:inkMkLst>
        </pc:inkChg>
        <pc:inkChg chg="add">
          <ac:chgData name="植田 篤俊" userId="0d2b3cda-30c1-45e3-9e5c-02c0046d67fa" providerId="ADAL" clId="{A6AB8097-671C-4783-A056-5A985F003BDF}" dt="2026-04-20T14:22:25.512" v="853"/>
          <ac:inkMkLst>
            <pc:docMk/>
            <pc:sldMk cId="3493980762" sldId="258"/>
            <ac:inkMk id="698" creationId="{84A267CF-13AA-CE0A-4E9C-4E175DE96905}"/>
          </ac:inkMkLst>
        </pc:inkChg>
        <pc:inkChg chg="add del">
          <ac:chgData name="植田 篤俊" userId="0d2b3cda-30c1-45e3-9e5c-02c0046d67fa" providerId="ADAL" clId="{A6AB8097-671C-4783-A056-5A985F003BDF}" dt="2026-04-20T14:22:29.257" v="867"/>
          <ac:inkMkLst>
            <pc:docMk/>
            <pc:sldMk cId="3493980762" sldId="258"/>
            <ac:inkMk id="699" creationId="{0C74BEAB-DD9C-E844-5114-72D5EF0573A1}"/>
          </ac:inkMkLst>
        </pc:inkChg>
        <pc:inkChg chg="add">
          <ac:chgData name="植田 篤俊" userId="0d2b3cda-30c1-45e3-9e5c-02c0046d67fa" providerId="ADAL" clId="{A6AB8097-671C-4783-A056-5A985F003BDF}" dt="2026-04-20T14:22:26.077" v="855"/>
          <ac:inkMkLst>
            <pc:docMk/>
            <pc:sldMk cId="3493980762" sldId="258"/>
            <ac:inkMk id="700" creationId="{F3F75760-9E55-861E-A12B-D7E28AB3B7AD}"/>
          </ac:inkMkLst>
        </pc:inkChg>
        <pc:inkChg chg="add del">
          <ac:chgData name="植田 篤俊" userId="0d2b3cda-30c1-45e3-9e5c-02c0046d67fa" providerId="ADAL" clId="{A6AB8097-671C-4783-A056-5A985F003BDF}" dt="2026-04-20T14:22:29.257" v="867"/>
          <ac:inkMkLst>
            <pc:docMk/>
            <pc:sldMk cId="3493980762" sldId="258"/>
            <ac:inkMk id="701" creationId="{0985A863-D6E2-AF7A-43DF-5A3A9E573657}"/>
          </ac:inkMkLst>
        </pc:inkChg>
        <pc:inkChg chg="add">
          <ac:chgData name="植田 篤俊" userId="0d2b3cda-30c1-45e3-9e5c-02c0046d67fa" providerId="ADAL" clId="{A6AB8097-671C-4783-A056-5A985F003BDF}" dt="2026-04-20T14:22:26.893" v="857"/>
          <ac:inkMkLst>
            <pc:docMk/>
            <pc:sldMk cId="3493980762" sldId="258"/>
            <ac:inkMk id="702" creationId="{C74A9625-D1D1-0C9B-A44A-E2E490EE25BC}"/>
          </ac:inkMkLst>
        </pc:inkChg>
        <pc:inkChg chg="add del">
          <ac:chgData name="植田 篤俊" userId="0d2b3cda-30c1-45e3-9e5c-02c0046d67fa" providerId="ADAL" clId="{A6AB8097-671C-4783-A056-5A985F003BDF}" dt="2026-04-20T14:22:29.257" v="867"/>
          <ac:inkMkLst>
            <pc:docMk/>
            <pc:sldMk cId="3493980762" sldId="258"/>
            <ac:inkMk id="703" creationId="{FE2995D3-8E24-8F43-347F-F10D393B325A}"/>
          </ac:inkMkLst>
        </pc:inkChg>
        <pc:inkChg chg="add">
          <ac:chgData name="植田 篤俊" userId="0d2b3cda-30c1-45e3-9e5c-02c0046d67fa" providerId="ADAL" clId="{A6AB8097-671C-4783-A056-5A985F003BDF}" dt="2026-04-20T14:22:27.159" v="859"/>
          <ac:inkMkLst>
            <pc:docMk/>
            <pc:sldMk cId="3493980762" sldId="258"/>
            <ac:inkMk id="704" creationId="{D3862DE1-7B11-277E-BE95-3B52A664EC6D}"/>
          </ac:inkMkLst>
        </pc:inkChg>
        <pc:inkChg chg="add del">
          <ac:chgData name="植田 篤俊" userId="0d2b3cda-30c1-45e3-9e5c-02c0046d67fa" providerId="ADAL" clId="{A6AB8097-671C-4783-A056-5A985F003BDF}" dt="2026-04-20T14:22:29.257" v="867"/>
          <ac:inkMkLst>
            <pc:docMk/>
            <pc:sldMk cId="3493980762" sldId="258"/>
            <ac:inkMk id="705" creationId="{C300AE58-CB24-EB8A-C2EF-802896A58ACA}"/>
          </ac:inkMkLst>
        </pc:inkChg>
        <pc:inkChg chg="add del">
          <ac:chgData name="植田 篤俊" userId="0d2b3cda-30c1-45e3-9e5c-02c0046d67fa" providerId="ADAL" clId="{A6AB8097-671C-4783-A056-5A985F003BDF}" dt="2026-04-20T14:22:29.257" v="867"/>
          <ac:inkMkLst>
            <pc:docMk/>
            <pc:sldMk cId="3493980762" sldId="258"/>
            <ac:inkMk id="706" creationId="{EC9394BE-6D64-98F8-ABC3-5FA327698465}"/>
          </ac:inkMkLst>
        </pc:inkChg>
        <pc:inkChg chg="add del">
          <ac:chgData name="植田 篤俊" userId="0d2b3cda-30c1-45e3-9e5c-02c0046d67fa" providerId="ADAL" clId="{A6AB8097-671C-4783-A056-5A985F003BDF}" dt="2026-04-20T14:22:29.257" v="867"/>
          <ac:inkMkLst>
            <pc:docMk/>
            <pc:sldMk cId="3493980762" sldId="258"/>
            <ac:inkMk id="707" creationId="{3D7E0FB4-F32F-B855-D40C-83225644B335}"/>
          </ac:inkMkLst>
        </pc:inkChg>
        <pc:inkChg chg="add del">
          <ac:chgData name="植田 篤俊" userId="0d2b3cda-30c1-45e3-9e5c-02c0046d67fa" providerId="ADAL" clId="{A6AB8097-671C-4783-A056-5A985F003BDF}" dt="2026-04-20T14:22:29.257" v="867"/>
          <ac:inkMkLst>
            <pc:docMk/>
            <pc:sldMk cId="3493980762" sldId="258"/>
            <ac:inkMk id="708" creationId="{5DA59666-6B20-E910-1CE9-6EEF10794AB4}"/>
          </ac:inkMkLst>
        </pc:inkChg>
        <pc:inkChg chg="add">
          <ac:chgData name="植田 篤俊" userId="0d2b3cda-30c1-45e3-9e5c-02c0046d67fa" providerId="ADAL" clId="{A6AB8097-671C-4783-A056-5A985F003BDF}" dt="2026-04-20T14:22:28.326" v="864"/>
          <ac:inkMkLst>
            <pc:docMk/>
            <pc:sldMk cId="3493980762" sldId="258"/>
            <ac:inkMk id="709" creationId="{71A1E5CB-39E7-6875-238D-8D03CFC09D1E}"/>
          </ac:inkMkLst>
        </pc:inkChg>
        <pc:inkChg chg="add del">
          <ac:chgData name="植田 篤俊" userId="0d2b3cda-30c1-45e3-9e5c-02c0046d67fa" providerId="ADAL" clId="{A6AB8097-671C-4783-A056-5A985F003BDF}" dt="2026-04-20T14:22:29.257" v="867"/>
          <ac:inkMkLst>
            <pc:docMk/>
            <pc:sldMk cId="3493980762" sldId="258"/>
            <ac:inkMk id="710" creationId="{B5092E1F-E5F0-106B-5663-2E9D6D146FD4}"/>
          </ac:inkMkLst>
        </pc:inkChg>
        <pc:inkChg chg="add">
          <ac:chgData name="植田 篤俊" userId="0d2b3cda-30c1-45e3-9e5c-02c0046d67fa" providerId="ADAL" clId="{A6AB8097-671C-4783-A056-5A985F003BDF}" dt="2026-04-20T14:22:28.693" v="866"/>
          <ac:inkMkLst>
            <pc:docMk/>
            <pc:sldMk cId="3493980762" sldId="258"/>
            <ac:inkMk id="711" creationId="{CFBA250F-0F95-ABA0-536A-9E1BB500CED6}"/>
          </ac:inkMkLst>
        </pc:inkChg>
        <pc:inkChg chg="add reco">
          <ac:chgData name="植田 篤俊" userId="0d2b3cda-30c1-45e3-9e5c-02c0046d67fa" providerId="ADAL" clId="{A6AB8097-671C-4783-A056-5A985F003BDF}" dt="2026-04-20T14:22:29.257" v="867"/>
          <ac:inkMkLst>
            <pc:docMk/>
            <pc:sldMk cId="3493980762" sldId="258"/>
            <ac:inkMk id="712" creationId="{EA5F6B27-3364-4BAF-DBE8-D8000AF6E3A0}"/>
          </ac:inkMkLst>
        </pc:inkChg>
      </pc:sldChg>
      <pc:sldChg chg="addSp delSp modSp mod">
        <pc:chgData name="植田 篤俊" userId="0d2b3cda-30c1-45e3-9e5c-02c0046d67fa" providerId="ADAL" clId="{A6AB8097-671C-4783-A056-5A985F003BDF}" dt="2026-04-20T15:12:18.015" v="3418"/>
        <pc:sldMkLst>
          <pc:docMk/>
          <pc:sldMk cId="3869940010" sldId="259"/>
        </pc:sldMkLst>
        <pc:inkChg chg="add">
          <ac:chgData name="植田 篤俊" userId="0d2b3cda-30c1-45e3-9e5c-02c0046d67fa" providerId="ADAL" clId="{A6AB8097-671C-4783-A056-5A985F003BDF}" dt="2026-04-20T14:36:39.735" v="1292"/>
          <ac:inkMkLst>
            <pc:docMk/>
            <pc:sldMk cId="3869940010" sldId="259"/>
            <ac:inkMk id="2" creationId="{6B54806F-37CD-BE47-8D24-B2E93481C981}"/>
          </ac:inkMkLst>
        </pc:inkChg>
        <pc:inkChg chg="add del">
          <ac:chgData name="植田 篤俊" userId="0d2b3cda-30c1-45e3-9e5c-02c0046d67fa" providerId="ADAL" clId="{A6AB8097-671C-4783-A056-5A985F003BDF}" dt="2026-04-20T14:36:43.635" v="1299"/>
          <ac:inkMkLst>
            <pc:docMk/>
            <pc:sldMk cId="3869940010" sldId="259"/>
            <ac:inkMk id="3" creationId="{51902EB8-BFD1-0BCC-55F6-B4401783F83B}"/>
          </ac:inkMkLst>
        </pc:inkChg>
        <pc:inkChg chg="add del">
          <ac:chgData name="植田 篤俊" userId="0d2b3cda-30c1-45e3-9e5c-02c0046d67fa" providerId="ADAL" clId="{A6AB8097-671C-4783-A056-5A985F003BDF}" dt="2026-04-20T14:36:43.639" v="1301"/>
          <ac:inkMkLst>
            <pc:docMk/>
            <pc:sldMk cId="3869940010" sldId="259"/>
            <ac:inkMk id="4" creationId="{A564466B-C666-0125-0282-FB7F7F5586F3}"/>
          </ac:inkMkLst>
        </pc:inkChg>
        <pc:inkChg chg="add del">
          <ac:chgData name="植田 篤俊" userId="0d2b3cda-30c1-45e3-9e5c-02c0046d67fa" providerId="ADAL" clId="{A6AB8097-671C-4783-A056-5A985F003BDF}" dt="2026-04-20T14:36:43.642" v="1303"/>
          <ac:inkMkLst>
            <pc:docMk/>
            <pc:sldMk cId="3869940010" sldId="259"/>
            <ac:inkMk id="5" creationId="{C1A344F4-8AD2-1594-C0F9-F2312FD91C04}"/>
          </ac:inkMkLst>
        </pc:inkChg>
        <pc:inkChg chg="add del">
          <ac:chgData name="植田 篤俊" userId="0d2b3cda-30c1-45e3-9e5c-02c0046d67fa" providerId="ADAL" clId="{A6AB8097-671C-4783-A056-5A985F003BDF}" dt="2026-04-20T14:36:43.643" v="1304"/>
          <ac:inkMkLst>
            <pc:docMk/>
            <pc:sldMk cId="3869940010" sldId="259"/>
            <ac:inkMk id="6" creationId="{3C3A56B6-8138-5242-3F8E-21E1B16759A9}"/>
          </ac:inkMkLst>
        </pc:inkChg>
        <pc:inkChg chg="add del">
          <ac:chgData name="植田 篤俊" userId="0d2b3cda-30c1-45e3-9e5c-02c0046d67fa" providerId="ADAL" clId="{A6AB8097-671C-4783-A056-5A985F003BDF}" dt="2026-04-20T14:36:43.638" v="1300"/>
          <ac:inkMkLst>
            <pc:docMk/>
            <pc:sldMk cId="3869940010" sldId="259"/>
            <ac:inkMk id="7" creationId="{9C0181C9-A447-883F-B406-D67E237E9A25}"/>
          </ac:inkMkLst>
        </pc:inkChg>
        <pc:inkChg chg="add del">
          <ac:chgData name="植田 篤俊" userId="0d2b3cda-30c1-45e3-9e5c-02c0046d67fa" providerId="ADAL" clId="{A6AB8097-671C-4783-A056-5A985F003BDF}" dt="2026-04-20T14:36:43.641" v="1302"/>
          <ac:inkMkLst>
            <pc:docMk/>
            <pc:sldMk cId="3869940010" sldId="259"/>
            <ac:inkMk id="8" creationId="{2EBEFAB1-894A-D3C5-5AFA-80CC8A833B15}"/>
          </ac:inkMkLst>
        </pc:inkChg>
        <pc:inkChg chg="add del">
          <ac:chgData name="植田 篤俊" userId="0d2b3cda-30c1-45e3-9e5c-02c0046d67fa" providerId="ADAL" clId="{A6AB8097-671C-4783-A056-5A985F003BDF}" dt="2026-04-20T14:36:47.839" v="1317"/>
          <ac:inkMkLst>
            <pc:docMk/>
            <pc:sldMk cId="3869940010" sldId="259"/>
            <ac:inkMk id="9" creationId="{9F8E4795-833D-19AE-7D67-99189EC68876}"/>
          </ac:inkMkLst>
        </pc:inkChg>
        <pc:inkChg chg="add">
          <ac:chgData name="植田 篤俊" userId="0d2b3cda-30c1-45e3-9e5c-02c0046d67fa" providerId="ADAL" clId="{A6AB8097-671C-4783-A056-5A985F003BDF}" dt="2026-04-20T14:36:44.481" v="1306"/>
          <ac:inkMkLst>
            <pc:docMk/>
            <pc:sldMk cId="3869940010" sldId="259"/>
            <ac:inkMk id="10" creationId="{1A7BCAFD-9330-1937-C3D5-55D2D93ADC6E}"/>
          </ac:inkMkLst>
        </pc:inkChg>
        <pc:inkChg chg="add del">
          <ac:chgData name="植田 篤俊" userId="0d2b3cda-30c1-45e3-9e5c-02c0046d67fa" providerId="ADAL" clId="{A6AB8097-671C-4783-A056-5A985F003BDF}" dt="2026-04-20T14:36:47.839" v="1317"/>
          <ac:inkMkLst>
            <pc:docMk/>
            <pc:sldMk cId="3869940010" sldId="259"/>
            <ac:inkMk id="11" creationId="{433CA5F2-8F9E-3A17-DFEA-24A9407AD0CD}"/>
          </ac:inkMkLst>
        </pc:inkChg>
        <pc:inkChg chg="add del">
          <ac:chgData name="植田 篤俊" userId="0d2b3cda-30c1-45e3-9e5c-02c0046d67fa" providerId="ADAL" clId="{A6AB8097-671C-4783-A056-5A985F003BDF}" dt="2026-04-20T14:36:47.839" v="1317"/>
          <ac:inkMkLst>
            <pc:docMk/>
            <pc:sldMk cId="3869940010" sldId="259"/>
            <ac:inkMk id="12" creationId="{351FFE1A-FF74-F026-F905-5A4298FC17CD}"/>
          </ac:inkMkLst>
        </pc:inkChg>
        <pc:inkChg chg="add">
          <ac:chgData name="植田 篤俊" userId="0d2b3cda-30c1-45e3-9e5c-02c0046d67fa" providerId="ADAL" clId="{A6AB8097-671C-4783-A056-5A985F003BDF}" dt="2026-04-20T14:36:45.235" v="1309"/>
          <ac:inkMkLst>
            <pc:docMk/>
            <pc:sldMk cId="3869940010" sldId="259"/>
            <ac:inkMk id="14" creationId="{4258C52C-54E7-7E1C-1F94-63021E3C0282}"/>
          </ac:inkMkLst>
        </pc:inkChg>
        <pc:inkChg chg="add del">
          <ac:chgData name="植田 篤俊" userId="0d2b3cda-30c1-45e3-9e5c-02c0046d67fa" providerId="ADAL" clId="{A6AB8097-671C-4783-A056-5A985F003BDF}" dt="2026-04-20T14:36:47.839" v="1317"/>
          <ac:inkMkLst>
            <pc:docMk/>
            <pc:sldMk cId="3869940010" sldId="259"/>
            <ac:inkMk id="15" creationId="{09981181-9BAD-7978-FE25-EBF06CB5316C}"/>
          </ac:inkMkLst>
        </pc:inkChg>
        <pc:inkChg chg="add del">
          <ac:chgData name="植田 篤俊" userId="0d2b3cda-30c1-45e3-9e5c-02c0046d67fa" providerId="ADAL" clId="{A6AB8097-671C-4783-A056-5A985F003BDF}" dt="2026-04-20T14:36:47.839" v="1317"/>
          <ac:inkMkLst>
            <pc:docMk/>
            <pc:sldMk cId="3869940010" sldId="259"/>
            <ac:inkMk id="16" creationId="{8BD5E2E6-F32F-F0F9-D1F3-DEEB4039F0E8}"/>
          </ac:inkMkLst>
        </pc:inkChg>
        <pc:inkChg chg="add del">
          <ac:chgData name="植田 篤俊" userId="0d2b3cda-30c1-45e3-9e5c-02c0046d67fa" providerId="ADAL" clId="{A6AB8097-671C-4783-A056-5A985F003BDF}" dt="2026-04-20T14:36:47.839" v="1317"/>
          <ac:inkMkLst>
            <pc:docMk/>
            <pc:sldMk cId="3869940010" sldId="259"/>
            <ac:inkMk id="17" creationId="{BFEDFBA7-A52E-8FD3-627D-A918AF468F3C}"/>
          </ac:inkMkLst>
        </pc:inkChg>
        <pc:inkChg chg="add del">
          <ac:chgData name="植田 篤俊" userId="0d2b3cda-30c1-45e3-9e5c-02c0046d67fa" providerId="ADAL" clId="{A6AB8097-671C-4783-A056-5A985F003BDF}" dt="2026-04-20T14:36:47.839" v="1317"/>
          <ac:inkMkLst>
            <pc:docMk/>
            <pc:sldMk cId="3869940010" sldId="259"/>
            <ac:inkMk id="18" creationId="{5D1888AD-4663-7689-B065-533F3A3F39CE}"/>
          </ac:inkMkLst>
        </pc:inkChg>
        <pc:inkChg chg="add">
          <ac:chgData name="植田 篤俊" userId="0d2b3cda-30c1-45e3-9e5c-02c0046d67fa" providerId="ADAL" clId="{A6AB8097-671C-4783-A056-5A985F003BDF}" dt="2026-04-20T14:36:46.817" v="1314"/>
          <ac:inkMkLst>
            <pc:docMk/>
            <pc:sldMk cId="3869940010" sldId="259"/>
            <ac:inkMk id="19" creationId="{955B8B5F-41AC-4A39-58EC-10F08B7625EB}"/>
          </ac:inkMkLst>
        </pc:inkChg>
        <pc:inkChg chg="add del">
          <ac:chgData name="植田 篤俊" userId="0d2b3cda-30c1-45e3-9e5c-02c0046d67fa" providerId="ADAL" clId="{A6AB8097-671C-4783-A056-5A985F003BDF}" dt="2026-04-20T14:36:47.839" v="1317"/>
          <ac:inkMkLst>
            <pc:docMk/>
            <pc:sldMk cId="3869940010" sldId="259"/>
            <ac:inkMk id="20" creationId="{CDEDCFB3-6FE1-57B3-601D-F76951F78E76}"/>
          </ac:inkMkLst>
        </pc:inkChg>
        <pc:inkChg chg="add del">
          <ac:chgData name="植田 篤俊" userId="0d2b3cda-30c1-45e3-9e5c-02c0046d67fa" providerId="ADAL" clId="{A6AB8097-671C-4783-A056-5A985F003BDF}" dt="2026-04-20T14:36:47.839" v="1317"/>
          <ac:inkMkLst>
            <pc:docMk/>
            <pc:sldMk cId="3869940010" sldId="259"/>
            <ac:inkMk id="21" creationId="{FC56F672-E580-FD72-DACB-FF76FC84B131}"/>
          </ac:inkMkLst>
        </pc:inkChg>
        <pc:inkChg chg="add mod reco modStrokes">
          <ac:chgData name="植田 篤俊" userId="0d2b3cda-30c1-45e3-9e5c-02c0046d67fa" providerId="ADAL" clId="{A6AB8097-671C-4783-A056-5A985F003BDF}" dt="2026-04-20T14:36:48.249" v="1318"/>
          <ac:inkMkLst>
            <pc:docMk/>
            <pc:sldMk cId="3869940010" sldId="259"/>
            <ac:inkMk id="22" creationId="{1B9C0F8A-C6DC-C3FD-585D-FB7CA170483A}"/>
          </ac:inkMkLst>
        </pc:inkChg>
        <pc:inkChg chg="add del">
          <ac:chgData name="植田 篤俊" userId="0d2b3cda-30c1-45e3-9e5c-02c0046d67fa" providerId="ADAL" clId="{A6AB8097-671C-4783-A056-5A985F003BDF}" dt="2026-04-20T14:36:49.688" v="1322"/>
          <ac:inkMkLst>
            <pc:docMk/>
            <pc:sldMk cId="3869940010" sldId="259"/>
            <ac:inkMk id="23" creationId="{5438D7A4-5380-BD1C-A788-6D84A78154BA}"/>
          </ac:inkMkLst>
        </pc:inkChg>
        <pc:inkChg chg="add del">
          <ac:chgData name="植田 篤俊" userId="0d2b3cda-30c1-45e3-9e5c-02c0046d67fa" providerId="ADAL" clId="{A6AB8097-671C-4783-A056-5A985F003BDF}" dt="2026-04-20T14:36:49.688" v="1322"/>
          <ac:inkMkLst>
            <pc:docMk/>
            <pc:sldMk cId="3869940010" sldId="259"/>
            <ac:inkMk id="24" creationId="{6FCBE657-7715-CCAF-C4F2-51E27F7A48A7}"/>
          </ac:inkMkLst>
        </pc:inkChg>
        <pc:inkChg chg="add del">
          <ac:chgData name="植田 篤俊" userId="0d2b3cda-30c1-45e3-9e5c-02c0046d67fa" providerId="ADAL" clId="{A6AB8097-671C-4783-A056-5A985F003BDF}" dt="2026-04-20T14:36:49.688" v="1322"/>
          <ac:inkMkLst>
            <pc:docMk/>
            <pc:sldMk cId="3869940010" sldId="259"/>
            <ac:inkMk id="25" creationId="{8B47537F-4648-DF41-4940-C8541897F7F6}"/>
          </ac:inkMkLst>
        </pc:inkChg>
        <pc:inkChg chg="add reco">
          <ac:chgData name="植田 篤俊" userId="0d2b3cda-30c1-45e3-9e5c-02c0046d67fa" providerId="ADAL" clId="{A6AB8097-671C-4783-A056-5A985F003BDF}" dt="2026-04-20T14:36:49.688" v="1322"/>
          <ac:inkMkLst>
            <pc:docMk/>
            <pc:sldMk cId="3869940010" sldId="259"/>
            <ac:inkMk id="26" creationId="{9F7857E2-19F0-B756-EA75-BA022ED32F82}"/>
          </ac:inkMkLst>
        </pc:inkChg>
        <pc:inkChg chg="add">
          <ac:chgData name="植田 篤俊" userId="0d2b3cda-30c1-45e3-9e5c-02c0046d67fa" providerId="ADAL" clId="{A6AB8097-671C-4783-A056-5A985F003BDF}" dt="2026-04-20T14:36:49.930" v="1323"/>
          <ac:inkMkLst>
            <pc:docMk/>
            <pc:sldMk cId="3869940010" sldId="259"/>
            <ac:inkMk id="27" creationId="{A22D4BD1-E634-2D85-499D-B1215E2682F5}"/>
          </ac:inkMkLst>
        </pc:inkChg>
        <pc:inkChg chg="add">
          <ac:chgData name="植田 篤俊" userId="0d2b3cda-30c1-45e3-9e5c-02c0046d67fa" providerId="ADAL" clId="{A6AB8097-671C-4783-A056-5A985F003BDF}" dt="2026-04-20T14:36:50.200" v="1324"/>
          <ac:inkMkLst>
            <pc:docMk/>
            <pc:sldMk cId="3869940010" sldId="259"/>
            <ac:inkMk id="28" creationId="{43A192A6-01C1-7364-2C36-13ACCB1CB0C6}"/>
          </ac:inkMkLst>
        </pc:inkChg>
        <pc:inkChg chg="add">
          <ac:chgData name="植田 篤俊" userId="0d2b3cda-30c1-45e3-9e5c-02c0046d67fa" providerId="ADAL" clId="{A6AB8097-671C-4783-A056-5A985F003BDF}" dt="2026-04-20T14:36:50.316" v="1325"/>
          <ac:inkMkLst>
            <pc:docMk/>
            <pc:sldMk cId="3869940010" sldId="259"/>
            <ac:inkMk id="29" creationId="{EDB7D28C-609F-6B22-4356-E50BE0DD31F9}"/>
          </ac:inkMkLst>
        </pc:inkChg>
        <pc:inkChg chg="add">
          <ac:chgData name="植田 篤俊" userId="0d2b3cda-30c1-45e3-9e5c-02c0046d67fa" providerId="ADAL" clId="{A6AB8097-671C-4783-A056-5A985F003BDF}" dt="2026-04-20T14:36:50.417" v="1326"/>
          <ac:inkMkLst>
            <pc:docMk/>
            <pc:sldMk cId="3869940010" sldId="259"/>
            <ac:inkMk id="30" creationId="{99EE3303-E7F8-C900-777F-760F76265808}"/>
          </ac:inkMkLst>
        </pc:inkChg>
        <pc:inkChg chg="add del">
          <ac:chgData name="植田 篤俊" userId="0d2b3cda-30c1-45e3-9e5c-02c0046d67fa" providerId="ADAL" clId="{A6AB8097-671C-4783-A056-5A985F003BDF}" dt="2026-04-20T14:36:55.666" v="1345"/>
          <ac:inkMkLst>
            <pc:docMk/>
            <pc:sldMk cId="3869940010" sldId="259"/>
            <ac:inkMk id="31" creationId="{83F4B046-DB79-FE2A-32B8-FFFE641643D5}"/>
          </ac:inkMkLst>
        </pc:inkChg>
        <pc:inkChg chg="add">
          <ac:chgData name="植田 篤俊" userId="0d2b3cda-30c1-45e3-9e5c-02c0046d67fa" providerId="ADAL" clId="{A6AB8097-671C-4783-A056-5A985F003BDF}" dt="2026-04-20T14:36:51.016" v="1328"/>
          <ac:inkMkLst>
            <pc:docMk/>
            <pc:sldMk cId="3869940010" sldId="259"/>
            <ac:inkMk id="32" creationId="{F6D0DC86-E4FE-7305-D92D-2455DC998813}"/>
          </ac:inkMkLst>
        </pc:inkChg>
        <pc:inkChg chg="add">
          <ac:chgData name="植田 篤俊" userId="0d2b3cda-30c1-45e3-9e5c-02c0046d67fa" providerId="ADAL" clId="{A6AB8097-671C-4783-A056-5A985F003BDF}" dt="2026-04-20T14:36:51.166" v="1329"/>
          <ac:inkMkLst>
            <pc:docMk/>
            <pc:sldMk cId="3869940010" sldId="259"/>
            <ac:inkMk id="33" creationId="{057C4F0A-3BCD-F8BA-CEB4-C6C2C0C25CB9}"/>
          </ac:inkMkLst>
        </pc:inkChg>
        <pc:inkChg chg="add del">
          <ac:chgData name="植田 篤俊" userId="0d2b3cda-30c1-45e3-9e5c-02c0046d67fa" providerId="ADAL" clId="{A6AB8097-671C-4783-A056-5A985F003BDF}" dt="2026-04-20T14:36:55.666" v="1345"/>
          <ac:inkMkLst>
            <pc:docMk/>
            <pc:sldMk cId="3869940010" sldId="259"/>
            <ac:inkMk id="34" creationId="{DEBA5226-452A-A5AB-28B6-8DD7D154A927}"/>
          </ac:inkMkLst>
        </pc:inkChg>
        <pc:inkChg chg="add del">
          <ac:chgData name="植田 篤俊" userId="0d2b3cda-30c1-45e3-9e5c-02c0046d67fa" providerId="ADAL" clId="{A6AB8097-671C-4783-A056-5A985F003BDF}" dt="2026-04-20T14:36:55.666" v="1345"/>
          <ac:inkMkLst>
            <pc:docMk/>
            <pc:sldMk cId="3869940010" sldId="259"/>
            <ac:inkMk id="35" creationId="{68BE1877-A48B-6B5A-074E-856892188992}"/>
          </ac:inkMkLst>
        </pc:inkChg>
        <pc:inkChg chg="add del">
          <ac:chgData name="植田 篤俊" userId="0d2b3cda-30c1-45e3-9e5c-02c0046d67fa" providerId="ADAL" clId="{A6AB8097-671C-4783-A056-5A985F003BDF}" dt="2026-04-20T14:36:55.666" v="1345"/>
          <ac:inkMkLst>
            <pc:docMk/>
            <pc:sldMk cId="3869940010" sldId="259"/>
            <ac:inkMk id="36" creationId="{6E3BEF96-98CE-C416-315F-23939272728B}"/>
          </ac:inkMkLst>
        </pc:inkChg>
        <pc:inkChg chg="add del">
          <ac:chgData name="植田 篤俊" userId="0d2b3cda-30c1-45e3-9e5c-02c0046d67fa" providerId="ADAL" clId="{A6AB8097-671C-4783-A056-5A985F003BDF}" dt="2026-04-20T14:36:55.666" v="1345"/>
          <ac:inkMkLst>
            <pc:docMk/>
            <pc:sldMk cId="3869940010" sldId="259"/>
            <ac:inkMk id="37" creationId="{638209A7-1471-9707-0F4D-AAFD33207DAD}"/>
          </ac:inkMkLst>
        </pc:inkChg>
        <pc:inkChg chg="add">
          <ac:chgData name="植田 篤俊" userId="0d2b3cda-30c1-45e3-9e5c-02c0046d67fa" providerId="ADAL" clId="{A6AB8097-671C-4783-A056-5A985F003BDF}" dt="2026-04-20T14:36:52.580" v="1334"/>
          <ac:inkMkLst>
            <pc:docMk/>
            <pc:sldMk cId="3869940010" sldId="259"/>
            <ac:inkMk id="38" creationId="{AEA32C8C-6A03-0AE0-AA7D-01E97EFC746C}"/>
          </ac:inkMkLst>
        </pc:inkChg>
        <pc:inkChg chg="add del">
          <ac:chgData name="植田 篤俊" userId="0d2b3cda-30c1-45e3-9e5c-02c0046d67fa" providerId="ADAL" clId="{A6AB8097-671C-4783-A056-5A985F003BDF}" dt="2026-04-20T14:36:55.666" v="1345"/>
          <ac:inkMkLst>
            <pc:docMk/>
            <pc:sldMk cId="3869940010" sldId="259"/>
            <ac:inkMk id="39" creationId="{3465B89F-4448-1287-312E-D172099FA32D}"/>
          </ac:inkMkLst>
        </pc:inkChg>
        <pc:inkChg chg="add">
          <ac:chgData name="植田 篤俊" userId="0d2b3cda-30c1-45e3-9e5c-02c0046d67fa" providerId="ADAL" clId="{A6AB8097-671C-4783-A056-5A985F003BDF}" dt="2026-04-20T14:36:53.050" v="1336"/>
          <ac:inkMkLst>
            <pc:docMk/>
            <pc:sldMk cId="3869940010" sldId="259"/>
            <ac:inkMk id="40" creationId="{2E0D540F-B607-2396-EF78-12DFB22938D0}"/>
          </ac:inkMkLst>
        </pc:inkChg>
        <pc:inkChg chg="add">
          <ac:chgData name="植田 篤俊" userId="0d2b3cda-30c1-45e3-9e5c-02c0046d67fa" providerId="ADAL" clId="{A6AB8097-671C-4783-A056-5A985F003BDF}" dt="2026-04-20T14:36:53.214" v="1337"/>
          <ac:inkMkLst>
            <pc:docMk/>
            <pc:sldMk cId="3869940010" sldId="259"/>
            <ac:inkMk id="41" creationId="{A69F4B7B-444A-412A-CCD7-9B186ACAFD8B}"/>
          </ac:inkMkLst>
        </pc:inkChg>
        <pc:inkChg chg="add">
          <ac:chgData name="植田 篤俊" userId="0d2b3cda-30c1-45e3-9e5c-02c0046d67fa" providerId="ADAL" clId="{A6AB8097-671C-4783-A056-5A985F003BDF}" dt="2026-04-20T14:36:53.331" v="1338"/>
          <ac:inkMkLst>
            <pc:docMk/>
            <pc:sldMk cId="3869940010" sldId="259"/>
            <ac:inkMk id="42" creationId="{4DA70B32-5AF7-9B0F-E096-13F258415EE3}"/>
          </ac:inkMkLst>
        </pc:inkChg>
        <pc:inkChg chg="add">
          <ac:chgData name="植田 篤俊" userId="0d2b3cda-30c1-45e3-9e5c-02c0046d67fa" providerId="ADAL" clId="{A6AB8097-671C-4783-A056-5A985F003BDF}" dt="2026-04-20T14:36:53.531" v="1339"/>
          <ac:inkMkLst>
            <pc:docMk/>
            <pc:sldMk cId="3869940010" sldId="259"/>
            <ac:inkMk id="43" creationId="{14A9F9FC-9CDB-516E-2F2E-72357722943F}"/>
          </ac:inkMkLst>
        </pc:inkChg>
        <pc:inkChg chg="add">
          <ac:chgData name="植田 篤俊" userId="0d2b3cda-30c1-45e3-9e5c-02c0046d67fa" providerId="ADAL" clId="{A6AB8097-671C-4783-A056-5A985F003BDF}" dt="2026-04-20T14:36:53.733" v="1340"/>
          <ac:inkMkLst>
            <pc:docMk/>
            <pc:sldMk cId="3869940010" sldId="259"/>
            <ac:inkMk id="44" creationId="{6DA4AE00-2926-8FA5-DDE0-8F7A5C47DB02}"/>
          </ac:inkMkLst>
        </pc:inkChg>
        <pc:inkChg chg="add del">
          <ac:chgData name="植田 篤俊" userId="0d2b3cda-30c1-45e3-9e5c-02c0046d67fa" providerId="ADAL" clId="{A6AB8097-671C-4783-A056-5A985F003BDF}" dt="2026-04-20T14:36:55.666" v="1345"/>
          <ac:inkMkLst>
            <pc:docMk/>
            <pc:sldMk cId="3869940010" sldId="259"/>
            <ac:inkMk id="45" creationId="{B4E41F6A-1CC0-D699-5314-6687B8547E50}"/>
          </ac:inkMkLst>
        </pc:inkChg>
        <pc:inkChg chg="add">
          <ac:chgData name="植田 篤俊" userId="0d2b3cda-30c1-45e3-9e5c-02c0046d67fa" providerId="ADAL" clId="{A6AB8097-671C-4783-A056-5A985F003BDF}" dt="2026-04-20T14:36:54.467" v="1342"/>
          <ac:inkMkLst>
            <pc:docMk/>
            <pc:sldMk cId="3869940010" sldId="259"/>
            <ac:inkMk id="46" creationId="{84DFDF8A-02AB-917F-E18B-61AF594C57F1}"/>
          </ac:inkMkLst>
        </pc:inkChg>
        <pc:inkChg chg="add del">
          <ac:chgData name="植田 篤俊" userId="0d2b3cda-30c1-45e3-9e5c-02c0046d67fa" providerId="ADAL" clId="{A6AB8097-671C-4783-A056-5A985F003BDF}" dt="2026-04-20T14:36:55.666" v="1345"/>
          <ac:inkMkLst>
            <pc:docMk/>
            <pc:sldMk cId="3869940010" sldId="259"/>
            <ac:inkMk id="47" creationId="{455CC3E8-4A63-721D-5F33-D2C8DFF8506B}"/>
          </ac:inkMkLst>
        </pc:inkChg>
        <pc:inkChg chg="add del">
          <ac:chgData name="植田 篤俊" userId="0d2b3cda-30c1-45e3-9e5c-02c0046d67fa" providerId="ADAL" clId="{A6AB8097-671C-4783-A056-5A985F003BDF}" dt="2026-04-20T14:36:55.666" v="1345"/>
          <ac:inkMkLst>
            <pc:docMk/>
            <pc:sldMk cId="3869940010" sldId="259"/>
            <ac:inkMk id="48" creationId="{20F0195B-6A5E-FBB6-3F3C-A586A651A5B6}"/>
          </ac:inkMkLst>
        </pc:inkChg>
        <pc:inkChg chg="add reco">
          <ac:chgData name="植田 篤俊" userId="0d2b3cda-30c1-45e3-9e5c-02c0046d67fa" providerId="ADAL" clId="{A6AB8097-671C-4783-A056-5A985F003BDF}" dt="2026-04-20T14:36:55.666" v="1345"/>
          <ac:inkMkLst>
            <pc:docMk/>
            <pc:sldMk cId="3869940010" sldId="259"/>
            <ac:inkMk id="50" creationId="{12ACD847-BFC7-5D90-2C6D-8B7F13ECC618}"/>
          </ac:inkMkLst>
        </pc:inkChg>
        <pc:inkChg chg="add del">
          <ac:chgData name="植田 篤俊" userId="0d2b3cda-30c1-45e3-9e5c-02c0046d67fa" providerId="ADAL" clId="{A6AB8097-671C-4783-A056-5A985F003BDF}" dt="2026-04-20T14:40:07.567" v="1352"/>
          <ac:inkMkLst>
            <pc:docMk/>
            <pc:sldMk cId="3869940010" sldId="259"/>
            <ac:inkMk id="51" creationId="{5ADF6406-C00E-2707-8CEB-EBAF129F7F96}"/>
          </ac:inkMkLst>
        </pc:inkChg>
        <pc:inkChg chg="add del">
          <ac:chgData name="植田 篤俊" userId="0d2b3cda-30c1-45e3-9e5c-02c0046d67fa" providerId="ADAL" clId="{A6AB8097-671C-4783-A056-5A985F003BDF}" dt="2026-04-20T14:40:07.567" v="1352"/>
          <ac:inkMkLst>
            <pc:docMk/>
            <pc:sldMk cId="3869940010" sldId="259"/>
            <ac:inkMk id="53" creationId="{5ABD67EE-5BB9-8EA1-AE6F-D4773F518CF7}"/>
          </ac:inkMkLst>
        </pc:inkChg>
        <pc:inkChg chg="add del">
          <ac:chgData name="植田 篤俊" userId="0d2b3cda-30c1-45e3-9e5c-02c0046d67fa" providerId="ADAL" clId="{A6AB8097-671C-4783-A056-5A985F003BDF}" dt="2026-04-20T14:40:07.567" v="1352"/>
          <ac:inkMkLst>
            <pc:docMk/>
            <pc:sldMk cId="3869940010" sldId="259"/>
            <ac:inkMk id="54" creationId="{3B602067-C316-280D-2318-A7B69824C047}"/>
          </ac:inkMkLst>
        </pc:inkChg>
        <pc:inkChg chg="add del">
          <ac:chgData name="植田 篤俊" userId="0d2b3cda-30c1-45e3-9e5c-02c0046d67fa" providerId="ADAL" clId="{A6AB8097-671C-4783-A056-5A985F003BDF}" dt="2026-04-20T14:40:07.567" v="1352"/>
          <ac:inkMkLst>
            <pc:docMk/>
            <pc:sldMk cId="3869940010" sldId="259"/>
            <ac:inkMk id="55" creationId="{58A5E401-E4E2-C8D1-2574-EC226A9F4233}"/>
          </ac:inkMkLst>
        </pc:inkChg>
        <pc:inkChg chg="add del">
          <ac:chgData name="植田 篤俊" userId="0d2b3cda-30c1-45e3-9e5c-02c0046d67fa" providerId="ADAL" clId="{A6AB8097-671C-4783-A056-5A985F003BDF}" dt="2026-04-20T14:40:07.567" v="1352"/>
          <ac:inkMkLst>
            <pc:docMk/>
            <pc:sldMk cId="3869940010" sldId="259"/>
            <ac:inkMk id="56" creationId="{6BC105C8-9FDE-6DA4-5858-4AAFDB2A3BAE}"/>
          </ac:inkMkLst>
        </pc:inkChg>
        <pc:inkChg chg="add del">
          <ac:chgData name="植田 篤俊" userId="0d2b3cda-30c1-45e3-9e5c-02c0046d67fa" providerId="ADAL" clId="{A6AB8097-671C-4783-A056-5A985F003BDF}" dt="2026-04-20T14:40:07.567" v="1352"/>
          <ac:inkMkLst>
            <pc:docMk/>
            <pc:sldMk cId="3869940010" sldId="259"/>
            <ac:inkMk id="57" creationId="{8DE45AB9-AAF7-E5E8-F3B5-6C68819943CC}"/>
          </ac:inkMkLst>
        </pc:inkChg>
        <pc:inkChg chg="add reco">
          <ac:chgData name="植田 篤俊" userId="0d2b3cda-30c1-45e3-9e5c-02c0046d67fa" providerId="ADAL" clId="{A6AB8097-671C-4783-A056-5A985F003BDF}" dt="2026-04-20T14:40:07.567" v="1352"/>
          <ac:inkMkLst>
            <pc:docMk/>
            <pc:sldMk cId="3869940010" sldId="259"/>
            <ac:inkMk id="58" creationId="{A1C491ED-31B9-B5A7-BF1D-A8C70DF0E846}"/>
          </ac:inkMkLst>
        </pc:inkChg>
        <pc:inkChg chg="add del">
          <ac:chgData name="植田 篤俊" userId="0d2b3cda-30c1-45e3-9e5c-02c0046d67fa" providerId="ADAL" clId="{A6AB8097-671C-4783-A056-5A985F003BDF}" dt="2026-04-20T14:40:10.348" v="1363"/>
          <ac:inkMkLst>
            <pc:docMk/>
            <pc:sldMk cId="3869940010" sldId="259"/>
            <ac:inkMk id="59" creationId="{235729A1-E73B-FF04-520C-2DE9CE516924}"/>
          </ac:inkMkLst>
        </pc:inkChg>
        <pc:inkChg chg="add del">
          <ac:chgData name="植田 篤俊" userId="0d2b3cda-30c1-45e3-9e5c-02c0046d67fa" providerId="ADAL" clId="{A6AB8097-671C-4783-A056-5A985F003BDF}" dt="2026-04-20T14:40:10.348" v="1363"/>
          <ac:inkMkLst>
            <pc:docMk/>
            <pc:sldMk cId="3869940010" sldId="259"/>
            <ac:inkMk id="60" creationId="{8528A97B-F3EB-84F1-FD80-99CC1976D774}"/>
          </ac:inkMkLst>
        </pc:inkChg>
        <pc:inkChg chg="add del">
          <ac:chgData name="植田 篤俊" userId="0d2b3cda-30c1-45e3-9e5c-02c0046d67fa" providerId="ADAL" clId="{A6AB8097-671C-4783-A056-5A985F003BDF}" dt="2026-04-20T14:40:10.348" v="1363"/>
          <ac:inkMkLst>
            <pc:docMk/>
            <pc:sldMk cId="3869940010" sldId="259"/>
            <ac:inkMk id="61" creationId="{4615CFC1-9A2F-903F-CA39-31D982060294}"/>
          </ac:inkMkLst>
        </pc:inkChg>
        <pc:inkChg chg="add del">
          <ac:chgData name="植田 篤俊" userId="0d2b3cda-30c1-45e3-9e5c-02c0046d67fa" providerId="ADAL" clId="{A6AB8097-671C-4783-A056-5A985F003BDF}" dt="2026-04-20T14:40:10.348" v="1363"/>
          <ac:inkMkLst>
            <pc:docMk/>
            <pc:sldMk cId="3869940010" sldId="259"/>
            <ac:inkMk id="62" creationId="{672EB580-36EA-F7CE-E7C2-21BD83E62718}"/>
          </ac:inkMkLst>
        </pc:inkChg>
        <pc:inkChg chg="add del">
          <ac:chgData name="植田 篤俊" userId="0d2b3cda-30c1-45e3-9e5c-02c0046d67fa" providerId="ADAL" clId="{A6AB8097-671C-4783-A056-5A985F003BDF}" dt="2026-04-20T14:40:10.348" v="1363"/>
          <ac:inkMkLst>
            <pc:docMk/>
            <pc:sldMk cId="3869940010" sldId="259"/>
            <ac:inkMk id="63" creationId="{39DC8FEE-CE17-F0EE-5A1B-8C4A6D0FC0E9}"/>
          </ac:inkMkLst>
        </pc:inkChg>
        <pc:inkChg chg="add del">
          <ac:chgData name="植田 篤俊" userId="0d2b3cda-30c1-45e3-9e5c-02c0046d67fa" providerId="ADAL" clId="{A6AB8097-671C-4783-A056-5A985F003BDF}" dt="2026-04-20T14:40:10.348" v="1363"/>
          <ac:inkMkLst>
            <pc:docMk/>
            <pc:sldMk cId="3869940010" sldId="259"/>
            <ac:inkMk id="64" creationId="{00338559-6D98-614C-E06B-34EC8E368186}"/>
          </ac:inkMkLst>
        </pc:inkChg>
        <pc:inkChg chg="add del">
          <ac:chgData name="植田 篤俊" userId="0d2b3cda-30c1-45e3-9e5c-02c0046d67fa" providerId="ADAL" clId="{A6AB8097-671C-4783-A056-5A985F003BDF}" dt="2026-04-20T14:40:10.348" v="1363"/>
          <ac:inkMkLst>
            <pc:docMk/>
            <pc:sldMk cId="3869940010" sldId="259"/>
            <ac:inkMk id="65" creationId="{7D03EF15-DA6A-D5F5-8107-DA08299969B4}"/>
          </ac:inkMkLst>
        </pc:inkChg>
        <pc:inkChg chg="add">
          <ac:chgData name="植田 篤俊" userId="0d2b3cda-30c1-45e3-9e5c-02c0046d67fa" providerId="ADAL" clId="{A6AB8097-671C-4783-A056-5A985F003BDF}" dt="2026-04-20T14:40:09.013" v="1360"/>
          <ac:inkMkLst>
            <pc:docMk/>
            <pc:sldMk cId="3869940010" sldId="259"/>
            <ac:inkMk id="66" creationId="{B0FDE8F0-5D95-9640-A998-03E7279C37F2}"/>
          </ac:inkMkLst>
        </pc:inkChg>
        <pc:inkChg chg="add del">
          <ac:chgData name="植田 篤俊" userId="0d2b3cda-30c1-45e3-9e5c-02c0046d67fa" providerId="ADAL" clId="{A6AB8097-671C-4783-A056-5A985F003BDF}" dt="2026-04-20T14:40:10.348" v="1363"/>
          <ac:inkMkLst>
            <pc:docMk/>
            <pc:sldMk cId="3869940010" sldId="259"/>
            <ac:inkMk id="67" creationId="{1EEBA0E1-ADB3-2459-EFEB-DBE2E784F4B7}"/>
          </ac:inkMkLst>
        </pc:inkChg>
        <pc:inkChg chg="add del">
          <ac:chgData name="植田 篤俊" userId="0d2b3cda-30c1-45e3-9e5c-02c0046d67fa" providerId="ADAL" clId="{A6AB8097-671C-4783-A056-5A985F003BDF}" dt="2026-04-20T14:40:10.348" v="1363"/>
          <ac:inkMkLst>
            <pc:docMk/>
            <pc:sldMk cId="3869940010" sldId="259"/>
            <ac:inkMk id="68" creationId="{312F5B8A-BB0B-6D00-6890-28129F0792DB}"/>
          </ac:inkMkLst>
        </pc:inkChg>
        <pc:inkChg chg="add del reco">
          <ac:chgData name="植田 篤俊" userId="0d2b3cda-30c1-45e3-9e5c-02c0046d67fa" providerId="ADAL" clId="{A6AB8097-671C-4783-A056-5A985F003BDF}" dt="2026-04-20T14:40:10.716" v="1364"/>
          <ac:inkMkLst>
            <pc:docMk/>
            <pc:sldMk cId="3869940010" sldId="259"/>
            <ac:inkMk id="69" creationId="{E9654998-07DF-3F32-CA6F-751B98663422}"/>
          </ac:inkMkLst>
        </pc:inkChg>
        <pc:inkChg chg="add">
          <ac:chgData name="植田 篤俊" userId="0d2b3cda-30c1-45e3-9e5c-02c0046d67fa" providerId="ADAL" clId="{A6AB8097-671C-4783-A056-5A985F003BDF}" dt="2026-04-20T14:40:11.147" v="1365"/>
          <ac:inkMkLst>
            <pc:docMk/>
            <pc:sldMk cId="3869940010" sldId="259"/>
            <ac:inkMk id="70" creationId="{D083B7EB-1D28-251A-FDD4-1F5D487C36A2}"/>
          </ac:inkMkLst>
        </pc:inkChg>
        <pc:inkChg chg="add del">
          <ac:chgData name="植田 篤俊" userId="0d2b3cda-30c1-45e3-9e5c-02c0046d67fa" providerId="ADAL" clId="{A6AB8097-671C-4783-A056-5A985F003BDF}" dt="2026-04-20T14:40:18.337" v="1396"/>
          <ac:inkMkLst>
            <pc:docMk/>
            <pc:sldMk cId="3869940010" sldId="259"/>
            <ac:inkMk id="71" creationId="{A048F1EF-C841-FDDB-723C-252E36FBACF2}"/>
          </ac:inkMkLst>
        </pc:inkChg>
        <pc:inkChg chg="add del">
          <ac:chgData name="植田 篤俊" userId="0d2b3cda-30c1-45e3-9e5c-02c0046d67fa" providerId="ADAL" clId="{A6AB8097-671C-4783-A056-5A985F003BDF}" dt="2026-04-20T14:40:18.337" v="1396"/>
          <ac:inkMkLst>
            <pc:docMk/>
            <pc:sldMk cId="3869940010" sldId="259"/>
            <ac:inkMk id="72" creationId="{3CFCC4AE-0FC4-3E0E-B5B9-D26A228094E7}"/>
          </ac:inkMkLst>
        </pc:inkChg>
        <pc:inkChg chg="add">
          <ac:chgData name="植田 篤俊" userId="0d2b3cda-30c1-45e3-9e5c-02c0046d67fa" providerId="ADAL" clId="{A6AB8097-671C-4783-A056-5A985F003BDF}" dt="2026-04-20T14:40:11.630" v="1368"/>
          <ac:inkMkLst>
            <pc:docMk/>
            <pc:sldMk cId="3869940010" sldId="259"/>
            <ac:inkMk id="73" creationId="{73525404-A63F-4E56-B804-57C67E1F4641}"/>
          </ac:inkMkLst>
        </pc:inkChg>
        <pc:inkChg chg="add">
          <ac:chgData name="植田 篤俊" userId="0d2b3cda-30c1-45e3-9e5c-02c0046d67fa" providerId="ADAL" clId="{A6AB8097-671C-4783-A056-5A985F003BDF}" dt="2026-04-20T14:40:11.796" v="1369"/>
          <ac:inkMkLst>
            <pc:docMk/>
            <pc:sldMk cId="3869940010" sldId="259"/>
            <ac:inkMk id="74" creationId="{E686CAD5-E99D-B2F6-3263-F7B3F88767A0}"/>
          </ac:inkMkLst>
        </pc:inkChg>
        <pc:inkChg chg="add del">
          <ac:chgData name="植田 篤俊" userId="0d2b3cda-30c1-45e3-9e5c-02c0046d67fa" providerId="ADAL" clId="{A6AB8097-671C-4783-A056-5A985F003BDF}" dt="2026-04-20T14:40:18.337" v="1396"/>
          <ac:inkMkLst>
            <pc:docMk/>
            <pc:sldMk cId="3869940010" sldId="259"/>
            <ac:inkMk id="75" creationId="{E8FD409D-7183-EF3C-DE73-BB39C36ED8C1}"/>
          </ac:inkMkLst>
        </pc:inkChg>
        <pc:inkChg chg="add">
          <ac:chgData name="植田 篤俊" userId="0d2b3cda-30c1-45e3-9e5c-02c0046d67fa" providerId="ADAL" clId="{A6AB8097-671C-4783-A056-5A985F003BDF}" dt="2026-04-20T14:40:12.080" v="1371"/>
          <ac:inkMkLst>
            <pc:docMk/>
            <pc:sldMk cId="3869940010" sldId="259"/>
            <ac:inkMk id="76" creationId="{F2B439A0-EDD6-4F05-40DE-E2A42F15032F}"/>
          </ac:inkMkLst>
        </pc:inkChg>
        <pc:inkChg chg="add">
          <ac:chgData name="植田 篤俊" userId="0d2b3cda-30c1-45e3-9e5c-02c0046d67fa" providerId="ADAL" clId="{A6AB8097-671C-4783-A056-5A985F003BDF}" dt="2026-04-20T14:40:12.230" v="1372"/>
          <ac:inkMkLst>
            <pc:docMk/>
            <pc:sldMk cId="3869940010" sldId="259"/>
            <ac:inkMk id="77" creationId="{66A91F79-36BD-4253-DF05-9188C154EA9E}"/>
          </ac:inkMkLst>
        </pc:inkChg>
        <pc:inkChg chg="add">
          <ac:chgData name="植田 篤俊" userId="0d2b3cda-30c1-45e3-9e5c-02c0046d67fa" providerId="ADAL" clId="{A6AB8097-671C-4783-A056-5A985F003BDF}" dt="2026-04-20T14:40:12.414" v="1373"/>
          <ac:inkMkLst>
            <pc:docMk/>
            <pc:sldMk cId="3869940010" sldId="259"/>
            <ac:inkMk id="78" creationId="{8DAE806E-D7D8-E874-41A4-C60DD0917D82}"/>
          </ac:inkMkLst>
        </pc:inkChg>
        <pc:inkChg chg="add">
          <ac:chgData name="植田 篤俊" userId="0d2b3cda-30c1-45e3-9e5c-02c0046d67fa" providerId="ADAL" clId="{A6AB8097-671C-4783-A056-5A985F003BDF}" dt="2026-04-20T14:40:12.547" v="1374"/>
          <ac:inkMkLst>
            <pc:docMk/>
            <pc:sldMk cId="3869940010" sldId="259"/>
            <ac:inkMk id="79" creationId="{3EDEA70E-A0A3-A362-F43F-C82C186774F1}"/>
          </ac:inkMkLst>
        </pc:inkChg>
        <pc:inkChg chg="add">
          <ac:chgData name="植田 篤俊" userId="0d2b3cda-30c1-45e3-9e5c-02c0046d67fa" providerId="ADAL" clId="{A6AB8097-671C-4783-A056-5A985F003BDF}" dt="2026-04-20T14:40:12.916" v="1375"/>
          <ac:inkMkLst>
            <pc:docMk/>
            <pc:sldMk cId="3869940010" sldId="259"/>
            <ac:inkMk id="80" creationId="{115053A0-1862-3302-524F-4096021AE8DD}"/>
          </ac:inkMkLst>
        </pc:inkChg>
        <pc:inkChg chg="add">
          <ac:chgData name="植田 篤俊" userId="0d2b3cda-30c1-45e3-9e5c-02c0046d67fa" providerId="ADAL" clId="{A6AB8097-671C-4783-A056-5A985F003BDF}" dt="2026-04-20T14:40:13.267" v="1376"/>
          <ac:inkMkLst>
            <pc:docMk/>
            <pc:sldMk cId="3869940010" sldId="259"/>
            <ac:inkMk id="81" creationId="{7242B031-6D6F-A6EE-B03B-8B0B7005AF6B}"/>
          </ac:inkMkLst>
        </pc:inkChg>
        <pc:inkChg chg="add">
          <ac:chgData name="植田 篤俊" userId="0d2b3cda-30c1-45e3-9e5c-02c0046d67fa" providerId="ADAL" clId="{A6AB8097-671C-4783-A056-5A985F003BDF}" dt="2026-04-20T14:40:13.466" v="1377"/>
          <ac:inkMkLst>
            <pc:docMk/>
            <pc:sldMk cId="3869940010" sldId="259"/>
            <ac:inkMk id="82" creationId="{37810B19-AE04-A3AE-5FDC-7262F3FDC98C}"/>
          </ac:inkMkLst>
        </pc:inkChg>
        <pc:inkChg chg="add">
          <ac:chgData name="植田 篤俊" userId="0d2b3cda-30c1-45e3-9e5c-02c0046d67fa" providerId="ADAL" clId="{A6AB8097-671C-4783-A056-5A985F003BDF}" dt="2026-04-20T14:40:13.633" v="1378"/>
          <ac:inkMkLst>
            <pc:docMk/>
            <pc:sldMk cId="3869940010" sldId="259"/>
            <ac:inkMk id="83" creationId="{5C3DCFF8-816E-A02F-079C-BAA0A17DD5EB}"/>
          </ac:inkMkLst>
        </pc:inkChg>
        <pc:inkChg chg="add del">
          <ac:chgData name="植田 篤俊" userId="0d2b3cda-30c1-45e3-9e5c-02c0046d67fa" providerId="ADAL" clId="{A6AB8097-671C-4783-A056-5A985F003BDF}" dt="2026-04-20T14:40:18.337" v="1396"/>
          <ac:inkMkLst>
            <pc:docMk/>
            <pc:sldMk cId="3869940010" sldId="259"/>
            <ac:inkMk id="84" creationId="{B050BDD5-2A1C-2EDA-F0E6-860DCBD5AEDE}"/>
          </ac:inkMkLst>
        </pc:inkChg>
        <pc:inkChg chg="add del">
          <ac:chgData name="植田 篤俊" userId="0d2b3cda-30c1-45e3-9e5c-02c0046d67fa" providerId="ADAL" clId="{A6AB8097-671C-4783-A056-5A985F003BDF}" dt="2026-04-20T14:40:18.337" v="1396"/>
          <ac:inkMkLst>
            <pc:docMk/>
            <pc:sldMk cId="3869940010" sldId="259"/>
            <ac:inkMk id="85" creationId="{455147EB-B393-BD66-9C67-9ECEA6536EBF}"/>
          </ac:inkMkLst>
        </pc:inkChg>
        <pc:inkChg chg="add">
          <ac:chgData name="植田 篤俊" userId="0d2b3cda-30c1-45e3-9e5c-02c0046d67fa" providerId="ADAL" clId="{A6AB8097-671C-4783-A056-5A985F003BDF}" dt="2026-04-20T14:40:14.446" v="1381"/>
          <ac:inkMkLst>
            <pc:docMk/>
            <pc:sldMk cId="3869940010" sldId="259"/>
            <ac:inkMk id="86" creationId="{E13870A5-84F0-CC2A-4A9A-BCECFCA1CCED}"/>
          </ac:inkMkLst>
        </pc:inkChg>
        <pc:inkChg chg="add">
          <ac:chgData name="植田 篤俊" userId="0d2b3cda-30c1-45e3-9e5c-02c0046d67fa" providerId="ADAL" clId="{A6AB8097-671C-4783-A056-5A985F003BDF}" dt="2026-04-20T14:40:14.645" v="1382"/>
          <ac:inkMkLst>
            <pc:docMk/>
            <pc:sldMk cId="3869940010" sldId="259"/>
            <ac:inkMk id="87" creationId="{AF0CF169-CC5F-E09E-4545-83DF7E2BFDC4}"/>
          </ac:inkMkLst>
        </pc:inkChg>
        <pc:inkChg chg="add del">
          <ac:chgData name="植田 篤俊" userId="0d2b3cda-30c1-45e3-9e5c-02c0046d67fa" providerId="ADAL" clId="{A6AB8097-671C-4783-A056-5A985F003BDF}" dt="2026-04-20T14:40:18.337" v="1396"/>
          <ac:inkMkLst>
            <pc:docMk/>
            <pc:sldMk cId="3869940010" sldId="259"/>
            <ac:inkMk id="88" creationId="{C2E0D2BE-8836-287C-AD50-B4A04B38942E}"/>
          </ac:inkMkLst>
        </pc:inkChg>
        <pc:inkChg chg="add">
          <ac:chgData name="植田 篤俊" userId="0d2b3cda-30c1-45e3-9e5c-02c0046d67fa" providerId="ADAL" clId="{A6AB8097-671C-4783-A056-5A985F003BDF}" dt="2026-04-20T14:40:14.879" v="1384"/>
          <ac:inkMkLst>
            <pc:docMk/>
            <pc:sldMk cId="3869940010" sldId="259"/>
            <ac:inkMk id="89" creationId="{86707D73-778E-F3A4-EAD3-AB918B3CBE2E}"/>
          </ac:inkMkLst>
        </pc:inkChg>
        <pc:inkChg chg="add">
          <ac:chgData name="植田 篤俊" userId="0d2b3cda-30c1-45e3-9e5c-02c0046d67fa" providerId="ADAL" clId="{A6AB8097-671C-4783-A056-5A985F003BDF}" dt="2026-04-20T14:40:15.062" v="1385"/>
          <ac:inkMkLst>
            <pc:docMk/>
            <pc:sldMk cId="3869940010" sldId="259"/>
            <ac:inkMk id="90" creationId="{03012C73-7CCD-2BA0-23C1-54E7E9CE9CB0}"/>
          </ac:inkMkLst>
        </pc:inkChg>
        <pc:inkChg chg="add">
          <ac:chgData name="植田 篤俊" userId="0d2b3cda-30c1-45e3-9e5c-02c0046d67fa" providerId="ADAL" clId="{A6AB8097-671C-4783-A056-5A985F003BDF}" dt="2026-04-20T14:40:15.482" v="1386"/>
          <ac:inkMkLst>
            <pc:docMk/>
            <pc:sldMk cId="3869940010" sldId="259"/>
            <ac:inkMk id="91" creationId="{916A4AC9-CC55-1D20-19D2-EFB5D8B27005}"/>
          </ac:inkMkLst>
        </pc:inkChg>
        <pc:inkChg chg="add">
          <ac:chgData name="植田 篤俊" userId="0d2b3cda-30c1-45e3-9e5c-02c0046d67fa" providerId="ADAL" clId="{A6AB8097-671C-4783-A056-5A985F003BDF}" dt="2026-04-20T14:40:15.613" v="1387"/>
          <ac:inkMkLst>
            <pc:docMk/>
            <pc:sldMk cId="3869940010" sldId="259"/>
            <ac:inkMk id="92" creationId="{473D337D-C28F-0F33-D248-F674B7D554BD}"/>
          </ac:inkMkLst>
        </pc:inkChg>
        <pc:inkChg chg="add">
          <ac:chgData name="植田 篤俊" userId="0d2b3cda-30c1-45e3-9e5c-02c0046d67fa" providerId="ADAL" clId="{A6AB8097-671C-4783-A056-5A985F003BDF}" dt="2026-04-20T14:40:15.717" v="1388"/>
          <ac:inkMkLst>
            <pc:docMk/>
            <pc:sldMk cId="3869940010" sldId="259"/>
            <ac:inkMk id="93" creationId="{ACE40B95-AD24-95EF-FA5A-BAB8AA2722F6}"/>
          </ac:inkMkLst>
        </pc:inkChg>
        <pc:inkChg chg="add">
          <ac:chgData name="植田 篤俊" userId="0d2b3cda-30c1-45e3-9e5c-02c0046d67fa" providerId="ADAL" clId="{A6AB8097-671C-4783-A056-5A985F003BDF}" dt="2026-04-20T14:40:15.931" v="1389"/>
          <ac:inkMkLst>
            <pc:docMk/>
            <pc:sldMk cId="3869940010" sldId="259"/>
            <ac:inkMk id="94" creationId="{36F75B11-9899-C073-1A2E-95FD6ED74DE9}"/>
          </ac:inkMkLst>
        </pc:inkChg>
        <pc:inkChg chg="add del">
          <ac:chgData name="植田 篤俊" userId="0d2b3cda-30c1-45e3-9e5c-02c0046d67fa" providerId="ADAL" clId="{A6AB8097-671C-4783-A056-5A985F003BDF}" dt="2026-04-20T14:40:18.337" v="1396"/>
          <ac:inkMkLst>
            <pc:docMk/>
            <pc:sldMk cId="3869940010" sldId="259"/>
            <ac:inkMk id="95" creationId="{865B4476-38F6-123B-9A83-B4A9B3BF9B3C}"/>
          </ac:inkMkLst>
        </pc:inkChg>
        <pc:inkChg chg="add del">
          <ac:chgData name="植田 篤俊" userId="0d2b3cda-30c1-45e3-9e5c-02c0046d67fa" providerId="ADAL" clId="{A6AB8097-671C-4783-A056-5A985F003BDF}" dt="2026-04-20T14:40:18.337" v="1396"/>
          <ac:inkMkLst>
            <pc:docMk/>
            <pc:sldMk cId="3869940010" sldId="259"/>
            <ac:inkMk id="96" creationId="{7032C06E-5652-9110-BC49-86796DBFF00C}"/>
          </ac:inkMkLst>
        </pc:inkChg>
        <pc:inkChg chg="add">
          <ac:chgData name="植田 篤俊" userId="0d2b3cda-30c1-45e3-9e5c-02c0046d67fa" providerId="ADAL" clId="{A6AB8097-671C-4783-A056-5A985F003BDF}" dt="2026-04-20T14:40:16.881" v="1392"/>
          <ac:inkMkLst>
            <pc:docMk/>
            <pc:sldMk cId="3869940010" sldId="259"/>
            <ac:inkMk id="97" creationId="{789BFBA6-81A8-775E-25A8-70FE5FABC06F}"/>
          </ac:inkMkLst>
        </pc:inkChg>
        <pc:inkChg chg="add del">
          <ac:chgData name="植田 篤俊" userId="0d2b3cda-30c1-45e3-9e5c-02c0046d67fa" providerId="ADAL" clId="{A6AB8097-671C-4783-A056-5A985F003BDF}" dt="2026-04-20T14:40:18.337" v="1396"/>
          <ac:inkMkLst>
            <pc:docMk/>
            <pc:sldMk cId="3869940010" sldId="259"/>
            <ac:inkMk id="98" creationId="{F57D4A7E-01EF-10BA-6A03-BDA6C50E24C2}"/>
          </ac:inkMkLst>
        </pc:inkChg>
        <pc:inkChg chg="add del">
          <ac:chgData name="植田 篤俊" userId="0d2b3cda-30c1-45e3-9e5c-02c0046d67fa" providerId="ADAL" clId="{A6AB8097-671C-4783-A056-5A985F003BDF}" dt="2026-04-20T14:40:18.337" v="1396"/>
          <ac:inkMkLst>
            <pc:docMk/>
            <pc:sldMk cId="3869940010" sldId="259"/>
            <ac:inkMk id="99" creationId="{F5866BE4-4ECA-3EE3-A598-05442014946F}"/>
          </ac:inkMkLst>
        </pc:inkChg>
        <pc:inkChg chg="add">
          <ac:chgData name="植田 篤俊" userId="0d2b3cda-30c1-45e3-9e5c-02c0046d67fa" providerId="ADAL" clId="{A6AB8097-671C-4783-A056-5A985F003BDF}" dt="2026-04-20T14:40:17.748" v="1395"/>
          <ac:inkMkLst>
            <pc:docMk/>
            <pc:sldMk cId="3869940010" sldId="259"/>
            <ac:inkMk id="100" creationId="{3C012B2D-D711-F2E3-0C10-EACA7E193374}"/>
          </ac:inkMkLst>
        </pc:inkChg>
        <pc:inkChg chg="add del">
          <ac:chgData name="植田 篤俊" userId="0d2b3cda-30c1-45e3-9e5c-02c0046d67fa" providerId="ADAL" clId="{A6AB8097-671C-4783-A056-5A985F003BDF}" dt="2026-04-20T14:40:35.095" v="1406"/>
          <ac:inkMkLst>
            <pc:docMk/>
            <pc:sldMk cId="3869940010" sldId="259"/>
            <ac:inkMk id="102" creationId="{0C4320ED-8AF7-A926-8C78-49A5BC1AABA7}"/>
          </ac:inkMkLst>
        </pc:inkChg>
        <pc:inkChg chg="add del">
          <ac:chgData name="植田 篤俊" userId="0d2b3cda-30c1-45e3-9e5c-02c0046d67fa" providerId="ADAL" clId="{A6AB8097-671C-4783-A056-5A985F003BDF}" dt="2026-04-20T14:40:35.095" v="1406"/>
          <ac:inkMkLst>
            <pc:docMk/>
            <pc:sldMk cId="3869940010" sldId="259"/>
            <ac:inkMk id="103" creationId="{C8CE46C8-E9A7-6092-8D5B-2BBD9565C3E0}"/>
          </ac:inkMkLst>
        </pc:inkChg>
        <pc:inkChg chg="add del">
          <ac:chgData name="植田 篤俊" userId="0d2b3cda-30c1-45e3-9e5c-02c0046d67fa" providerId="ADAL" clId="{A6AB8097-671C-4783-A056-5A985F003BDF}" dt="2026-04-20T14:40:35.095" v="1406"/>
          <ac:inkMkLst>
            <pc:docMk/>
            <pc:sldMk cId="3869940010" sldId="259"/>
            <ac:inkMk id="104" creationId="{FD2A29F9-17DB-6A4D-BB12-4316696959F8}"/>
          </ac:inkMkLst>
        </pc:inkChg>
        <pc:inkChg chg="add del">
          <ac:chgData name="植田 篤俊" userId="0d2b3cda-30c1-45e3-9e5c-02c0046d67fa" providerId="ADAL" clId="{A6AB8097-671C-4783-A056-5A985F003BDF}" dt="2026-04-20T14:40:35.095" v="1406"/>
          <ac:inkMkLst>
            <pc:docMk/>
            <pc:sldMk cId="3869940010" sldId="259"/>
            <ac:inkMk id="105" creationId="{730D118E-356A-5ADE-1D59-B409423B3A5B}"/>
          </ac:inkMkLst>
        </pc:inkChg>
        <pc:inkChg chg="add del">
          <ac:chgData name="植田 篤俊" userId="0d2b3cda-30c1-45e3-9e5c-02c0046d67fa" providerId="ADAL" clId="{A6AB8097-671C-4783-A056-5A985F003BDF}" dt="2026-04-20T14:40:35.095" v="1406"/>
          <ac:inkMkLst>
            <pc:docMk/>
            <pc:sldMk cId="3869940010" sldId="259"/>
            <ac:inkMk id="106" creationId="{417118E2-DCCF-E30F-64E6-BE592A2FF03E}"/>
          </ac:inkMkLst>
        </pc:inkChg>
        <pc:inkChg chg="add del">
          <ac:chgData name="植田 篤俊" userId="0d2b3cda-30c1-45e3-9e5c-02c0046d67fa" providerId="ADAL" clId="{A6AB8097-671C-4783-A056-5A985F003BDF}" dt="2026-04-20T14:40:35.095" v="1406"/>
          <ac:inkMkLst>
            <pc:docMk/>
            <pc:sldMk cId="3869940010" sldId="259"/>
            <ac:inkMk id="107" creationId="{FF198D66-7E5F-94F8-40B3-CFB029F56ED4}"/>
          </ac:inkMkLst>
        </pc:inkChg>
        <pc:inkChg chg="add del">
          <ac:chgData name="植田 篤俊" userId="0d2b3cda-30c1-45e3-9e5c-02c0046d67fa" providerId="ADAL" clId="{A6AB8097-671C-4783-A056-5A985F003BDF}" dt="2026-04-20T14:40:35.095" v="1406"/>
          <ac:inkMkLst>
            <pc:docMk/>
            <pc:sldMk cId="3869940010" sldId="259"/>
            <ac:inkMk id="108" creationId="{B919A274-9780-15C4-024C-BA1E0E39EDC0}"/>
          </ac:inkMkLst>
        </pc:inkChg>
        <pc:inkChg chg="add del">
          <ac:chgData name="植田 篤俊" userId="0d2b3cda-30c1-45e3-9e5c-02c0046d67fa" providerId="ADAL" clId="{A6AB8097-671C-4783-A056-5A985F003BDF}" dt="2026-04-20T14:40:35.095" v="1406"/>
          <ac:inkMkLst>
            <pc:docMk/>
            <pc:sldMk cId="3869940010" sldId="259"/>
            <ac:inkMk id="109" creationId="{D5CCB928-5091-E083-39CA-3BE81A4985B3}"/>
          </ac:inkMkLst>
        </pc:inkChg>
        <pc:inkChg chg="add del">
          <ac:chgData name="植田 篤俊" userId="0d2b3cda-30c1-45e3-9e5c-02c0046d67fa" providerId="ADAL" clId="{A6AB8097-671C-4783-A056-5A985F003BDF}" dt="2026-04-20T14:40:35.095" v="1406"/>
          <ac:inkMkLst>
            <pc:docMk/>
            <pc:sldMk cId="3869940010" sldId="259"/>
            <ac:inkMk id="110" creationId="{1D3E9A80-1605-4D43-50C9-3E9AA9B4BE27}"/>
          </ac:inkMkLst>
        </pc:inkChg>
        <pc:inkChg chg="add reco">
          <ac:chgData name="植田 篤俊" userId="0d2b3cda-30c1-45e3-9e5c-02c0046d67fa" providerId="ADAL" clId="{A6AB8097-671C-4783-A056-5A985F003BDF}" dt="2026-04-20T14:40:35.095" v="1406"/>
          <ac:inkMkLst>
            <pc:docMk/>
            <pc:sldMk cId="3869940010" sldId="259"/>
            <ac:inkMk id="111" creationId="{D7D323E5-11BA-B66E-5298-011F5F42F222}"/>
          </ac:inkMkLst>
        </pc:inkChg>
        <pc:inkChg chg="add del">
          <ac:chgData name="植田 篤俊" userId="0d2b3cda-30c1-45e3-9e5c-02c0046d67fa" providerId="ADAL" clId="{A6AB8097-671C-4783-A056-5A985F003BDF}" dt="2026-04-20T14:40:49.833" v="1410"/>
          <ac:inkMkLst>
            <pc:docMk/>
            <pc:sldMk cId="3869940010" sldId="259"/>
            <ac:inkMk id="112" creationId="{50857128-52BD-C738-8B21-7FFC0EC2211C}"/>
          </ac:inkMkLst>
        </pc:inkChg>
        <pc:inkChg chg="add del">
          <ac:chgData name="植田 篤俊" userId="0d2b3cda-30c1-45e3-9e5c-02c0046d67fa" providerId="ADAL" clId="{A6AB8097-671C-4783-A056-5A985F003BDF}" dt="2026-04-20T14:40:49.833" v="1410"/>
          <ac:inkMkLst>
            <pc:docMk/>
            <pc:sldMk cId="3869940010" sldId="259"/>
            <ac:inkMk id="113" creationId="{3B8C5DAF-2B4E-9A81-86DA-EEE9DEFC9091}"/>
          </ac:inkMkLst>
        </pc:inkChg>
        <pc:inkChg chg="add del">
          <ac:chgData name="植田 篤俊" userId="0d2b3cda-30c1-45e3-9e5c-02c0046d67fa" providerId="ADAL" clId="{A6AB8097-671C-4783-A056-5A985F003BDF}" dt="2026-04-20T14:40:49.833" v="1410"/>
          <ac:inkMkLst>
            <pc:docMk/>
            <pc:sldMk cId="3869940010" sldId="259"/>
            <ac:inkMk id="114" creationId="{A7B1CA32-820B-291A-2C56-3A75F7CBF80D}"/>
          </ac:inkMkLst>
        </pc:inkChg>
        <pc:inkChg chg="add reco">
          <ac:chgData name="植田 篤俊" userId="0d2b3cda-30c1-45e3-9e5c-02c0046d67fa" providerId="ADAL" clId="{A6AB8097-671C-4783-A056-5A985F003BDF}" dt="2026-04-20T14:40:49.833" v="1410"/>
          <ac:inkMkLst>
            <pc:docMk/>
            <pc:sldMk cId="3869940010" sldId="259"/>
            <ac:inkMk id="115" creationId="{E7C83E6B-8983-111E-DAF4-EEACA68E0AFA}"/>
          </ac:inkMkLst>
        </pc:inkChg>
        <pc:inkChg chg="add del">
          <ac:chgData name="植田 篤俊" userId="0d2b3cda-30c1-45e3-9e5c-02c0046d67fa" providerId="ADAL" clId="{A6AB8097-671C-4783-A056-5A985F003BDF}" dt="2026-04-20T14:40:56.029" v="1427"/>
          <ac:inkMkLst>
            <pc:docMk/>
            <pc:sldMk cId="3869940010" sldId="259"/>
            <ac:inkMk id="116" creationId="{4407E144-F75F-6AA6-B8A4-0C207022E804}"/>
          </ac:inkMkLst>
        </pc:inkChg>
        <pc:inkChg chg="add">
          <ac:chgData name="植田 篤俊" userId="0d2b3cda-30c1-45e3-9e5c-02c0046d67fa" providerId="ADAL" clId="{A6AB8097-671C-4783-A056-5A985F003BDF}" dt="2026-04-20T14:40:50.509" v="1412"/>
          <ac:inkMkLst>
            <pc:docMk/>
            <pc:sldMk cId="3869940010" sldId="259"/>
            <ac:inkMk id="117" creationId="{1BE32442-36D3-8699-6C25-EE1708BC471A}"/>
          </ac:inkMkLst>
        </pc:inkChg>
        <pc:inkChg chg="add del">
          <ac:chgData name="植田 篤俊" userId="0d2b3cda-30c1-45e3-9e5c-02c0046d67fa" providerId="ADAL" clId="{A6AB8097-671C-4783-A056-5A985F003BDF}" dt="2026-04-20T14:40:56.029" v="1427"/>
          <ac:inkMkLst>
            <pc:docMk/>
            <pc:sldMk cId="3869940010" sldId="259"/>
            <ac:inkMk id="118" creationId="{73FD7FD6-91E5-F31E-3C14-A28F19CEF379}"/>
          </ac:inkMkLst>
        </pc:inkChg>
        <pc:inkChg chg="add del">
          <ac:chgData name="植田 篤俊" userId="0d2b3cda-30c1-45e3-9e5c-02c0046d67fa" providerId="ADAL" clId="{A6AB8097-671C-4783-A056-5A985F003BDF}" dt="2026-04-20T14:40:56.029" v="1427"/>
          <ac:inkMkLst>
            <pc:docMk/>
            <pc:sldMk cId="3869940010" sldId="259"/>
            <ac:inkMk id="119" creationId="{D8D7F255-1BB8-DDD5-453B-E0B82B064729}"/>
          </ac:inkMkLst>
        </pc:inkChg>
        <pc:inkChg chg="add">
          <ac:chgData name="植田 篤俊" userId="0d2b3cda-30c1-45e3-9e5c-02c0046d67fa" providerId="ADAL" clId="{A6AB8097-671C-4783-A056-5A985F003BDF}" dt="2026-04-20T14:40:51.278" v="1415"/>
          <ac:inkMkLst>
            <pc:docMk/>
            <pc:sldMk cId="3869940010" sldId="259"/>
            <ac:inkMk id="120" creationId="{DC4CBE87-CF8B-F653-D5F0-FE3FCF465525}"/>
          </ac:inkMkLst>
        </pc:inkChg>
        <pc:inkChg chg="add">
          <ac:chgData name="植田 篤俊" userId="0d2b3cda-30c1-45e3-9e5c-02c0046d67fa" providerId="ADAL" clId="{A6AB8097-671C-4783-A056-5A985F003BDF}" dt="2026-04-20T14:40:51.513" v="1416"/>
          <ac:inkMkLst>
            <pc:docMk/>
            <pc:sldMk cId="3869940010" sldId="259"/>
            <ac:inkMk id="121" creationId="{28147F56-D5EC-6633-D7B8-AD66A331281B}"/>
          </ac:inkMkLst>
        </pc:inkChg>
        <pc:inkChg chg="add del">
          <ac:chgData name="植田 篤俊" userId="0d2b3cda-30c1-45e3-9e5c-02c0046d67fa" providerId="ADAL" clId="{A6AB8097-671C-4783-A056-5A985F003BDF}" dt="2026-04-20T14:40:56.029" v="1427"/>
          <ac:inkMkLst>
            <pc:docMk/>
            <pc:sldMk cId="3869940010" sldId="259"/>
            <ac:inkMk id="122" creationId="{F6EAA4CC-1A05-F7E3-1477-C143E76FFB74}"/>
          </ac:inkMkLst>
        </pc:inkChg>
        <pc:inkChg chg="add del">
          <ac:chgData name="植田 篤俊" userId="0d2b3cda-30c1-45e3-9e5c-02c0046d67fa" providerId="ADAL" clId="{A6AB8097-671C-4783-A056-5A985F003BDF}" dt="2026-04-20T14:40:56.029" v="1427"/>
          <ac:inkMkLst>
            <pc:docMk/>
            <pc:sldMk cId="3869940010" sldId="259"/>
            <ac:inkMk id="123" creationId="{03B0DF82-46C9-699F-8137-20CDD8B58A15}"/>
          </ac:inkMkLst>
        </pc:inkChg>
        <pc:inkChg chg="add">
          <ac:chgData name="植田 篤俊" userId="0d2b3cda-30c1-45e3-9e5c-02c0046d67fa" providerId="ADAL" clId="{A6AB8097-671C-4783-A056-5A985F003BDF}" dt="2026-04-20T14:40:52.693" v="1419"/>
          <ac:inkMkLst>
            <pc:docMk/>
            <pc:sldMk cId="3869940010" sldId="259"/>
            <ac:inkMk id="124" creationId="{244EEA6A-78F7-7257-581F-7919FB377B36}"/>
          </ac:inkMkLst>
        </pc:inkChg>
        <pc:inkChg chg="add">
          <ac:chgData name="植田 篤俊" userId="0d2b3cda-30c1-45e3-9e5c-02c0046d67fa" providerId="ADAL" clId="{A6AB8097-671C-4783-A056-5A985F003BDF}" dt="2026-04-20T14:40:53.358" v="1420"/>
          <ac:inkMkLst>
            <pc:docMk/>
            <pc:sldMk cId="3869940010" sldId="259"/>
            <ac:inkMk id="125" creationId="{C2035C76-2D24-91D9-9853-04D2DCF707FE}"/>
          </ac:inkMkLst>
        </pc:inkChg>
        <pc:inkChg chg="add del">
          <ac:chgData name="植田 篤俊" userId="0d2b3cda-30c1-45e3-9e5c-02c0046d67fa" providerId="ADAL" clId="{A6AB8097-671C-4783-A056-5A985F003BDF}" dt="2026-04-20T14:40:56.029" v="1427"/>
          <ac:inkMkLst>
            <pc:docMk/>
            <pc:sldMk cId="3869940010" sldId="259"/>
            <ac:inkMk id="126" creationId="{C774B5CC-B0A2-04BA-32C6-50E97337B304}"/>
          </ac:inkMkLst>
        </pc:inkChg>
        <pc:inkChg chg="add del">
          <ac:chgData name="植田 篤俊" userId="0d2b3cda-30c1-45e3-9e5c-02c0046d67fa" providerId="ADAL" clId="{A6AB8097-671C-4783-A056-5A985F003BDF}" dt="2026-04-20T14:40:56.029" v="1427"/>
          <ac:inkMkLst>
            <pc:docMk/>
            <pc:sldMk cId="3869940010" sldId="259"/>
            <ac:inkMk id="127" creationId="{0FC11C79-97C9-99EB-11B0-94D4F7749EE2}"/>
          </ac:inkMkLst>
        </pc:inkChg>
        <pc:inkChg chg="add del">
          <ac:chgData name="植田 篤俊" userId="0d2b3cda-30c1-45e3-9e5c-02c0046d67fa" providerId="ADAL" clId="{A6AB8097-671C-4783-A056-5A985F003BDF}" dt="2026-04-20T14:40:56.029" v="1427"/>
          <ac:inkMkLst>
            <pc:docMk/>
            <pc:sldMk cId="3869940010" sldId="259"/>
            <ac:inkMk id="128" creationId="{304D0367-0E85-169C-2537-BAA9BFB5CD8D}"/>
          </ac:inkMkLst>
        </pc:inkChg>
        <pc:inkChg chg="add">
          <ac:chgData name="植田 篤俊" userId="0d2b3cda-30c1-45e3-9e5c-02c0046d67fa" providerId="ADAL" clId="{A6AB8097-671C-4783-A056-5A985F003BDF}" dt="2026-04-20T14:40:54.945" v="1424"/>
          <ac:inkMkLst>
            <pc:docMk/>
            <pc:sldMk cId="3869940010" sldId="259"/>
            <ac:inkMk id="129" creationId="{219A1EBE-EEE8-0A18-BC94-9848E193E556}"/>
          </ac:inkMkLst>
        </pc:inkChg>
        <pc:inkChg chg="add del">
          <ac:chgData name="植田 篤俊" userId="0d2b3cda-30c1-45e3-9e5c-02c0046d67fa" providerId="ADAL" clId="{A6AB8097-671C-4783-A056-5A985F003BDF}" dt="2026-04-20T14:40:56.029" v="1427"/>
          <ac:inkMkLst>
            <pc:docMk/>
            <pc:sldMk cId="3869940010" sldId="259"/>
            <ac:inkMk id="130" creationId="{67636260-106B-E4D5-072A-671D99DCBC06}"/>
          </ac:inkMkLst>
        </pc:inkChg>
        <pc:inkChg chg="add">
          <ac:chgData name="植田 篤俊" userId="0d2b3cda-30c1-45e3-9e5c-02c0046d67fa" providerId="ADAL" clId="{A6AB8097-671C-4783-A056-5A985F003BDF}" dt="2026-04-20T14:40:55.261" v="1426"/>
          <ac:inkMkLst>
            <pc:docMk/>
            <pc:sldMk cId="3869940010" sldId="259"/>
            <ac:inkMk id="131" creationId="{50E9055D-E19F-F9AF-6250-2C308D2542D1}"/>
          </ac:inkMkLst>
        </pc:inkChg>
        <pc:inkChg chg="add reco">
          <ac:chgData name="植田 篤俊" userId="0d2b3cda-30c1-45e3-9e5c-02c0046d67fa" providerId="ADAL" clId="{A6AB8097-671C-4783-A056-5A985F003BDF}" dt="2026-04-20T14:40:56.029" v="1427"/>
          <ac:inkMkLst>
            <pc:docMk/>
            <pc:sldMk cId="3869940010" sldId="259"/>
            <ac:inkMk id="132" creationId="{4D61C4B0-7D6E-DC43-8C88-FAD456E1C363}"/>
          </ac:inkMkLst>
        </pc:inkChg>
        <pc:inkChg chg="add del">
          <ac:chgData name="植田 篤俊" userId="0d2b3cda-30c1-45e3-9e5c-02c0046d67fa" providerId="ADAL" clId="{A6AB8097-671C-4783-A056-5A985F003BDF}" dt="2026-04-20T14:41:00.310" v="1439"/>
          <ac:inkMkLst>
            <pc:docMk/>
            <pc:sldMk cId="3869940010" sldId="259"/>
            <ac:inkMk id="133" creationId="{0AED3F23-4904-C310-F7C3-1758E28A037D}"/>
          </ac:inkMkLst>
        </pc:inkChg>
        <pc:inkChg chg="add del">
          <ac:chgData name="植田 篤俊" userId="0d2b3cda-30c1-45e3-9e5c-02c0046d67fa" providerId="ADAL" clId="{A6AB8097-671C-4783-A056-5A985F003BDF}" dt="2026-04-20T14:41:00.310" v="1439"/>
          <ac:inkMkLst>
            <pc:docMk/>
            <pc:sldMk cId="3869940010" sldId="259"/>
            <ac:inkMk id="134" creationId="{C936F736-8794-BBC0-0F15-D3A21AFC636A}"/>
          </ac:inkMkLst>
        </pc:inkChg>
        <pc:inkChg chg="add del">
          <ac:chgData name="植田 篤俊" userId="0d2b3cda-30c1-45e3-9e5c-02c0046d67fa" providerId="ADAL" clId="{A6AB8097-671C-4783-A056-5A985F003BDF}" dt="2026-04-20T14:41:00.310" v="1439"/>
          <ac:inkMkLst>
            <pc:docMk/>
            <pc:sldMk cId="3869940010" sldId="259"/>
            <ac:inkMk id="135" creationId="{6484C201-645F-1AC1-8DE0-5955A917D38D}"/>
          </ac:inkMkLst>
        </pc:inkChg>
        <pc:inkChg chg="add">
          <ac:chgData name="植田 篤俊" userId="0d2b3cda-30c1-45e3-9e5c-02c0046d67fa" providerId="ADAL" clId="{A6AB8097-671C-4783-A056-5A985F003BDF}" dt="2026-04-20T14:40:56.910" v="1431"/>
          <ac:inkMkLst>
            <pc:docMk/>
            <pc:sldMk cId="3869940010" sldId="259"/>
            <ac:inkMk id="136" creationId="{01C44B54-D34C-D735-9AB0-51B72692CEA9}"/>
          </ac:inkMkLst>
        </pc:inkChg>
        <pc:inkChg chg="add del">
          <ac:chgData name="植田 篤俊" userId="0d2b3cda-30c1-45e3-9e5c-02c0046d67fa" providerId="ADAL" clId="{A6AB8097-671C-4783-A056-5A985F003BDF}" dt="2026-04-20T14:41:00.310" v="1439"/>
          <ac:inkMkLst>
            <pc:docMk/>
            <pc:sldMk cId="3869940010" sldId="259"/>
            <ac:inkMk id="137" creationId="{07D3D633-69DC-0F1B-04DA-88C18BE2B613}"/>
          </ac:inkMkLst>
        </pc:inkChg>
        <pc:inkChg chg="add del">
          <ac:chgData name="植田 篤俊" userId="0d2b3cda-30c1-45e3-9e5c-02c0046d67fa" providerId="ADAL" clId="{A6AB8097-671C-4783-A056-5A985F003BDF}" dt="2026-04-20T14:41:00.310" v="1439"/>
          <ac:inkMkLst>
            <pc:docMk/>
            <pc:sldMk cId="3869940010" sldId="259"/>
            <ac:inkMk id="138" creationId="{E4775EFA-94DE-C9AB-4A6B-4C0AD0158E9A}"/>
          </ac:inkMkLst>
        </pc:inkChg>
        <pc:inkChg chg="add">
          <ac:chgData name="植田 篤俊" userId="0d2b3cda-30c1-45e3-9e5c-02c0046d67fa" providerId="ADAL" clId="{A6AB8097-671C-4783-A056-5A985F003BDF}" dt="2026-04-20T14:40:58.376" v="1434"/>
          <ac:inkMkLst>
            <pc:docMk/>
            <pc:sldMk cId="3869940010" sldId="259"/>
            <ac:inkMk id="139" creationId="{21E0FFB4-3B35-DE72-4898-DC2D565E39ED}"/>
          </ac:inkMkLst>
        </pc:inkChg>
        <pc:inkChg chg="add del">
          <ac:chgData name="植田 篤俊" userId="0d2b3cda-30c1-45e3-9e5c-02c0046d67fa" providerId="ADAL" clId="{A6AB8097-671C-4783-A056-5A985F003BDF}" dt="2026-04-20T14:41:00.310" v="1439"/>
          <ac:inkMkLst>
            <pc:docMk/>
            <pc:sldMk cId="3869940010" sldId="259"/>
            <ac:inkMk id="140" creationId="{500F9610-3EBA-63AD-6B15-156A25527B2C}"/>
          </ac:inkMkLst>
        </pc:inkChg>
        <pc:inkChg chg="add del">
          <ac:chgData name="植田 篤俊" userId="0d2b3cda-30c1-45e3-9e5c-02c0046d67fa" providerId="ADAL" clId="{A6AB8097-671C-4783-A056-5A985F003BDF}" dt="2026-04-20T14:41:00.310" v="1439"/>
          <ac:inkMkLst>
            <pc:docMk/>
            <pc:sldMk cId="3869940010" sldId="259"/>
            <ac:inkMk id="141" creationId="{1C421A33-0F0A-6725-59ED-96E43176C0ED}"/>
          </ac:inkMkLst>
        </pc:inkChg>
        <pc:inkChg chg="add del">
          <ac:chgData name="植田 篤俊" userId="0d2b3cda-30c1-45e3-9e5c-02c0046d67fa" providerId="ADAL" clId="{A6AB8097-671C-4783-A056-5A985F003BDF}" dt="2026-04-20T14:41:00.310" v="1439"/>
          <ac:inkMkLst>
            <pc:docMk/>
            <pc:sldMk cId="3869940010" sldId="259"/>
            <ac:inkMk id="142" creationId="{1AAAD138-8324-BA02-2610-2440243D2991}"/>
          </ac:inkMkLst>
        </pc:inkChg>
        <pc:inkChg chg="add del">
          <ac:chgData name="植田 篤俊" userId="0d2b3cda-30c1-45e3-9e5c-02c0046d67fa" providerId="ADAL" clId="{A6AB8097-671C-4783-A056-5A985F003BDF}" dt="2026-04-20T14:41:00.310" v="1439"/>
          <ac:inkMkLst>
            <pc:docMk/>
            <pc:sldMk cId="3869940010" sldId="259"/>
            <ac:inkMk id="143" creationId="{760C63C2-FBC4-D0E6-B0F2-7458C5F98BB7}"/>
          </ac:inkMkLst>
        </pc:inkChg>
        <pc:inkChg chg="add reco">
          <ac:chgData name="植田 篤俊" userId="0d2b3cda-30c1-45e3-9e5c-02c0046d67fa" providerId="ADAL" clId="{A6AB8097-671C-4783-A056-5A985F003BDF}" dt="2026-04-20T14:41:00.310" v="1439"/>
          <ac:inkMkLst>
            <pc:docMk/>
            <pc:sldMk cId="3869940010" sldId="259"/>
            <ac:inkMk id="144" creationId="{DCC8BEBA-F941-1191-3CC1-4A08087EFDC3}"/>
          </ac:inkMkLst>
        </pc:inkChg>
        <pc:inkChg chg="add del">
          <ac:chgData name="植田 篤俊" userId="0d2b3cda-30c1-45e3-9e5c-02c0046d67fa" providerId="ADAL" clId="{A6AB8097-671C-4783-A056-5A985F003BDF}" dt="2026-04-20T14:41:09.692" v="1451"/>
          <ac:inkMkLst>
            <pc:docMk/>
            <pc:sldMk cId="3869940010" sldId="259"/>
            <ac:inkMk id="145" creationId="{7079D64A-EBB7-7AB5-863C-53E84B6B854D}"/>
          </ac:inkMkLst>
        </pc:inkChg>
        <pc:inkChg chg="add del">
          <ac:chgData name="植田 篤俊" userId="0d2b3cda-30c1-45e3-9e5c-02c0046d67fa" providerId="ADAL" clId="{A6AB8097-671C-4783-A056-5A985F003BDF}" dt="2026-04-20T14:41:09.692" v="1451"/>
          <ac:inkMkLst>
            <pc:docMk/>
            <pc:sldMk cId="3869940010" sldId="259"/>
            <ac:inkMk id="146" creationId="{A8E67C6A-77DA-4C89-F15A-83D7627B62EA}"/>
          </ac:inkMkLst>
        </pc:inkChg>
        <pc:inkChg chg="add del">
          <ac:chgData name="植田 篤俊" userId="0d2b3cda-30c1-45e3-9e5c-02c0046d67fa" providerId="ADAL" clId="{A6AB8097-671C-4783-A056-5A985F003BDF}" dt="2026-04-20T14:41:09.692" v="1451"/>
          <ac:inkMkLst>
            <pc:docMk/>
            <pc:sldMk cId="3869940010" sldId="259"/>
            <ac:inkMk id="147" creationId="{DC45AEC1-9A91-0BE2-64DD-F004529DFBE2}"/>
          </ac:inkMkLst>
        </pc:inkChg>
        <pc:inkChg chg="add del">
          <ac:chgData name="植田 篤俊" userId="0d2b3cda-30c1-45e3-9e5c-02c0046d67fa" providerId="ADAL" clId="{A6AB8097-671C-4783-A056-5A985F003BDF}" dt="2026-04-20T14:41:09.692" v="1451"/>
          <ac:inkMkLst>
            <pc:docMk/>
            <pc:sldMk cId="3869940010" sldId="259"/>
            <ac:inkMk id="148" creationId="{DCDBFA6A-8FAB-45E6-ABFF-44550BC2CC0F}"/>
          </ac:inkMkLst>
        </pc:inkChg>
        <pc:inkChg chg="add del">
          <ac:chgData name="植田 篤俊" userId="0d2b3cda-30c1-45e3-9e5c-02c0046d67fa" providerId="ADAL" clId="{A6AB8097-671C-4783-A056-5A985F003BDF}" dt="2026-04-20T14:41:09.692" v="1451"/>
          <ac:inkMkLst>
            <pc:docMk/>
            <pc:sldMk cId="3869940010" sldId="259"/>
            <ac:inkMk id="149" creationId="{56EF481D-3939-2E74-FDDB-5507B30B92E7}"/>
          </ac:inkMkLst>
        </pc:inkChg>
        <pc:inkChg chg="add">
          <ac:chgData name="植田 篤俊" userId="0d2b3cda-30c1-45e3-9e5c-02c0046d67fa" providerId="ADAL" clId="{A6AB8097-671C-4783-A056-5A985F003BDF}" dt="2026-04-20T14:41:07.445" v="1445"/>
          <ac:inkMkLst>
            <pc:docMk/>
            <pc:sldMk cId="3869940010" sldId="259"/>
            <ac:inkMk id="150" creationId="{FE6BB619-8B65-A8EC-D8DC-455B9331F92C}"/>
          </ac:inkMkLst>
        </pc:inkChg>
        <pc:inkChg chg="add del">
          <ac:chgData name="植田 篤俊" userId="0d2b3cda-30c1-45e3-9e5c-02c0046d67fa" providerId="ADAL" clId="{A6AB8097-671C-4783-A056-5A985F003BDF}" dt="2026-04-20T14:41:09.692" v="1451"/>
          <ac:inkMkLst>
            <pc:docMk/>
            <pc:sldMk cId="3869940010" sldId="259"/>
            <ac:inkMk id="151" creationId="{66AB3765-A290-4DA6-945B-31568EDD3C0C}"/>
          </ac:inkMkLst>
        </pc:inkChg>
        <pc:inkChg chg="add del">
          <ac:chgData name="植田 篤俊" userId="0d2b3cda-30c1-45e3-9e5c-02c0046d67fa" providerId="ADAL" clId="{A6AB8097-671C-4783-A056-5A985F003BDF}" dt="2026-04-20T14:41:09.692" v="1451"/>
          <ac:inkMkLst>
            <pc:docMk/>
            <pc:sldMk cId="3869940010" sldId="259"/>
            <ac:inkMk id="152" creationId="{5F3DC5BB-C231-54B1-1FA0-25C6E9521454}"/>
          </ac:inkMkLst>
        </pc:inkChg>
        <pc:inkChg chg="add del">
          <ac:chgData name="植田 篤俊" userId="0d2b3cda-30c1-45e3-9e5c-02c0046d67fa" providerId="ADAL" clId="{A6AB8097-671C-4783-A056-5A985F003BDF}" dt="2026-04-20T14:41:09.692" v="1451"/>
          <ac:inkMkLst>
            <pc:docMk/>
            <pc:sldMk cId="3869940010" sldId="259"/>
            <ac:inkMk id="153" creationId="{7E754BCC-B8B8-F54C-7D0C-CF44437B2118}"/>
          </ac:inkMkLst>
        </pc:inkChg>
        <pc:inkChg chg="add">
          <ac:chgData name="植田 篤俊" userId="0d2b3cda-30c1-45e3-9e5c-02c0046d67fa" providerId="ADAL" clId="{A6AB8097-671C-4783-A056-5A985F003BDF}" dt="2026-04-20T14:41:08.141" v="1449"/>
          <ac:inkMkLst>
            <pc:docMk/>
            <pc:sldMk cId="3869940010" sldId="259"/>
            <ac:inkMk id="154" creationId="{3FFD4C62-2A2B-F1FF-1D98-E8CCEFCBA933}"/>
          </ac:inkMkLst>
        </pc:inkChg>
        <pc:inkChg chg="add del">
          <ac:chgData name="植田 篤俊" userId="0d2b3cda-30c1-45e3-9e5c-02c0046d67fa" providerId="ADAL" clId="{A6AB8097-671C-4783-A056-5A985F003BDF}" dt="2026-04-20T14:41:09.692" v="1451"/>
          <ac:inkMkLst>
            <pc:docMk/>
            <pc:sldMk cId="3869940010" sldId="259"/>
            <ac:inkMk id="155" creationId="{EA97F633-0D67-CB45-3BBA-339CA1C3E604}"/>
          </ac:inkMkLst>
        </pc:inkChg>
        <pc:inkChg chg="add mod reco modStrokes">
          <ac:chgData name="植田 篤俊" userId="0d2b3cda-30c1-45e3-9e5c-02c0046d67fa" providerId="ADAL" clId="{A6AB8097-671C-4783-A056-5A985F003BDF}" dt="2026-04-20T14:41:11.977" v="1454"/>
          <ac:inkMkLst>
            <pc:docMk/>
            <pc:sldMk cId="3869940010" sldId="259"/>
            <ac:inkMk id="156" creationId="{407A96D2-271A-DA70-1047-306BAE43BE36}"/>
          </ac:inkMkLst>
        </pc:inkChg>
        <pc:inkChg chg="add del">
          <ac:chgData name="植田 篤俊" userId="0d2b3cda-30c1-45e3-9e5c-02c0046d67fa" providerId="ADAL" clId="{A6AB8097-671C-4783-A056-5A985F003BDF}" dt="2026-04-20T14:41:11.975" v="1453"/>
          <ac:inkMkLst>
            <pc:docMk/>
            <pc:sldMk cId="3869940010" sldId="259"/>
            <ac:inkMk id="157" creationId="{86A11FD0-058E-B5B7-3E5E-5AF39D3CF402}"/>
          </ac:inkMkLst>
        </pc:inkChg>
        <pc:inkChg chg="add del">
          <ac:chgData name="植田 篤俊" userId="0d2b3cda-30c1-45e3-9e5c-02c0046d67fa" providerId="ADAL" clId="{A6AB8097-671C-4783-A056-5A985F003BDF}" dt="2026-04-20T14:41:14.358" v="1457"/>
          <ac:inkMkLst>
            <pc:docMk/>
            <pc:sldMk cId="3869940010" sldId="259"/>
            <ac:inkMk id="158" creationId="{81792F31-F3F2-186B-D193-4C950B7EC73A}"/>
          </ac:inkMkLst>
        </pc:inkChg>
        <pc:inkChg chg="add del">
          <ac:chgData name="植田 篤俊" userId="0d2b3cda-30c1-45e3-9e5c-02c0046d67fa" providerId="ADAL" clId="{A6AB8097-671C-4783-A056-5A985F003BDF}" dt="2026-04-20T14:41:14.358" v="1457"/>
          <ac:inkMkLst>
            <pc:docMk/>
            <pc:sldMk cId="3869940010" sldId="259"/>
            <ac:inkMk id="159" creationId="{3C0D2442-95FB-C51A-51C9-BA53FAB13BBC}"/>
          </ac:inkMkLst>
        </pc:inkChg>
        <pc:inkChg chg="add reco">
          <ac:chgData name="植田 篤俊" userId="0d2b3cda-30c1-45e3-9e5c-02c0046d67fa" providerId="ADAL" clId="{A6AB8097-671C-4783-A056-5A985F003BDF}" dt="2026-04-20T14:41:14.358" v="1457"/>
          <ac:inkMkLst>
            <pc:docMk/>
            <pc:sldMk cId="3869940010" sldId="259"/>
            <ac:inkMk id="160" creationId="{676FC4FD-3B99-0C8B-0BEF-4622E5E0D08D}"/>
          </ac:inkMkLst>
        </pc:inkChg>
        <pc:inkChg chg="add del">
          <ac:chgData name="植田 篤俊" userId="0d2b3cda-30c1-45e3-9e5c-02c0046d67fa" providerId="ADAL" clId="{A6AB8097-671C-4783-A056-5A985F003BDF}" dt="2026-04-20T14:41:17.102" v="1464"/>
          <ac:inkMkLst>
            <pc:docMk/>
            <pc:sldMk cId="3869940010" sldId="259"/>
            <ac:inkMk id="161" creationId="{FADCF082-A2EF-3937-2867-BD286418A368}"/>
          </ac:inkMkLst>
        </pc:inkChg>
        <pc:inkChg chg="add del">
          <ac:chgData name="植田 篤俊" userId="0d2b3cda-30c1-45e3-9e5c-02c0046d67fa" providerId="ADAL" clId="{A6AB8097-671C-4783-A056-5A985F003BDF}" dt="2026-04-20T14:41:17.102" v="1464"/>
          <ac:inkMkLst>
            <pc:docMk/>
            <pc:sldMk cId="3869940010" sldId="259"/>
            <ac:inkMk id="162" creationId="{9F5A7357-DA54-7DB0-F18E-43102C3AC09D}"/>
          </ac:inkMkLst>
        </pc:inkChg>
        <pc:inkChg chg="add del">
          <ac:chgData name="植田 篤俊" userId="0d2b3cda-30c1-45e3-9e5c-02c0046d67fa" providerId="ADAL" clId="{A6AB8097-671C-4783-A056-5A985F003BDF}" dt="2026-04-20T14:41:17.102" v="1464"/>
          <ac:inkMkLst>
            <pc:docMk/>
            <pc:sldMk cId="3869940010" sldId="259"/>
            <ac:inkMk id="163" creationId="{2D1EDAF4-F796-0744-7B3B-F3553C60B8DA}"/>
          </ac:inkMkLst>
        </pc:inkChg>
        <pc:inkChg chg="add del">
          <ac:chgData name="植田 篤俊" userId="0d2b3cda-30c1-45e3-9e5c-02c0046d67fa" providerId="ADAL" clId="{A6AB8097-671C-4783-A056-5A985F003BDF}" dt="2026-04-20T14:41:17.102" v="1464"/>
          <ac:inkMkLst>
            <pc:docMk/>
            <pc:sldMk cId="3869940010" sldId="259"/>
            <ac:inkMk id="164" creationId="{67527A91-E404-F07C-B125-0C01C072073E}"/>
          </ac:inkMkLst>
        </pc:inkChg>
        <pc:inkChg chg="add del">
          <ac:chgData name="植田 篤俊" userId="0d2b3cda-30c1-45e3-9e5c-02c0046d67fa" providerId="ADAL" clId="{A6AB8097-671C-4783-A056-5A985F003BDF}" dt="2026-04-20T14:41:17.102" v="1464"/>
          <ac:inkMkLst>
            <pc:docMk/>
            <pc:sldMk cId="3869940010" sldId="259"/>
            <ac:inkMk id="165" creationId="{FDD774DF-A6F2-473E-83E2-63DE138979BE}"/>
          </ac:inkMkLst>
        </pc:inkChg>
        <pc:inkChg chg="add del">
          <ac:chgData name="植田 篤俊" userId="0d2b3cda-30c1-45e3-9e5c-02c0046d67fa" providerId="ADAL" clId="{A6AB8097-671C-4783-A056-5A985F003BDF}" dt="2026-04-20T14:41:17.102" v="1464"/>
          <ac:inkMkLst>
            <pc:docMk/>
            <pc:sldMk cId="3869940010" sldId="259"/>
            <ac:inkMk id="166" creationId="{71E9E481-6A6B-08A3-4CD8-D546545C16D9}"/>
          </ac:inkMkLst>
        </pc:inkChg>
        <pc:inkChg chg="add reco">
          <ac:chgData name="植田 篤俊" userId="0d2b3cda-30c1-45e3-9e5c-02c0046d67fa" providerId="ADAL" clId="{A6AB8097-671C-4783-A056-5A985F003BDF}" dt="2026-04-20T14:41:17.102" v="1464"/>
          <ac:inkMkLst>
            <pc:docMk/>
            <pc:sldMk cId="3869940010" sldId="259"/>
            <ac:inkMk id="167" creationId="{7BBB86CB-5AD1-0CA3-CA18-FC05AD012BD0}"/>
          </ac:inkMkLst>
        </pc:inkChg>
        <pc:inkChg chg="add del">
          <ac:chgData name="植田 篤俊" userId="0d2b3cda-30c1-45e3-9e5c-02c0046d67fa" providerId="ADAL" clId="{A6AB8097-671C-4783-A056-5A985F003BDF}" dt="2026-04-20T14:41:21.144" v="1475"/>
          <ac:inkMkLst>
            <pc:docMk/>
            <pc:sldMk cId="3869940010" sldId="259"/>
            <ac:inkMk id="168" creationId="{00B450F7-0934-C0C2-AB2F-DEF15DB682A9}"/>
          </ac:inkMkLst>
        </pc:inkChg>
        <pc:inkChg chg="add del">
          <ac:chgData name="植田 篤俊" userId="0d2b3cda-30c1-45e3-9e5c-02c0046d67fa" providerId="ADAL" clId="{A6AB8097-671C-4783-A056-5A985F003BDF}" dt="2026-04-20T14:41:21.144" v="1475"/>
          <ac:inkMkLst>
            <pc:docMk/>
            <pc:sldMk cId="3869940010" sldId="259"/>
            <ac:inkMk id="169" creationId="{BB28B5FD-56CA-D14F-1362-1079F1178E21}"/>
          </ac:inkMkLst>
        </pc:inkChg>
        <pc:inkChg chg="add del">
          <ac:chgData name="植田 篤俊" userId="0d2b3cda-30c1-45e3-9e5c-02c0046d67fa" providerId="ADAL" clId="{A6AB8097-671C-4783-A056-5A985F003BDF}" dt="2026-04-20T14:41:21.144" v="1475"/>
          <ac:inkMkLst>
            <pc:docMk/>
            <pc:sldMk cId="3869940010" sldId="259"/>
            <ac:inkMk id="170" creationId="{8A3B5E91-A1FA-12E0-5056-F9B08C6DC468}"/>
          </ac:inkMkLst>
        </pc:inkChg>
        <pc:inkChg chg="add del">
          <ac:chgData name="植田 篤俊" userId="0d2b3cda-30c1-45e3-9e5c-02c0046d67fa" providerId="ADAL" clId="{A6AB8097-671C-4783-A056-5A985F003BDF}" dt="2026-04-20T14:41:21.144" v="1475"/>
          <ac:inkMkLst>
            <pc:docMk/>
            <pc:sldMk cId="3869940010" sldId="259"/>
            <ac:inkMk id="171" creationId="{F12C05B4-1FCD-2DD3-01F6-4785C70D4D98}"/>
          </ac:inkMkLst>
        </pc:inkChg>
        <pc:inkChg chg="add del">
          <ac:chgData name="植田 篤俊" userId="0d2b3cda-30c1-45e3-9e5c-02c0046d67fa" providerId="ADAL" clId="{A6AB8097-671C-4783-A056-5A985F003BDF}" dt="2026-04-20T14:41:21.144" v="1475"/>
          <ac:inkMkLst>
            <pc:docMk/>
            <pc:sldMk cId="3869940010" sldId="259"/>
            <ac:inkMk id="172" creationId="{16F3A7A4-3CAE-F3E5-09B8-66EABCEC7F7A}"/>
          </ac:inkMkLst>
        </pc:inkChg>
        <pc:inkChg chg="add del">
          <ac:chgData name="植田 篤俊" userId="0d2b3cda-30c1-45e3-9e5c-02c0046d67fa" providerId="ADAL" clId="{A6AB8097-671C-4783-A056-5A985F003BDF}" dt="2026-04-20T14:41:21.144" v="1475"/>
          <ac:inkMkLst>
            <pc:docMk/>
            <pc:sldMk cId="3869940010" sldId="259"/>
            <ac:inkMk id="173" creationId="{0011478A-051C-3DC9-B47C-16F087B376CC}"/>
          </ac:inkMkLst>
        </pc:inkChg>
        <pc:inkChg chg="add del">
          <ac:chgData name="植田 篤俊" userId="0d2b3cda-30c1-45e3-9e5c-02c0046d67fa" providerId="ADAL" clId="{A6AB8097-671C-4783-A056-5A985F003BDF}" dt="2026-04-20T14:41:21.144" v="1475"/>
          <ac:inkMkLst>
            <pc:docMk/>
            <pc:sldMk cId="3869940010" sldId="259"/>
            <ac:inkMk id="174" creationId="{D6E49D4E-01AA-B1E0-91E0-3426673B1F75}"/>
          </ac:inkMkLst>
        </pc:inkChg>
        <pc:inkChg chg="add">
          <ac:chgData name="植田 篤俊" userId="0d2b3cda-30c1-45e3-9e5c-02c0046d67fa" providerId="ADAL" clId="{A6AB8097-671C-4783-A056-5A985F003BDF}" dt="2026-04-20T14:41:19.793" v="1472"/>
          <ac:inkMkLst>
            <pc:docMk/>
            <pc:sldMk cId="3869940010" sldId="259"/>
            <ac:inkMk id="175" creationId="{537EC8C0-94BB-3FFF-571F-96DC903C9CE0}"/>
          </ac:inkMkLst>
        </pc:inkChg>
        <pc:inkChg chg="add del">
          <ac:chgData name="植田 篤俊" userId="0d2b3cda-30c1-45e3-9e5c-02c0046d67fa" providerId="ADAL" clId="{A6AB8097-671C-4783-A056-5A985F003BDF}" dt="2026-04-20T14:41:21.144" v="1475"/>
          <ac:inkMkLst>
            <pc:docMk/>
            <pc:sldMk cId="3869940010" sldId="259"/>
            <ac:inkMk id="176" creationId="{C09A9880-7EEB-DB5E-DAD5-FADD98A3CE86}"/>
          </ac:inkMkLst>
        </pc:inkChg>
        <pc:inkChg chg="add del">
          <ac:chgData name="植田 篤俊" userId="0d2b3cda-30c1-45e3-9e5c-02c0046d67fa" providerId="ADAL" clId="{A6AB8097-671C-4783-A056-5A985F003BDF}" dt="2026-04-20T14:41:21.144" v="1475"/>
          <ac:inkMkLst>
            <pc:docMk/>
            <pc:sldMk cId="3869940010" sldId="259"/>
            <ac:inkMk id="177" creationId="{50308AAE-CD0E-E717-14AC-566BDFEFB39E}"/>
          </ac:inkMkLst>
        </pc:inkChg>
        <pc:inkChg chg="add reco">
          <ac:chgData name="植田 篤俊" userId="0d2b3cda-30c1-45e3-9e5c-02c0046d67fa" providerId="ADAL" clId="{A6AB8097-671C-4783-A056-5A985F003BDF}" dt="2026-04-20T14:41:21.144" v="1475"/>
          <ac:inkMkLst>
            <pc:docMk/>
            <pc:sldMk cId="3869940010" sldId="259"/>
            <ac:inkMk id="178" creationId="{1D78B509-E912-0D67-61F0-911424577B48}"/>
          </ac:inkMkLst>
        </pc:inkChg>
        <pc:inkChg chg="add">
          <ac:chgData name="植田 篤俊" userId="0d2b3cda-30c1-45e3-9e5c-02c0046d67fa" providerId="ADAL" clId="{A6AB8097-671C-4783-A056-5A985F003BDF}" dt="2026-04-20T14:41:26.609" v="1476"/>
          <ac:inkMkLst>
            <pc:docMk/>
            <pc:sldMk cId="3869940010" sldId="259"/>
            <ac:inkMk id="179" creationId="{E05F531D-2655-0C51-DBEB-80545C539ADD}"/>
          </ac:inkMkLst>
        </pc:inkChg>
        <pc:inkChg chg="add">
          <ac:chgData name="植田 篤俊" userId="0d2b3cda-30c1-45e3-9e5c-02c0046d67fa" providerId="ADAL" clId="{A6AB8097-671C-4783-A056-5A985F003BDF}" dt="2026-04-20T14:41:27.060" v="1477"/>
          <ac:inkMkLst>
            <pc:docMk/>
            <pc:sldMk cId="3869940010" sldId="259"/>
            <ac:inkMk id="180" creationId="{AB17F07B-EC06-5414-FD3B-F60FA42104C7}"/>
          </ac:inkMkLst>
        </pc:inkChg>
        <pc:inkChg chg="add">
          <ac:chgData name="植田 篤俊" userId="0d2b3cda-30c1-45e3-9e5c-02c0046d67fa" providerId="ADAL" clId="{A6AB8097-671C-4783-A056-5A985F003BDF}" dt="2026-04-20T14:41:27.224" v="1478"/>
          <ac:inkMkLst>
            <pc:docMk/>
            <pc:sldMk cId="3869940010" sldId="259"/>
            <ac:inkMk id="181" creationId="{11B74193-7334-4E74-3252-2545AE9DCA74}"/>
          </ac:inkMkLst>
        </pc:inkChg>
        <pc:inkChg chg="add">
          <ac:chgData name="植田 篤俊" userId="0d2b3cda-30c1-45e3-9e5c-02c0046d67fa" providerId="ADAL" clId="{A6AB8097-671C-4783-A056-5A985F003BDF}" dt="2026-04-20T14:41:28.040" v="1479"/>
          <ac:inkMkLst>
            <pc:docMk/>
            <pc:sldMk cId="3869940010" sldId="259"/>
            <ac:inkMk id="182" creationId="{955428A7-DA37-F809-CA82-E3F6A264E7AC}"/>
          </ac:inkMkLst>
        </pc:inkChg>
        <pc:inkChg chg="add">
          <ac:chgData name="植田 篤俊" userId="0d2b3cda-30c1-45e3-9e5c-02c0046d67fa" providerId="ADAL" clId="{A6AB8097-671C-4783-A056-5A985F003BDF}" dt="2026-04-20T14:41:28.239" v="1480"/>
          <ac:inkMkLst>
            <pc:docMk/>
            <pc:sldMk cId="3869940010" sldId="259"/>
            <ac:inkMk id="183" creationId="{A41E69BC-5338-BEA3-2548-9690FF5B78FC}"/>
          </ac:inkMkLst>
        </pc:inkChg>
        <pc:inkChg chg="add">
          <ac:chgData name="植田 篤俊" userId="0d2b3cda-30c1-45e3-9e5c-02c0046d67fa" providerId="ADAL" clId="{A6AB8097-671C-4783-A056-5A985F003BDF}" dt="2026-04-20T14:41:28.576" v="1481"/>
          <ac:inkMkLst>
            <pc:docMk/>
            <pc:sldMk cId="3869940010" sldId="259"/>
            <ac:inkMk id="184" creationId="{FB36CAF7-C674-AEB6-65CE-9C34B2E73488}"/>
          </ac:inkMkLst>
        </pc:inkChg>
        <pc:inkChg chg="add">
          <ac:chgData name="植田 篤俊" userId="0d2b3cda-30c1-45e3-9e5c-02c0046d67fa" providerId="ADAL" clId="{A6AB8097-671C-4783-A056-5A985F003BDF}" dt="2026-04-20T14:41:28.877" v="1482"/>
          <ac:inkMkLst>
            <pc:docMk/>
            <pc:sldMk cId="3869940010" sldId="259"/>
            <ac:inkMk id="185" creationId="{0CD23B56-2F2D-00D9-42CC-0C496D1F3A62}"/>
          </ac:inkMkLst>
        </pc:inkChg>
        <pc:inkChg chg="add">
          <ac:chgData name="植田 篤俊" userId="0d2b3cda-30c1-45e3-9e5c-02c0046d67fa" providerId="ADAL" clId="{A6AB8097-671C-4783-A056-5A985F003BDF}" dt="2026-04-20T14:41:29.193" v="1483"/>
          <ac:inkMkLst>
            <pc:docMk/>
            <pc:sldMk cId="3869940010" sldId="259"/>
            <ac:inkMk id="186" creationId="{94E8DA17-E487-7C9D-212F-D06B971ECC2C}"/>
          </ac:inkMkLst>
        </pc:inkChg>
        <pc:inkChg chg="add">
          <ac:chgData name="植田 篤俊" userId="0d2b3cda-30c1-45e3-9e5c-02c0046d67fa" providerId="ADAL" clId="{A6AB8097-671C-4783-A056-5A985F003BDF}" dt="2026-04-20T14:41:29.324" v="1484"/>
          <ac:inkMkLst>
            <pc:docMk/>
            <pc:sldMk cId="3869940010" sldId="259"/>
            <ac:inkMk id="187" creationId="{E4CBEF4D-D8CF-8CD9-8B3A-1FA31C412F78}"/>
          </ac:inkMkLst>
        </pc:inkChg>
        <pc:inkChg chg="add">
          <ac:chgData name="植田 篤俊" userId="0d2b3cda-30c1-45e3-9e5c-02c0046d67fa" providerId="ADAL" clId="{A6AB8097-671C-4783-A056-5A985F003BDF}" dt="2026-04-20T14:41:29.559" v="1485"/>
          <ac:inkMkLst>
            <pc:docMk/>
            <pc:sldMk cId="3869940010" sldId="259"/>
            <ac:inkMk id="188" creationId="{5D8BA8DC-5BA1-B28B-234F-7BDB54114085}"/>
          </ac:inkMkLst>
        </pc:inkChg>
        <pc:inkChg chg="add del">
          <ac:chgData name="植田 篤俊" userId="0d2b3cda-30c1-45e3-9e5c-02c0046d67fa" providerId="ADAL" clId="{A6AB8097-671C-4783-A056-5A985F003BDF}" dt="2026-04-20T14:41:31.941" v="1491"/>
          <ac:inkMkLst>
            <pc:docMk/>
            <pc:sldMk cId="3869940010" sldId="259"/>
            <ac:inkMk id="189" creationId="{FBAB19D0-64E2-04FC-6060-0A1D9CF8DD23}"/>
          </ac:inkMkLst>
        </pc:inkChg>
        <pc:inkChg chg="add del">
          <ac:chgData name="植田 篤俊" userId="0d2b3cda-30c1-45e3-9e5c-02c0046d67fa" providerId="ADAL" clId="{A6AB8097-671C-4783-A056-5A985F003BDF}" dt="2026-04-20T14:41:31.941" v="1493"/>
          <ac:inkMkLst>
            <pc:docMk/>
            <pc:sldMk cId="3869940010" sldId="259"/>
            <ac:inkMk id="190" creationId="{F59D823C-3B76-7D8D-CACD-3688A706702B}"/>
          </ac:inkMkLst>
        </pc:inkChg>
        <pc:inkChg chg="add del">
          <ac:chgData name="植田 篤俊" userId="0d2b3cda-30c1-45e3-9e5c-02c0046d67fa" providerId="ADAL" clId="{A6AB8097-671C-4783-A056-5A985F003BDF}" dt="2026-04-20T14:41:31.941" v="1492"/>
          <ac:inkMkLst>
            <pc:docMk/>
            <pc:sldMk cId="3869940010" sldId="259"/>
            <ac:inkMk id="191" creationId="{D8DE832B-7AF6-0758-E143-7AA1909135CB}"/>
          </ac:inkMkLst>
        </pc:inkChg>
        <pc:inkChg chg="add del">
          <ac:chgData name="植田 篤俊" userId="0d2b3cda-30c1-45e3-9e5c-02c0046d67fa" providerId="ADAL" clId="{A6AB8097-671C-4783-A056-5A985F003BDF}" dt="2026-04-20T14:41:31.940" v="1490"/>
          <ac:inkMkLst>
            <pc:docMk/>
            <pc:sldMk cId="3869940010" sldId="259"/>
            <ac:inkMk id="192" creationId="{C7091041-4936-E340-581A-E2E85B86BF4C}"/>
          </ac:inkMkLst>
        </pc:inkChg>
        <pc:inkChg chg="add">
          <ac:chgData name="植田 篤俊" userId="0d2b3cda-30c1-45e3-9e5c-02c0046d67fa" providerId="ADAL" clId="{A6AB8097-671C-4783-A056-5A985F003BDF}" dt="2026-04-20T14:41:32.573" v="1494"/>
          <ac:inkMkLst>
            <pc:docMk/>
            <pc:sldMk cId="3869940010" sldId="259"/>
            <ac:inkMk id="193" creationId="{7B487299-6E11-877A-B883-105DB30EF984}"/>
          </ac:inkMkLst>
        </pc:inkChg>
        <pc:inkChg chg="add">
          <ac:chgData name="植田 篤俊" userId="0d2b3cda-30c1-45e3-9e5c-02c0046d67fa" providerId="ADAL" clId="{A6AB8097-671C-4783-A056-5A985F003BDF}" dt="2026-04-20T14:41:33.056" v="1495"/>
          <ac:inkMkLst>
            <pc:docMk/>
            <pc:sldMk cId="3869940010" sldId="259"/>
            <ac:inkMk id="194" creationId="{2A0505AD-BC6E-A52E-B4E4-2D436DED90CB}"/>
          </ac:inkMkLst>
        </pc:inkChg>
        <pc:inkChg chg="add">
          <ac:chgData name="植田 篤俊" userId="0d2b3cda-30c1-45e3-9e5c-02c0046d67fa" providerId="ADAL" clId="{A6AB8097-671C-4783-A056-5A985F003BDF}" dt="2026-04-20T14:41:33.275" v="1496"/>
          <ac:inkMkLst>
            <pc:docMk/>
            <pc:sldMk cId="3869940010" sldId="259"/>
            <ac:inkMk id="195" creationId="{89263722-22B1-59F8-3B3B-ACB955BADBAC}"/>
          </ac:inkMkLst>
        </pc:inkChg>
        <pc:inkChg chg="add">
          <ac:chgData name="植田 篤俊" userId="0d2b3cda-30c1-45e3-9e5c-02c0046d67fa" providerId="ADAL" clId="{A6AB8097-671C-4783-A056-5A985F003BDF}" dt="2026-04-20T14:41:33.457" v="1497"/>
          <ac:inkMkLst>
            <pc:docMk/>
            <pc:sldMk cId="3869940010" sldId="259"/>
            <ac:inkMk id="196" creationId="{C2D9E094-C0C1-35CF-03FC-94DCF2D8A8F1}"/>
          </ac:inkMkLst>
        </pc:inkChg>
        <pc:inkChg chg="add">
          <ac:chgData name="植田 篤俊" userId="0d2b3cda-30c1-45e3-9e5c-02c0046d67fa" providerId="ADAL" clId="{A6AB8097-671C-4783-A056-5A985F003BDF}" dt="2026-04-20T14:41:33.973" v="1498"/>
          <ac:inkMkLst>
            <pc:docMk/>
            <pc:sldMk cId="3869940010" sldId="259"/>
            <ac:inkMk id="197" creationId="{8E3BAC41-6156-4A06-A384-0F6780F792F7}"/>
          </ac:inkMkLst>
        </pc:inkChg>
        <pc:inkChg chg="add">
          <ac:chgData name="植田 篤俊" userId="0d2b3cda-30c1-45e3-9e5c-02c0046d67fa" providerId="ADAL" clId="{A6AB8097-671C-4783-A056-5A985F003BDF}" dt="2026-04-20T14:41:34.106" v="1499"/>
          <ac:inkMkLst>
            <pc:docMk/>
            <pc:sldMk cId="3869940010" sldId="259"/>
            <ac:inkMk id="198" creationId="{E91E70D1-1FB5-B6BF-E89E-9DDB131CBFE4}"/>
          </ac:inkMkLst>
        </pc:inkChg>
        <pc:inkChg chg="add">
          <ac:chgData name="植田 篤俊" userId="0d2b3cda-30c1-45e3-9e5c-02c0046d67fa" providerId="ADAL" clId="{A6AB8097-671C-4783-A056-5A985F003BDF}" dt="2026-04-20T14:41:34.406" v="1500"/>
          <ac:inkMkLst>
            <pc:docMk/>
            <pc:sldMk cId="3869940010" sldId="259"/>
            <ac:inkMk id="199" creationId="{38AFDDD6-D602-BD26-E3CD-10AE6FCF79F8}"/>
          </ac:inkMkLst>
        </pc:inkChg>
        <pc:inkChg chg="add del">
          <ac:chgData name="植田 篤俊" userId="0d2b3cda-30c1-45e3-9e5c-02c0046d67fa" providerId="ADAL" clId="{A6AB8097-671C-4783-A056-5A985F003BDF}" dt="2026-04-20T14:41:41.570" v="1511"/>
          <ac:inkMkLst>
            <pc:docMk/>
            <pc:sldMk cId="3869940010" sldId="259"/>
            <ac:inkMk id="202" creationId="{10E4D223-DCA3-5843-C149-EC0A84E37F46}"/>
          </ac:inkMkLst>
        </pc:inkChg>
        <pc:inkChg chg="add del">
          <ac:chgData name="植田 篤俊" userId="0d2b3cda-30c1-45e3-9e5c-02c0046d67fa" providerId="ADAL" clId="{A6AB8097-671C-4783-A056-5A985F003BDF}" dt="2026-04-20T14:41:41.570" v="1511"/>
          <ac:inkMkLst>
            <pc:docMk/>
            <pc:sldMk cId="3869940010" sldId="259"/>
            <ac:inkMk id="203" creationId="{1EA8E63F-3450-846C-174E-F439CA8AAA1E}"/>
          </ac:inkMkLst>
        </pc:inkChg>
        <pc:inkChg chg="add del">
          <ac:chgData name="植田 篤俊" userId="0d2b3cda-30c1-45e3-9e5c-02c0046d67fa" providerId="ADAL" clId="{A6AB8097-671C-4783-A056-5A985F003BDF}" dt="2026-04-20T14:41:41.570" v="1511"/>
          <ac:inkMkLst>
            <pc:docMk/>
            <pc:sldMk cId="3869940010" sldId="259"/>
            <ac:inkMk id="204" creationId="{25342430-04E2-1292-A02E-22168AB725FB}"/>
          </ac:inkMkLst>
        </pc:inkChg>
        <pc:inkChg chg="add del">
          <ac:chgData name="植田 篤俊" userId="0d2b3cda-30c1-45e3-9e5c-02c0046d67fa" providerId="ADAL" clId="{A6AB8097-671C-4783-A056-5A985F003BDF}" dt="2026-04-20T14:41:41.570" v="1511"/>
          <ac:inkMkLst>
            <pc:docMk/>
            <pc:sldMk cId="3869940010" sldId="259"/>
            <ac:inkMk id="205" creationId="{FFFCC8EB-5442-3537-3BA1-45828F6118D8}"/>
          </ac:inkMkLst>
        </pc:inkChg>
        <pc:inkChg chg="add del">
          <ac:chgData name="植田 篤俊" userId="0d2b3cda-30c1-45e3-9e5c-02c0046d67fa" providerId="ADAL" clId="{A6AB8097-671C-4783-A056-5A985F003BDF}" dt="2026-04-20T14:41:41.570" v="1511"/>
          <ac:inkMkLst>
            <pc:docMk/>
            <pc:sldMk cId="3869940010" sldId="259"/>
            <ac:inkMk id="206" creationId="{8D61A827-6E82-437C-A106-9D754D9077DA}"/>
          </ac:inkMkLst>
        </pc:inkChg>
        <pc:inkChg chg="add del">
          <ac:chgData name="植田 篤俊" userId="0d2b3cda-30c1-45e3-9e5c-02c0046d67fa" providerId="ADAL" clId="{A6AB8097-671C-4783-A056-5A985F003BDF}" dt="2026-04-20T14:41:41.570" v="1511"/>
          <ac:inkMkLst>
            <pc:docMk/>
            <pc:sldMk cId="3869940010" sldId="259"/>
            <ac:inkMk id="207" creationId="{06D85F92-D899-0BCD-594D-DA8501F2ACC3}"/>
          </ac:inkMkLst>
        </pc:inkChg>
        <pc:inkChg chg="add del">
          <ac:chgData name="植田 篤俊" userId="0d2b3cda-30c1-45e3-9e5c-02c0046d67fa" providerId="ADAL" clId="{A6AB8097-671C-4783-A056-5A985F003BDF}" dt="2026-04-20T14:41:41.570" v="1511"/>
          <ac:inkMkLst>
            <pc:docMk/>
            <pc:sldMk cId="3869940010" sldId="259"/>
            <ac:inkMk id="208" creationId="{CE50790C-9CD2-B465-2988-B9CC7BA0C024}"/>
          </ac:inkMkLst>
        </pc:inkChg>
        <pc:inkChg chg="add">
          <ac:chgData name="植田 篤俊" userId="0d2b3cda-30c1-45e3-9e5c-02c0046d67fa" providerId="ADAL" clId="{A6AB8097-671C-4783-A056-5A985F003BDF}" dt="2026-04-20T14:41:40.374" v="1508"/>
          <ac:inkMkLst>
            <pc:docMk/>
            <pc:sldMk cId="3869940010" sldId="259"/>
            <ac:inkMk id="209" creationId="{CE726E82-DB46-989A-2F1A-33CD6FD04413}"/>
          </ac:inkMkLst>
        </pc:inkChg>
        <pc:inkChg chg="add del">
          <ac:chgData name="植田 篤俊" userId="0d2b3cda-30c1-45e3-9e5c-02c0046d67fa" providerId="ADAL" clId="{A6AB8097-671C-4783-A056-5A985F003BDF}" dt="2026-04-20T14:41:41.570" v="1511"/>
          <ac:inkMkLst>
            <pc:docMk/>
            <pc:sldMk cId="3869940010" sldId="259"/>
            <ac:inkMk id="210" creationId="{0724FD7F-714C-A359-2FE7-D27B341699A1}"/>
          </ac:inkMkLst>
        </pc:inkChg>
        <pc:inkChg chg="add del">
          <ac:chgData name="植田 篤俊" userId="0d2b3cda-30c1-45e3-9e5c-02c0046d67fa" providerId="ADAL" clId="{A6AB8097-671C-4783-A056-5A985F003BDF}" dt="2026-04-20T14:41:41.570" v="1511"/>
          <ac:inkMkLst>
            <pc:docMk/>
            <pc:sldMk cId="3869940010" sldId="259"/>
            <ac:inkMk id="211" creationId="{8A7DFF7D-E05D-C265-C424-B787C3D7EC68}"/>
          </ac:inkMkLst>
        </pc:inkChg>
        <pc:inkChg chg="add mod reco modStrokes">
          <ac:chgData name="植田 篤俊" userId="0d2b3cda-30c1-45e3-9e5c-02c0046d67fa" providerId="ADAL" clId="{A6AB8097-671C-4783-A056-5A985F003BDF}" dt="2026-04-20T14:41:47.555" v="1512"/>
          <ac:inkMkLst>
            <pc:docMk/>
            <pc:sldMk cId="3869940010" sldId="259"/>
            <ac:inkMk id="212" creationId="{433B7D18-3A31-F828-BC66-3C4ED51E32B0}"/>
          </ac:inkMkLst>
        </pc:inkChg>
        <pc:inkChg chg="add del">
          <ac:chgData name="植田 篤俊" userId="0d2b3cda-30c1-45e3-9e5c-02c0046d67fa" providerId="ADAL" clId="{A6AB8097-671C-4783-A056-5A985F003BDF}" dt="2026-04-20T14:41:50.459" v="1519"/>
          <ac:inkMkLst>
            <pc:docMk/>
            <pc:sldMk cId="3869940010" sldId="259"/>
            <ac:inkMk id="213" creationId="{8557A1D1-5B70-5248-EE2E-A225A889EBB9}"/>
          </ac:inkMkLst>
        </pc:inkChg>
        <pc:inkChg chg="add del">
          <ac:chgData name="植田 篤俊" userId="0d2b3cda-30c1-45e3-9e5c-02c0046d67fa" providerId="ADAL" clId="{A6AB8097-671C-4783-A056-5A985F003BDF}" dt="2026-04-20T14:41:50.459" v="1519"/>
          <ac:inkMkLst>
            <pc:docMk/>
            <pc:sldMk cId="3869940010" sldId="259"/>
            <ac:inkMk id="214" creationId="{EC1587D9-C092-F903-06BE-E4A3C703B48A}"/>
          </ac:inkMkLst>
        </pc:inkChg>
        <pc:inkChg chg="add del">
          <ac:chgData name="植田 篤俊" userId="0d2b3cda-30c1-45e3-9e5c-02c0046d67fa" providerId="ADAL" clId="{A6AB8097-671C-4783-A056-5A985F003BDF}" dt="2026-04-20T14:41:50.459" v="1519"/>
          <ac:inkMkLst>
            <pc:docMk/>
            <pc:sldMk cId="3869940010" sldId="259"/>
            <ac:inkMk id="215" creationId="{87128963-8E5C-5EE3-8129-1124049168B5}"/>
          </ac:inkMkLst>
        </pc:inkChg>
        <pc:inkChg chg="add del">
          <ac:chgData name="植田 篤俊" userId="0d2b3cda-30c1-45e3-9e5c-02c0046d67fa" providerId="ADAL" clId="{A6AB8097-671C-4783-A056-5A985F003BDF}" dt="2026-04-20T14:41:50.459" v="1519"/>
          <ac:inkMkLst>
            <pc:docMk/>
            <pc:sldMk cId="3869940010" sldId="259"/>
            <ac:inkMk id="216" creationId="{AC7258BE-8C30-2385-48DF-49B7AB199133}"/>
          </ac:inkMkLst>
        </pc:inkChg>
        <pc:inkChg chg="add del">
          <ac:chgData name="植田 篤俊" userId="0d2b3cda-30c1-45e3-9e5c-02c0046d67fa" providerId="ADAL" clId="{A6AB8097-671C-4783-A056-5A985F003BDF}" dt="2026-04-20T14:41:50.459" v="1519"/>
          <ac:inkMkLst>
            <pc:docMk/>
            <pc:sldMk cId="3869940010" sldId="259"/>
            <ac:inkMk id="217" creationId="{7EB906E6-F1A7-6CB1-1B34-AFFF10697062}"/>
          </ac:inkMkLst>
        </pc:inkChg>
        <pc:inkChg chg="add del">
          <ac:chgData name="植田 篤俊" userId="0d2b3cda-30c1-45e3-9e5c-02c0046d67fa" providerId="ADAL" clId="{A6AB8097-671C-4783-A056-5A985F003BDF}" dt="2026-04-20T14:41:50.459" v="1519"/>
          <ac:inkMkLst>
            <pc:docMk/>
            <pc:sldMk cId="3869940010" sldId="259"/>
            <ac:inkMk id="218" creationId="{7BDF3234-651B-9737-F2F4-A098195A25DD}"/>
          </ac:inkMkLst>
        </pc:inkChg>
        <pc:inkChg chg="add mod reco modStrokes">
          <ac:chgData name="植田 篤俊" userId="0d2b3cda-30c1-45e3-9e5c-02c0046d67fa" providerId="ADAL" clId="{A6AB8097-671C-4783-A056-5A985F003BDF}" dt="2026-04-20T14:41:51.624" v="1520"/>
          <ac:inkMkLst>
            <pc:docMk/>
            <pc:sldMk cId="3869940010" sldId="259"/>
            <ac:inkMk id="219" creationId="{3B935611-A7A1-B237-04E0-2E7277DE8BB0}"/>
          </ac:inkMkLst>
        </pc:inkChg>
        <pc:inkChg chg="add del">
          <ac:chgData name="植田 篤俊" userId="0d2b3cda-30c1-45e3-9e5c-02c0046d67fa" providerId="ADAL" clId="{A6AB8097-671C-4783-A056-5A985F003BDF}" dt="2026-04-20T14:41:53.138" v="1523"/>
          <ac:inkMkLst>
            <pc:docMk/>
            <pc:sldMk cId="3869940010" sldId="259"/>
            <ac:inkMk id="220" creationId="{5634A863-3710-95F0-7A9A-D4BA4FE7D19E}"/>
          </ac:inkMkLst>
        </pc:inkChg>
        <pc:inkChg chg="add del">
          <ac:chgData name="植田 篤俊" userId="0d2b3cda-30c1-45e3-9e5c-02c0046d67fa" providerId="ADAL" clId="{A6AB8097-671C-4783-A056-5A985F003BDF}" dt="2026-04-20T14:41:53.138" v="1523"/>
          <ac:inkMkLst>
            <pc:docMk/>
            <pc:sldMk cId="3869940010" sldId="259"/>
            <ac:inkMk id="221" creationId="{56653C1E-FD6C-F2CC-B830-006D6F2CAD08}"/>
          </ac:inkMkLst>
        </pc:inkChg>
        <pc:inkChg chg="add reco">
          <ac:chgData name="植田 篤俊" userId="0d2b3cda-30c1-45e3-9e5c-02c0046d67fa" providerId="ADAL" clId="{A6AB8097-671C-4783-A056-5A985F003BDF}" dt="2026-04-20T14:41:53.138" v="1523"/>
          <ac:inkMkLst>
            <pc:docMk/>
            <pc:sldMk cId="3869940010" sldId="259"/>
            <ac:inkMk id="222" creationId="{0BA4CC3E-1BE3-DAB3-472A-812D324FD2A6}"/>
          </ac:inkMkLst>
        </pc:inkChg>
        <pc:inkChg chg="add del">
          <ac:chgData name="植田 篤俊" userId="0d2b3cda-30c1-45e3-9e5c-02c0046d67fa" providerId="ADAL" clId="{A6AB8097-671C-4783-A056-5A985F003BDF}" dt="2026-04-20T14:41:58.825" v="1526"/>
          <ac:inkMkLst>
            <pc:docMk/>
            <pc:sldMk cId="3869940010" sldId="259"/>
            <ac:inkMk id="223" creationId="{A9413E71-C60A-6EF5-996D-8CF32AAEBAC0}"/>
          </ac:inkMkLst>
        </pc:inkChg>
        <pc:inkChg chg="add del">
          <ac:chgData name="植田 篤俊" userId="0d2b3cda-30c1-45e3-9e5c-02c0046d67fa" providerId="ADAL" clId="{A6AB8097-671C-4783-A056-5A985F003BDF}" dt="2026-04-20T14:41:58.825" v="1526"/>
          <ac:inkMkLst>
            <pc:docMk/>
            <pc:sldMk cId="3869940010" sldId="259"/>
            <ac:inkMk id="224" creationId="{939EF246-21D9-25CF-E16A-017F980363F0}"/>
          </ac:inkMkLst>
        </pc:inkChg>
        <pc:inkChg chg="add del reco">
          <ac:chgData name="植田 篤俊" userId="0d2b3cda-30c1-45e3-9e5c-02c0046d67fa" providerId="ADAL" clId="{A6AB8097-671C-4783-A056-5A985F003BDF}" dt="2026-04-20T14:42:01.108" v="1530"/>
          <ac:inkMkLst>
            <pc:docMk/>
            <pc:sldMk cId="3869940010" sldId="259"/>
            <ac:inkMk id="225" creationId="{97274DBF-40EB-7D64-B73E-0333BC412B20}"/>
          </ac:inkMkLst>
        </pc:inkChg>
        <pc:inkChg chg="add del">
          <ac:chgData name="植田 篤俊" userId="0d2b3cda-30c1-45e3-9e5c-02c0046d67fa" providerId="ADAL" clId="{A6AB8097-671C-4783-A056-5A985F003BDF}" dt="2026-04-20T14:42:01.109" v="1531"/>
          <ac:inkMkLst>
            <pc:docMk/>
            <pc:sldMk cId="3869940010" sldId="259"/>
            <ac:inkMk id="226" creationId="{DC6DE3D0-7E82-C76C-BC17-927E2D55109F}"/>
          </ac:inkMkLst>
        </pc:inkChg>
        <pc:inkChg chg="add del">
          <ac:chgData name="植田 篤俊" userId="0d2b3cda-30c1-45e3-9e5c-02c0046d67fa" providerId="ADAL" clId="{A6AB8097-671C-4783-A056-5A985F003BDF}" dt="2026-04-20T14:42:01.106" v="1529"/>
          <ac:inkMkLst>
            <pc:docMk/>
            <pc:sldMk cId="3869940010" sldId="259"/>
            <ac:inkMk id="227" creationId="{DA468272-45B9-3778-3F90-4B1DF101FE49}"/>
          </ac:inkMkLst>
        </pc:inkChg>
        <pc:inkChg chg="add del">
          <ac:chgData name="植田 篤俊" userId="0d2b3cda-30c1-45e3-9e5c-02c0046d67fa" providerId="ADAL" clId="{A6AB8097-671C-4783-A056-5A985F003BDF}" dt="2026-04-20T14:42:05.560" v="1536"/>
          <ac:inkMkLst>
            <pc:docMk/>
            <pc:sldMk cId="3869940010" sldId="259"/>
            <ac:inkMk id="228" creationId="{19658C90-F733-79FF-675F-88FF7E01A689}"/>
          </ac:inkMkLst>
        </pc:inkChg>
        <pc:inkChg chg="add del">
          <ac:chgData name="植田 篤俊" userId="0d2b3cda-30c1-45e3-9e5c-02c0046d67fa" providerId="ADAL" clId="{A6AB8097-671C-4783-A056-5A985F003BDF}" dt="2026-04-20T14:42:05.560" v="1536"/>
          <ac:inkMkLst>
            <pc:docMk/>
            <pc:sldMk cId="3869940010" sldId="259"/>
            <ac:inkMk id="229" creationId="{92777230-60F1-9156-34D6-2D13A9AE1FDD}"/>
          </ac:inkMkLst>
        </pc:inkChg>
        <pc:inkChg chg="add del">
          <ac:chgData name="植田 篤俊" userId="0d2b3cda-30c1-45e3-9e5c-02c0046d67fa" providerId="ADAL" clId="{A6AB8097-671C-4783-A056-5A985F003BDF}" dt="2026-04-20T14:42:05.560" v="1536"/>
          <ac:inkMkLst>
            <pc:docMk/>
            <pc:sldMk cId="3869940010" sldId="259"/>
            <ac:inkMk id="230" creationId="{4089B98A-8203-CD86-F688-4FF6B289CE22}"/>
          </ac:inkMkLst>
        </pc:inkChg>
        <pc:inkChg chg="add del">
          <ac:chgData name="植田 篤俊" userId="0d2b3cda-30c1-45e3-9e5c-02c0046d67fa" providerId="ADAL" clId="{A6AB8097-671C-4783-A056-5A985F003BDF}" dt="2026-04-20T14:42:05.560" v="1536"/>
          <ac:inkMkLst>
            <pc:docMk/>
            <pc:sldMk cId="3869940010" sldId="259"/>
            <ac:inkMk id="231" creationId="{66DFA377-993E-5781-8809-7A52E6C5353A}"/>
          </ac:inkMkLst>
        </pc:inkChg>
        <pc:inkChg chg="add del mod reco modStrokes">
          <ac:chgData name="植田 篤俊" userId="0d2b3cda-30c1-45e3-9e5c-02c0046d67fa" providerId="ADAL" clId="{A6AB8097-671C-4783-A056-5A985F003BDF}" dt="2026-04-20T14:42:08.721" v="1539"/>
          <ac:inkMkLst>
            <pc:docMk/>
            <pc:sldMk cId="3869940010" sldId="259"/>
            <ac:inkMk id="232" creationId="{FB1B9B2B-98DD-265E-F774-B8DAC2CE65F6}"/>
          </ac:inkMkLst>
        </pc:inkChg>
        <pc:inkChg chg="add del">
          <ac:chgData name="植田 篤俊" userId="0d2b3cda-30c1-45e3-9e5c-02c0046d67fa" providerId="ADAL" clId="{A6AB8097-671C-4783-A056-5A985F003BDF}" dt="2026-04-20T14:42:08.722" v="1540"/>
          <ac:inkMkLst>
            <pc:docMk/>
            <pc:sldMk cId="3869940010" sldId="259"/>
            <ac:inkMk id="233" creationId="{D163D8AE-A17F-6480-570F-6B8A54469502}"/>
          </ac:inkMkLst>
        </pc:inkChg>
        <pc:inkChg chg="add del">
          <ac:chgData name="植田 篤俊" userId="0d2b3cda-30c1-45e3-9e5c-02c0046d67fa" providerId="ADAL" clId="{A6AB8097-671C-4783-A056-5A985F003BDF}" dt="2026-04-20T14:42:10.604" v="1542"/>
          <ac:inkMkLst>
            <pc:docMk/>
            <pc:sldMk cId="3869940010" sldId="259"/>
            <ac:inkMk id="234" creationId="{A39C229E-A9F1-17F8-490E-02A011558EA7}"/>
          </ac:inkMkLst>
        </pc:inkChg>
        <pc:inkChg chg="add del">
          <ac:chgData name="植田 篤俊" userId="0d2b3cda-30c1-45e3-9e5c-02c0046d67fa" providerId="ADAL" clId="{A6AB8097-671C-4783-A056-5A985F003BDF}" dt="2026-04-20T14:42:17.849" v="1559"/>
          <ac:inkMkLst>
            <pc:docMk/>
            <pc:sldMk cId="3869940010" sldId="259"/>
            <ac:inkMk id="235" creationId="{301F3EF1-6C5A-F639-3DBA-9FBC0A003722}"/>
          </ac:inkMkLst>
        </pc:inkChg>
        <pc:inkChg chg="add del">
          <ac:chgData name="植田 篤俊" userId="0d2b3cda-30c1-45e3-9e5c-02c0046d67fa" providerId="ADAL" clId="{A6AB8097-671C-4783-A056-5A985F003BDF}" dt="2026-04-20T14:42:17.849" v="1559"/>
          <ac:inkMkLst>
            <pc:docMk/>
            <pc:sldMk cId="3869940010" sldId="259"/>
            <ac:inkMk id="236" creationId="{2BFB15AE-7E8F-6028-3C3A-8C887DBB5503}"/>
          </ac:inkMkLst>
        </pc:inkChg>
        <pc:inkChg chg="add del">
          <ac:chgData name="植田 篤俊" userId="0d2b3cda-30c1-45e3-9e5c-02c0046d67fa" providerId="ADAL" clId="{A6AB8097-671C-4783-A056-5A985F003BDF}" dt="2026-04-20T14:42:17.849" v="1559"/>
          <ac:inkMkLst>
            <pc:docMk/>
            <pc:sldMk cId="3869940010" sldId="259"/>
            <ac:inkMk id="237" creationId="{4FF036D6-50D9-ED5C-0864-A5423D13DF21}"/>
          </ac:inkMkLst>
        </pc:inkChg>
        <pc:inkChg chg="add">
          <ac:chgData name="植田 篤俊" userId="0d2b3cda-30c1-45e3-9e5c-02c0046d67fa" providerId="ADAL" clId="{A6AB8097-671C-4783-A056-5A985F003BDF}" dt="2026-04-20T14:42:12.337" v="1546"/>
          <ac:inkMkLst>
            <pc:docMk/>
            <pc:sldMk cId="3869940010" sldId="259"/>
            <ac:inkMk id="238" creationId="{3CA155C8-879B-5D8F-9547-65AFAC6475E2}"/>
          </ac:inkMkLst>
        </pc:inkChg>
        <pc:inkChg chg="add del">
          <ac:chgData name="植田 篤俊" userId="0d2b3cda-30c1-45e3-9e5c-02c0046d67fa" providerId="ADAL" clId="{A6AB8097-671C-4783-A056-5A985F003BDF}" dt="2026-04-20T14:42:17.849" v="1559"/>
          <ac:inkMkLst>
            <pc:docMk/>
            <pc:sldMk cId="3869940010" sldId="259"/>
            <ac:inkMk id="239" creationId="{46BC8F91-F10E-CA0C-269F-6757932B2DD5}"/>
          </ac:inkMkLst>
        </pc:inkChg>
        <pc:inkChg chg="add del">
          <ac:chgData name="植田 篤俊" userId="0d2b3cda-30c1-45e3-9e5c-02c0046d67fa" providerId="ADAL" clId="{A6AB8097-671C-4783-A056-5A985F003BDF}" dt="2026-04-20T14:42:17.849" v="1559"/>
          <ac:inkMkLst>
            <pc:docMk/>
            <pc:sldMk cId="3869940010" sldId="259"/>
            <ac:inkMk id="240" creationId="{E7CFC1C7-DA7C-775E-8E21-BA02FCAE2C4A}"/>
          </ac:inkMkLst>
        </pc:inkChg>
        <pc:inkChg chg="add">
          <ac:chgData name="植田 篤俊" userId="0d2b3cda-30c1-45e3-9e5c-02c0046d67fa" providerId="ADAL" clId="{A6AB8097-671C-4783-A056-5A985F003BDF}" dt="2026-04-20T14:42:13.970" v="1549"/>
          <ac:inkMkLst>
            <pc:docMk/>
            <pc:sldMk cId="3869940010" sldId="259"/>
            <ac:inkMk id="241" creationId="{22DCA895-8D9C-4FFD-6A95-4328EFF1EDB9}"/>
          </ac:inkMkLst>
        </pc:inkChg>
        <pc:inkChg chg="add">
          <ac:chgData name="植田 篤俊" userId="0d2b3cda-30c1-45e3-9e5c-02c0046d67fa" providerId="ADAL" clId="{A6AB8097-671C-4783-A056-5A985F003BDF}" dt="2026-04-20T14:42:14.404" v="1550"/>
          <ac:inkMkLst>
            <pc:docMk/>
            <pc:sldMk cId="3869940010" sldId="259"/>
            <ac:inkMk id="242" creationId="{62DA63EE-DDE1-BF2C-884A-E3DE09AFFBB8}"/>
          </ac:inkMkLst>
        </pc:inkChg>
        <pc:inkChg chg="add del">
          <ac:chgData name="植田 篤俊" userId="0d2b3cda-30c1-45e3-9e5c-02c0046d67fa" providerId="ADAL" clId="{A6AB8097-671C-4783-A056-5A985F003BDF}" dt="2026-04-20T14:42:17.849" v="1559"/>
          <ac:inkMkLst>
            <pc:docMk/>
            <pc:sldMk cId="3869940010" sldId="259"/>
            <ac:inkMk id="243" creationId="{4EBC3C48-FC9C-7622-E642-E3042C3EB845}"/>
          </ac:inkMkLst>
        </pc:inkChg>
        <pc:inkChg chg="add del">
          <ac:chgData name="植田 篤俊" userId="0d2b3cda-30c1-45e3-9e5c-02c0046d67fa" providerId="ADAL" clId="{A6AB8097-671C-4783-A056-5A985F003BDF}" dt="2026-04-20T14:42:17.849" v="1559"/>
          <ac:inkMkLst>
            <pc:docMk/>
            <pc:sldMk cId="3869940010" sldId="259"/>
            <ac:inkMk id="244" creationId="{D68168CE-6499-176F-59C4-D24B8AFB5908}"/>
          </ac:inkMkLst>
        </pc:inkChg>
        <pc:inkChg chg="add">
          <ac:chgData name="植田 篤俊" userId="0d2b3cda-30c1-45e3-9e5c-02c0046d67fa" providerId="ADAL" clId="{A6AB8097-671C-4783-A056-5A985F003BDF}" dt="2026-04-20T14:42:15.786" v="1553"/>
          <ac:inkMkLst>
            <pc:docMk/>
            <pc:sldMk cId="3869940010" sldId="259"/>
            <ac:inkMk id="245" creationId="{ADA0C101-9600-C062-DFA1-472631A2871C}"/>
          </ac:inkMkLst>
        </pc:inkChg>
        <pc:inkChg chg="add">
          <ac:chgData name="植田 篤俊" userId="0d2b3cda-30c1-45e3-9e5c-02c0046d67fa" providerId="ADAL" clId="{A6AB8097-671C-4783-A056-5A985F003BDF}" dt="2026-04-20T14:42:15.970" v="1554"/>
          <ac:inkMkLst>
            <pc:docMk/>
            <pc:sldMk cId="3869940010" sldId="259"/>
            <ac:inkMk id="246" creationId="{4FB80608-9124-46DF-CF75-2A6434E7F1DB}"/>
          </ac:inkMkLst>
        </pc:inkChg>
        <pc:inkChg chg="add del">
          <ac:chgData name="植田 篤俊" userId="0d2b3cda-30c1-45e3-9e5c-02c0046d67fa" providerId="ADAL" clId="{A6AB8097-671C-4783-A056-5A985F003BDF}" dt="2026-04-20T14:42:17.849" v="1559"/>
          <ac:inkMkLst>
            <pc:docMk/>
            <pc:sldMk cId="3869940010" sldId="259"/>
            <ac:inkMk id="247" creationId="{20941BB2-4B88-7005-8B58-72208570AB78}"/>
          </ac:inkMkLst>
        </pc:inkChg>
        <pc:inkChg chg="add">
          <ac:chgData name="植田 篤俊" userId="0d2b3cda-30c1-45e3-9e5c-02c0046d67fa" providerId="ADAL" clId="{A6AB8097-671C-4783-A056-5A985F003BDF}" dt="2026-04-20T14:42:16.654" v="1556"/>
          <ac:inkMkLst>
            <pc:docMk/>
            <pc:sldMk cId="3869940010" sldId="259"/>
            <ac:inkMk id="248" creationId="{4313044C-8629-8BD0-E89E-FDF47F9D1590}"/>
          </ac:inkMkLst>
        </pc:inkChg>
        <pc:inkChg chg="add del">
          <ac:chgData name="植田 篤俊" userId="0d2b3cda-30c1-45e3-9e5c-02c0046d67fa" providerId="ADAL" clId="{A6AB8097-671C-4783-A056-5A985F003BDF}" dt="2026-04-20T14:42:17.849" v="1559"/>
          <ac:inkMkLst>
            <pc:docMk/>
            <pc:sldMk cId="3869940010" sldId="259"/>
            <ac:inkMk id="249" creationId="{16A8D1C1-B4F9-FEA5-1F81-A7BC79E218FD}"/>
          </ac:inkMkLst>
        </pc:inkChg>
        <pc:inkChg chg="add del">
          <ac:chgData name="植田 篤俊" userId="0d2b3cda-30c1-45e3-9e5c-02c0046d67fa" providerId="ADAL" clId="{A6AB8097-671C-4783-A056-5A985F003BDF}" dt="2026-04-20T14:42:17.849" v="1559"/>
          <ac:inkMkLst>
            <pc:docMk/>
            <pc:sldMk cId="3869940010" sldId="259"/>
            <ac:inkMk id="250" creationId="{BB116F19-0F01-74B1-436C-68E3F9D2A72D}"/>
          </ac:inkMkLst>
        </pc:inkChg>
        <pc:inkChg chg="mod modStrokes">
          <ac:chgData name="植田 篤俊" userId="0d2b3cda-30c1-45e3-9e5c-02c0046d67fa" providerId="ADAL" clId="{A6AB8097-671C-4783-A056-5A985F003BDF}" dt="2026-04-20T14:42:18.570" v="1560"/>
          <ac:inkMkLst>
            <pc:docMk/>
            <pc:sldMk cId="3869940010" sldId="259"/>
            <ac:inkMk id="251" creationId="{9DC1C140-4359-9577-03DA-2808FAA6D239}"/>
          </ac:inkMkLst>
        </pc:inkChg>
        <pc:inkChg chg="add">
          <ac:chgData name="植田 篤俊" userId="0d2b3cda-30c1-45e3-9e5c-02c0046d67fa" providerId="ADAL" clId="{A6AB8097-671C-4783-A056-5A985F003BDF}" dt="2026-04-20T14:42:19.104" v="1561"/>
          <ac:inkMkLst>
            <pc:docMk/>
            <pc:sldMk cId="3869940010" sldId="259"/>
            <ac:inkMk id="252" creationId="{DE2AA82E-8B7A-1BF8-560A-CFF0D0C4B51F}"/>
          </ac:inkMkLst>
        </pc:inkChg>
        <pc:inkChg chg="add del">
          <ac:chgData name="植田 篤俊" userId="0d2b3cda-30c1-45e3-9e5c-02c0046d67fa" providerId="ADAL" clId="{A6AB8097-671C-4783-A056-5A985F003BDF}" dt="2026-04-20T14:42:21.536" v="1566"/>
          <ac:inkMkLst>
            <pc:docMk/>
            <pc:sldMk cId="3869940010" sldId="259"/>
            <ac:inkMk id="253" creationId="{B275E310-FC11-7E1C-A877-407ED3D912FC}"/>
          </ac:inkMkLst>
        </pc:inkChg>
        <pc:inkChg chg="add del">
          <ac:chgData name="植田 篤俊" userId="0d2b3cda-30c1-45e3-9e5c-02c0046d67fa" providerId="ADAL" clId="{A6AB8097-671C-4783-A056-5A985F003BDF}" dt="2026-04-20T14:42:21.536" v="1565"/>
          <ac:inkMkLst>
            <pc:docMk/>
            <pc:sldMk cId="3869940010" sldId="259"/>
            <ac:inkMk id="254" creationId="{22819C97-F81D-DC6A-EA65-4CAE60C83A52}"/>
          </ac:inkMkLst>
        </pc:inkChg>
        <pc:inkChg chg="add del">
          <ac:chgData name="植田 篤俊" userId="0d2b3cda-30c1-45e3-9e5c-02c0046d67fa" providerId="ADAL" clId="{A6AB8097-671C-4783-A056-5A985F003BDF}" dt="2026-04-20T14:42:21.537" v="1567"/>
          <ac:inkMkLst>
            <pc:docMk/>
            <pc:sldMk cId="3869940010" sldId="259"/>
            <ac:inkMk id="255" creationId="{A050D314-F676-9C0D-3469-08D4679B5FE1}"/>
          </ac:inkMkLst>
        </pc:inkChg>
        <pc:inkChg chg="add del">
          <ac:chgData name="植田 篤俊" userId="0d2b3cda-30c1-45e3-9e5c-02c0046d67fa" providerId="ADAL" clId="{A6AB8097-671C-4783-A056-5A985F003BDF}" dt="2026-04-20T14:42:23.236" v="1570"/>
          <ac:inkMkLst>
            <pc:docMk/>
            <pc:sldMk cId="3869940010" sldId="259"/>
            <ac:inkMk id="256" creationId="{6479AACE-2DB3-6F20-1857-F0D056C9128F}"/>
          </ac:inkMkLst>
        </pc:inkChg>
        <pc:inkChg chg="add del">
          <ac:chgData name="植田 篤俊" userId="0d2b3cda-30c1-45e3-9e5c-02c0046d67fa" providerId="ADAL" clId="{A6AB8097-671C-4783-A056-5A985F003BDF}" dt="2026-04-20T14:42:23.236" v="1570"/>
          <ac:inkMkLst>
            <pc:docMk/>
            <pc:sldMk cId="3869940010" sldId="259"/>
            <ac:inkMk id="257" creationId="{3DC53A34-AC84-BBF7-247E-EB67A5526D16}"/>
          </ac:inkMkLst>
        </pc:inkChg>
        <pc:inkChg chg="add reco">
          <ac:chgData name="植田 篤俊" userId="0d2b3cda-30c1-45e3-9e5c-02c0046d67fa" providerId="ADAL" clId="{A6AB8097-671C-4783-A056-5A985F003BDF}" dt="2026-04-20T14:42:23.236" v="1570"/>
          <ac:inkMkLst>
            <pc:docMk/>
            <pc:sldMk cId="3869940010" sldId="259"/>
            <ac:inkMk id="258" creationId="{113C4D29-7138-B0BC-C300-493754228B92}"/>
          </ac:inkMkLst>
        </pc:inkChg>
        <pc:inkChg chg="add del">
          <ac:chgData name="植田 篤俊" userId="0d2b3cda-30c1-45e3-9e5c-02c0046d67fa" providerId="ADAL" clId="{A6AB8097-671C-4783-A056-5A985F003BDF}" dt="2026-04-20T14:42:26.422" v="1574"/>
          <ac:inkMkLst>
            <pc:docMk/>
            <pc:sldMk cId="3869940010" sldId="259"/>
            <ac:inkMk id="259" creationId="{1C188FD0-9E91-7198-968F-323AC524A409}"/>
          </ac:inkMkLst>
        </pc:inkChg>
        <pc:inkChg chg="add del">
          <ac:chgData name="植田 篤俊" userId="0d2b3cda-30c1-45e3-9e5c-02c0046d67fa" providerId="ADAL" clId="{A6AB8097-671C-4783-A056-5A985F003BDF}" dt="2026-04-20T14:42:26.422" v="1574"/>
          <ac:inkMkLst>
            <pc:docMk/>
            <pc:sldMk cId="3869940010" sldId="259"/>
            <ac:inkMk id="260" creationId="{E2F1AEED-9EFB-2B19-44B9-78C3F74E32AE}"/>
          </ac:inkMkLst>
        </pc:inkChg>
        <pc:inkChg chg="add del">
          <ac:chgData name="植田 篤俊" userId="0d2b3cda-30c1-45e3-9e5c-02c0046d67fa" providerId="ADAL" clId="{A6AB8097-671C-4783-A056-5A985F003BDF}" dt="2026-04-20T14:42:26.802" v="1575"/>
          <ac:inkMkLst>
            <pc:docMk/>
            <pc:sldMk cId="3869940010" sldId="259"/>
            <ac:inkMk id="261" creationId="{9ECD78E2-FA92-ABB7-9671-0E407AD95A77}"/>
          </ac:inkMkLst>
        </pc:inkChg>
        <pc:inkChg chg="add del reco">
          <ac:chgData name="植田 篤俊" userId="0d2b3cda-30c1-45e3-9e5c-02c0046d67fa" providerId="ADAL" clId="{A6AB8097-671C-4783-A056-5A985F003BDF}" dt="2026-04-20T14:42:26.803" v="1576"/>
          <ac:inkMkLst>
            <pc:docMk/>
            <pc:sldMk cId="3869940010" sldId="259"/>
            <ac:inkMk id="262" creationId="{B20CA17E-5588-DB54-FDE5-6868B0B0E053}"/>
          </ac:inkMkLst>
        </pc:inkChg>
        <pc:inkChg chg="add">
          <ac:chgData name="植田 篤俊" userId="0d2b3cda-30c1-45e3-9e5c-02c0046d67fa" providerId="ADAL" clId="{A6AB8097-671C-4783-A056-5A985F003BDF}" dt="2026-04-20T14:42:27.254" v="1577"/>
          <ac:inkMkLst>
            <pc:docMk/>
            <pc:sldMk cId="3869940010" sldId="259"/>
            <ac:inkMk id="263" creationId="{EC4FFC06-54B8-D8A7-658C-1C14433CEA2E}"/>
          </ac:inkMkLst>
        </pc:inkChg>
        <pc:inkChg chg="add del">
          <ac:chgData name="植田 篤俊" userId="0d2b3cda-30c1-45e3-9e5c-02c0046d67fa" providerId="ADAL" clId="{A6AB8097-671C-4783-A056-5A985F003BDF}" dt="2026-04-20T14:42:32.959" v="1590"/>
          <ac:inkMkLst>
            <pc:docMk/>
            <pc:sldMk cId="3869940010" sldId="259"/>
            <ac:inkMk id="264" creationId="{24B382D6-E2A1-8679-C635-26EDA259C32A}"/>
          </ac:inkMkLst>
        </pc:inkChg>
        <pc:inkChg chg="add del">
          <ac:chgData name="植田 篤俊" userId="0d2b3cda-30c1-45e3-9e5c-02c0046d67fa" providerId="ADAL" clId="{A6AB8097-671C-4783-A056-5A985F003BDF}" dt="2026-04-20T14:42:32.959" v="1590"/>
          <ac:inkMkLst>
            <pc:docMk/>
            <pc:sldMk cId="3869940010" sldId="259"/>
            <ac:inkMk id="265" creationId="{620DB751-5F39-F380-CA3C-28F41440FEDC}"/>
          </ac:inkMkLst>
        </pc:inkChg>
        <pc:inkChg chg="add del">
          <ac:chgData name="植田 篤俊" userId="0d2b3cda-30c1-45e3-9e5c-02c0046d67fa" providerId="ADAL" clId="{A6AB8097-671C-4783-A056-5A985F003BDF}" dt="2026-04-20T14:42:32.959" v="1590"/>
          <ac:inkMkLst>
            <pc:docMk/>
            <pc:sldMk cId="3869940010" sldId="259"/>
            <ac:inkMk id="266" creationId="{344D7701-DDC7-20A1-A6D3-DD5A61A2239F}"/>
          </ac:inkMkLst>
        </pc:inkChg>
        <pc:inkChg chg="add">
          <ac:chgData name="植田 篤俊" userId="0d2b3cda-30c1-45e3-9e5c-02c0046d67fa" providerId="ADAL" clId="{A6AB8097-671C-4783-A056-5A985F003BDF}" dt="2026-04-20T14:42:29.235" v="1581"/>
          <ac:inkMkLst>
            <pc:docMk/>
            <pc:sldMk cId="3869940010" sldId="259"/>
            <ac:inkMk id="267" creationId="{AEBAEA78-2EE5-8A5E-FFBE-6B779C182F37}"/>
          </ac:inkMkLst>
        </pc:inkChg>
        <pc:inkChg chg="add">
          <ac:chgData name="植田 篤俊" userId="0d2b3cda-30c1-45e3-9e5c-02c0046d67fa" providerId="ADAL" clId="{A6AB8097-671C-4783-A056-5A985F003BDF}" dt="2026-04-20T14:42:29.585" v="1582"/>
          <ac:inkMkLst>
            <pc:docMk/>
            <pc:sldMk cId="3869940010" sldId="259"/>
            <ac:inkMk id="268" creationId="{51CB7E60-E5AF-E630-9C5C-C909EA2863DE}"/>
          </ac:inkMkLst>
        </pc:inkChg>
        <pc:inkChg chg="add del">
          <ac:chgData name="植田 篤俊" userId="0d2b3cda-30c1-45e3-9e5c-02c0046d67fa" providerId="ADAL" clId="{A6AB8097-671C-4783-A056-5A985F003BDF}" dt="2026-04-20T14:42:32.959" v="1590"/>
          <ac:inkMkLst>
            <pc:docMk/>
            <pc:sldMk cId="3869940010" sldId="259"/>
            <ac:inkMk id="269" creationId="{23BC1DE2-DC03-C51F-B7DC-4DDCB17C3C76}"/>
          </ac:inkMkLst>
        </pc:inkChg>
        <pc:inkChg chg="add del">
          <ac:chgData name="植田 篤俊" userId="0d2b3cda-30c1-45e3-9e5c-02c0046d67fa" providerId="ADAL" clId="{A6AB8097-671C-4783-A056-5A985F003BDF}" dt="2026-04-20T14:42:32.959" v="1590"/>
          <ac:inkMkLst>
            <pc:docMk/>
            <pc:sldMk cId="3869940010" sldId="259"/>
            <ac:inkMk id="270" creationId="{DD8FA6DA-E235-3F11-2B05-9419A223B5B1}"/>
          </ac:inkMkLst>
        </pc:inkChg>
        <pc:inkChg chg="add del">
          <ac:chgData name="植田 篤俊" userId="0d2b3cda-30c1-45e3-9e5c-02c0046d67fa" providerId="ADAL" clId="{A6AB8097-671C-4783-A056-5A985F003BDF}" dt="2026-04-20T14:42:32.959" v="1590"/>
          <ac:inkMkLst>
            <pc:docMk/>
            <pc:sldMk cId="3869940010" sldId="259"/>
            <ac:inkMk id="271" creationId="{B107CCB5-3813-5216-6B21-DD94D838D360}"/>
          </ac:inkMkLst>
        </pc:inkChg>
        <pc:inkChg chg="add del">
          <ac:chgData name="植田 篤俊" userId="0d2b3cda-30c1-45e3-9e5c-02c0046d67fa" providerId="ADAL" clId="{A6AB8097-671C-4783-A056-5A985F003BDF}" dt="2026-04-20T14:42:32.959" v="1590"/>
          <ac:inkMkLst>
            <pc:docMk/>
            <pc:sldMk cId="3869940010" sldId="259"/>
            <ac:inkMk id="272" creationId="{F36C5D92-5ADA-10CC-51FD-DC919CDB20B1}"/>
          </ac:inkMkLst>
        </pc:inkChg>
        <pc:inkChg chg="add del">
          <ac:chgData name="植田 篤俊" userId="0d2b3cda-30c1-45e3-9e5c-02c0046d67fa" providerId="ADAL" clId="{A6AB8097-671C-4783-A056-5A985F003BDF}" dt="2026-04-20T14:42:32.959" v="1590"/>
          <ac:inkMkLst>
            <pc:docMk/>
            <pc:sldMk cId="3869940010" sldId="259"/>
            <ac:inkMk id="273" creationId="{686AB4C2-17C3-2BB7-22C4-AE3851EC0DCC}"/>
          </ac:inkMkLst>
        </pc:inkChg>
        <pc:inkChg chg="add del">
          <ac:chgData name="植田 篤俊" userId="0d2b3cda-30c1-45e3-9e5c-02c0046d67fa" providerId="ADAL" clId="{A6AB8097-671C-4783-A056-5A985F003BDF}" dt="2026-04-20T14:42:32.959" v="1590"/>
          <ac:inkMkLst>
            <pc:docMk/>
            <pc:sldMk cId="3869940010" sldId="259"/>
            <ac:inkMk id="274" creationId="{13A928AB-B230-6350-7ED9-EE01BF053105}"/>
          </ac:inkMkLst>
        </pc:inkChg>
        <pc:inkChg chg="add">
          <ac:chgData name="植田 篤俊" userId="0d2b3cda-30c1-45e3-9e5c-02c0046d67fa" providerId="ADAL" clId="{A6AB8097-671C-4783-A056-5A985F003BDF}" dt="2026-04-20T14:42:32.402" v="1589"/>
          <ac:inkMkLst>
            <pc:docMk/>
            <pc:sldMk cId="3869940010" sldId="259"/>
            <ac:inkMk id="275" creationId="{A8D768C5-7D39-F2D8-157F-10C14E482984}"/>
          </ac:inkMkLst>
        </pc:inkChg>
        <pc:inkChg chg="add reco">
          <ac:chgData name="植田 篤俊" userId="0d2b3cda-30c1-45e3-9e5c-02c0046d67fa" providerId="ADAL" clId="{A6AB8097-671C-4783-A056-5A985F003BDF}" dt="2026-04-20T14:42:32.959" v="1590"/>
          <ac:inkMkLst>
            <pc:docMk/>
            <pc:sldMk cId="3869940010" sldId="259"/>
            <ac:inkMk id="276" creationId="{FEB31BB0-A498-F9A3-F3A7-5F974E84F298}"/>
          </ac:inkMkLst>
        </pc:inkChg>
        <pc:inkChg chg="add del">
          <ac:chgData name="植田 篤俊" userId="0d2b3cda-30c1-45e3-9e5c-02c0046d67fa" providerId="ADAL" clId="{A6AB8097-671C-4783-A056-5A985F003BDF}" dt="2026-04-20T14:42:43.216" v="1600"/>
          <ac:inkMkLst>
            <pc:docMk/>
            <pc:sldMk cId="3869940010" sldId="259"/>
            <ac:inkMk id="277" creationId="{AB364D34-90F4-0736-5C25-DD59CEEE502B}"/>
          </ac:inkMkLst>
        </pc:inkChg>
        <pc:inkChg chg="add del">
          <ac:chgData name="植田 篤俊" userId="0d2b3cda-30c1-45e3-9e5c-02c0046d67fa" providerId="ADAL" clId="{A6AB8097-671C-4783-A056-5A985F003BDF}" dt="2026-04-20T14:42:43.216" v="1600"/>
          <ac:inkMkLst>
            <pc:docMk/>
            <pc:sldMk cId="3869940010" sldId="259"/>
            <ac:inkMk id="278" creationId="{5536F272-FF9B-B780-657C-DE996D9183C4}"/>
          </ac:inkMkLst>
        </pc:inkChg>
        <pc:inkChg chg="add del">
          <ac:chgData name="植田 篤俊" userId="0d2b3cda-30c1-45e3-9e5c-02c0046d67fa" providerId="ADAL" clId="{A6AB8097-671C-4783-A056-5A985F003BDF}" dt="2026-04-20T14:42:43.216" v="1600"/>
          <ac:inkMkLst>
            <pc:docMk/>
            <pc:sldMk cId="3869940010" sldId="259"/>
            <ac:inkMk id="279" creationId="{B7D82E55-2C27-D5D2-6118-83FCFE57F35F}"/>
          </ac:inkMkLst>
        </pc:inkChg>
        <pc:inkChg chg="add del">
          <ac:chgData name="植田 篤俊" userId="0d2b3cda-30c1-45e3-9e5c-02c0046d67fa" providerId="ADAL" clId="{A6AB8097-671C-4783-A056-5A985F003BDF}" dt="2026-04-20T14:42:43.216" v="1600"/>
          <ac:inkMkLst>
            <pc:docMk/>
            <pc:sldMk cId="3869940010" sldId="259"/>
            <ac:inkMk id="280" creationId="{2C3F091F-675D-2680-FBEF-739444EABDCF}"/>
          </ac:inkMkLst>
        </pc:inkChg>
        <pc:inkChg chg="add del">
          <ac:chgData name="植田 篤俊" userId="0d2b3cda-30c1-45e3-9e5c-02c0046d67fa" providerId="ADAL" clId="{A6AB8097-671C-4783-A056-5A985F003BDF}" dt="2026-04-20T14:42:43.216" v="1600"/>
          <ac:inkMkLst>
            <pc:docMk/>
            <pc:sldMk cId="3869940010" sldId="259"/>
            <ac:inkMk id="281" creationId="{F5B1A429-1385-7D0E-964F-A18F15358F1E}"/>
          </ac:inkMkLst>
        </pc:inkChg>
        <pc:inkChg chg="add del">
          <ac:chgData name="植田 篤俊" userId="0d2b3cda-30c1-45e3-9e5c-02c0046d67fa" providerId="ADAL" clId="{A6AB8097-671C-4783-A056-5A985F003BDF}" dt="2026-04-20T14:42:43.216" v="1600"/>
          <ac:inkMkLst>
            <pc:docMk/>
            <pc:sldMk cId="3869940010" sldId="259"/>
            <ac:inkMk id="282" creationId="{D8185A95-8C36-2F37-353B-CC2BD6FB6AAF}"/>
          </ac:inkMkLst>
        </pc:inkChg>
        <pc:inkChg chg="add del">
          <ac:chgData name="植田 篤俊" userId="0d2b3cda-30c1-45e3-9e5c-02c0046d67fa" providerId="ADAL" clId="{A6AB8097-671C-4783-A056-5A985F003BDF}" dt="2026-04-20T14:42:43.216" v="1600"/>
          <ac:inkMkLst>
            <pc:docMk/>
            <pc:sldMk cId="3869940010" sldId="259"/>
            <ac:inkMk id="283" creationId="{2A4F817E-1F97-D2D6-37DB-2B22F5809B58}"/>
          </ac:inkMkLst>
        </pc:inkChg>
        <pc:inkChg chg="add del">
          <ac:chgData name="植田 篤俊" userId="0d2b3cda-30c1-45e3-9e5c-02c0046d67fa" providerId="ADAL" clId="{A6AB8097-671C-4783-A056-5A985F003BDF}" dt="2026-04-20T14:42:43.216" v="1600"/>
          <ac:inkMkLst>
            <pc:docMk/>
            <pc:sldMk cId="3869940010" sldId="259"/>
            <ac:inkMk id="284" creationId="{ED5FF6BD-0702-77C3-B950-83B91F015B88}"/>
          </ac:inkMkLst>
        </pc:inkChg>
        <pc:inkChg chg="add del">
          <ac:chgData name="植田 篤俊" userId="0d2b3cda-30c1-45e3-9e5c-02c0046d67fa" providerId="ADAL" clId="{A6AB8097-671C-4783-A056-5A985F003BDF}" dt="2026-04-20T14:42:43.216" v="1600"/>
          <ac:inkMkLst>
            <pc:docMk/>
            <pc:sldMk cId="3869940010" sldId="259"/>
            <ac:inkMk id="285" creationId="{5ECE0450-6086-3FB3-20D9-E99BF231CB80}"/>
          </ac:inkMkLst>
        </pc:inkChg>
        <pc:inkChg chg="add del reco">
          <ac:chgData name="植田 篤俊" userId="0d2b3cda-30c1-45e3-9e5c-02c0046d67fa" providerId="ADAL" clId="{A6AB8097-671C-4783-A056-5A985F003BDF}" dt="2026-04-20T14:42:52.102" v="1606"/>
          <ac:inkMkLst>
            <pc:docMk/>
            <pc:sldMk cId="3869940010" sldId="259"/>
            <ac:inkMk id="286" creationId="{02D2EDDA-0C4A-D6AE-3842-DCCC614F4B15}"/>
          </ac:inkMkLst>
        </pc:inkChg>
        <pc:inkChg chg="add del">
          <ac:chgData name="植田 篤俊" userId="0d2b3cda-30c1-45e3-9e5c-02c0046d67fa" providerId="ADAL" clId="{A6AB8097-671C-4783-A056-5A985F003BDF}" dt="2026-04-20T14:42:46.951" v="1604"/>
          <ac:inkMkLst>
            <pc:docMk/>
            <pc:sldMk cId="3869940010" sldId="259"/>
            <ac:inkMk id="287" creationId="{1BBE5B1B-CE6B-F8DD-1278-D36855AB5615}"/>
          </ac:inkMkLst>
        </pc:inkChg>
        <pc:inkChg chg="add del">
          <ac:chgData name="植田 篤俊" userId="0d2b3cda-30c1-45e3-9e5c-02c0046d67fa" providerId="ADAL" clId="{A6AB8097-671C-4783-A056-5A985F003BDF}" dt="2026-04-20T14:42:46.951" v="1604"/>
          <ac:inkMkLst>
            <pc:docMk/>
            <pc:sldMk cId="3869940010" sldId="259"/>
            <ac:inkMk id="288" creationId="{84BA33F6-0910-13D1-FDEA-8E84FF689D37}"/>
          </ac:inkMkLst>
        </pc:inkChg>
        <pc:inkChg chg="add del">
          <ac:chgData name="植田 篤俊" userId="0d2b3cda-30c1-45e3-9e5c-02c0046d67fa" providerId="ADAL" clId="{A6AB8097-671C-4783-A056-5A985F003BDF}" dt="2026-04-20T14:42:46.951" v="1604"/>
          <ac:inkMkLst>
            <pc:docMk/>
            <pc:sldMk cId="3869940010" sldId="259"/>
            <ac:inkMk id="289" creationId="{D54F8076-00D4-6A8D-D549-ED8C619DED3D}"/>
          </ac:inkMkLst>
        </pc:inkChg>
        <pc:inkChg chg="add del reco">
          <ac:chgData name="植田 篤俊" userId="0d2b3cda-30c1-45e3-9e5c-02c0046d67fa" providerId="ADAL" clId="{A6AB8097-671C-4783-A056-5A985F003BDF}" dt="2026-04-20T14:42:52.103" v="1607"/>
          <ac:inkMkLst>
            <pc:docMk/>
            <pc:sldMk cId="3869940010" sldId="259"/>
            <ac:inkMk id="290" creationId="{BB36BA46-6D28-B8DB-5C95-0DA244CA63B4}"/>
          </ac:inkMkLst>
        </pc:inkChg>
        <pc:inkChg chg="add del">
          <ac:chgData name="植田 篤俊" userId="0d2b3cda-30c1-45e3-9e5c-02c0046d67fa" providerId="ADAL" clId="{A6AB8097-671C-4783-A056-5A985F003BDF}" dt="2026-04-20T14:42:52.104" v="1608"/>
          <ac:inkMkLst>
            <pc:docMk/>
            <pc:sldMk cId="3869940010" sldId="259"/>
            <ac:inkMk id="291" creationId="{AADC0E28-CFBA-C78F-C19C-A04C0B1BFE07}"/>
          </ac:inkMkLst>
        </pc:inkChg>
        <pc:inkChg chg="add del">
          <ac:chgData name="植田 篤俊" userId="0d2b3cda-30c1-45e3-9e5c-02c0046d67fa" providerId="ADAL" clId="{A6AB8097-671C-4783-A056-5A985F003BDF}" dt="2026-04-20T14:43:03.168" v="1618"/>
          <ac:inkMkLst>
            <pc:docMk/>
            <pc:sldMk cId="3869940010" sldId="259"/>
            <ac:inkMk id="292" creationId="{246084EE-0E01-F945-69F7-3DB9860F6E1D}"/>
          </ac:inkMkLst>
        </pc:inkChg>
        <pc:inkChg chg="add del">
          <ac:chgData name="植田 篤俊" userId="0d2b3cda-30c1-45e3-9e5c-02c0046d67fa" providerId="ADAL" clId="{A6AB8097-671C-4783-A056-5A985F003BDF}" dt="2026-04-20T14:43:03.168" v="1618"/>
          <ac:inkMkLst>
            <pc:docMk/>
            <pc:sldMk cId="3869940010" sldId="259"/>
            <ac:inkMk id="293" creationId="{B5D672C0-29BC-2734-9E91-6BA3FA083AF1}"/>
          </ac:inkMkLst>
        </pc:inkChg>
        <pc:inkChg chg="add del">
          <ac:chgData name="植田 篤俊" userId="0d2b3cda-30c1-45e3-9e5c-02c0046d67fa" providerId="ADAL" clId="{A6AB8097-671C-4783-A056-5A985F003BDF}" dt="2026-04-20T14:43:03.168" v="1618"/>
          <ac:inkMkLst>
            <pc:docMk/>
            <pc:sldMk cId="3869940010" sldId="259"/>
            <ac:inkMk id="294" creationId="{5AD2CB8F-D7ED-29D0-E3D5-E856091A9B96}"/>
          </ac:inkMkLst>
        </pc:inkChg>
        <pc:inkChg chg="add del">
          <ac:chgData name="植田 篤俊" userId="0d2b3cda-30c1-45e3-9e5c-02c0046d67fa" providerId="ADAL" clId="{A6AB8097-671C-4783-A056-5A985F003BDF}" dt="2026-04-20T14:43:03.168" v="1618"/>
          <ac:inkMkLst>
            <pc:docMk/>
            <pc:sldMk cId="3869940010" sldId="259"/>
            <ac:inkMk id="295" creationId="{350E1778-FD9C-84ED-2B5A-DCD6EBBD7910}"/>
          </ac:inkMkLst>
        </pc:inkChg>
        <pc:inkChg chg="add del">
          <ac:chgData name="植田 篤俊" userId="0d2b3cda-30c1-45e3-9e5c-02c0046d67fa" providerId="ADAL" clId="{A6AB8097-671C-4783-A056-5A985F003BDF}" dt="2026-04-20T14:43:03.168" v="1618"/>
          <ac:inkMkLst>
            <pc:docMk/>
            <pc:sldMk cId="3869940010" sldId="259"/>
            <ac:inkMk id="296" creationId="{A3FCAF6A-D49D-EB6C-65D5-DA4999F711FC}"/>
          </ac:inkMkLst>
        </pc:inkChg>
        <pc:inkChg chg="add del">
          <ac:chgData name="植田 篤俊" userId="0d2b3cda-30c1-45e3-9e5c-02c0046d67fa" providerId="ADAL" clId="{A6AB8097-671C-4783-A056-5A985F003BDF}" dt="2026-04-20T14:43:03.168" v="1618"/>
          <ac:inkMkLst>
            <pc:docMk/>
            <pc:sldMk cId="3869940010" sldId="259"/>
            <ac:inkMk id="297" creationId="{0207EF4F-355B-09FF-9812-7B501C04B1E9}"/>
          </ac:inkMkLst>
        </pc:inkChg>
        <pc:inkChg chg="add del">
          <ac:chgData name="植田 篤俊" userId="0d2b3cda-30c1-45e3-9e5c-02c0046d67fa" providerId="ADAL" clId="{A6AB8097-671C-4783-A056-5A985F003BDF}" dt="2026-04-20T14:43:03.168" v="1618"/>
          <ac:inkMkLst>
            <pc:docMk/>
            <pc:sldMk cId="3869940010" sldId="259"/>
            <ac:inkMk id="298" creationId="{5E77D647-893C-559E-A4FE-A459B93DA0DB}"/>
          </ac:inkMkLst>
        </pc:inkChg>
        <pc:inkChg chg="add del">
          <ac:chgData name="植田 篤俊" userId="0d2b3cda-30c1-45e3-9e5c-02c0046d67fa" providerId="ADAL" clId="{A6AB8097-671C-4783-A056-5A985F003BDF}" dt="2026-04-20T14:43:03.168" v="1618"/>
          <ac:inkMkLst>
            <pc:docMk/>
            <pc:sldMk cId="3869940010" sldId="259"/>
            <ac:inkMk id="299" creationId="{F89C9C57-601B-4273-7E55-E94ED0614360}"/>
          </ac:inkMkLst>
        </pc:inkChg>
        <pc:inkChg chg="add del">
          <ac:chgData name="植田 篤俊" userId="0d2b3cda-30c1-45e3-9e5c-02c0046d67fa" providerId="ADAL" clId="{A6AB8097-671C-4783-A056-5A985F003BDF}" dt="2026-04-20T14:43:03.168" v="1618"/>
          <ac:inkMkLst>
            <pc:docMk/>
            <pc:sldMk cId="3869940010" sldId="259"/>
            <ac:inkMk id="300" creationId="{2B5F8845-1BB0-4ED5-9999-E40D61555F4C}"/>
          </ac:inkMkLst>
        </pc:inkChg>
        <pc:inkChg chg="add reco">
          <ac:chgData name="植田 篤俊" userId="0d2b3cda-30c1-45e3-9e5c-02c0046d67fa" providerId="ADAL" clId="{A6AB8097-671C-4783-A056-5A985F003BDF}" dt="2026-04-20T14:43:03.168" v="1618"/>
          <ac:inkMkLst>
            <pc:docMk/>
            <pc:sldMk cId="3869940010" sldId="259"/>
            <ac:inkMk id="301" creationId="{2270BA0B-CD96-AE73-9DA5-1EBA8BEB0323}"/>
          </ac:inkMkLst>
        </pc:inkChg>
        <pc:inkChg chg="add del">
          <ac:chgData name="植田 篤俊" userId="0d2b3cda-30c1-45e3-9e5c-02c0046d67fa" providerId="ADAL" clId="{A6AB8097-671C-4783-A056-5A985F003BDF}" dt="2026-04-20T14:43:11.142" v="1636"/>
          <ac:inkMkLst>
            <pc:docMk/>
            <pc:sldMk cId="3869940010" sldId="259"/>
            <ac:inkMk id="302" creationId="{5CC4FEFE-FDE6-BD8B-5494-8A913200E75A}"/>
          </ac:inkMkLst>
        </pc:inkChg>
        <pc:inkChg chg="add del">
          <ac:chgData name="植田 篤俊" userId="0d2b3cda-30c1-45e3-9e5c-02c0046d67fa" providerId="ADAL" clId="{A6AB8097-671C-4783-A056-5A985F003BDF}" dt="2026-04-20T14:43:11.142" v="1636"/>
          <ac:inkMkLst>
            <pc:docMk/>
            <pc:sldMk cId="3869940010" sldId="259"/>
            <ac:inkMk id="303" creationId="{AFB25C91-3A7A-EE0F-3A45-37506C97D2E9}"/>
          </ac:inkMkLst>
        </pc:inkChg>
        <pc:inkChg chg="add">
          <ac:chgData name="植田 篤俊" userId="0d2b3cda-30c1-45e3-9e5c-02c0046d67fa" providerId="ADAL" clId="{A6AB8097-671C-4783-A056-5A985F003BDF}" dt="2026-04-20T14:43:05.582" v="1621"/>
          <ac:inkMkLst>
            <pc:docMk/>
            <pc:sldMk cId="3869940010" sldId="259"/>
            <ac:inkMk id="304" creationId="{02B9806B-CE57-2A3A-04C7-56006A59951E}"/>
          </ac:inkMkLst>
        </pc:inkChg>
        <pc:inkChg chg="add del">
          <ac:chgData name="植田 篤俊" userId="0d2b3cda-30c1-45e3-9e5c-02c0046d67fa" providerId="ADAL" clId="{A6AB8097-671C-4783-A056-5A985F003BDF}" dt="2026-04-20T14:43:11.142" v="1636"/>
          <ac:inkMkLst>
            <pc:docMk/>
            <pc:sldMk cId="3869940010" sldId="259"/>
            <ac:inkMk id="305" creationId="{D3A0FB1A-824B-FF66-2E8A-9A4307797429}"/>
          </ac:inkMkLst>
        </pc:inkChg>
        <pc:inkChg chg="add del">
          <ac:chgData name="植田 篤俊" userId="0d2b3cda-30c1-45e3-9e5c-02c0046d67fa" providerId="ADAL" clId="{A6AB8097-671C-4783-A056-5A985F003BDF}" dt="2026-04-20T14:43:11.142" v="1636"/>
          <ac:inkMkLst>
            <pc:docMk/>
            <pc:sldMk cId="3869940010" sldId="259"/>
            <ac:inkMk id="306" creationId="{A8A41B5C-8952-FC30-3009-A15A5B1C2FE8}"/>
          </ac:inkMkLst>
        </pc:inkChg>
        <pc:inkChg chg="add">
          <ac:chgData name="植田 篤俊" userId="0d2b3cda-30c1-45e3-9e5c-02c0046d67fa" providerId="ADAL" clId="{A6AB8097-671C-4783-A056-5A985F003BDF}" dt="2026-04-20T14:43:06.749" v="1624"/>
          <ac:inkMkLst>
            <pc:docMk/>
            <pc:sldMk cId="3869940010" sldId="259"/>
            <ac:inkMk id="307" creationId="{361DD3B0-712A-6730-B0C7-1E171A09784F}"/>
          </ac:inkMkLst>
        </pc:inkChg>
        <pc:inkChg chg="add">
          <ac:chgData name="植田 篤俊" userId="0d2b3cda-30c1-45e3-9e5c-02c0046d67fa" providerId="ADAL" clId="{A6AB8097-671C-4783-A056-5A985F003BDF}" dt="2026-04-20T14:43:07.102" v="1625"/>
          <ac:inkMkLst>
            <pc:docMk/>
            <pc:sldMk cId="3869940010" sldId="259"/>
            <ac:inkMk id="308" creationId="{8C748D36-6067-9155-5CB7-127B163D8C13}"/>
          </ac:inkMkLst>
        </pc:inkChg>
        <pc:inkChg chg="add del">
          <ac:chgData name="植田 篤俊" userId="0d2b3cda-30c1-45e3-9e5c-02c0046d67fa" providerId="ADAL" clId="{A6AB8097-671C-4783-A056-5A985F003BDF}" dt="2026-04-20T14:43:11.142" v="1636"/>
          <ac:inkMkLst>
            <pc:docMk/>
            <pc:sldMk cId="3869940010" sldId="259"/>
            <ac:inkMk id="309" creationId="{80D3C6E6-3AC6-BB94-9BA4-0EEFA832AEE0}"/>
          </ac:inkMkLst>
        </pc:inkChg>
        <pc:inkChg chg="add del">
          <ac:chgData name="植田 篤俊" userId="0d2b3cda-30c1-45e3-9e5c-02c0046d67fa" providerId="ADAL" clId="{A6AB8097-671C-4783-A056-5A985F003BDF}" dt="2026-04-20T14:43:11.142" v="1636"/>
          <ac:inkMkLst>
            <pc:docMk/>
            <pc:sldMk cId="3869940010" sldId="259"/>
            <ac:inkMk id="310" creationId="{97BC8180-9778-83BB-C8DF-45A3BA2BEEDB}"/>
          </ac:inkMkLst>
        </pc:inkChg>
        <pc:inkChg chg="add">
          <ac:chgData name="植田 篤俊" userId="0d2b3cda-30c1-45e3-9e5c-02c0046d67fa" providerId="ADAL" clId="{A6AB8097-671C-4783-A056-5A985F003BDF}" dt="2026-04-20T14:43:08.349" v="1628"/>
          <ac:inkMkLst>
            <pc:docMk/>
            <pc:sldMk cId="3869940010" sldId="259"/>
            <ac:inkMk id="311" creationId="{D0CC849C-B97C-B71C-42DA-912639BC17A0}"/>
          </ac:inkMkLst>
        </pc:inkChg>
        <pc:inkChg chg="add del">
          <ac:chgData name="植田 篤俊" userId="0d2b3cda-30c1-45e3-9e5c-02c0046d67fa" providerId="ADAL" clId="{A6AB8097-671C-4783-A056-5A985F003BDF}" dt="2026-04-20T14:43:11.142" v="1636"/>
          <ac:inkMkLst>
            <pc:docMk/>
            <pc:sldMk cId="3869940010" sldId="259"/>
            <ac:inkMk id="312" creationId="{E47D7CE8-ABAF-4284-166E-CFEB735173F7}"/>
          </ac:inkMkLst>
        </pc:inkChg>
        <pc:inkChg chg="add">
          <ac:chgData name="植田 篤俊" userId="0d2b3cda-30c1-45e3-9e5c-02c0046d67fa" providerId="ADAL" clId="{A6AB8097-671C-4783-A056-5A985F003BDF}" dt="2026-04-20T14:43:09.382" v="1630"/>
          <ac:inkMkLst>
            <pc:docMk/>
            <pc:sldMk cId="3869940010" sldId="259"/>
            <ac:inkMk id="313" creationId="{E1757B3E-3AB4-870B-9A9C-DF5C5F4CB28C}"/>
          </ac:inkMkLst>
        </pc:inkChg>
        <pc:inkChg chg="add">
          <ac:chgData name="植田 篤俊" userId="0d2b3cda-30c1-45e3-9e5c-02c0046d67fa" providerId="ADAL" clId="{A6AB8097-671C-4783-A056-5A985F003BDF}" dt="2026-04-20T14:43:09.532" v="1631"/>
          <ac:inkMkLst>
            <pc:docMk/>
            <pc:sldMk cId="3869940010" sldId="259"/>
            <ac:inkMk id="314" creationId="{F0F6E9A3-BC91-BBE2-E5CE-9907FFB721C5}"/>
          </ac:inkMkLst>
        </pc:inkChg>
        <pc:inkChg chg="add del">
          <ac:chgData name="植田 篤俊" userId="0d2b3cda-30c1-45e3-9e5c-02c0046d67fa" providerId="ADAL" clId="{A6AB8097-671C-4783-A056-5A985F003BDF}" dt="2026-04-20T14:43:11.142" v="1636"/>
          <ac:inkMkLst>
            <pc:docMk/>
            <pc:sldMk cId="3869940010" sldId="259"/>
            <ac:inkMk id="315" creationId="{E44F871A-0223-C1CD-4A91-790E64CFE83C}"/>
          </ac:inkMkLst>
        </pc:inkChg>
        <pc:inkChg chg="add">
          <ac:chgData name="植田 篤俊" userId="0d2b3cda-30c1-45e3-9e5c-02c0046d67fa" providerId="ADAL" clId="{A6AB8097-671C-4783-A056-5A985F003BDF}" dt="2026-04-20T14:43:09.799" v="1633"/>
          <ac:inkMkLst>
            <pc:docMk/>
            <pc:sldMk cId="3869940010" sldId="259"/>
            <ac:inkMk id="316" creationId="{4BA6226C-0179-BD6F-64A9-069943F155FA}"/>
          </ac:inkMkLst>
        </pc:inkChg>
        <pc:inkChg chg="add">
          <ac:chgData name="植田 篤俊" userId="0d2b3cda-30c1-45e3-9e5c-02c0046d67fa" providerId="ADAL" clId="{A6AB8097-671C-4783-A056-5A985F003BDF}" dt="2026-04-20T14:43:10.337" v="1634"/>
          <ac:inkMkLst>
            <pc:docMk/>
            <pc:sldMk cId="3869940010" sldId="259"/>
            <ac:inkMk id="317" creationId="{8F1ACB82-A515-0374-5597-C878EA7E6834}"/>
          </ac:inkMkLst>
        </pc:inkChg>
        <pc:inkChg chg="add del">
          <ac:chgData name="植田 篤俊" userId="0d2b3cda-30c1-45e3-9e5c-02c0046d67fa" providerId="ADAL" clId="{A6AB8097-671C-4783-A056-5A985F003BDF}" dt="2026-04-20T14:43:11.142" v="1636"/>
          <ac:inkMkLst>
            <pc:docMk/>
            <pc:sldMk cId="3869940010" sldId="259"/>
            <ac:inkMk id="318" creationId="{D9AEE56C-C34E-0705-097C-C0EBE6715EEB}"/>
          </ac:inkMkLst>
        </pc:inkChg>
        <pc:inkChg chg="add reco">
          <ac:chgData name="植田 篤俊" userId="0d2b3cda-30c1-45e3-9e5c-02c0046d67fa" providerId="ADAL" clId="{A6AB8097-671C-4783-A056-5A985F003BDF}" dt="2026-04-20T14:43:11.142" v="1636"/>
          <ac:inkMkLst>
            <pc:docMk/>
            <pc:sldMk cId="3869940010" sldId="259"/>
            <ac:inkMk id="320" creationId="{B082C365-6637-9659-35E4-C9BD1CCE076F}"/>
          </ac:inkMkLst>
        </pc:inkChg>
        <pc:inkChg chg="add">
          <ac:chgData name="植田 篤俊" userId="0d2b3cda-30c1-45e3-9e5c-02c0046d67fa" providerId="ADAL" clId="{A6AB8097-671C-4783-A056-5A985F003BDF}" dt="2026-04-20T14:43:11.598" v="1637"/>
          <ac:inkMkLst>
            <pc:docMk/>
            <pc:sldMk cId="3869940010" sldId="259"/>
            <ac:inkMk id="321" creationId="{CF7B86F0-7947-81D2-E018-7B5ADC56E4F6}"/>
          </ac:inkMkLst>
        </pc:inkChg>
        <pc:inkChg chg="add del">
          <ac:chgData name="植田 篤俊" userId="0d2b3cda-30c1-45e3-9e5c-02c0046d67fa" providerId="ADAL" clId="{A6AB8097-671C-4783-A056-5A985F003BDF}" dt="2026-04-20T14:43:14.966" v="1646"/>
          <ac:inkMkLst>
            <pc:docMk/>
            <pc:sldMk cId="3869940010" sldId="259"/>
            <ac:inkMk id="322" creationId="{C525F063-55CB-64FE-CD3F-7E7883B83E84}"/>
          </ac:inkMkLst>
        </pc:inkChg>
        <pc:inkChg chg="add del">
          <ac:chgData name="植田 篤俊" userId="0d2b3cda-30c1-45e3-9e5c-02c0046d67fa" providerId="ADAL" clId="{A6AB8097-671C-4783-A056-5A985F003BDF}" dt="2026-04-20T14:43:14.966" v="1646"/>
          <ac:inkMkLst>
            <pc:docMk/>
            <pc:sldMk cId="3869940010" sldId="259"/>
            <ac:inkMk id="323" creationId="{71F1A63C-3AB9-1D43-7693-03CB04B2BBB9}"/>
          </ac:inkMkLst>
        </pc:inkChg>
        <pc:inkChg chg="add del">
          <ac:chgData name="植田 篤俊" userId="0d2b3cda-30c1-45e3-9e5c-02c0046d67fa" providerId="ADAL" clId="{A6AB8097-671C-4783-A056-5A985F003BDF}" dt="2026-04-20T14:43:14.966" v="1646"/>
          <ac:inkMkLst>
            <pc:docMk/>
            <pc:sldMk cId="3869940010" sldId="259"/>
            <ac:inkMk id="324" creationId="{C3229937-71EF-DBD8-78EA-C9222E513CC9}"/>
          </ac:inkMkLst>
        </pc:inkChg>
        <pc:inkChg chg="add del">
          <ac:chgData name="植田 篤俊" userId="0d2b3cda-30c1-45e3-9e5c-02c0046d67fa" providerId="ADAL" clId="{A6AB8097-671C-4783-A056-5A985F003BDF}" dt="2026-04-20T14:43:14.966" v="1646"/>
          <ac:inkMkLst>
            <pc:docMk/>
            <pc:sldMk cId="3869940010" sldId="259"/>
            <ac:inkMk id="325" creationId="{5A7FB880-1384-6AAC-0AA6-8B8E848459D7}"/>
          </ac:inkMkLst>
        </pc:inkChg>
        <pc:inkChg chg="add del">
          <ac:chgData name="植田 篤俊" userId="0d2b3cda-30c1-45e3-9e5c-02c0046d67fa" providerId="ADAL" clId="{A6AB8097-671C-4783-A056-5A985F003BDF}" dt="2026-04-20T14:43:14.966" v="1646"/>
          <ac:inkMkLst>
            <pc:docMk/>
            <pc:sldMk cId="3869940010" sldId="259"/>
            <ac:inkMk id="326" creationId="{8208B167-2977-E480-53B1-35FB2A883625}"/>
          </ac:inkMkLst>
        </pc:inkChg>
        <pc:inkChg chg="add del">
          <ac:chgData name="植田 篤俊" userId="0d2b3cda-30c1-45e3-9e5c-02c0046d67fa" providerId="ADAL" clId="{A6AB8097-671C-4783-A056-5A985F003BDF}" dt="2026-04-20T14:43:14.966" v="1646"/>
          <ac:inkMkLst>
            <pc:docMk/>
            <pc:sldMk cId="3869940010" sldId="259"/>
            <ac:inkMk id="327" creationId="{F5107EC7-8653-F9ED-C0CE-E1039D25F686}"/>
          </ac:inkMkLst>
        </pc:inkChg>
        <pc:inkChg chg="add del">
          <ac:chgData name="植田 篤俊" userId="0d2b3cda-30c1-45e3-9e5c-02c0046d67fa" providerId="ADAL" clId="{A6AB8097-671C-4783-A056-5A985F003BDF}" dt="2026-04-20T14:43:14.966" v="1646"/>
          <ac:inkMkLst>
            <pc:docMk/>
            <pc:sldMk cId="3869940010" sldId="259"/>
            <ac:inkMk id="328" creationId="{B9B10BB5-E21C-E424-5F65-A9FEE486EA78}"/>
          </ac:inkMkLst>
        </pc:inkChg>
        <pc:inkChg chg="add del">
          <ac:chgData name="植田 篤俊" userId="0d2b3cda-30c1-45e3-9e5c-02c0046d67fa" providerId="ADAL" clId="{A6AB8097-671C-4783-A056-5A985F003BDF}" dt="2026-04-20T14:43:14.966" v="1646"/>
          <ac:inkMkLst>
            <pc:docMk/>
            <pc:sldMk cId="3869940010" sldId="259"/>
            <ac:inkMk id="329" creationId="{C0CFA8C6-ED5F-FDC3-E21C-43252C4F2853}"/>
          </ac:inkMkLst>
        </pc:inkChg>
        <pc:inkChg chg="add reco">
          <ac:chgData name="植田 篤俊" userId="0d2b3cda-30c1-45e3-9e5c-02c0046d67fa" providerId="ADAL" clId="{A6AB8097-671C-4783-A056-5A985F003BDF}" dt="2026-04-20T14:43:14.966" v="1646"/>
          <ac:inkMkLst>
            <pc:docMk/>
            <pc:sldMk cId="3869940010" sldId="259"/>
            <ac:inkMk id="330" creationId="{7C811CD2-C126-927F-CA9F-7807E48CCD25}"/>
          </ac:inkMkLst>
        </pc:inkChg>
        <pc:inkChg chg="add">
          <ac:chgData name="植田 篤俊" userId="0d2b3cda-30c1-45e3-9e5c-02c0046d67fa" providerId="ADAL" clId="{A6AB8097-671C-4783-A056-5A985F003BDF}" dt="2026-04-20T14:43:16.598" v="1647"/>
          <ac:inkMkLst>
            <pc:docMk/>
            <pc:sldMk cId="3869940010" sldId="259"/>
            <ac:inkMk id="331" creationId="{C8E9B2C8-1D9C-A9A9-C6E3-F6F23743EA0D}"/>
          </ac:inkMkLst>
        </pc:inkChg>
        <pc:inkChg chg="add del">
          <ac:chgData name="植田 篤俊" userId="0d2b3cda-30c1-45e3-9e5c-02c0046d67fa" providerId="ADAL" clId="{A6AB8097-671C-4783-A056-5A985F003BDF}" dt="2026-04-20T14:43:28.572" v="1686"/>
          <ac:inkMkLst>
            <pc:docMk/>
            <pc:sldMk cId="3869940010" sldId="259"/>
            <ac:inkMk id="332" creationId="{3D5232F5-BDC7-054F-65E7-7B3F1031F97F}"/>
          </ac:inkMkLst>
        </pc:inkChg>
        <pc:inkChg chg="add">
          <ac:chgData name="植田 篤俊" userId="0d2b3cda-30c1-45e3-9e5c-02c0046d67fa" providerId="ADAL" clId="{A6AB8097-671C-4783-A056-5A985F003BDF}" dt="2026-04-20T14:43:16.999" v="1649"/>
          <ac:inkMkLst>
            <pc:docMk/>
            <pc:sldMk cId="3869940010" sldId="259"/>
            <ac:inkMk id="333" creationId="{673709F8-FEE8-FE1D-BC39-F28333EA72FE}"/>
          </ac:inkMkLst>
        </pc:inkChg>
        <pc:inkChg chg="add">
          <ac:chgData name="植田 篤俊" userId="0d2b3cda-30c1-45e3-9e5c-02c0046d67fa" providerId="ADAL" clId="{A6AB8097-671C-4783-A056-5A985F003BDF}" dt="2026-04-20T14:43:17.148" v="1650"/>
          <ac:inkMkLst>
            <pc:docMk/>
            <pc:sldMk cId="3869940010" sldId="259"/>
            <ac:inkMk id="334" creationId="{7771F384-D4C4-5E9A-D918-57780D0D3FE1}"/>
          </ac:inkMkLst>
        </pc:inkChg>
        <pc:inkChg chg="add">
          <ac:chgData name="植田 篤俊" userId="0d2b3cda-30c1-45e3-9e5c-02c0046d67fa" providerId="ADAL" clId="{A6AB8097-671C-4783-A056-5A985F003BDF}" dt="2026-04-20T14:43:17.298" v="1651"/>
          <ac:inkMkLst>
            <pc:docMk/>
            <pc:sldMk cId="3869940010" sldId="259"/>
            <ac:inkMk id="335" creationId="{774242BA-1C31-6582-4B76-C503485121DC}"/>
          </ac:inkMkLst>
        </pc:inkChg>
        <pc:inkChg chg="add del">
          <ac:chgData name="植田 篤俊" userId="0d2b3cda-30c1-45e3-9e5c-02c0046d67fa" providerId="ADAL" clId="{A6AB8097-671C-4783-A056-5A985F003BDF}" dt="2026-04-20T14:43:28.572" v="1686"/>
          <ac:inkMkLst>
            <pc:docMk/>
            <pc:sldMk cId="3869940010" sldId="259"/>
            <ac:inkMk id="336" creationId="{8D1C6E72-14B9-4EAF-712B-1CCF34343354}"/>
          </ac:inkMkLst>
        </pc:inkChg>
        <pc:inkChg chg="add">
          <ac:chgData name="植田 篤俊" userId="0d2b3cda-30c1-45e3-9e5c-02c0046d67fa" providerId="ADAL" clId="{A6AB8097-671C-4783-A056-5A985F003BDF}" dt="2026-04-20T14:43:17.648" v="1653"/>
          <ac:inkMkLst>
            <pc:docMk/>
            <pc:sldMk cId="3869940010" sldId="259"/>
            <ac:inkMk id="337" creationId="{C91D2690-1741-1CC2-3F79-B4A2862F6CAA}"/>
          </ac:inkMkLst>
        </pc:inkChg>
        <pc:inkChg chg="add">
          <ac:chgData name="植田 篤俊" userId="0d2b3cda-30c1-45e3-9e5c-02c0046d67fa" providerId="ADAL" clId="{A6AB8097-671C-4783-A056-5A985F003BDF}" dt="2026-04-20T14:43:17.781" v="1654"/>
          <ac:inkMkLst>
            <pc:docMk/>
            <pc:sldMk cId="3869940010" sldId="259"/>
            <ac:inkMk id="338" creationId="{1E5C119B-1A10-6B80-63D6-8B30FB98C058}"/>
          </ac:inkMkLst>
        </pc:inkChg>
        <pc:inkChg chg="add">
          <ac:chgData name="植田 篤俊" userId="0d2b3cda-30c1-45e3-9e5c-02c0046d67fa" providerId="ADAL" clId="{A6AB8097-671C-4783-A056-5A985F003BDF}" dt="2026-04-20T14:43:17.965" v="1655"/>
          <ac:inkMkLst>
            <pc:docMk/>
            <pc:sldMk cId="3869940010" sldId="259"/>
            <ac:inkMk id="339" creationId="{09E9E271-5E69-DF29-368F-C115A7ED64F6}"/>
          </ac:inkMkLst>
        </pc:inkChg>
        <pc:inkChg chg="add">
          <ac:chgData name="植田 篤俊" userId="0d2b3cda-30c1-45e3-9e5c-02c0046d67fa" providerId="ADAL" clId="{A6AB8097-671C-4783-A056-5A985F003BDF}" dt="2026-04-20T14:43:18.098" v="1656"/>
          <ac:inkMkLst>
            <pc:docMk/>
            <pc:sldMk cId="3869940010" sldId="259"/>
            <ac:inkMk id="340" creationId="{809DB378-8CCA-14AF-8390-F4E81ED1C573}"/>
          </ac:inkMkLst>
        </pc:inkChg>
        <pc:inkChg chg="add">
          <ac:chgData name="植田 篤俊" userId="0d2b3cda-30c1-45e3-9e5c-02c0046d67fa" providerId="ADAL" clId="{A6AB8097-671C-4783-A056-5A985F003BDF}" dt="2026-04-20T14:43:18.215" v="1657"/>
          <ac:inkMkLst>
            <pc:docMk/>
            <pc:sldMk cId="3869940010" sldId="259"/>
            <ac:inkMk id="341" creationId="{809DF9A3-C9A6-DCC0-09E2-674845DDDDD9}"/>
          </ac:inkMkLst>
        </pc:inkChg>
        <pc:inkChg chg="add">
          <ac:chgData name="植田 篤俊" userId="0d2b3cda-30c1-45e3-9e5c-02c0046d67fa" providerId="ADAL" clId="{A6AB8097-671C-4783-A056-5A985F003BDF}" dt="2026-04-20T14:43:18.798" v="1658"/>
          <ac:inkMkLst>
            <pc:docMk/>
            <pc:sldMk cId="3869940010" sldId="259"/>
            <ac:inkMk id="342" creationId="{7F80461F-CAA9-100D-98F1-2EE7115ED385}"/>
          </ac:inkMkLst>
        </pc:inkChg>
        <pc:inkChg chg="add">
          <ac:chgData name="植田 篤俊" userId="0d2b3cda-30c1-45e3-9e5c-02c0046d67fa" providerId="ADAL" clId="{A6AB8097-671C-4783-A056-5A985F003BDF}" dt="2026-04-20T14:43:18.965" v="1659"/>
          <ac:inkMkLst>
            <pc:docMk/>
            <pc:sldMk cId="3869940010" sldId="259"/>
            <ac:inkMk id="343" creationId="{9F2278CF-ED6E-0AA6-B111-553FDA9AC794}"/>
          </ac:inkMkLst>
        </pc:inkChg>
        <pc:inkChg chg="add">
          <ac:chgData name="植田 篤俊" userId="0d2b3cda-30c1-45e3-9e5c-02c0046d67fa" providerId="ADAL" clId="{A6AB8097-671C-4783-A056-5A985F003BDF}" dt="2026-04-20T14:43:19.098" v="1660"/>
          <ac:inkMkLst>
            <pc:docMk/>
            <pc:sldMk cId="3869940010" sldId="259"/>
            <ac:inkMk id="344" creationId="{0334FC08-F546-79AF-9AD4-EC3DA1934D6D}"/>
          </ac:inkMkLst>
        </pc:inkChg>
        <pc:inkChg chg="add">
          <ac:chgData name="植田 篤俊" userId="0d2b3cda-30c1-45e3-9e5c-02c0046d67fa" providerId="ADAL" clId="{A6AB8097-671C-4783-A056-5A985F003BDF}" dt="2026-04-20T14:43:19.398" v="1661"/>
          <ac:inkMkLst>
            <pc:docMk/>
            <pc:sldMk cId="3869940010" sldId="259"/>
            <ac:inkMk id="345" creationId="{6C8CEA27-F041-D595-3E1A-7F484F283ACE}"/>
          </ac:inkMkLst>
        </pc:inkChg>
        <pc:inkChg chg="add del">
          <ac:chgData name="植田 篤俊" userId="0d2b3cda-30c1-45e3-9e5c-02c0046d67fa" providerId="ADAL" clId="{A6AB8097-671C-4783-A056-5A985F003BDF}" dt="2026-04-20T14:43:28.572" v="1686"/>
          <ac:inkMkLst>
            <pc:docMk/>
            <pc:sldMk cId="3869940010" sldId="259"/>
            <ac:inkMk id="346" creationId="{A0AB4C5B-ADF9-E428-538C-4B6537BB9D5D}"/>
          </ac:inkMkLst>
        </pc:inkChg>
        <pc:inkChg chg="add">
          <ac:chgData name="植田 篤俊" userId="0d2b3cda-30c1-45e3-9e5c-02c0046d67fa" providerId="ADAL" clId="{A6AB8097-671C-4783-A056-5A985F003BDF}" dt="2026-04-20T14:43:20.932" v="1663"/>
          <ac:inkMkLst>
            <pc:docMk/>
            <pc:sldMk cId="3869940010" sldId="259"/>
            <ac:inkMk id="347" creationId="{78318660-260C-E224-D461-E15D8D5D3C4F}"/>
          </ac:inkMkLst>
        </pc:inkChg>
        <pc:inkChg chg="add">
          <ac:chgData name="植田 篤俊" userId="0d2b3cda-30c1-45e3-9e5c-02c0046d67fa" providerId="ADAL" clId="{A6AB8097-671C-4783-A056-5A985F003BDF}" dt="2026-04-20T14:43:21.081" v="1664"/>
          <ac:inkMkLst>
            <pc:docMk/>
            <pc:sldMk cId="3869940010" sldId="259"/>
            <ac:inkMk id="348" creationId="{A6D6897C-F3CD-F26F-BAC0-29CB53C87CAA}"/>
          </ac:inkMkLst>
        </pc:inkChg>
        <pc:inkChg chg="add">
          <ac:chgData name="植田 篤俊" userId="0d2b3cda-30c1-45e3-9e5c-02c0046d67fa" providerId="ADAL" clId="{A6AB8097-671C-4783-A056-5A985F003BDF}" dt="2026-04-20T14:43:21.814" v="1665"/>
          <ac:inkMkLst>
            <pc:docMk/>
            <pc:sldMk cId="3869940010" sldId="259"/>
            <ac:inkMk id="349" creationId="{7B960B4A-C2F7-344B-2639-B8172AF71BFD}"/>
          </ac:inkMkLst>
        </pc:inkChg>
        <pc:inkChg chg="add">
          <ac:chgData name="植田 篤俊" userId="0d2b3cda-30c1-45e3-9e5c-02c0046d67fa" providerId="ADAL" clId="{A6AB8097-671C-4783-A056-5A985F003BDF}" dt="2026-04-20T14:43:22.564" v="1666"/>
          <ac:inkMkLst>
            <pc:docMk/>
            <pc:sldMk cId="3869940010" sldId="259"/>
            <ac:inkMk id="350" creationId="{A73F3FF1-E95C-751F-A4DA-675C5AC926CB}"/>
          </ac:inkMkLst>
        </pc:inkChg>
        <pc:inkChg chg="add del">
          <ac:chgData name="植田 篤俊" userId="0d2b3cda-30c1-45e3-9e5c-02c0046d67fa" providerId="ADAL" clId="{A6AB8097-671C-4783-A056-5A985F003BDF}" dt="2026-04-20T14:43:28.572" v="1686"/>
          <ac:inkMkLst>
            <pc:docMk/>
            <pc:sldMk cId="3869940010" sldId="259"/>
            <ac:inkMk id="351" creationId="{E3EB8D9C-C51D-0403-4F92-00E655E5A9C4}"/>
          </ac:inkMkLst>
        </pc:inkChg>
        <pc:inkChg chg="add">
          <ac:chgData name="植田 篤俊" userId="0d2b3cda-30c1-45e3-9e5c-02c0046d67fa" providerId="ADAL" clId="{A6AB8097-671C-4783-A056-5A985F003BDF}" dt="2026-04-20T14:43:22.964" v="1668"/>
          <ac:inkMkLst>
            <pc:docMk/>
            <pc:sldMk cId="3869940010" sldId="259"/>
            <ac:inkMk id="352" creationId="{B647A16C-493C-5547-0933-121AD417F5D1}"/>
          </ac:inkMkLst>
        </pc:inkChg>
        <pc:inkChg chg="add">
          <ac:chgData name="植田 篤俊" userId="0d2b3cda-30c1-45e3-9e5c-02c0046d67fa" providerId="ADAL" clId="{A6AB8097-671C-4783-A056-5A985F003BDF}" dt="2026-04-20T14:43:23.165" v="1669"/>
          <ac:inkMkLst>
            <pc:docMk/>
            <pc:sldMk cId="3869940010" sldId="259"/>
            <ac:inkMk id="353" creationId="{E9F59C61-41FE-89CD-DF92-40144C32118C}"/>
          </ac:inkMkLst>
        </pc:inkChg>
        <pc:inkChg chg="add">
          <ac:chgData name="植田 篤俊" userId="0d2b3cda-30c1-45e3-9e5c-02c0046d67fa" providerId="ADAL" clId="{A6AB8097-671C-4783-A056-5A985F003BDF}" dt="2026-04-20T14:43:23.381" v="1670"/>
          <ac:inkMkLst>
            <pc:docMk/>
            <pc:sldMk cId="3869940010" sldId="259"/>
            <ac:inkMk id="354" creationId="{2A5277B8-0438-FD7C-48BD-BB9BC7134C4A}"/>
          </ac:inkMkLst>
        </pc:inkChg>
        <pc:inkChg chg="add del">
          <ac:chgData name="植田 篤俊" userId="0d2b3cda-30c1-45e3-9e5c-02c0046d67fa" providerId="ADAL" clId="{A6AB8097-671C-4783-A056-5A985F003BDF}" dt="2026-04-20T14:43:28.572" v="1686"/>
          <ac:inkMkLst>
            <pc:docMk/>
            <pc:sldMk cId="3869940010" sldId="259"/>
            <ac:inkMk id="355" creationId="{BFAABB38-94DB-5F51-1439-E32FAC472162}"/>
          </ac:inkMkLst>
        </pc:inkChg>
        <pc:inkChg chg="add del">
          <ac:chgData name="植田 篤俊" userId="0d2b3cda-30c1-45e3-9e5c-02c0046d67fa" providerId="ADAL" clId="{A6AB8097-671C-4783-A056-5A985F003BDF}" dt="2026-04-20T14:43:28.572" v="1686"/>
          <ac:inkMkLst>
            <pc:docMk/>
            <pc:sldMk cId="3869940010" sldId="259"/>
            <ac:inkMk id="356" creationId="{74A66D05-5FA3-6A50-7CA8-60501702AC96}"/>
          </ac:inkMkLst>
        </pc:inkChg>
        <pc:inkChg chg="add">
          <ac:chgData name="植田 篤俊" userId="0d2b3cda-30c1-45e3-9e5c-02c0046d67fa" providerId="ADAL" clId="{A6AB8097-671C-4783-A056-5A985F003BDF}" dt="2026-04-20T14:43:24.067" v="1673"/>
          <ac:inkMkLst>
            <pc:docMk/>
            <pc:sldMk cId="3869940010" sldId="259"/>
            <ac:inkMk id="357" creationId="{5479CB8B-86F9-051B-9475-71110A9704D2}"/>
          </ac:inkMkLst>
        </pc:inkChg>
        <pc:inkChg chg="add">
          <ac:chgData name="植田 篤俊" userId="0d2b3cda-30c1-45e3-9e5c-02c0046d67fa" providerId="ADAL" clId="{A6AB8097-671C-4783-A056-5A985F003BDF}" dt="2026-04-20T14:43:24.400" v="1674"/>
          <ac:inkMkLst>
            <pc:docMk/>
            <pc:sldMk cId="3869940010" sldId="259"/>
            <ac:inkMk id="358" creationId="{A3B982E9-0678-DAC1-71BF-8269C62AEFB1}"/>
          </ac:inkMkLst>
        </pc:inkChg>
        <pc:inkChg chg="add">
          <ac:chgData name="植田 篤俊" userId="0d2b3cda-30c1-45e3-9e5c-02c0046d67fa" providerId="ADAL" clId="{A6AB8097-671C-4783-A056-5A985F003BDF}" dt="2026-04-20T14:43:24.565" v="1675"/>
          <ac:inkMkLst>
            <pc:docMk/>
            <pc:sldMk cId="3869940010" sldId="259"/>
            <ac:inkMk id="359" creationId="{105D223A-9F22-77D8-AD6B-14CA3A9D4053}"/>
          </ac:inkMkLst>
        </pc:inkChg>
        <pc:inkChg chg="add">
          <ac:chgData name="植田 篤俊" userId="0d2b3cda-30c1-45e3-9e5c-02c0046d67fa" providerId="ADAL" clId="{A6AB8097-671C-4783-A056-5A985F003BDF}" dt="2026-04-20T14:43:24.834" v="1676"/>
          <ac:inkMkLst>
            <pc:docMk/>
            <pc:sldMk cId="3869940010" sldId="259"/>
            <ac:inkMk id="360" creationId="{5265AF6C-EB24-61D3-76E7-1D6F729B6145}"/>
          </ac:inkMkLst>
        </pc:inkChg>
        <pc:inkChg chg="add">
          <ac:chgData name="植田 篤俊" userId="0d2b3cda-30c1-45e3-9e5c-02c0046d67fa" providerId="ADAL" clId="{A6AB8097-671C-4783-A056-5A985F003BDF}" dt="2026-04-20T14:43:24.981" v="1677"/>
          <ac:inkMkLst>
            <pc:docMk/>
            <pc:sldMk cId="3869940010" sldId="259"/>
            <ac:inkMk id="361" creationId="{319D15E7-08FB-ACF4-B677-67B8B5889A5C}"/>
          </ac:inkMkLst>
        </pc:inkChg>
        <pc:inkChg chg="add del">
          <ac:chgData name="植田 篤俊" userId="0d2b3cda-30c1-45e3-9e5c-02c0046d67fa" providerId="ADAL" clId="{A6AB8097-671C-4783-A056-5A985F003BDF}" dt="2026-04-20T14:43:28.572" v="1686"/>
          <ac:inkMkLst>
            <pc:docMk/>
            <pc:sldMk cId="3869940010" sldId="259"/>
            <ac:inkMk id="362" creationId="{7676BBCC-FC57-EED4-CAE4-63A511883BC6}"/>
          </ac:inkMkLst>
        </pc:inkChg>
        <pc:inkChg chg="add">
          <ac:chgData name="植田 篤俊" userId="0d2b3cda-30c1-45e3-9e5c-02c0046d67fa" providerId="ADAL" clId="{A6AB8097-671C-4783-A056-5A985F003BDF}" dt="2026-04-20T14:43:26.047" v="1679"/>
          <ac:inkMkLst>
            <pc:docMk/>
            <pc:sldMk cId="3869940010" sldId="259"/>
            <ac:inkMk id="363" creationId="{CA8FB3AF-30D5-C908-8ADD-BA9F43B61332}"/>
          </ac:inkMkLst>
        </pc:inkChg>
        <pc:inkChg chg="add">
          <ac:chgData name="植田 篤俊" userId="0d2b3cda-30c1-45e3-9e5c-02c0046d67fa" providerId="ADAL" clId="{A6AB8097-671C-4783-A056-5A985F003BDF}" dt="2026-04-20T14:43:26.500" v="1680"/>
          <ac:inkMkLst>
            <pc:docMk/>
            <pc:sldMk cId="3869940010" sldId="259"/>
            <ac:inkMk id="364" creationId="{40912ACF-ED4E-D627-6C3A-19ED0F040304}"/>
          </ac:inkMkLst>
        </pc:inkChg>
        <pc:inkChg chg="add del">
          <ac:chgData name="植田 篤俊" userId="0d2b3cda-30c1-45e3-9e5c-02c0046d67fa" providerId="ADAL" clId="{A6AB8097-671C-4783-A056-5A985F003BDF}" dt="2026-04-20T14:43:28.572" v="1686"/>
          <ac:inkMkLst>
            <pc:docMk/>
            <pc:sldMk cId="3869940010" sldId="259"/>
            <ac:inkMk id="365" creationId="{46841BE4-1B71-5252-6217-43FCED9E331D}"/>
          </ac:inkMkLst>
        </pc:inkChg>
        <pc:inkChg chg="add del">
          <ac:chgData name="植田 篤俊" userId="0d2b3cda-30c1-45e3-9e5c-02c0046d67fa" providerId="ADAL" clId="{A6AB8097-671C-4783-A056-5A985F003BDF}" dt="2026-04-20T14:43:28.572" v="1686"/>
          <ac:inkMkLst>
            <pc:docMk/>
            <pc:sldMk cId="3869940010" sldId="259"/>
            <ac:inkMk id="366" creationId="{EC88FEB2-A86D-3E53-FB99-33D0F409F715}"/>
          </ac:inkMkLst>
        </pc:inkChg>
        <pc:inkChg chg="add">
          <ac:chgData name="植田 篤俊" userId="0d2b3cda-30c1-45e3-9e5c-02c0046d67fa" providerId="ADAL" clId="{A6AB8097-671C-4783-A056-5A985F003BDF}" dt="2026-04-20T14:43:27.297" v="1683"/>
          <ac:inkMkLst>
            <pc:docMk/>
            <pc:sldMk cId="3869940010" sldId="259"/>
            <ac:inkMk id="367" creationId="{C5DA8101-0423-CFDD-A725-2A2959A3BE4A}"/>
          </ac:inkMkLst>
        </pc:inkChg>
        <pc:inkChg chg="add">
          <ac:chgData name="植田 篤俊" userId="0d2b3cda-30c1-45e3-9e5c-02c0046d67fa" providerId="ADAL" clId="{A6AB8097-671C-4783-A056-5A985F003BDF}" dt="2026-04-20T14:43:27.568" v="1684"/>
          <ac:inkMkLst>
            <pc:docMk/>
            <pc:sldMk cId="3869940010" sldId="259"/>
            <ac:inkMk id="368" creationId="{6EFE15DE-BEE5-3BB0-7365-6A1A95DFA42B}"/>
          </ac:inkMkLst>
        </pc:inkChg>
        <pc:inkChg chg="add">
          <ac:chgData name="植田 篤俊" userId="0d2b3cda-30c1-45e3-9e5c-02c0046d67fa" providerId="ADAL" clId="{A6AB8097-671C-4783-A056-5A985F003BDF}" dt="2026-04-20T14:43:27.765" v="1685"/>
          <ac:inkMkLst>
            <pc:docMk/>
            <pc:sldMk cId="3869940010" sldId="259"/>
            <ac:inkMk id="369" creationId="{DB3647AC-7999-28E3-66B7-D29817F5114D}"/>
          </ac:inkMkLst>
        </pc:inkChg>
        <pc:inkChg chg="add reco">
          <ac:chgData name="植田 篤俊" userId="0d2b3cda-30c1-45e3-9e5c-02c0046d67fa" providerId="ADAL" clId="{A6AB8097-671C-4783-A056-5A985F003BDF}" dt="2026-04-20T14:43:28.572" v="1686"/>
          <ac:inkMkLst>
            <pc:docMk/>
            <pc:sldMk cId="3869940010" sldId="259"/>
            <ac:inkMk id="370" creationId="{C68DAB2E-7669-E662-7567-D823CE4F1F42}"/>
          </ac:inkMkLst>
        </pc:inkChg>
        <pc:inkChg chg="add del">
          <ac:chgData name="植田 篤俊" userId="0d2b3cda-30c1-45e3-9e5c-02c0046d67fa" providerId="ADAL" clId="{A6AB8097-671C-4783-A056-5A985F003BDF}" dt="2026-04-20T14:43:41.568" v="1714"/>
          <ac:inkMkLst>
            <pc:docMk/>
            <pc:sldMk cId="3869940010" sldId="259"/>
            <ac:inkMk id="371" creationId="{EAE05FBB-AF6F-22F6-2871-E3A29AE8051D}"/>
          </ac:inkMkLst>
        </pc:inkChg>
        <pc:inkChg chg="add del">
          <ac:chgData name="植田 篤俊" userId="0d2b3cda-30c1-45e3-9e5c-02c0046d67fa" providerId="ADAL" clId="{A6AB8097-671C-4783-A056-5A985F003BDF}" dt="2026-04-20T14:43:41.568" v="1714"/>
          <ac:inkMkLst>
            <pc:docMk/>
            <pc:sldMk cId="3869940010" sldId="259"/>
            <ac:inkMk id="372" creationId="{D6F8E275-4929-79BE-135D-DA6D29A0D929}"/>
          </ac:inkMkLst>
        </pc:inkChg>
        <pc:inkChg chg="add">
          <ac:chgData name="植田 篤俊" userId="0d2b3cda-30c1-45e3-9e5c-02c0046d67fa" providerId="ADAL" clId="{A6AB8097-671C-4783-A056-5A985F003BDF}" dt="2026-04-20T14:43:33.030" v="1689"/>
          <ac:inkMkLst>
            <pc:docMk/>
            <pc:sldMk cId="3869940010" sldId="259"/>
            <ac:inkMk id="373" creationId="{3F4EAFD8-CC5D-2AB1-C702-C95D0D3FE21A}"/>
          </ac:inkMkLst>
        </pc:inkChg>
        <pc:inkChg chg="add">
          <ac:chgData name="植田 篤俊" userId="0d2b3cda-30c1-45e3-9e5c-02c0046d67fa" providerId="ADAL" clId="{A6AB8097-671C-4783-A056-5A985F003BDF}" dt="2026-04-20T14:43:33.536" v="1690"/>
          <ac:inkMkLst>
            <pc:docMk/>
            <pc:sldMk cId="3869940010" sldId="259"/>
            <ac:inkMk id="374" creationId="{AE505254-B265-8A77-AC17-610F65B5B0FB}"/>
          </ac:inkMkLst>
        </pc:inkChg>
        <pc:inkChg chg="add">
          <ac:chgData name="植田 篤俊" userId="0d2b3cda-30c1-45e3-9e5c-02c0046d67fa" providerId="ADAL" clId="{A6AB8097-671C-4783-A056-5A985F003BDF}" dt="2026-04-20T14:43:33.697" v="1691"/>
          <ac:inkMkLst>
            <pc:docMk/>
            <pc:sldMk cId="3869940010" sldId="259"/>
            <ac:inkMk id="375" creationId="{91EECAC4-1FC0-BA4A-4211-33E1282A3B12}"/>
          </ac:inkMkLst>
        </pc:inkChg>
        <pc:inkChg chg="add del">
          <ac:chgData name="植田 篤俊" userId="0d2b3cda-30c1-45e3-9e5c-02c0046d67fa" providerId="ADAL" clId="{A6AB8097-671C-4783-A056-5A985F003BDF}" dt="2026-04-20T14:43:41.568" v="1714"/>
          <ac:inkMkLst>
            <pc:docMk/>
            <pc:sldMk cId="3869940010" sldId="259"/>
            <ac:inkMk id="376" creationId="{8FDA1B08-E665-6D7C-5933-3115E2696C94}"/>
          </ac:inkMkLst>
        </pc:inkChg>
        <pc:inkChg chg="add">
          <ac:chgData name="植田 篤俊" userId="0d2b3cda-30c1-45e3-9e5c-02c0046d67fa" providerId="ADAL" clId="{A6AB8097-671C-4783-A056-5A985F003BDF}" dt="2026-04-20T14:43:34.331" v="1693"/>
          <ac:inkMkLst>
            <pc:docMk/>
            <pc:sldMk cId="3869940010" sldId="259"/>
            <ac:inkMk id="377" creationId="{31C6358D-1B60-C29D-4AEE-F5C493C3ACC4}"/>
          </ac:inkMkLst>
        </pc:inkChg>
        <pc:inkChg chg="add">
          <ac:chgData name="植田 篤俊" userId="0d2b3cda-30c1-45e3-9e5c-02c0046d67fa" providerId="ADAL" clId="{A6AB8097-671C-4783-A056-5A985F003BDF}" dt="2026-04-20T14:43:34.463" v="1694"/>
          <ac:inkMkLst>
            <pc:docMk/>
            <pc:sldMk cId="3869940010" sldId="259"/>
            <ac:inkMk id="378" creationId="{B5A7CFF7-6174-94ED-048D-BF504F17F3A2}"/>
          </ac:inkMkLst>
        </pc:inkChg>
        <pc:inkChg chg="add del">
          <ac:chgData name="植田 篤俊" userId="0d2b3cda-30c1-45e3-9e5c-02c0046d67fa" providerId="ADAL" clId="{A6AB8097-671C-4783-A056-5A985F003BDF}" dt="2026-04-20T14:43:41.568" v="1714"/>
          <ac:inkMkLst>
            <pc:docMk/>
            <pc:sldMk cId="3869940010" sldId="259"/>
            <ac:inkMk id="379" creationId="{B1CE5D90-E1BE-432F-3BA5-EAC63B8EF09F}"/>
          </ac:inkMkLst>
        </pc:inkChg>
        <pc:inkChg chg="add del">
          <ac:chgData name="植田 篤俊" userId="0d2b3cda-30c1-45e3-9e5c-02c0046d67fa" providerId="ADAL" clId="{A6AB8097-671C-4783-A056-5A985F003BDF}" dt="2026-04-20T14:43:41.568" v="1714"/>
          <ac:inkMkLst>
            <pc:docMk/>
            <pc:sldMk cId="3869940010" sldId="259"/>
            <ac:inkMk id="380" creationId="{45C62608-0ADF-3148-0DE1-E4A8372811B0}"/>
          </ac:inkMkLst>
        </pc:inkChg>
        <pc:inkChg chg="add">
          <ac:chgData name="植田 篤俊" userId="0d2b3cda-30c1-45e3-9e5c-02c0046d67fa" providerId="ADAL" clId="{A6AB8097-671C-4783-A056-5A985F003BDF}" dt="2026-04-20T14:43:34.964" v="1697"/>
          <ac:inkMkLst>
            <pc:docMk/>
            <pc:sldMk cId="3869940010" sldId="259"/>
            <ac:inkMk id="381" creationId="{290A33A2-448B-5BE7-710F-3BC27E452796}"/>
          </ac:inkMkLst>
        </pc:inkChg>
        <pc:inkChg chg="add del">
          <ac:chgData name="植田 篤俊" userId="0d2b3cda-30c1-45e3-9e5c-02c0046d67fa" providerId="ADAL" clId="{A6AB8097-671C-4783-A056-5A985F003BDF}" dt="2026-04-20T14:43:41.568" v="1714"/>
          <ac:inkMkLst>
            <pc:docMk/>
            <pc:sldMk cId="3869940010" sldId="259"/>
            <ac:inkMk id="382" creationId="{FAF806FA-B232-A643-A4E0-83388EA08ACE}"/>
          </ac:inkMkLst>
        </pc:inkChg>
        <pc:inkChg chg="add del">
          <ac:chgData name="植田 篤俊" userId="0d2b3cda-30c1-45e3-9e5c-02c0046d67fa" providerId="ADAL" clId="{A6AB8097-671C-4783-A056-5A985F003BDF}" dt="2026-04-20T14:43:41.568" v="1714"/>
          <ac:inkMkLst>
            <pc:docMk/>
            <pc:sldMk cId="3869940010" sldId="259"/>
            <ac:inkMk id="383" creationId="{4206E45E-7794-7FDA-21CE-E68FEB5FE716}"/>
          </ac:inkMkLst>
        </pc:inkChg>
        <pc:inkChg chg="add">
          <ac:chgData name="植田 篤俊" userId="0d2b3cda-30c1-45e3-9e5c-02c0046d67fa" providerId="ADAL" clId="{A6AB8097-671C-4783-A056-5A985F003BDF}" dt="2026-04-20T14:43:37.596" v="1700"/>
          <ac:inkMkLst>
            <pc:docMk/>
            <pc:sldMk cId="3869940010" sldId="259"/>
            <ac:inkMk id="384" creationId="{B5B3478C-31D7-F50B-75C3-988A5FBADD8E}"/>
          </ac:inkMkLst>
        </pc:inkChg>
        <pc:inkChg chg="add">
          <ac:chgData name="植田 篤俊" userId="0d2b3cda-30c1-45e3-9e5c-02c0046d67fa" providerId="ADAL" clId="{A6AB8097-671C-4783-A056-5A985F003BDF}" dt="2026-04-20T14:43:37.746" v="1701"/>
          <ac:inkMkLst>
            <pc:docMk/>
            <pc:sldMk cId="3869940010" sldId="259"/>
            <ac:inkMk id="385" creationId="{3661BF03-A3C3-E8FE-2061-68FB99DC025B}"/>
          </ac:inkMkLst>
        </pc:inkChg>
        <pc:inkChg chg="add">
          <ac:chgData name="植田 篤俊" userId="0d2b3cda-30c1-45e3-9e5c-02c0046d67fa" providerId="ADAL" clId="{A6AB8097-671C-4783-A056-5A985F003BDF}" dt="2026-04-20T14:43:37.963" v="1702"/>
          <ac:inkMkLst>
            <pc:docMk/>
            <pc:sldMk cId="3869940010" sldId="259"/>
            <ac:inkMk id="386" creationId="{659EDA5A-55CE-198A-833B-83815E53D15D}"/>
          </ac:inkMkLst>
        </pc:inkChg>
        <pc:inkChg chg="add">
          <ac:chgData name="植田 篤俊" userId="0d2b3cda-30c1-45e3-9e5c-02c0046d67fa" providerId="ADAL" clId="{A6AB8097-671C-4783-A056-5A985F003BDF}" dt="2026-04-20T14:43:38.164" v="1703"/>
          <ac:inkMkLst>
            <pc:docMk/>
            <pc:sldMk cId="3869940010" sldId="259"/>
            <ac:inkMk id="387" creationId="{C5ECCE32-D5A0-2FFC-48CB-63F77A5EC1D7}"/>
          </ac:inkMkLst>
        </pc:inkChg>
        <pc:inkChg chg="add">
          <ac:chgData name="植田 篤俊" userId="0d2b3cda-30c1-45e3-9e5c-02c0046d67fa" providerId="ADAL" clId="{A6AB8097-671C-4783-A056-5A985F003BDF}" dt="2026-04-20T14:43:38.297" v="1704"/>
          <ac:inkMkLst>
            <pc:docMk/>
            <pc:sldMk cId="3869940010" sldId="259"/>
            <ac:inkMk id="388" creationId="{89DE655B-D859-8C51-3CD8-C0D9370975E2}"/>
          </ac:inkMkLst>
        </pc:inkChg>
        <pc:inkChg chg="add">
          <ac:chgData name="植田 篤俊" userId="0d2b3cda-30c1-45e3-9e5c-02c0046d67fa" providerId="ADAL" clId="{A6AB8097-671C-4783-A056-5A985F003BDF}" dt="2026-04-20T14:43:38.430" v="1705"/>
          <ac:inkMkLst>
            <pc:docMk/>
            <pc:sldMk cId="3869940010" sldId="259"/>
            <ac:inkMk id="389" creationId="{22D0480C-2B34-C215-50F0-8437278C5DD7}"/>
          </ac:inkMkLst>
        </pc:inkChg>
        <pc:inkChg chg="add">
          <ac:chgData name="植田 篤俊" userId="0d2b3cda-30c1-45e3-9e5c-02c0046d67fa" providerId="ADAL" clId="{A6AB8097-671C-4783-A056-5A985F003BDF}" dt="2026-04-20T14:43:39.146" v="1706"/>
          <ac:inkMkLst>
            <pc:docMk/>
            <pc:sldMk cId="3869940010" sldId="259"/>
            <ac:inkMk id="390" creationId="{7ACE9079-B99C-FC82-1514-3B56E7671E64}"/>
          </ac:inkMkLst>
        </pc:inkChg>
        <pc:inkChg chg="add">
          <ac:chgData name="植田 篤俊" userId="0d2b3cda-30c1-45e3-9e5c-02c0046d67fa" providerId="ADAL" clId="{A6AB8097-671C-4783-A056-5A985F003BDF}" dt="2026-04-20T14:43:39.413" v="1707"/>
          <ac:inkMkLst>
            <pc:docMk/>
            <pc:sldMk cId="3869940010" sldId="259"/>
            <ac:inkMk id="391" creationId="{8B3D00A2-B4C9-0AD6-1CD4-71AF5C42B65C}"/>
          </ac:inkMkLst>
        </pc:inkChg>
        <pc:inkChg chg="add del">
          <ac:chgData name="植田 篤俊" userId="0d2b3cda-30c1-45e3-9e5c-02c0046d67fa" providerId="ADAL" clId="{A6AB8097-671C-4783-A056-5A985F003BDF}" dt="2026-04-20T14:43:41.568" v="1714"/>
          <ac:inkMkLst>
            <pc:docMk/>
            <pc:sldMk cId="3869940010" sldId="259"/>
            <ac:inkMk id="392" creationId="{B237040B-68AE-6C5A-7217-4D8675CD9F53}"/>
          </ac:inkMkLst>
        </pc:inkChg>
        <pc:inkChg chg="add">
          <ac:chgData name="植田 篤俊" userId="0d2b3cda-30c1-45e3-9e5c-02c0046d67fa" providerId="ADAL" clId="{A6AB8097-671C-4783-A056-5A985F003BDF}" dt="2026-04-20T14:43:39.796" v="1709"/>
          <ac:inkMkLst>
            <pc:docMk/>
            <pc:sldMk cId="3869940010" sldId="259"/>
            <ac:inkMk id="393" creationId="{AF121352-1512-19C6-A17B-789327364507}"/>
          </ac:inkMkLst>
        </pc:inkChg>
        <pc:inkChg chg="add del">
          <ac:chgData name="植田 篤俊" userId="0d2b3cda-30c1-45e3-9e5c-02c0046d67fa" providerId="ADAL" clId="{A6AB8097-671C-4783-A056-5A985F003BDF}" dt="2026-04-20T14:43:41.568" v="1714"/>
          <ac:inkMkLst>
            <pc:docMk/>
            <pc:sldMk cId="3869940010" sldId="259"/>
            <ac:inkMk id="394" creationId="{30B750C1-C57C-F7DA-82AD-208F777C8721}"/>
          </ac:inkMkLst>
        </pc:inkChg>
        <pc:inkChg chg="add">
          <ac:chgData name="植田 篤俊" userId="0d2b3cda-30c1-45e3-9e5c-02c0046d67fa" providerId="ADAL" clId="{A6AB8097-671C-4783-A056-5A985F003BDF}" dt="2026-04-20T14:43:40.180" v="1711"/>
          <ac:inkMkLst>
            <pc:docMk/>
            <pc:sldMk cId="3869940010" sldId="259"/>
            <ac:inkMk id="395" creationId="{9E82E07A-19ED-8954-4F01-A2C3244725D5}"/>
          </ac:inkMkLst>
        </pc:inkChg>
        <pc:inkChg chg="add">
          <ac:chgData name="植田 篤俊" userId="0d2b3cda-30c1-45e3-9e5c-02c0046d67fa" providerId="ADAL" clId="{A6AB8097-671C-4783-A056-5A985F003BDF}" dt="2026-04-20T14:43:40.466" v="1712"/>
          <ac:inkMkLst>
            <pc:docMk/>
            <pc:sldMk cId="3869940010" sldId="259"/>
            <ac:inkMk id="396" creationId="{43F62D15-072C-DE98-5FFD-38F0E9A0C253}"/>
          </ac:inkMkLst>
        </pc:inkChg>
        <pc:inkChg chg="add">
          <ac:chgData name="植田 篤俊" userId="0d2b3cda-30c1-45e3-9e5c-02c0046d67fa" providerId="ADAL" clId="{A6AB8097-671C-4783-A056-5A985F003BDF}" dt="2026-04-20T14:43:40.580" v="1713"/>
          <ac:inkMkLst>
            <pc:docMk/>
            <pc:sldMk cId="3869940010" sldId="259"/>
            <ac:inkMk id="397" creationId="{A78AC5D6-7114-5389-7BFB-0058E48A39E3}"/>
          </ac:inkMkLst>
        </pc:inkChg>
        <pc:inkChg chg="add reco">
          <ac:chgData name="植田 篤俊" userId="0d2b3cda-30c1-45e3-9e5c-02c0046d67fa" providerId="ADAL" clId="{A6AB8097-671C-4783-A056-5A985F003BDF}" dt="2026-04-20T14:43:41.568" v="1714"/>
          <ac:inkMkLst>
            <pc:docMk/>
            <pc:sldMk cId="3869940010" sldId="259"/>
            <ac:inkMk id="398" creationId="{370ED759-9CCA-D885-42E7-FE10FFCE160F}"/>
          </ac:inkMkLst>
        </pc:inkChg>
        <pc:inkChg chg="add del">
          <ac:chgData name="植田 篤俊" userId="0d2b3cda-30c1-45e3-9e5c-02c0046d67fa" providerId="ADAL" clId="{A6AB8097-671C-4783-A056-5A985F003BDF}" dt="2026-04-20T14:43:56.631" v="1735"/>
          <ac:inkMkLst>
            <pc:docMk/>
            <pc:sldMk cId="3869940010" sldId="259"/>
            <ac:inkMk id="399" creationId="{64FD7380-3F25-E193-7179-29123D20CE54}"/>
          </ac:inkMkLst>
        </pc:inkChg>
        <pc:inkChg chg="add">
          <ac:chgData name="植田 篤俊" userId="0d2b3cda-30c1-45e3-9e5c-02c0046d67fa" providerId="ADAL" clId="{A6AB8097-671C-4783-A056-5A985F003BDF}" dt="2026-04-20T14:43:50.365" v="1716"/>
          <ac:inkMkLst>
            <pc:docMk/>
            <pc:sldMk cId="3869940010" sldId="259"/>
            <ac:inkMk id="400" creationId="{AFFACEF6-6E2C-0644-4520-3E039A0C106E}"/>
          </ac:inkMkLst>
        </pc:inkChg>
        <pc:inkChg chg="add del">
          <ac:chgData name="植田 篤俊" userId="0d2b3cda-30c1-45e3-9e5c-02c0046d67fa" providerId="ADAL" clId="{A6AB8097-671C-4783-A056-5A985F003BDF}" dt="2026-04-20T14:43:56.631" v="1735"/>
          <ac:inkMkLst>
            <pc:docMk/>
            <pc:sldMk cId="3869940010" sldId="259"/>
            <ac:inkMk id="401" creationId="{B4C722F0-AF50-17F9-A963-430C1E5D3DE8}"/>
          </ac:inkMkLst>
        </pc:inkChg>
        <pc:inkChg chg="add">
          <ac:chgData name="植田 篤俊" userId="0d2b3cda-30c1-45e3-9e5c-02c0046d67fa" providerId="ADAL" clId="{A6AB8097-671C-4783-A056-5A985F003BDF}" dt="2026-04-20T14:43:50.695" v="1718"/>
          <ac:inkMkLst>
            <pc:docMk/>
            <pc:sldMk cId="3869940010" sldId="259"/>
            <ac:inkMk id="402" creationId="{47184428-DC57-5E36-FDD2-6BC6476682EF}"/>
          </ac:inkMkLst>
        </pc:inkChg>
        <pc:inkChg chg="add del">
          <ac:chgData name="植田 篤俊" userId="0d2b3cda-30c1-45e3-9e5c-02c0046d67fa" providerId="ADAL" clId="{A6AB8097-671C-4783-A056-5A985F003BDF}" dt="2026-04-20T14:43:56.631" v="1735"/>
          <ac:inkMkLst>
            <pc:docMk/>
            <pc:sldMk cId="3869940010" sldId="259"/>
            <ac:inkMk id="403" creationId="{6B90F2DA-7AF0-E9A4-4AF7-B934168295A6}"/>
          </ac:inkMkLst>
        </pc:inkChg>
        <pc:inkChg chg="add">
          <ac:chgData name="植田 篤俊" userId="0d2b3cda-30c1-45e3-9e5c-02c0046d67fa" providerId="ADAL" clId="{A6AB8097-671C-4783-A056-5A985F003BDF}" dt="2026-04-20T14:43:51.595" v="1720"/>
          <ac:inkMkLst>
            <pc:docMk/>
            <pc:sldMk cId="3869940010" sldId="259"/>
            <ac:inkMk id="404" creationId="{EAA193F4-AC46-4848-F405-D62FFA0C4A38}"/>
          </ac:inkMkLst>
        </pc:inkChg>
        <pc:inkChg chg="add del">
          <ac:chgData name="植田 篤俊" userId="0d2b3cda-30c1-45e3-9e5c-02c0046d67fa" providerId="ADAL" clId="{A6AB8097-671C-4783-A056-5A985F003BDF}" dt="2026-04-20T14:43:56.631" v="1735"/>
          <ac:inkMkLst>
            <pc:docMk/>
            <pc:sldMk cId="3869940010" sldId="259"/>
            <ac:inkMk id="405" creationId="{4E3E9088-BBEC-AE15-77F1-C5A2287A1E22}"/>
          </ac:inkMkLst>
        </pc:inkChg>
        <pc:inkChg chg="add del">
          <ac:chgData name="植田 篤俊" userId="0d2b3cda-30c1-45e3-9e5c-02c0046d67fa" providerId="ADAL" clId="{A6AB8097-671C-4783-A056-5A985F003BDF}" dt="2026-04-20T14:43:56.631" v="1735"/>
          <ac:inkMkLst>
            <pc:docMk/>
            <pc:sldMk cId="3869940010" sldId="259"/>
            <ac:inkMk id="406" creationId="{F40ABD7C-3767-E374-6ED4-A5EDC84214B9}"/>
          </ac:inkMkLst>
        </pc:inkChg>
        <pc:inkChg chg="add">
          <ac:chgData name="植田 篤俊" userId="0d2b3cda-30c1-45e3-9e5c-02c0046d67fa" providerId="ADAL" clId="{A6AB8097-671C-4783-A056-5A985F003BDF}" dt="2026-04-20T14:43:52.845" v="1723"/>
          <ac:inkMkLst>
            <pc:docMk/>
            <pc:sldMk cId="3869940010" sldId="259"/>
            <ac:inkMk id="407" creationId="{424A8BD2-30E3-621B-3DD3-469E85F04E19}"/>
          </ac:inkMkLst>
        </pc:inkChg>
        <pc:inkChg chg="add del">
          <ac:chgData name="植田 篤俊" userId="0d2b3cda-30c1-45e3-9e5c-02c0046d67fa" providerId="ADAL" clId="{A6AB8097-671C-4783-A056-5A985F003BDF}" dt="2026-04-20T14:43:56.631" v="1735"/>
          <ac:inkMkLst>
            <pc:docMk/>
            <pc:sldMk cId="3869940010" sldId="259"/>
            <ac:inkMk id="408" creationId="{BE9F4D5D-C7FE-7B08-69B7-0B2E2901171E}"/>
          </ac:inkMkLst>
        </pc:inkChg>
        <pc:inkChg chg="add del">
          <ac:chgData name="植田 篤俊" userId="0d2b3cda-30c1-45e3-9e5c-02c0046d67fa" providerId="ADAL" clId="{A6AB8097-671C-4783-A056-5A985F003BDF}" dt="2026-04-20T14:43:56.631" v="1735"/>
          <ac:inkMkLst>
            <pc:docMk/>
            <pc:sldMk cId="3869940010" sldId="259"/>
            <ac:inkMk id="409" creationId="{E38C6751-20BF-36FA-4BCD-963D825409F2}"/>
          </ac:inkMkLst>
        </pc:inkChg>
        <pc:inkChg chg="add">
          <ac:chgData name="植田 篤俊" userId="0d2b3cda-30c1-45e3-9e5c-02c0046d67fa" providerId="ADAL" clId="{A6AB8097-671C-4783-A056-5A985F003BDF}" dt="2026-04-20T14:43:53.662" v="1726"/>
          <ac:inkMkLst>
            <pc:docMk/>
            <pc:sldMk cId="3869940010" sldId="259"/>
            <ac:inkMk id="410" creationId="{05E0AE0F-6F21-AAB1-0DF3-AB8A3E788754}"/>
          </ac:inkMkLst>
        </pc:inkChg>
        <pc:inkChg chg="add">
          <ac:chgData name="植田 篤俊" userId="0d2b3cda-30c1-45e3-9e5c-02c0046d67fa" providerId="ADAL" clId="{A6AB8097-671C-4783-A056-5A985F003BDF}" dt="2026-04-20T14:43:53.845" v="1727"/>
          <ac:inkMkLst>
            <pc:docMk/>
            <pc:sldMk cId="3869940010" sldId="259"/>
            <ac:inkMk id="411" creationId="{EE377D27-5868-38B2-8C40-3893B3FD3E6D}"/>
          </ac:inkMkLst>
        </pc:inkChg>
        <pc:inkChg chg="add">
          <ac:chgData name="植田 篤俊" userId="0d2b3cda-30c1-45e3-9e5c-02c0046d67fa" providerId="ADAL" clId="{A6AB8097-671C-4783-A056-5A985F003BDF}" dt="2026-04-20T14:43:54.064" v="1728"/>
          <ac:inkMkLst>
            <pc:docMk/>
            <pc:sldMk cId="3869940010" sldId="259"/>
            <ac:inkMk id="412" creationId="{19F889FA-7E88-1281-18F0-5493E2293B05}"/>
          </ac:inkMkLst>
        </pc:inkChg>
        <pc:inkChg chg="add">
          <ac:chgData name="植田 篤俊" userId="0d2b3cda-30c1-45e3-9e5c-02c0046d67fa" providerId="ADAL" clId="{A6AB8097-671C-4783-A056-5A985F003BDF}" dt="2026-04-20T14:43:54.195" v="1729"/>
          <ac:inkMkLst>
            <pc:docMk/>
            <pc:sldMk cId="3869940010" sldId="259"/>
            <ac:inkMk id="413" creationId="{31CC400D-542A-A1A2-0457-4EFA53E53BFF}"/>
          </ac:inkMkLst>
        </pc:inkChg>
        <pc:inkChg chg="add del">
          <ac:chgData name="植田 篤俊" userId="0d2b3cda-30c1-45e3-9e5c-02c0046d67fa" providerId="ADAL" clId="{A6AB8097-671C-4783-A056-5A985F003BDF}" dt="2026-04-20T14:43:56.631" v="1735"/>
          <ac:inkMkLst>
            <pc:docMk/>
            <pc:sldMk cId="3869940010" sldId="259"/>
            <ac:inkMk id="414" creationId="{2512259D-ED82-6A4C-9FFE-BAB8D8C03B42}"/>
          </ac:inkMkLst>
        </pc:inkChg>
        <pc:inkChg chg="add del">
          <ac:chgData name="植田 篤俊" userId="0d2b3cda-30c1-45e3-9e5c-02c0046d67fa" providerId="ADAL" clId="{A6AB8097-671C-4783-A056-5A985F003BDF}" dt="2026-04-20T14:43:56.631" v="1735"/>
          <ac:inkMkLst>
            <pc:docMk/>
            <pc:sldMk cId="3869940010" sldId="259"/>
            <ac:inkMk id="415" creationId="{1EEE4A25-B381-C7EA-9967-5844CFB3276F}"/>
          </ac:inkMkLst>
        </pc:inkChg>
        <pc:inkChg chg="add">
          <ac:chgData name="植田 篤俊" userId="0d2b3cda-30c1-45e3-9e5c-02c0046d67fa" providerId="ADAL" clId="{A6AB8097-671C-4783-A056-5A985F003BDF}" dt="2026-04-20T14:43:55.412" v="1732"/>
          <ac:inkMkLst>
            <pc:docMk/>
            <pc:sldMk cId="3869940010" sldId="259"/>
            <ac:inkMk id="416" creationId="{6A200B6B-9063-BF89-3D01-94DA2CBEB797}"/>
          </ac:inkMkLst>
        </pc:inkChg>
        <pc:inkChg chg="add del">
          <ac:chgData name="植田 篤俊" userId="0d2b3cda-30c1-45e3-9e5c-02c0046d67fa" providerId="ADAL" clId="{A6AB8097-671C-4783-A056-5A985F003BDF}" dt="2026-04-20T14:43:56.631" v="1735"/>
          <ac:inkMkLst>
            <pc:docMk/>
            <pc:sldMk cId="3869940010" sldId="259"/>
            <ac:inkMk id="417" creationId="{3BC370D3-F952-F0F4-8BB0-09ABDB420B68}"/>
          </ac:inkMkLst>
        </pc:inkChg>
        <pc:inkChg chg="add">
          <ac:chgData name="植田 篤俊" userId="0d2b3cda-30c1-45e3-9e5c-02c0046d67fa" providerId="ADAL" clId="{A6AB8097-671C-4783-A056-5A985F003BDF}" dt="2026-04-20T14:43:55.929" v="1734"/>
          <ac:inkMkLst>
            <pc:docMk/>
            <pc:sldMk cId="3869940010" sldId="259"/>
            <ac:inkMk id="418" creationId="{0683B58C-AD7D-3A89-61DD-407C86BAC84A}"/>
          </ac:inkMkLst>
        </pc:inkChg>
        <pc:inkChg chg="add del">
          <ac:chgData name="植田 篤俊" userId="0d2b3cda-30c1-45e3-9e5c-02c0046d67fa" providerId="ADAL" clId="{A6AB8097-671C-4783-A056-5A985F003BDF}" dt="2026-04-20T14:44:23.721" v="1744"/>
          <ac:inkMkLst>
            <pc:docMk/>
            <pc:sldMk cId="3869940010" sldId="259"/>
            <ac:inkMk id="420" creationId="{5545910B-7372-FE84-E132-23410CEF42E8}"/>
          </ac:inkMkLst>
        </pc:inkChg>
        <pc:inkChg chg="add del">
          <ac:chgData name="植田 篤俊" userId="0d2b3cda-30c1-45e3-9e5c-02c0046d67fa" providerId="ADAL" clId="{A6AB8097-671C-4783-A056-5A985F003BDF}" dt="2026-04-20T14:44:23.721" v="1744"/>
          <ac:inkMkLst>
            <pc:docMk/>
            <pc:sldMk cId="3869940010" sldId="259"/>
            <ac:inkMk id="421" creationId="{4BB557CF-5186-2259-2629-DF61301AA39A}"/>
          </ac:inkMkLst>
        </pc:inkChg>
        <pc:inkChg chg="add del">
          <ac:chgData name="植田 篤俊" userId="0d2b3cda-30c1-45e3-9e5c-02c0046d67fa" providerId="ADAL" clId="{A6AB8097-671C-4783-A056-5A985F003BDF}" dt="2026-04-20T14:44:22.293" v="1740"/>
          <ac:inkMkLst>
            <pc:docMk/>
            <pc:sldMk cId="3869940010" sldId="259"/>
            <ac:inkMk id="422" creationId="{A0CCAB23-62EF-DFC0-6C73-0BE8D6C2495B}"/>
          </ac:inkMkLst>
        </pc:inkChg>
        <pc:inkChg chg="add del">
          <ac:chgData name="植田 篤俊" userId="0d2b3cda-30c1-45e3-9e5c-02c0046d67fa" providerId="ADAL" clId="{A6AB8097-671C-4783-A056-5A985F003BDF}" dt="2026-04-20T14:44:22.294" v="1741"/>
          <ac:inkMkLst>
            <pc:docMk/>
            <pc:sldMk cId="3869940010" sldId="259"/>
            <ac:inkMk id="423" creationId="{32081162-5632-DFB6-BE72-7F052A55FBFD}"/>
          </ac:inkMkLst>
        </pc:inkChg>
        <pc:inkChg chg="add del">
          <ac:chgData name="植田 篤俊" userId="0d2b3cda-30c1-45e3-9e5c-02c0046d67fa" providerId="ADAL" clId="{A6AB8097-671C-4783-A056-5A985F003BDF}" dt="2026-04-20T14:44:23.721" v="1744"/>
          <ac:inkMkLst>
            <pc:docMk/>
            <pc:sldMk cId="3869940010" sldId="259"/>
            <ac:inkMk id="424" creationId="{D4E81B9B-7A4E-9EB2-5B55-E872A33C2F0A}"/>
          </ac:inkMkLst>
        </pc:inkChg>
        <pc:inkChg chg="add del">
          <ac:chgData name="植田 篤俊" userId="0d2b3cda-30c1-45e3-9e5c-02c0046d67fa" providerId="ADAL" clId="{A6AB8097-671C-4783-A056-5A985F003BDF}" dt="2026-04-20T14:44:23.721" v="1744"/>
          <ac:inkMkLst>
            <pc:docMk/>
            <pc:sldMk cId="3869940010" sldId="259"/>
            <ac:inkMk id="425" creationId="{FDFCFC2E-E66D-CDCC-EC1F-8075E50A4E29}"/>
          </ac:inkMkLst>
        </pc:inkChg>
        <pc:inkChg chg="add del reco">
          <ac:chgData name="植田 篤俊" userId="0d2b3cda-30c1-45e3-9e5c-02c0046d67fa" providerId="ADAL" clId="{A6AB8097-671C-4783-A056-5A985F003BDF}" dt="2026-04-20T14:44:34.596" v="1747"/>
          <ac:inkMkLst>
            <pc:docMk/>
            <pc:sldMk cId="3869940010" sldId="259"/>
            <ac:inkMk id="426" creationId="{3C5F7E95-1822-4132-739E-AF7BB4163C69}"/>
          </ac:inkMkLst>
        </pc:inkChg>
        <pc:inkChg chg="add del">
          <ac:chgData name="植田 篤俊" userId="0d2b3cda-30c1-45e3-9e5c-02c0046d67fa" providerId="ADAL" clId="{A6AB8097-671C-4783-A056-5A985F003BDF}" dt="2026-04-20T14:44:34.576" v="1746"/>
          <ac:inkMkLst>
            <pc:docMk/>
            <pc:sldMk cId="3869940010" sldId="259"/>
            <ac:inkMk id="427" creationId="{FA514C2A-BECB-B6FE-1B5C-1FABADBF40AF}"/>
          </ac:inkMkLst>
        </pc:inkChg>
        <pc:inkChg chg="add del">
          <ac:chgData name="植田 篤俊" userId="0d2b3cda-30c1-45e3-9e5c-02c0046d67fa" providerId="ADAL" clId="{A6AB8097-671C-4783-A056-5A985F003BDF}" dt="2026-04-20T14:44:40.725" v="1752"/>
          <ac:inkMkLst>
            <pc:docMk/>
            <pc:sldMk cId="3869940010" sldId="259"/>
            <ac:inkMk id="428" creationId="{4F13F41A-418A-49C8-60BF-13CBEA095219}"/>
          </ac:inkMkLst>
        </pc:inkChg>
        <pc:inkChg chg="add del">
          <ac:chgData name="植田 篤俊" userId="0d2b3cda-30c1-45e3-9e5c-02c0046d67fa" providerId="ADAL" clId="{A6AB8097-671C-4783-A056-5A985F003BDF}" dt="2026-04-20T14:44:40.725" v="1752"/>
          <ac:inkMkLst>
            <pc:docMk/>
            <pc:sldMk cId="3869940010" sldId="259"/>
            <ac:inkMk id="429" creationId="{DAED2F79-E27A-2820-F835-F5F660E654DF}"/>
          </ac:inkMkLst>
        </pc:inkChg>
        <pc:inkChg chg="add del">
          <ac:chgData name="植田 篤俊" userId="0d2b3cda-30c1-45e3-9e5c-02c0046d67fa" providerId="ADAL" clId="{A6AB8097-671C-4783-A056-5A985F003BDF}" dt="2026-04-20T14:44:40.725" v="1752"/>
          <ac:inkMkLst>
            <pc:docMk/>
            <pc:sldMk cId="3869940010" sldId="259"/>
            <ac:inkMk id="430" creationId="{FA145BC9-6F04-04FE-0953-C664B5DC3A7B}"/>
          </ac:inkMkLst>
        </pc:inkChg>
        <pc:inkChg chg="add del">
          <ac:chgData name="植田 篤俊" userId="0d2b3cda-30c1-45e3-9e5c-02c0046d67fa" providerId="ADAL" clId="{A6AB8097-671C-4783-A056-5A985F003BDF}" dt="2026-04-20T14:44:40.725" v="1752"/>
          <ac:inkMkLst>
            <pc:docMk/>
            <pc:sldMk cId="3869940010" sldId="259"/>
            <ac:inkMk id="431" creationId="{1B5D2D27-789C-77EA-8831-53150A67DE86}"/>
          </ac:inkMkLst>
        </pc:inkChg>
        <pc:inkChg chg="add reco">
          <ac:chgData name="植田 篤俊" userId="0d2b3cda-30c1-45e3-9e5c-02c0046d67fa" providerId="ADAL" clId="{A6AB8097-671C-4783-A056-5A985F003BDF}" dt="2026-04-20T14:44:40.725" v="1752"/>
          <ac:inkMkLst>
            <pc:docMk/>
            <pc:sldMk cId="3869940010" sldId="259"/>
            <ac:inkMk id="432" creationId="{50531493-D240-FC4D-7FDA-E9B2EBFA2DCC}"/>
          </ac:inkMkLst>
        </pc:inkChg>
        <pc:inkChg chg="add del">
          <ac:chgData name="植田 篤俊" userId="0d2b3cda-30c1-45e3-9e5c-02c0046d67fa" providerId="ADAL" clId="{A6AB8097-671C-4783-A056-5A985F003BDF}" dt="2026-04-20T14:44:45.064" v="1759"/>
          <ac:inkMkLst>
            <pc:docMk/>
            <pc:sldMk cId="3869940010" sldId="259"/>
            <ac:inkMk id="433" creationId="{D43A072B-0ADF-82C2-BA43-829E15F30B24}"/>
          </ac:inkMkLst>
        </pc:inkChg>
        <pc:inkChg chg="add del">
          <ac:chgData name="植田 篤俊" userId="0d2b3cda-30c1-45e3-9e5c-02c0046d67fa" providerId="ADAL" clId="{A6AB8097-671C-4783-A056-5A985F003BDF}" dt="2026-04-20T14:44:45.064" v="1759"/>
          <ac:inkMkLst>
            <pc:docMk/>
            <pc:sldMk cId="3869940010" sldId="259"/>
            <ac:inkMk id="434" creationId="{3E94238A-136E-7A83-902B-6887477A4FAC}"/>
          </ac:inkMkLst>
        </pc:inkChg>
        <pc:inkChg chg="add del">
          <ac:chgData name="植田 篤俊" userId="0d2b3cda-30c1-45e3-9e5c-02c0046d67fa" providerId="ADAL" clId="{A6AB8097-671C-4783-A056-5A985F003BDF}" dt="2026-04-20T14:44:45.064" v="1759"/>
          <ac:inkMkLst>
            <pc:docMk/>
            <pc:sldMk cId="3869940010" sldId="259"/>
            <ac:inkMk id="435" creationId="{F2F56099-D571-DF7C-5094-56FB4DA53990}"/>
          </ac:inkMkLst>
        </pc:inkChg>
        <pc:inkChg chg="add del">
          <ac:chgData name="植田 篤俊" userId="0d2b3cda-30c1-45e3-9e5c-02c0046d67fa" providerId="ADAL" clId="{A6AB8097-671C-4783-A056-5A985F003BDF}" dt="2026-04-20T14:44:45.064" v="1759"/>
          <ac:inkMkLst>
            <pc:docMk/>
            <pc:sldMk cId="3869940010" sldId="259"/>
            <ac:inkMk id="436" creationId="{14890ACC-49B2-6A98-6875-9DE89CBA0D43}"/>
          </ac:inkMkLst>
        </pc:inkChg>
        <pc:inkChg chg="add del">
          <ac:chgData name="植田 篤俊" userId="0d2b3cda-30c1-45e3-9e5c-02c0046d67fa" providerId="ADAL" clId="{A6AB8097-671C-4783-A056-5A985F003BDF}" dt="2026-04-20T14:44:45.064" v="1759"/>
          <ac:inkMkLst>
            <pc:docMk/>
            <pc:sldMk cId="3869940010" sldId="259"/>
            <ac:inkMk id="437" creationId="{67E83930-5402-4455-C762-0A725DEBF5D0}"/>
          </ac:inkMkLst>
        </pc:inkChg>
        <pc:inkChg chg="add del">
          <ac:chgData name="植田 篤俊" userId="0d2b3cda-30c1-45e3-9e5c-02c0046d67fa" providerId="ADAL" clId="{A6AB8097-671C-4783-A056-5A985F003BDF}" dt="2026-04-20T14:44:45.064" v="1759"/>
          <ac:inkMkLst>
            <pc:docMk/>
            <pc:sldMk cId="3869940010" sldId="259"/>
            <ac:inkMk id="438" creationId="{49703759-ECB0-503B-8C1B-78C4743CE98C}"/>
          </ac:inkMkLst>
        </pc:inkChg>
        <pc:inkChg chg="add reco">
          <ac:chgData name="植田 篤俊" userId="0d2b3cda-30c1-45e3-9e5c-02c0046d67fa" providerId="ADAL" clId="{A6AB8097-671C-4783-A056-5A985F003BDF}" dt="2026-04-20T14:44:45.064" v="1759"/>
          <ac:inkMkLst>
            <pc:docMk/>
            <pc:sldMk cId="3869940010" sldId="259"/>
            <ac:inkMk id="439" creationId="{3A330928-4435-022C-4ED7-BE80847B85EF}"/>
          </ac:inkMkLst>
        </pc:inkChg>
        <pc:inkChg chg="add del">
          <ac:chgData name="植田 篤俊" userId="0d2b3cda-30c1-45e3-9e5c-02c0046d67fa" providerId="ADAL" clId="{A6AB8097-671C-4783-A056-5A985F003BDF}" dt="2026-04-20T14:44:52.095" v="1776"/>
          <ac:inkMkLst>
            <pc:docMk/>
            <pc:sldMk cId="3869940010" sldId="259"/>
            <ac:inkMk id="440" creationId="{65269EA3-6E71-7F23-3CD2-135FBD7E1E2A}"/>
          </ac:inkMkLst>
        </pc:inkChg>
        <pc:inkChg chg="add del">
          <ac:chgData name="植田 篤俊" userId="0d2b3cda-30c1-45e3-9e5c-02c0046d67fa" providerId="ADAL" clId="{A6AB8097-671C-4783-A056-5A985F003BDF}" dt="2026-04-20T14:44:47.022" v="1765"/>
          <ac:inkMkLst>
            <pc:docMk/>
            <pc:sldMk cId="3869940010" sldId="259"/>
            <ac:inkMk id="441" creationId="{11FE5282-2DAA-AC92-D465-02A7D5D5B340}"/>
          </ac:inkMkLst>
        </pc:inkChg>
        <pc:inkChg chg="add del">
          <ac:chgData name="植田 篤俊" userId="0d2b3cda-30c1-45e3-9e5c-02c0046d67fa" providerId="ADAL" clId="{A6AB8097-671C-4783-A056-5A985F003BDF}" dt="2026-04-20T14:44:47.008" v="1764"/>
          <ac:inkMkLst>
            <pc:docMk/>
            <pc:sldMk cId="3869940010" sldId="259"/>
            <ac:inkMk id="442" creationId="{5F5199D2-D41A-190D-A491-C2CE9A52CEED}"/>
          </ac:inkMkLst>
        </pc:inkChg>
        <pc:inkChg chg="add del">
          <ac:chgData name="植田 篤俊" userId="0d2b3cda-30c1-45e3-9e5c-02c0046d67fa" providerId="ADAL" clId="{A6AB8097-671C-4783-A056-5A985F003BDF}" dt="2026-04-20T14:44:47.758" v="1766"/>
          <ac:inkMkLst>
            <pc:docMk/>
            <pc:sldMk cId="3869940010" sldId="259"/>
            <ac:inkMk id="443" creationId="{D20C9D68-1EED-C454-782B-BA1B8E29DACD}"/>
          </ac:inkMkLst>
        </pc:inkChg>
        <pc:inkChg chg="add del">
          <ac:chgData name="植田 篤俊" userId="0d2b3cda-30c1-45e3-9e5c-02c0046d67fa" providerId="ADAL" clId="{A6AB8097-671C-4783-A056-5A985F003BDF}" dt="2026-04-20T14:44:52.095" v="1776"/>
          <ac:inkMkLst>
            <pc:docMk/>
            <pc:sldMk cId="3869940010" sldId="259"/>
            <ac:inkMk id="444" creationId="{588DD07B-B585-0AD5-CBD6-46EC7CF318A0}"/>
          </ac:inkMkLst>
        </pc:inkChg>
        <pc:inkChg chg="add del">
          <ac:chgData name="植田 篤俊" userId="0d2b3cda-30c1-45e3-9e5c-02c0046d67fa" providerId="ADAL" clId="{A6AB8097-671C-4783-A056-5A985F003BDF}" dt="2026-04-20T14:44:52.095" v="1776"/>
          <ac:inkMkLst>
            <pc:docMk/>
            <pc:sldMk cId="3869940010" sldId="259"/>
            <ac:inkMk id="445" creationId="{D5B7FDCD-0F36-83A4-8085-A745818AB6DA}"/>
          </ac:inkMkLst>
        </pc:inkChg>
        <pc:inkChg chg="add">
          <ac:chgData name="植田 篤俊" userId="0d2b3cda-30c1-45e3-9e5c-02c0046d67fa" providerId="ADAL" clId="{A6AB8097-671C-4783-A056-5A985F003BDF}" dt="2026-04-20T14:44:49.257" v="1769"/>
          <ac:inkMkLst>
            <pc:docMk/>
            <pc:sldMk cId="3869940010" sldId="259"/>
            <ac:inkMk id="446" creationId="{814614BC-7C4C-B03B-B971-772056BDD4AD}"/>
          </ac:inkMkLst>
        </pc:inkChg>
        <pc:inkChg chg="add del">
          <ac:chgData name="植田 篤俊" userId="0d2b3cda-30c1-45e3-9e5c-02c0046d67fa" providerId="ADAL" clId="{A6AB8097-671C-4783-A056-5A985F003BDF}" dt="2026-04-20T14:44:52.095" v="1776"/>
          <ac:inkMkLst>
            <pc:docMk/>
            <pc:sldMk cId="3869940010" sldId="259"/>
            <ac:inkMk id="447" creationId="{A9BA29DA-6B23-717A-08AC-4BA1C3A99F2B}"/>
          </ac:inkMkLst>
        </pc:inkChg>
        <pc:inkChg chg="add del">
          <ac:chgData name="植田 篤俊" userId="0d2b3cda-30c1-45e3-9e5c-02c0046d67fa" providerId="ADAL" clId="{A6AB8097-671C-4783-A056-5A985F003BDF}" dt="2026-04-20T14:44:52.095" v="1776"/>
          <ac:inkMkLst>
            <pc:docMk/>
            <pc:sldMk cId="3869940010" sldId="259"/>
            <ac:inkMk id="448" creationId="{76196061-116E-B49A-F8DD-1F539408891E}"/>
          </ac:inkMkLst>
        </pc:inkChg>
        <pc:inkChg chg="add del">
          <ac:chgData name="植田 篤俊" userId="0d2b3cda-30c1-45e3-9e5c-02c0046d67fa" providerId="ADAL" clId="{A6AB8097-671C-4783-A056-5A985F003BDF}" dt="2026-04-20T14:44:52.095" v="1776"/>
          <ac:inkMkLst>
            <pc:docMk/>
            <pc:sldMk cId="3869940010" sldId="259"/>
            <ac:inkMk id="449" creationId="{7FB51F15-A156-9E44-46F1-3CD99C899C77}"/>
          </ac:inkMkLst>
        </pc:inkChg>
        <pc:inkChg chg="add del">
          <ac:chgData name="植田 篤俊" userId="0d2b3cda-30c1-45e3-9e5c-02c0046d67fa" providerId="ADAL" clId="{A6AB8097-671C-4783-A056-5A985F003BDF}" dt="2026-04-20T14:44:52.095" v="1776"/>
          <ac:inkMkLst>
            <pc:docMk/>
            <pc:sldMk cId="3869940010" sldId="259"/>
            <ac:inkMk id="450" creationId="{4266ED17-13AB-EAC3-6B4B-DFD5546ED193}"/>
          </ac:inkMkLst>
        </pc:inkChg>
        <pc:inkChg chg="add del">
          <ac:chgData name="植田 篤俊" userId="0d2b3cda-30c1-45e3-9e5c-02c0046d67fa" providerId="ADAL" clId="{A6AB8097-671C-4783-A056-5A985F003BDF}" dt="2026-04-20T14:44:52.095" v="1776"/>
          <ac:inkMkLst>
            <pc:docMk/>
            <pc:sldMk cId="3869940010" sldId="259"/>
            <ac:inkMk id="451" creationId="{E69F7F85-1004-8591-0362-65CC14003930}"/>
          </ac:inkMkLst>
        </pc:inkChg>
        <pc:inkChg chg="add del">
          <ac:chgData name="植田 篤俊" userId="0d2b3cda-30c1-45e3-9e5c-02c0046d67fa" providerId="ADAL" clId="{A6AB8097-671C-4783-A056-5A985F003BDF}" dt="2026-04-20T14:44:52.095" v="1776"/>
          <ac:inkMkLst>
            <pc:docMk/>
            <pc:sldMk cId="3869940010" sldId="259"/>
            <ac:inkMk id="452" creationId="{87543977-2056-7660-F52E-432ED7CEB23E}"/>
          </ac:inkMkLst>
        </pc:inkChg>
        <pc:inkChg chg="add reco">
          <ac:chgData name="植田 篤俊" userId="0d2b3cda-30c1-45e3-9e5c-02c0046d67fa" providerId="ADAL" clId="{A6AB8097-671C-4783-A056-5A985F003BDF}" dt="2026-04-20T14:44:52.095" v="1776"/>
          <ac:inkMkLst>
            <pc:docMk/>
            <pc:sldMk cId="3869940010" sldId="259"/>
            <ac:inkMk id="453" creationId="{352A3D2E-49C0-AEE1-099B-9951A44A15FB}"/>
          </ac:inkMkLst>
        </pc:inkChg>
        <pc:inkChg chg="add del">
          <ac:chgData name="植田 篤俊" userId="0d2b3cda-30c1-45e3-9e5c-02c0046d67fa" providerId="ADAL" clId="{A6AB8097-671C-4783-A056-5A985F003BDF}" dt="2026-04-20T14:44:54.457" v="1779"/>
          <ac:inkMkLst>
            <pc:docMk/>
            <pc:sldMk cId="3869940010" sldId="259"/>
            <ac:inkMk id="454" creationId="{0D90E3BC-5C76-8A9E-FC14-1BF2626900F6}"/>
          </ac:inkMkLst>
        </pc:inkChg>
        <pc:inkChg chg="add del">
          <ac:chgData name="植田 篤俊" userId="0d2b3cda-30c1-45e3-9e5c-02c0046d67fa" providerId="ADAL" clId="{A6AB8097-671C-4783-A056-5A985F003BDF}" dt="2026-04-20T14:44:54.457" v="1779"/>
          <ac:inkMkLst>
            <pc:docMk/>
            <pc:sldMk cId="3869940010" sldId="259"/>
            <ac:inkMk id="455" creationId="{1E0AA50D-721A-C7B2-3A07-F904B9C5ECC2}"/>
          </ac:inkMkLst>
        </pc:inkChg>
        <pc:inkChg chg="add reco">
          <ac:chgData name="植田 篤俊" userId="0d2b3cda-30c1-45e3-9e5c-02c0046d67fa" providerId="ADAL" clId="{A6AB8097-671C-4783-A056-5A985F003BDF}" dt="2026-04-20T14:44:54.457" v="1779"/>
          <ac:inkMkLst>
            <pc:docMk/>
            <pc:sldMk cId="3869940010" sldId="259"/>
            <ac:inkMk id="456" creationId="{52766059-FEF4-AA0E-8693-8D092DF36496}"/>
          </ac:inkMkLst>
        </pc:inkChg>
        <pc:inkChg chg="add del">
          <ac:chgData name="植田 篤俊" userId="0d2b3cda-30c1-45e3-9e5c-02c0046d67fa" providerId="ADAL" clId="{A6AB8097-671C-4783-A056-5A985F003BDF}" dt="2026-04-20T14:45:01.608" v="1794"/>
          <ac:inkMkLst>
            <pc:docMk/>
            <pc:sldMk cId="3869940010" sldId="259"/>
            <ac:inkMk id="457" creationId="{AA92C7ED-CF45-9622-D0DD-C12E0D160143}"/>
          </ac:inkMkLst>
        </pc:inkChg>
        <pc:inkChg chg="add del">
          <ac:chgData name="植田 篤俊" userId="0d2b3cda-30c1-45e3-9e5c-02c0046d67fa" providerId="ADAL" clId="{A6AB8097-671C-4783-A056-5A985F003BDF}" dt="2026-04-20T14:45:01.608" v="1794"/>
          <ac:inkMkLst>
            <pc:docMk/>
            <pc:sldMk cId="3869940010" sldId="259"/>
            <ac:inkMk id="458" creationId="{EE08FAF0-861C-D75C-EDA1-5AC2BDAE16FE}"/>
          </ac:inkMkLst>
        </pc:inkChg>
        <pc:inkChg chg="add del">
          <ac:chgData name="植田 篤俊" userId="0d2b3cda-30c1-45e3-9e5c-02c0046d67fa" providerId="ADAL" clId="{A6AB8097-671C-4783-A056-5A985F003BDF}" dt="2026-04-20T14:45:01.608" v="1794"/>
          <ac:inkMkLst>
            <pc:docMk/>
            <pc:sldMk cId="3869940010" sldId="259"/>
            <ac:inkMk id="459" creationId="{6F6FD575-D28A-2414-89E4-274F9EAF299D}"/>
          </ac:inkMkLst>
        </pc:inkChg>
        <pc:inkChg chg="add del">
          <ac:chgData name="植田 篤俊" userId="0d2b3cda-30c1-45e3-9e5c-02c0046d67fa" providerId="ADAL" clId="{A6AB8097-671C-4783-A056-5A985F003BDF}" dt="2026-04-20T14:45:01.608" v="1794"/>
          <ac:inkMkLst>
            <pc:docMk/>
            <pc:sldMk cId="3869940010" sldId="259"/>
            <ac:inkMk id="460" creationId="{6A27E318-66D4-8ABF-2D63-DAC7BAF2CF3E}"/>
          </ac:inkMkLst>
        </pc:inkChg>
        <pc:inkChg chg="add">
          <ac:chgData name="植田 篤俊" userId="0d2b3cda-30c1-45e3-9e5c-02c0046d67fa" providerId="ADAL" clId="{A6AB8097-671C-4783-A056-5A985F003BDF}" dt="2026-04-20T14:44:57.623" v="1784"/>
          <ac:inkMkLst>
            <pc:docMk/>
            <pc:sldMk cId="3869940010" sldId="259"/>
            <ac:inkMk id="461" creationId="{FB221396-6C17-4569-D795-617AA506825A}"/>
          </ac:inkMkLst>
        </pc:inkChg>
        <pc:inkChg chg="add del">
          <ac:chgData name="植田 篤俊" userId="0d2b3cda-30c1-45e3-9e5c-02c0046d67fa" providerId="ADAL" clId="{A6AB8097-671C-4783-A056-5A985F003BDF}" dt="2026-04-20T14:45:01.608" v="1794"/>
          <ac:inkMkLst>
            <pc:docMk/>
            <pc:sldMk cId="3869940010" sldId="259"/>
            <ac:inkMk id="462" creationId="{7DE023C8-C0E1-5F21-07DC-5BF98F420A2C}"/>
          </ac:inkMkLst>
        </pc:inkChg>
        <pc:inkChg chg="add del">
          <ac:chgData name="植田 篤俊" userId="0d2b3cda-30c1-45e3-9e5c-02c0046d67fa" providerId="ADAL" clId="{A6AB8097-671C-4783-A056-5A985F003BDF}" dt="2026-04-20T14:45:01.608" v="1794"/>
          <ac:inkMkLst>
            <pc:docMk/>
            <pc:sldMk cId="3869940010" sldId="259"/>
            <ac:inkMk id="463" creationId="{F8FC763C-C00B-C77F-E1AB-0CF43C1FA436}"/>
          </ac:inkMkLst>
        </pc:inkChg>
        <pc:inkChg chg="add">
          <ac:chgData name="植田 篤俊" userId="0d2b3cda-30c1-45e3-9e5c-02c0046d67fa" providerId="ADAL" clId="{A6AB8097-671C-4783-A056-5A985F003BDF}" dt="2026-04-20T14:44:58.806" v="1787"/>
          <ac:inkMkLst>
            <pc:docMk/>
            <pc:sldMk cId="3869940010" sldId="259"/>
            <ac:inkMk id="464" creationId="{1AA4D528-E713-533E-21B1-D59D86DB7150}"/>
          </ac:inkMkLst>
        </pc:inkChg>
        <pc:inkChg chg="add del">
          <ac:chgData name="植田 篤俊" userId="0d2b3cda-30c1-45e3-9e5c-02c0046d67fa" providerId="ADAL" clId="{A6AB8097-671C-4783-A056-5A985F003BDF}" dt="2026-04-20T14:45:01.608" v="1794"/>
          <ac:inkMkLst>
            <pc:docMk/>
            <pc:sldMk cId="3869940010" sldId="259"/>
            <ac:inkMk id="465" creationId="{7AADFD84-7CD2-4EBE-9540-416DB46B7426}"/>
          </ac:inkMkLst>
        </pc:inkChg>
        <pc:inkChg chg="add del">
          <ac:chgData name="植田 篤俊" userId="0d2b3cda-30c1-45e3-9e5c-02c0046d67fa" providerId="ADAL" clId="{A6AB8097-671C-4783-A056-5A985F003BDF}" dt="2026-04-20T14:45:01.608" v="1794"/>
          <ac:inkMkLst>
            <pc:docMk/>
            <pc:sldMk cId="3869940010" sldId="259"/>
            <ac:inkMk id="466" creationId="{7FB7B99E-30A3-F704-4702-EA474D401C70}"/>
          </ac:inkMkLst>
        </pc:inkChg>
        <pc:inkChg chg="add">
          <ac:chgData name="植田 篤俊" userId="0d2b3cda-30c1-45e3-9e5c-02c0046d67fa" providerId="ADAL" clId="{A6AB8097-671C-4783-A056-5A985F003BDF}" dt="2026-04-20T14:44:59.693" v="1790"/>
          <ac:inkMkLst>
            <pc:docMk/>
            <pc:sldMk cId="3869940010" sldId="259"/>
            <ac:inkMk id="467" creationId="{59782006-98A3-945F-B7D6-96FF35F9FC66}"/>
          </ac:inkMkLst>
        </pc:inkChg>
        <pc:inkChg chg="add del">
          <ac:chgData name="植田 篤俊" userId="0d2b3cda-30c1-45e3-9e5c-02c0046d67fa" providerId="ADAL" clId="{A6AB8097-671C-4783-A056-5A985F003BDF}" dt="2026-04-20T14:45:01.608" v="1794"/>
          <ac:inkMkLst>
            <pc:docMk/>
            <pc:sldMk cId="3869940010" sldId="259"/>
            <ac:inkMk id="468" creationId="{2AF4CB4E-71BE-2124-1659-25ABA5914E62}"/>
          </ac:inkMkLst>
        </pc:inkChg>
        <pc:inkChg chg="add">
          <ac:chgData name="植田 篤俊" userId="0d2b3cda-30c1-45e3-9e5c-02c0046d67fa" providerId="ADAL" clId="{A6AB8097-671C-4783-A056-5A985F003BDF}" dt="2026-04-20T14:45:00.425" v="1792"/>
          <ac:inkMkLst>
            <pc:docMk/>
            <pc:sldMk cId="3869940010" sldId="259"/>
            <ac:inkMk id="469" creationId="{458981D5-AD31-6658-E685-18348F212A55}"/>
          </ac:inkMkLst>
        </pc:inkChg>
        <pc:inkChg chg="add">
          <ac:chgData name="植田 篤俊" userId="0d2b3cda-30c1-45e3-9e5c-02c0046d67fa" providerId="ADAL" clId="{A6AB8097-671C-4783-A056-5A985F003BDF}" dt="2026-04-20T14:45:00.774" v="1793"/>
          <ac:inkMkLst>
            <pc:docMk/>
            <pc:sldMk cId="3869940010" sldId="259"/>
            <ac:inkMk id="470" creationId="{81403A68-C9F4-6F15-515C-76F0A0836662}"/>
          </ac:inkMkLst>
        </pc:inkChg>
        <pc:inkChg chg="add reco">
          <ac:chgData name="植田 篤俊" userId="0d2b3cda-30c1-45e3-9e5c-02c0046d67fa" providerId="ADAL" clId="{A6AB8097-671C-4783-A056-5A985F003BDF}" dt="2026-04-20T14:45:01.608" v="1794"/>
          <ac:inkMkLst>
            <pc:docMk/>
            <pc:sldMk cId="3869940010" sldId="259"/>
            <ac:inkMk id="471" creationId="{8F7CEF96-3289-18CC-41B4-64033B2B929B}"/>
          </ac:inkMkLst>
        </pc:inkChg>
        <pc:inkChg chg="add del">
          <ac:chgData name="植田 篤俊" userId="0d2b3cda-30c1-45e3-9e5c-02c0046d67fa" providerId="ADAL" clId="{A6AB8097-671C-4783-A056-5A985F003BDF}" dt="2026-04-20T14:45:23.041" v="1820"/>
          <ac:inkMkLst>
            <pc:docMk/>
            <pc:sldMk cId="3869940010" sldId="259"/>
            <ac:inkMk id="472" creationId="{C31D9262-F6F3-5E57-3994-823C7C581834}"/>
          </ac:inkMkLst>
        </pc:inkChg>
        <pc:inkChg chg="add">
          <ac:chgData name="植田 篤俊" userId="0d2b3cda-30c1-45e3-9e5c-02c0046d67fa" providerId="ADAL" clId="{A6AB8097-671C-4783-A056-5A985F003BDF}" dt="2026-04-20T14:45:17.177" v="1796"/>
          <ac:inkMkLst>
            <pc:docMk/>
            <pc:sldMk cId="3869940010" sldId="259"/>
            <ac:inkMk id="473" creationId="{A4DB7AB2-BDB2-8056-CE47-F8370B188045}"/>
          </ac:inkMkLst>
        </pc:inkChg>
        <pc:inkChg chg="add">
          <ac:chgData name="植田 篤俊" userId="0d2b3cda-30c1-45e3-9e5c-02c0046d67fa" providerId="ADAL" clId="{A6AB8097-671C-4783-A056-5A985F003BDF}" dt="2026-04-20T14:45:17.389" v="1797"/>
          <ac:inkMkLst>
            <pc:docMk/>
            <pc:sldMk cId="3869940010" sldId="259"/>
            <ac:inkMk id="474" creationId="{748C996B-166C-FB35-FC4D-4F40D3F5105A}"/>
          </ac:inkMkLst>
        </pc:inkChg>
        <pc:inkChg chg="add">
          <ac:chgData name="植田 篤俊" userId="0d2b3cda-30c1-45e3-9e5c-02c0046d67fa" providerId="ADAL" clId="{A6AB8097-671C-4783-A056-5A985F003BDF}" dt="2026-04-20T14:45:17.572" v="1798"/>
          <ac:inkMkLst>
            <pc:docMk/>
            <pc:sldMk cId="3869940010" sldId="259"/>
            <ac:inkMk id="475" creationId="{D9421812-1801-F932-6D18-794F117B7CEC}"/>
          </ac:inkMkLst>
        </pc:inkChg>
        <pc:inkChg chg="add">
          <ac:chgData name="植田 篤俊" userId="0d2b3cda-30c1-45e3-9e5c-02c0046d67fa" providerId="ADAL" clId="{A6AB8097-671C-4783-A056-5A985F003BDF}" dt="2026-04-20T14:45:17.942" v="1799"/>
          <ac:inkMkLst>
            <pc:docMk/>
            <pc:sldMk cId="3869940010" sldId="259"/>
            <ac:inkMk id="476" creationId="{7D483222-74E6-299F-A4D7-3F261D3FF11E}"/>
          </ac:inkMkLst>
        </pc:inkChg>
        <pc:inkChg chg="add del">
          <ac:chgData name="植田 篤俊" userId="0d2b3cda-30c1-45e3-9e5c-02c0046d67fa" providerId="ADAL" clId="{A6AB8097-671C-4783-A056-5A985F003BDF}" dt="2026-04-20T14:45:23.041" v="1820"/>
          <ac:inkMkLst>
            <pc:docMk/>
            <pc:sldMk cId="3869940010" sldId="259"/>
            <ac:inkMk id="477" creationId="{3A774A1C-8FA1-EE13-F8F0-713F123D6D17}"/>
          </ac:inkMkLst>
        </pc:inkChg>
        <pc:inkChg chg="add del">
          <ac:chgData name="植田 篤俊" userId="0d2b3cda-30c1-45e3-9e5c-02c0046d67fa" providerId="ADAL" clId="{A6AB8097-671C-4783-A056-5A985F003BDF}" dt="2026-04-20T14:45:23.041" v="1820"/>
          <ac:inkMkLst>
            <pc:docMk/>
            <pc:sldMk cId="3869940010" sldId="259"/>
            <ac:inkMk id="478" creationId="{62CBDD33-22BF-66F0-A1F6-3E83B7881E21}"/>
          </ac:inkMkLst>
        </pc:inkChg>
        <pc:inkChg chg="add">
          <ac:chgData name="植田 篤俊" userId="0d2b3cda-30c1-45e3-9e5c-02c0046d67fa" providerId="ADAL" clId="{A6AB8097-671C-4783-A056-5A985F003BDF}" dt="2026-04-20T14:45:18.422" v="1802"/>
          <ac:inkMkLst>
            <pc:docMk/>
            <pc:sldMk cId="3869940010" sldId="259"/>
            <ac:inkMk id="479" creationId="{EEF5C2B3-BD01-5978-E4B8-E4021205934F}"/>
          </ac:inkMkLst>
        </pc:inkChg>
        <pc:inkChg chg="add">
          <ac:chgData name="植田 篤俊" userId="0d2b3cda-30c1-45e3-9e5c-02c0046d67fa" providerId="ADAL" clId="{A6AB8097-671C-4783-A056-5A985F003BDF}" dt="2026-04-20T14:45:18.538" v="1803"/>
          <ac:inkMkLst>
            <pc:docMk/>
            <pc:sldMk cId="3869940010" sldId="259"/>
            <ac:inkMk id="480" creationId="{6584F8E9-A6ED-4BB3-DA0D-C1A74216A622}"/>
          </ac:inkMkLst>
        </pc:inkChg>
        <pc:inkChg chg="add">
          <ac:chgData name="植田 篤俊" userId="0d2b3cda-30c1-45e3-9e5c-02c0046d67fa" providerId="ADAL" clId="{A6AB8097-671C-4783-A056-5A985F003BDF}" dt="2026-04-20T14:45:18.722" v="1804"/>
          <ac:inkMkLst>
            <pc:docMk/>
            <pc:sldMk cId="3869940010" sldId="259"/>
            <ac:inkMk id="481" creationId="{9820CFFC-D434-4BA9-1E2E-A5E9891ACE38}"/>
          </ac:inkMkLst>
        </pc:inkChg>
        <pc:inkChg chg="add">
          <ac:chgData name="植田 篤俊" userId="0d2b3cda-30c1-45e3-9e5c-02c0046d67fa" providerId="ADAL" clId="{A6AB8097-671C-4783-A056-5A985F003BDF}" dt="2026-04-20T14:45:18.905" v="1805"/>
          <ac:inkMkLst>
            <pc:docMk/>
            <pc:sldMk cId="3869940010" sldId="259"/>
            <ac:inkMk id="482" creationId="{BFE60635-4070-A593-4F22-DEA1BBB39A7B}"/>
          </ac:inkMkLst>
        </pc:inkChg>
        <pc:inkChg chg="add del">
          <ac:chgData name="植田 篤俊" userId="0d2b3cda-30c1-45e3-9e5c-02c0046d67fa" providerId="ADAL" clId="{A6AB8097-671C-4783-A056-5A985F003BDF}" dt="2026-04-20T14:45:23.041" v="1820"/>
          <ac:inkMkLst>
            <pc:docMk/>
            <pc:sldMk cId="3869940010" sldId="259"/>
            <ac:inkMk id="483" creationId="{3D0F83BC-4DEB-8EA5-7E83-161798AD4255}"/>
          </ac:inkMkLst>
        </pc:inkChg>
        <pc:inkChg chg="add del">
          <ac:chgData name="植田 篤俊" userId="0d2b3cda-30c1-45e3-9e5c-02c0046d67fa" providerId="ADAL" clId="{A6AB8097-671C-4783-A056-5A985F003BDF}" dt="2026-04-20T14:45:23.041" v="1820"/>
          <ac:inkMkLst>
            <pc:docMk/>
            <pc:sldMk cId="3869940010" sldId="259"/>
            <ac:inkMk id="484" creationId="{824BE558-BFEA-EA7A-D4FC-3F8A6282D721}"/>
          </ac:inkMkLst>
        </pc:inkChg>
        <pc:inkChg chg="add del">
          <ac:chgData name="植田 篤俊" userId="0d2b3cda-30c1-45e3-9e5c-02c0046d67fa" providerId="ADAL" clId="{A6AB8097-671C-4783-A056-5A985F003BDF}" dt="2026-04-20T14:45:23.041" v="1820"/>
          <ac:inkMkLst>
            <pc:docMk/>
            <pc:sldMk cId="3869940010" sldId="259"/>
            <ac:inkMk id="485" creationId="{009628EA-4308-D508-FFF5-A78E65402DB7}"/>
          </ac:inkMkLst>
        </pc:inkChg>
        <pc:inkChg chg="add">
          <ac:chgData name="植田 篤俊" userId="0d2b3cda-30c1-45e3-9e5c-02c0046d67fa" providerId="ADAL" clId="{A6AB8097-671C-4783-A056-5A985F003BDF}" dt="2026-04-20T14:45:20.005" v="1809"/>
          <ac:inkMkLst>
            <pc:docMk/>
            <pc:sldMk cId="3869940010" sldId="259"/>
            <ac:inkMk id="486" creationId="{DFED57F7-4DBB-DE63-8E89-9A4CA149ECB0}"/>
          </ac:inkMkLst>
        </pc:inkChg>
        <pc:inkChg chg="add">
          <ac:chgData name="植田 篤俊" userId="0d2b3cda-30c1-45e3-9e5c-02c0046d67fa" providerId="ADAL" clId="{A6AB8097-671C-4783-A056-5A985F003BDF}" dt="2026-04-20T14:45:20.238" v="1810"/>
          <ac:inkMkLst>
            <pc:docMk/>
            <pc:sldMk cId="3869940010" sldId="259"/>
            <ac:inkMk id="487" creationId="{989FCCFA-9E2A-CC3F-BA9F-B6101D2CF9FA}"/>
          </ac:inkMkLst>
        </pc:inkChg>
        <pc:inkChg chg="add">
          <ac:chgData name="植田 篤俊" userId="0d2b3cda-30c1-45e3-9e5c-02c0046d67fa" providerId="ADAL" clId="{A6AB8097-671C-4783-A056-5A985F003BDF}" dt="2026-04-20T14:45:20.438" v="1811"/>
          <ac:inkMkLst>
            <pc:docMk/>
            <pc:sldMk cId="3869940010" sldId="259"/>
            <ac:inkMk id="488" creationId="{56001567-1C36-EAE7-6008-4310FCDD9736}"/>
          </ac:inkMkLst>
        </pc:inkChg>
        <pc:inkChg chg="add">
          <ac:chgData name="植田 篤俊" userId="0d2b3cda-30c1-45e3-9e5c-02c0046d67fa" providerId="ADAL" clId="{A6AB8097-671C-4783-A056-5A985F003BDF}" dt="2026-04-20T14:45:20.555" v="1812"/>
          <ac:inkMkLst>
            <pc:docMk/>
            <pc:sldMk cId="3869940010" sldId="259"/>
            <ac:inkMk id="489" creationId="{3C2AC59A-2BDF-C8E4-0F7D-B2DB2F3E288B}"/>
          </ac:inkMkLst>
        </pc:inkChg>
        <pc:inkChg chg="add">
          <ac:chgData name="植田 篤俊" userId="0d2b3cda-30c1-45e3-9e5c-02c0046d67fa" providerId="ADAL" clId="{A6AB8097-671C-4783-A056-5A985F003BDF}" dt="2026-04-20T14:45:20.688" v="1813"/>
          <ac:inkMkLst>
            <pc:docMk/>
            <pc:sldMk cId="3869940010" sldId="259"/>
            <ac:inkMk id="490" creationId="{F2217F33-4BE2-D4C0-1A37-C1F80E424CAD}"/>
          </ac:inkMkLst>
        </pc:inkChg>
        <pc:inkChg chg="add">
          <ac:chgData name="植田 篤俊" userId="0d2b3cda-30c1-45e3-9e5c-02c0046d67fa" providerId="ADAL" clId="{A6AB8097-671C-4783-A056-5A985F003BDF}" dt="2026-04-20T14:45:20.888" v="1814"/>
          <ac:inkMkLst>
            <pc:docMk/>
            <pc:sldMk cId="3869940010" sldId="259"/>
            <ac:inkMk id="491" creationId="{93A55A65-0D16-9E70-7867-561BF6ECF78E}"/>
          </ac:inkMkLst>
        </pc:inkChg>
        <pc:inkChg chg="add del">
          <ac:chgData name="植田 篤俊" userId="0d2b3cda-30c1-45e3-9e5c-02c0046d67fa" providerId="ADAL" clId="{A6AB8097-671C-4783-A056-5A985F003BDF}" dt="2026-04-20T14:45:23.041" v="1820"/>
          <ac:inkMkLst>
            <pc:docMk/>
            <pc:sldMk cId="3869940010" sldId="259"/>
            <ac:inkMk id="492" creationId="{D7623FA2-350E-3F5F-9575-93C77B1EB3BE}"/>
          </ac:inkMkLst>
        </pc:inkChg>
        <pc:inkChg chg="add">
          <ac:chgData name="植田 篤俊" userId="0d2b3cda-30c1-45e3-9e5c-02c0046d67fa" providerId="ADAL" clId="{A6AB8097-671C-4783-A056-5A985F003BDF}" dt="2026-04-20T14:45:21.221" v="1816"/>
          <ac:inkMkLst>
            <pc:docMk/>
            <pc:sldMk cId="3869940010" sldId="259"/>
            <ac:inkMk id="493" creationId="{B05DAC03-EFE7-3B75-8DF2-7F99CDD7CD09}"/>
          </ac:inkMkLst>
        </pc:inkChg>
        <pc:inkChg chg="add del">
          <ac:chgData name="植田 篤俊" userId="0d2b3cda-30c1-45e3-9e5c-02c0046d67fa" providerId="ADAL" clId="{A6AB8097-671C-4783-A056-5A985F003BDF}" dt="2026-04-20T14:45:23.041" v="1820"/>
          <ac:inkMkLst>
            <pc:docMk/>
            <pc:sldMk cId="3869940010" sldId="259"/>
            <ac:inkMk id="494" creationId="{961BCECD-4B7F-EB59-8563-340FD518E0F4}"/>
          </ac:inkMkLst>
        </pc:inkChg>
        <pc:inkChg chg="add">
          <ac:chgData name="植田 篤俊" userId="0d2b3cda-30c1-45e3-9e5c-02c0046d67fa" providerId="ADAL" clId="{A6AB8097-671C-4783-A056-5A985F003BDF}" dt="2026-04-20T14:45:22.109" v="1818"/>
          <ac:inkMkLst>
            <pc:docMk/>
            <pc:sldMk cId="3869940010" sldId="259"/>
            <ac:inkMk id="495" creationId="{99EF8912-41ED-C2B7-8390-790DD27FCC98}"/>
          </ac:inkMkLst>
        </pc:inkChg>
        <pc:inkChg chg="add del">
          <ac:chgData name="植田 篤俊" userId="0d2b3cda-30c1-45e3-9e5c-02c0046d67fa" providerId="ADAL" clId="{A6AB8097-671C-4783-A056-5A985F003BDF}" dt="2026-04-20T14:45:23.041" v="1820"/>
          <ac:inkMkLst>
            <pc:docMk/>
            <pc:sldMk cId="3869940010" sldId="259"/>
            <ac:inkMk id="496" creationId="{FA91EFCE-31D3-0DFB-DEB7-D820DC8C644D}"/>
          </ac:inkMkLst>
        </pc:inkChg>
        <pc:inkChg chg="add reco">
          <ac:chgData name="植田 篤俊" userId="0d2b3cda-30c1-45e3-9e5c-02c0046d67fa" providerId="ADAL" clId="{A6AB8097-671C-4783-A056-5A985F003BDF}" dt="2026-04-20T14:45:23.041" v="1820"/>
          <ac:inkMkLst>
            <pc:docMk/>
            <pc:sldMk cId="3869940010" sldId="259"/>
            <ac:inkMk id="497" creationId="{FCCAF01B-9D91-1D0F-E796-6B056275E00C}"/>
          </ac:inkMkLst>
        </pc:inkChg>
        <pc:inkChg chg="add del">
          <ac:chgData name="植田 篤俊" userId="0d2b3cda-30c1-45e3-9e5c-02c0046d67fa" providerId="ADAL" clId="{A6AB8097-671C-4783-A056-5A985F003BDF}" dt="2026-04-20T14:45:51.888" v="1827"/>
          <ac:inkMkLst>
            <pc:docMk/>
            <pc:sldMk cId="3869940010" sldId="259"/>
            <ac:inkMk id="498" creationId="{398ADBB9-1D76-D199-0A2B-4C5866F8FE5A}"/>
          </ac:inkMkLst>
        </pc:inkChg>
        <pc:inkChg chg="add del">
          <ac:chgData name="植田 篤俊" userId="0d2b3cda-30c1-45e3-9e5c-02c0046d67fa" providerId="ADAL" clId="{A6AB8097-671C-4783-A056-5A985F003BDF}" dt="2026-04-20T14:45:51.888" v="1827"/>
          <ac:inkMkLst>
            <pc:docMk/>
            <pc:sldMk cId="3869940010" sldId="259"/>
            <ac:inkMk id="499" creationId="{4BE964D8-697D-C0AE-7046-51A793355EB8}"/>
          </ac:inkMkLst>
        </pc:inkChg>
        <pc:inkChg chg="add del">
          <ac:chgData name="植田 篤俊" userId="0d2b3cda-30c1-45e3-9e5c-02c0046d67fa" providerId="ADAL" clId="{A6AB8097-671C-4783-A056-5A985F003BDF}" dt="2026-04-20T14:45:51.888" v="1827"/>
          <ac:inkMkLst>
            <pc:docMk/>
            <pc:sldMk cId="3869940010" sldId="259"/>
            <ac:inkMk id="500" creationId="{F0B5FBBF-1D7D-6EED-3407-6B24A3182F6E}"/>
          </ac:inkMkLst>
        </pc:inkChg>
        <pc:inkChg chg="add del">
          <ac:chgData name="植田 篤俊" userId="0d2b3cda-30c1-45e3-9e5c-02c0046d67fa" providerId="ADAL" clId="{A6AB8097-671C-4783-A056-5A985F003BDF}" dt="2026-04-20T14:45:50.353" v="1825"/>
          <ac:inkMkLst>
            <pc:docMk/>
            <pc:sldMk cId="3869940010" sldId="259"/>
            <ac:inkMk id="501" creationId="{E4398937-E055-785D-7E77-A2204CEA645B}"/>
          </ac:inkMkLst>
        </pc:inkChg>
        <pc:inkChg chg="add del">
          <ac:chgData name="植田 篤俊" userId="0d2b3cda-30c1-45e3-9e5c-02c0046d67fa" providerId="ADAL" clId="{A6AB8097-671C-4783-A056-5A985F003BDF}" dt="2026-04-20T14:45:51.888" v="1827"/>
          <ac:inkMkLst>
            <pc:docMk/>
            <pc:sldMk cId="3869940010" sldId="259"/>
            <ac:inkMk id="502" creationId="{0C4101FD-60A2-2646-8E9D-54FE1C3ACB91}"/>
          </ac:inkMkLst>
        </pc:inkChg>
        <pc:inkChg chg="add reco">
          <ac:chgData name="植田 篤俊" userId="0d2b3cda-30c1-45e3-9e5c-02c0046d67fa" providerId="ADAL" clId="{A6AB8097-671C-4783-A056-5A985F003BDF}" dt="2026-04-20T14:45:51.888" v="1827"/>
          <ac:inkMkLst>
            <pc:docMk/>
            <pc:sldMk cId="3869940010" sldId="259"/>
            <ac:inkMk id="503" creationId="{1ACC5411-A8FA-303D-51C2-945F4D0D8A8A}"/>
          </ac:inkMkLst>
        </pc:inkChg>
        <pc:inkChg chg="add">
          <ac:chgData name="植田 篤俊" userId="0d2b3cda-30c1-45e3-9e5c-02c0046d67fa" providerId="ADAL" clId="{A6AB8097-671C-4783-A056-5A985F003BDF}" dt="2026-04-20T14:46:06.338" v="1828"/>
          <ac:inkMkLst>
            <pc:docMk/>
            <pc:sldMk cId="3869940010" sldId="259"/>
            <ac:inkMk id="504" creationId="{6F35070E-A1A2-7E8B-CA46-1A136C25DBC3}"/>
          </ac:inkMkLst>
        </pc:inkChg>
        <pc:inkChg chg="add">
          <ac:chgData name="植田 篤俊" userId="0d2b3cda-30c1-45e3-9e5c-02c0046d67fa" providerId="ADAL" clId="{A6AB8097-671C-4783-A056-5A985F003BDF}" dt="2026-04-20T14:46:09.387" v="1829"/>
          <ac:inkMkLst>
            <pc:docMk/>
            <pc:sldMk cId="3869940010" sldId="259"/>
            <ac:inkMk id="505" creationId="{A1896473-834A-ED32-7F6E-B5835DBE2F7F}"/>
          </ac:inkMkLst>
        </pc:inkChg>
        <pc:inkChg chg="add del">
          <ac:chgData name="植田 篤俊" userId="0d2b3cda-30c1-45e3-9e5c-02c0046d67fa" providerId="ADAL" clId="{A6AB8097-671C-4783-A056-5A985F003BDF}" dt="2026-04-20T14:46:13.701" v="1831"/>
          <ac:inkMkLst>
            <pc:docMk/>
            <pc:sldMk cId="3869940010" sldId="259"/>
            <ac:inkMk id="506" creationId="{A0BDD2D3-12AD-88A0-1700-D42C6AF8B369}"/>
          </ac:inkMkLst>
        </pc:inkChg>
        <pc:inkChg chg="add del">
          <ac:chgData name="植田 篤俊" userId="0d2b3cda-30c1-45e3-9e5c-02c0046d67fa" providerId="ADAL" clId="{A6AB8097-671C-4783-A056-5A985F003BDF}" dt="2026-04-20T14:46:15.789" v="1835"/>
          <ac:inkMkLst>
            <pc:docMk/>
            <pc:sldMk cId="3869940010" sldId="259"/>
            <ac:inkMk id="507" creationId="{1E2D71FC-0ABF-636A-1628-40DAEA594EB3}"/>
          </ac:inkMkLst>
        </pc:inkChg>
        <pc:inkChg chg="add del">
          <ac:chgData name="植田 篤俊" userId="0d2b3cda-30c1-45e3-9e5c-02c0046d67fa" providerId="ADAL" clId="{A6AB8097-671C-4783-A056-5A985F003BDF}" dt="2026-04-20T14:46:15.789" v="1835"/>
          <ac:inkMkLst>
            <pc:docMk/>
            <pc:sldMk cId="3869940010" sldId="259"/>
            <ac:inkMk id="508" creationId="{8052CB75-0F02-CC8F-59C6-CB4C92DF660E}"/>
          </ac:inkMkLst>
        </pc:inkChg>
        <pc:inkChg chg="add del">
          <ac:chgData name="植田 篤俊" userId="0d2b3cda-30c1-45e3-9e5c-02c0046d67fa" providerId="ADAL" clId="{A6AB8097-671C-4783-A056-5A985F003BDF}" dt="2026-04-20T14:46:15.789" v="1835"/>
          <ac:inkMkLst>
            <pc:docMk/>
            <pc:sldMk cId="3869940010" sldId="259"/>
            <ac:inkMk id="509" creationId="{9E711A02-26C9-3800-7980-20AAD39C5BB6}"/>
          </ac:inkMkLst>
        </pc:inkChg>
        <pc:inkChg chg="add reco">
          <ac:chgData name="植田 篤俊" userId="0d2b3cda-30c1-45e3-9e5c-02c0046d67fa" providerId="ADAL" clId="{A6AB8097-671C-4783-A056-5A985F003BDF}" dt="2026-04-20T14:46:15.789" v="1835"/>
          <ac:inkMkLst>
            <pc:docMk/>
            <pc:sldMk cId="3869940010" sldId="259"/>
            <ac:inkMk id="510" creationId="{89C37608-93EE-CBAE-A0BE-4CCCE4BF2A20}"/>
          </ac:inkMkLst>
        </pc:inkChg>
        <pc:inkChg chg="add del">
          <ac:chgData name="植田 篤俊" userId="0d2b3cda-30c1-45e3-9e5c-02c0046d67fa" providerId="ADAL" clId="{A6AB8097-671C-4783-A056-5A985F003BDF}" dt="2026-04-20T14:46:17.783" v="1838"/>
          <ac:inkMkLst>
            <pc:docMk/>
            <pc:sldMk cId="3869940010" sldId="259"/>
            <ac:inkMk id="511" creationId="{57D30652-F787-078C-5C4F-27B8DC7E3DCD}"/>
          </ac:inkMkLst>
        </pc:inkChg>
        <pc:inkChg chg="add del">
          <ac:chgData name="植田 篤俊" userId="0d2b3cda-30c1-45e3-9e5c-02c0046d67fa" providerId="ADAL" clId="{A6AB8097-671C-4783-A056-5A985F003BDF}" dt="2026-04-20T14:46:17.783" v="1838"/>
          <ac:inkMkLst>
            <pc:docMk/>
            <pc:sldMk cId="3869940010" sldId="259"/>
            <ac:inkMk id="512" creationId="{3F572976-6369-4CEA-55B0-BB40B2C18398}"/>
          </ac:inkMkLst>
        </pc:inkChg>
        <pc:inkChg chg="add reco">
          <ac:chgData name="植田 篤俊" userId="0d2b3cda-30c1-45e3-9e5c-02c0046d67fa" providerId="ADAL" clId="{A6AB8097-671C-4783-A056-5A985F003BDF}" dt="2026-04-20T14:46:17.783" v="1838"/>
          <ac:inkMkLst>
            <pc:docMk/>
            <pc:sldMk cId="3869940010" sldId="259"/>
            <ac:inkMk id="513" creationId="{A4DFDB86-37D8-105C-6B26-8438F87FBEED}"/>
          </ac:inkMkLst>
        </pc:inkChg>
        <pc:inkChg chg="add del">
          <ac:chgData name="植田 篤俊" userId="0d2b3cda-30c1-45e3-9e5c-02c0046d67fa" providerId="ADAL" clId="{A6AB8097-671C-4783-A056-5A985F003BDF}" dt="2026-04-20T14:46:23.550" v="1844"/>
          <ac:inkMkLst>
            <pc:docMk/>
            <pc:sldMk cId="3869940010" sldId="259"/>
            <ac:inkMk id="514" creationId="{FF4AE9FA-70E0-09AC-6DD8-D43C8406D41D}"/>
          </ac:inkMkLst>
        </pc:inkChg>
        <pc:inkChg chg="add del">
          <ac:chgData name="植田 篤俊" userId="0d2b3cda-30c1-45e3-9e5c-02c0046d67fa" providerId="ADAL" clId="{A6AB8097-671C-4783-A056-5A985F003BDF}" dt="2026-04-20T14:46:23.550" v="1844"/>
          <ac:inkMkLst>
            <pc:docMk/>
            <pc:sldMk cId="3869940010" sldId="259"/>
            <ac:inkMk id="515" creationId="{33CB653F-D76F-D764-5A3E-D5EFE85DB149}"/>
          </ac:inkMkLst>
        </pc:inkChg>
        <pc:inkChg chg="add del">
          <ac:chgData name="植田 篤俊" userId="0d2b3cda-30c1-45e3-9e5c-02c0046d67fa" providerId="ADAL" clId="{A6AB8097-671C-4783-A056-5A985F003BDF}" dt="2026-04-20T14:46:23.550" v="1844"/>
          <ac:inkMkLst>
            <pc:docMk/>
            <pc:sldMk cId="3869940010" sldId="259"/>
            <ac:inkMk id="516" creationId="{DAA4AC01-2294-ACB4-3748-455647EDAEDE}"/>
          </ac:inkMkLst>
        </pc:inkChg>
        <pc:inkChg chg="add del">
          <ac:chgData name="植田 篤俊" userId="0d2b3cda-30c1-45e3-9e5c-02c0046d67fa" providerId="ADAL" clId="{A6AB8097-671C-4783-A056-5A985F003BDF}" dt="2026-04-20T14:46:23.550" v="1844"/>
          <ac:inkMkLst>
            <pc:docMk/>
            <pc:sldMk cId="3869940010" sldId="259"/>
            <ac:inkMk id="517" creationId="{50B6F82F-5E43-AE57-7C32-09C0755CB83B}"/>
          </ac:inkMkLst>
        </pc:inkChg>
        <pc:inkChg chg="add del">
          <ac:chgData name="植田 篤俊" userId="0d2b3cda-30c1-45e3-9e5c-02c0046d67fa" providerId="ADAL" clId="{A6AB8097-671C-4783-A056-5A985F003BDF}" dt="2026-04-20T14:46:23.550" v="1844"/>
          <ac:inkMkLst>
            <pc:docMk/>
            <pc:sldMk cId="3869940010" sldId="259"/>
            <ac:inkMk id="518" creationId="{001ED05A-CC34-2A9E-8A89-269DA5657779}"/>
          </ac:inkMkLst>
        </pc:inkChg>
        <pc:inkChg chg="add reco">
          <ac:chgData name="植田 篤俊" userId="0d2b3cda-30c1-45e3-9e5c-02c0046d67fa" providerId="ADAL" clId="{A6AB8097-671C-4783-A056-5A985F003BDF}" dt="2026-04-20T14:46:23.550" v="1844"/>
          <ac:inkMkLst>
            <pc:docMk/>
            <pc:sldMk cId="3869940010" sldId="259"/>
            <ac:inkMk id="519" creationId="{08376DA3-A340-59B1-D665-106812415ED5}"/>
          </ac:inkMkLst>
        </pc:inkChg>
        <pc:inkChg chg="add del">
          <ac:chgData name="植田 篤俊" userId="0d2b3cda-30c1-45e3-9e5c-02c0046d67fa" providerId="ADAL" clId="{A6AB8097-671C-4783-A056-5A985F003BDF}" dt="2026-04-20T14:46:27.266" v="1847"/>
          <ac:inkMkLst>
            <pc:docMk/>
            <pc:sldMk cId="3869940010" sldId="259"/>
            <ac:inkMk id="520" creationId="{811C5DFA-545A-FDD1-2482-4AD2357B3835}"/>
          </ac:inkMkLst>
        </pc:inkChg>
        <pc:inkChg chg="add del">
          <ac:chgData name="植田 篤俊" userId="0d2b3cda-30c1-45e3-9e5c-02c0046d67fa" providerId="ADAL" clId="{A6AB8097-671C-4783-A056-5A985F003BDF}" dt="2026-04-20T14:46:27.266" v="1847"/>
          <ac:inkMkLst>
            <pc:docMk/>
            <pc:sldMk cId="3869940010" sldId="259"/>
            <ac:inkMk id="521" creationId="{2EDB5D37-735B-B0E0-C1D9-379F7623486C}"/>
          </ac:inkMkLst>
        </pc:inkChg>
        <pc:inkChg chg="add reco">
          <ac:chgData name="植田 篤俊" userId="0d2b3cda-30c1-45e3-9e5c-02c0046d67fa" providerId="ADAL" clId="{A6AB8097-671C-4783-A056-5A985F003BDF}" dt="2026-04-20T14:46:27.266" v="1847"/>
          <ac:inkMkLst>
            <pc:docMk/>
            <pc:sldMk cId="3869940010" sldId="259"/>
            <ac:inkMk id="522" creationId="{5D8F13D1-F52A-C293-6F04-8298257AF2A0}"/>
          </ac:inkMkLst>
        </pc:inkChg>
        <pc:inkChg chg="add del">
          <ac:chgData name="植田 篤俊" userId="0d2b3cda-30c1-45e3-9e5c-02c0046d67fa" providerId="ADAL" clId="{A6AB8097-671C-4783-A056-5A985F003BDF}" dt="2026-04-20T14:46:29.663" v="1853"/>
          <ac:inkMkLst>
            <pc:docMk/>
            <pc:sldMk cId="3869940010" sldId="259"/>
            <ac:inkMk id="523" creationId="{1C453DD9-3D2F-8C00-5925-B668666ACC34}"/>
          </ac:inkMkLst>
        </pc:inkChg>
        <pc:inkChg chg="add del">
          <ac:chgData name="植田 篤俊" userId="0d2b3cda-30c1-45e3-9e5c-02c0046d67fa" providerId="ADAL" clId="{A6AB8097-671C-4783-A056-5A985F003BDF}" dt="2026-04-20T14:46:29.583" v="1852"/>
          <ac:inkMkLst>
            <pc:docMk/>
            <pc:sldMk cId="3869940010" sldId="259"/>
            <ac:inkMk id="524" creationId="{5898DA54-3A2A-7FE0-8E13-C30A5FB62A52}"/>
          </ac:inkMkLst>
        </pc:inkChg>
        <pc:inkChg chg="add del">
          <ac:chgData name="植田 篤俊" userId="0d2b3cda-30c1-45e3-9e5c-02c0046d67fa" providerId="ADAL" clId="{A6AB8097-671C-4783-A056-5A985F003BDF}" dt="2026-04-20T14:46:29.687" v="1854"/>
          <ac:inkMkLst>
            <pc:docMk/>
            <pc:sldMk cId="3869940010" sldId="259"/>
            <ac:inkMk id="525" creationId="{0294C56C-C741-043C-CB6C-2C9D4A5C8723}"/>
          </ac:inkMkLst>
        </pc:inkChg>
        <pc:inkChg chg="add del">
          <ac:chgData name="植田 篤俊" userId="0d2b3cda-30c1-45e3-9e5c-02c0046d67fa" providerId="ADAL" clId="{A6AB8097-671C-4783-A056-5A985F003BDF}" dt="2026-04-20T14:46:29.687" v="1855"/>
          <ac:inkMkLst>
            <pc:docMk/>
            <pc:sldMk cId="3869940010" sldId="259"/>
            <ac:inkMk id="526" creationId="{2189426B-E5C6-A98E-2A2D-BCB5271E2E15}"/>
          </ac:inkMkLst>
        </pc:inkChg>
        <pc:inkChg chg="add del">
          <ac:chgData name="植田 篤俊" userId="0d2b3cda-30c1-45e3-9e5c-02c0046d67fa" providerId="ADAL" clId="{A6AB8097-671C-4783-A056-5A985F003BDF}" dt="2026-04-20T14:46:32.783" v="1862"/>
          <ac:inkMkLst>
            <pc:docMk/>
            <pc:sldMk cId="3869940010" sldId="259"/>
            <ac:inkMk id="527" creationId="{D0233F78-C42E-6CE6-9178-9E0D4D483513}"/>
          </ac:inkMkLst>
        </pc:inkChg>
        <pc:inkChg chg="add del">
          <ac:chgData name="植田 篤俊" userId="0d2b3cda-30c1-45e3-9e5c-02c0046d67fa" providerId="ADAL" clId="{A6AB8097-671C-4783-A056-5A985F003BDF}" dt="2026-04-20T14:46:32.783" v="1862"/>
          <ac:inkMkLst>
            <pc:docMk/>
            <pc:sldMk cId="3869940010" sldId="259"/>
            <ac:inkMk id="528" creationId="{30738B7D-8E6D-FC4A-6B6D-C9C4AECA121C}"/>
          </ac:inkMkLst>
        </pc:inkChg>
        <pc:inkChg chg="add del">
          <ac:chgData name="植田 篤俊" userId="0d2b3cda-30c1-45e3-9e5c-02c0046d67fa" providerId="ADAL" clId="{A6AB8097-671C-4783-A056-5A985F003BDF}" dt="2026-04-20T14:46:32.783" v="1862"/>
          <ac:inkMkLst>
            <pc:docMk/>
            <pc:sldMk cId="3869940010" sldId="259"/>
            <ac:inkMk id="529" creationId="{96BA81C6-831F-0B64-5D74-DC242A9A7EC8}"/>
          </ac:inkMkLst>
        </pc:inkChg>
        <pc:inkChg chg="add del">
          <ac:chgData name="植田 篤俊" userId="0d2b3cda-30c1-45e3-9e5c-02c0046d67fa" providerId="ADAL" clId="{A6AB8097-671C-4783-A056-5A985F003BDF}" dt="2026-04-20T14:46:32.783" v="1862"/>
          <ac:inkMkLst>
            <pc:docMk/>
            <pc:sldMk cId="3869940010" sldId="259"/>
            <ac:inkMk id="530" creationId="{04EDAC0E-0FE5-2314-A306-93F47C1C63DC}"/>
          </ac:inkMkLst>
        </pc:inkChg>
        <pc:inkChg chg="add del">
          <ac:chgData name="植田 篤俊" userId="0d2b3cda-30c1-45e3-9e5c-02c0046d67fa" providerId="ADAL" clId="{A6AB8097-671C-4783-A056-5A985F003BDF}" dt="2026-04-20T14:46:32.783" v="1862"/>
          <ac:inkMkLst>
            <pc:docMk/>
            <pc:sldMk cId="3869940010" sldId="259"/>
            <ac:inkMk id="531" creationId="{BACF9F8C-9221-E39F-4EC5-9293D1AD225E}"/>
          </ac:inkMkLst>
        </pc:inkChg>
        <pc:inkChg chg="add del">
          <ac:chgData name="植田 篤俊" userId="0d2b3cda-30c1-45e3-9e5c-02c0046d67fa" providerId="ADAL" clId="{A6AB8097-671C-4783-A056-5A985F003BDF}" dt="2026-04-20T14:46:32.783" v="1862"/>
          <ac:inkMkLst>
            <pc:docMk/>
            <pc:sldMk cId="3869940010" sldId="259"/>
            <ac:inkMk id="532" creationId="{17AA6F78-13FB-8E48-6554-DC5304CCAF07}"/>
          </ac:inkMkLst>
        </pc:inkChg>
        <pc:inkChg chg="add del reco">
          <ac:chgData name="植田 篤俊" userId="0d2b3cda-30c1-45e3-9e5c-02c0046d67fa" providerId="ADAL" clId="{A6AB8097-671C-4783-A056-5A985F003BDF}" dt="2026-04-20T14:46:37.838" v="1863"/>
          <ac:inkMkLst>
            <pc:docMk/>
            <pc:sldMk cId="3869940010" sldId="259"/>
            <ac:inkMk id="533" creationId="{19603789-30CD-50A9-8350-C12CD3D8A4DB}"/>
          </ac:inkMkLst>
        </pc:inkChg>
        <pc:inkChg chg="add del">
          <ac:chgData name="植田 篤俊" userId="0d2b3cda-30c1-45e3-9e5c-02c0046d67fa" providerId="ADAL" clId="{A6AB8097-671C-4783-A056-5A985F003BDF}" dt="2026-04-20T14:46:42.436" v="1872"/>
          <ac:inkMkLst>
            <pc:docMk/>
            <pc:sldMk cId="3869940010" sldId="259"/>
            <ac:inkMk id="534" creationId="{7C9E384A-5998-A787-006B-AC97E5E7861B}"/>
          </ac:inkMkLst>
        </pc:inkChg>
        <pc:inkChg chg="add del">
          <ac:chgData name="植田 篤俊" userId="0d2b3cda-30c1-45e3-9e5c-02c0046d67fa" providerId="ADAL" clId="{A6AB8097-671C-4783-A056-5A985F003BDF}" dt="2026-04-20T14:46:39.616" v="1866"/>
          <ac:inkMkLst>
            <pc:docMk/>
            <pc:sldMk cId="3869940010" sldId="259"/>
            <ac:inkMk id="535" creationId="{516EADAA-072A-6BCD-2E8C-26698C7D8F74}"/>
          </ac:inkMkLst>
        </pc:inkChg>
        <pc:inkChg chg="add del">
          <ac:chgData name="植田 篤俊" userId="0d2b3cda-30c1-45e3-9e5c-02c0046d67fa" providerId="ADAL" clId="{A6AB8097-671C-4783-A056-5A985F003BDF}" dt="2026-04-20T14:46:42.436" v="1872"/>
          <ac:inkMkLst>
            <pc:docMk/>
            <pc:sldMk cId="3869940010" sldId="259"/>
            <ac:inkMk id="536" creationId="{F6234FB8-A2CD-572C-F7A5-09B4142AC614}"/>
          </ac:inkMkLst>
        </pc:inkChg>
        <pc:inkChg chg="add del">
          <ac:chgData name="植田 篤俊" userId="0d2b3cda-30c1-45e3-9e5c-02c0046d67fa" providerId="ADAL" clId="{A6AB8097-671C-4783-A056-5A985F003BDF}" dt="2026-04-20T14:46:42.436" v="1872"/>
          <ac:inkMkLst>
            <pc:docMk/>
            <pc:sldMk cId="3869940010" sldId="259"/>
            <ac:inkMk id="537" creationId="{616C7049-571E-5F94-466B-C0CC6B952035}"/>
          </ac:inkMkLst>
        </pc:inkChg>
        <pc:inkChg chg="add del">
          <ac:chgData name="植田 篤俊" userId="0d2b3cda-30c1-45e3-9e5c-02c0046d67fa" providerId="ADAL" clId="{A6AB8097-671C-4783-A056-5A985F003BDF}" dt="2026-04-20T14:46:42.436" v="1872"/>
          <ac:inkMkLst>
            <pc:docMk/>
            <pc:sldMk cId="3869940010" sldId="259"/>
            <ac:inkMk id="538" creationId="{0ED5B388-9229-95D2-87C9-DC62A9DC2A85}"/>
          </ac:inkMkLst>
        </pc:inkChg>
        <pc:inkChg chg="add del">
          <ac:chgData name="植田 篤俊" userId="0d2b3cda-30c1-45e3-9e5c-02c0046d67fa" providerId="ADAL" clId="{A6AB8097-671C-4783-A056-5A985F003BDF}" dt="2026-04-20T14:46:42.436" v="1872"/>
          <ac:inkMkLst>
            <pc:docMk/>
            <pc:sldMk cId="3869940010" sldId="259"/>
            <ac:inkMk id="539" creationId="{5E8C7DD4-A920-0BF1-2BB8-941A918730AE}"/>
          </ac:inkMkLst>
        </pc:inkChg>
        <pc:inkChg chg="add del">
          <ac:chgData name="植田 篤俊" userId="0d2b3cda-30c1-45e3-9e5c-02c0046d67fa" providerId="ADAL" clId="{A6AB8097-671C-4783-A056-5A985F003BDF}" dt="2026-04-20T14:46:42.436" v="1872"/>
          <ac:inkMkLst>
            <pc:docMk/>
            <pc:sldMk cId="3869940010" sldId="259"/>
            <ac:inkMk id="540" creationId="{FFC21319-2D69-9CB3-CA42-6FC838762292}"/>
          </ac:inkMkLst>
        </pc:inkChg>
        <pc:inkChg chg="add reco">
          <ac:chgData name="植田 篤俊" userId="0d2b3cda-30c1-45e3-9e5c-02c0046d67fa" providerId="ADAL" clId="{A6AB8097-671C-4783-A056-5A985F003BDF}" dt="2026-04-20T14:46:42.436" v="1872"/>
          <ac:inkMkLst>
            <pc:docMk/>
            <pc:sldMk cId="3869940010" sldId="259"/>
            <ac:inkMk id="541" creationId="{55208129-DC37-B171-D98A-C654905C50EA}"/>
          </ac:inkMkLst>
        </pc:inkChg>
        <pc:inkChg chg="add del">
          <ac:chgData name="植田 篤俊" userId="0d2b3cda-30c1-45e3-9e5c-02c0046d67fa" providerId="ADAL" clId="{A6AB8097-671C-4783-A056-5A985F003BDF}" dt="2026-04-20T14:46:45.969" v="1875"/>
          <ac:inkMkLst>
            <pc:docMk/>
            <pc:sldMk cId="3869940010" sldId="259"/>
            <ac:inkMk id="542" creationId="{8D753DE2-003D-11FB-A2F9-2766979A8B59}"/>
          </ac:inkMkLst>
        </pc:inkChg>
        <pc:inkChg chg="add del">
          <ac:chgData name="植田 篤俊" userId="0d2b3cda-30c1-45e3-9e5c-02c0046d67fa" providerId="ADAL" clId="{A6AB8097-671C-4783-A056-5A985F003BDF}" dt="2026-04-20T14:46:45.969" v="1875"/>
          <ac:inkMkLst>
            <pc:docMk/>
            <pc:sldMk cId="3869940010" sldId="259"/>
            <ac:inkMk id="543" creationId="{74B643F5-9F36-4629-205B-AF752EA66A82}"/>
          </ac:inkMkLst>
        </pc:inkChg>
        <pc:inkChg chg="add del reco">
          <ac:chgData name="植田 篤俊" userId="0d2b3cda-30c1-45e3-9e5c-02c0046d67fa" providerId="ADAL" clId="{A6AB8097-671C-4783-A056-5A985F003BDF}" dt="2026-04-20T14:46:48.416" v="1878"/>
          <ac:inkMkLst>
            <pc:docMk/>
            <pc:sldMk cId="3869940010" sldId="259"/>
            <ac:inkMk id="544" creationId="{AB55D9A6-B468-C583-FA5E-FE26D17FE267}"/>
          </ac:inkMkLst>
        </pc:inkChg>
        <pc:inkChg chg="add del">
          <ac:chgData name="植田 篤俊" userId="0d2b3cda-30c1-45e3-9e5c-02c0046d67fa" providerId="ADAL" clId="{A6AB8097-671C-4783-A056-5A985F003BDF}" dt="2026-04-20T14:46:48.415" v="1877"/>
          <ac:inkMkLst>
            <pc:docMk/>
            <pc:sldMk cId="3869940010" sldId="259"/>
            <ac:inkMk id="545" creationId="{8290D8D2-7FF3-EC65-3FEB-E1848128519A}"/>
          </ac:inkMkLst>
        </pc:inkChg>
        <pc:inkChg chg="add del">
          <ac:chgData name="植田 篤俊" userId="0d2b3cda-30c1-45e3-9e5c-02c0046d67fa" providerId="ADAL" clId="{A6AB8097-671C-4783-A056-5A985F003BDF}" dt="2026-04-20T14:46:51.115" v="1881"/>
          <ac:inkMkLst>
            <pc:docMk/>
            <pc:sldMk cId="3869940010" sldId="259"/>
            <ac:inkMk id="546" creationId="{1D583D04-E788-AD56-030D-3EEBDA72EEE1}"/>
          </ac:inkMkLst>
        </pc:inkChg>
        <pc:inkChg chg="add del">
          <ac:chgData name="植田 篤俊" userId="0d2b3cda-30c1-45e3-9e5c-02c0046d67fa" providerId="ADAL" clId="{A6AB8097-671C-4783-A056-5A985F003BDF}" dt="2026-04-20T14:46:51.123" v="1882"/>
          <ac:inkMkLst>
            <pc:docMk/>
            <pc:sldMk cId="3869940010" sldId="259"/>
            <ac:inkMk id="547" creationId="{FB9010B0-C14D-68C7-BCB4-E42E6D3DEA7C}"/>
          </ac:inkMkLst>
        </pc:inkChg>
        <pc:inkChg chg="add del">
          <ac:chgData name="植田 篤俊" userId="0d2b3cda-30c1-45e3-9e5c-02c0046d67fa" providerId="ADAL" clId="{A6AB8097-671C-4783-A056-5A985F003BDF}" dt="2026-04-20T14:46:53.090" v="1886"/>
          <ac:inkMkLst>
            <pc:docMk/>
            <pc:sldMk cId="3869940010" sldId="259"/>
            <ac:inkMk id="548" creationId="{35DED12B-0A93-E3B9-ECEB-ACF7A1AE68BE}"/>
          </ac:inkMkLst>
        </pc:inkChg>
        <pc:inkChg chg="add del">
          <ac:chgData name="植田 篤俊" userId="0d2b3cda-30c1-45e3-9e5c-02c0046d67fa" providerId="ADAL" clId="{A6AB8097-671C-4783-A056-5A985F003BDF}" dt="2026-04-20T14:46:53.090" v="1886"/>
          <ac:inkMkLst>
            <pc:docMk/>
            <pc:sldMk cId="3869940010" sldId="259"/>
            <ac:inkMk id="549" creationId="{F9697FCA-D66C-DFC4-97EC-123221E81E65}"/>
          </ac:inkMkLst>
        </pc:inkChg>
        <pc:inkChg chg="add del">
          <ac:chgData name="植田 篤俊" userId="0d2b3cda-30c1-45e3-9e5c-02c0046d67fa" providerId="ADAL" clId="{A6AB8097-671C-4783-A056-5A985F003BDF}" dt="2026-04-20T14:46:53.090" v="1886"/>
          <ac:inkMkLst>
            <pc:docMk/>
            <pc:sldMk cId="3869940010" sldId="259"/>
            <ac:inkMk id="550" creationId="{43019E5E-9BE1-2242-0425-C81642DF8844}"/>
          </ac:inkMkLst>
        </pc:inkChg>
        <pc:inkChg chg="add mod reco modStrokes">
          <ac:chgData name="植田 篤俊" userId="0d2b3cda-30c1-45e3-9e5c-02c0046d67fa" providerId="ADAL" clId="{A6AB8097-671C-4783-A056-5A985F003BDF}" dt="2026-04-20T14:46:55.014" v="1888"/>
          <ac:inkMkLst>
            <pc:docMk/>
            <pc:sldMk cId="3869940010" sldId="259"/>
            <ac:inkMk id="551" creationId="{FD013842-582E-D846-8A97-148C28F29E2D}"/>
          </ac:inkMkLst>
        </pc:inkChg>
        <pc:inkChg chg="add del">
          <ac:chgData name="植田 篤俊" userId="0d2b3cda-30c1-45e3-9e5c-02c0046d67fa" providerId="ADAL" clId="{A6AB8097-671C-4783-A056-5A985F003BDF}" dt="2026-04-20T14:46:55.016" v="1889"/>
          <ac:inkMkLst>
            <pc:docMk/>
            <pc:sldMk cId="3869940010" sldId="259"/>
            <ac:inkMk id="552" creationId="{9E916A63-CDCA-2452-0FDC-80C452BBCB8C}"/>
          </ac:inkMkLst>
        </pc:inkChg>
        <pc:inkChg chg="add del">
          <ac:chgData name="植田 篤俊" userId="0d2b3cda-30c1-45e3-9e5c-02c0046d67fa" providerId="ADAL" clId="{A6AB8097-671C-4783-A056-5A985F003BDF}" dt="2026-04-20T14:47:00.681" v="1899"/>
          <ac:inkMkLst>
            <pc:docMk/>
            <pc:sldMk cId="3869940010" sldId="259"/>
            <ac:inkMk id="553" creationId="{A87B2430-8949-A6A6-19CE-025599CA5F11}"/>
          </ac:inkMkLst>
        </pc:inkChg>
        <pc:inkChg chg="add del">
          <ac:chgData name="植田 篤俊" userId="0d2b3cda-30c1-45e3-9e5c-02c0046d67fa" providerId="ADAL" clId="{A6AB8097-671C-4783-A056-5A985F003BDF}" dt="2026-04-20T14:47:00.681" v="1898"/>
          <ac:inkMkLst>
            <pc:docMk/>
            <pc:sldMk cId="3869940010" sldId="259"/>
            <ac:inkMk id="554" creationId="{FCAAF996-0402-2EF3-812F-C505DB8C04E1}"/>
          </ac:inkMkLst>
        </pc:inkChg>
        <pc:inkChg chg="add del">
          <ac:chgData name="植田 篤俊" userId="0d2b3cda-30c1-45e3-9e5c-02c0046d67fa" providerId="ADAL" clId="{A6AB8097-671C-4783-A056-5A985F003BDF}" dt="2026-04-20T14:47:00.680" v="1897"/>
          <ac:inkMkLst>
            <pc:docMk/>
            <pc:sldMk cId="3869940010" sldId="259"/>
            <ac:inkMk id="555" creationId="{9657B523-F8AF-CC3D-141B-BFFF76A21C81}"/>
          </ac:inkMkLst>
        </pc:inkChg>
        <pc:inkChg chg="add del">
          <ac:chgData name="植田 篤俊" userId="0d2b3cda-30c1-45e3-9e5c-02c0046d67fa" providerId="ADAL" clId="{A6AB8097-671C-4783-A056-5A985F003BDF}" dt="2026-04-20T14:47:00.682" v="1902"/>
          <ac:inkMkLst>
            <pc:docMk/>
            <pc:sldMk cId="3869940010" sldId="259"/>
            <ac:inkMk id="556" creationId="{48584D62-B235-34B8-E011-71A0388F484B}"/>
          </ac:inkMkLst>
        </pc:inkChg>
        <pc:inkChg chg="add del">
          <ac:chgData name="植田 篤俊" userId="0d2b3cda-30c1-45e3-9e5c-02c0046d67fa" providerId="ADAL" clId="{A6AB8097-671C-4783-A056-5A985F003BDF}" dt="2026-04-20T14:47:00.682" v="1901"/>
          <ac:inkMkLst>
            <pc:docMk/>
            <pc:sldMk cId="3869940010" sldId="259"/>
            <ac:inkMk id="557" creationId="{E2C552E5-36C0-FCDE-19CF-B1ECDF53066A}"/>
          </ac:inkMkLst>
        </pc:inkChg>
        <pc:inkChg chg="add del">
          <ac:chgData name="植田 篤俊" userId="0d2b3cda-30c1-45e3-9e5c-02c0046d67fa" providerId="ADAL" clId="{A6AB8097-671C-4783-A056-5A985F003BDF}" dt="2026-04-20T14:47:00.682" v="1900"/>
          <ac:inkMkLst>
            <pc:docMk/>
            <pc:sldMk cId="3869940010" sldId="259"/>
            <ac:inkMk id="558" creationId="{CC937035-B1A0-6679-B652-C96E86711AFB}"/>
          </ac:inkMkLst>
        </pc:inkChg>
        <pc:inkChg chg="add del">
          <ac:chgData name="植田 篤俊" userId="0d2b3cda-30c1-45e3-9e5c-02c0046d67fa" providerId="ADAL" clId="{A6AB8097-671C-4783-A056-5A985F003BDF}" dt="2026-04-20T14:47:00.683" v="1903"/>
          <ac:inkMkLst>
            <pc:docMk/>
            <pc:sldMk cId="3869940010" sldId="259"/>
            <ac:inkMk id="559" creationId="{EAEA726D-200C-5AE8-0377-A2FC7D874228}"/>
          </ac:inkMkLst>
        </pc:inkChg>
        <pc:inkChg chg="add del">
          <ac:chgData name="植田 篤俊" userId="0d2b3cda-30c1-45e3-9e5c-02c0046d67fa" providerId="ADAL" clId="{A6AB8097-671C-4783-A056-5A985F003BDF}" dt="2026-04-20T14:47:06.291" v="1915"/>
          <ac:inkMkLst>
            <pc:docMk/>
            <pc:sldMk cId="3869940010" sldId="259"/>
            <ac:inkMk id="560" creationId="{ACD080B8-451E-CAEF-DDC6-A1BAD7ADE456}"/>
          </ac:inkMkLst>
        </pc:inkChg>
        <pc:inkChg chg="add del">
          <ac:chgData name="植田 篤俊" userId="0d2b3cda-30c1-45e3-9e5c-02c0046d67fa" providerId="ADAL" clId="{A6AB8097-671C-4783-A056-5A985F003BDF}" dt="2026-04-20T14:47:06.291" v="1915"/>
          <ac:inkMkLst>
            <pc:docMk/>
            <pc:sldMk cId="3869940010" sldId="259"/>
            <ac:inkMk id="561" creationId="{5A0F9DAA-CB79-B107-F2A6-8FDDB05B831E}"/>
          </ac:inkMkLst>
        </pc:inkChg>
        <pc:inkChg chg="add del">
          <ac:chgData name="植田 篤俊" userId="0d2b3cda-30c1-45e3-9e5c-02c0046d67fa" providerId="ADAL" clId="{A6AB8097-671C-4783-A056-5A985F003BDF}" dt="2026-04-20T14:47:06.291" v="1915"/>
          <ac:inkMkLst>
            <pc:docMk/>
            <pc:sldMk cId="3869940010" sldId="259"/>
            <ac:inkMk id="562" creationId="{AABF83A5-9E6C-A511-D5C0-338767BB9F32}"/>
          </ac:inkMkLst>
        </pc:inkChg>
        <pc:inkChg chg="add del">
          <ac:chgData name="植田 篤俊" userId="0d2b3cda-30c1-45e3-9e5c-02c0046d67fa" providerId="ADAL" clId="{A6AB8097-671C-4783-A056-5A985F003BDF}" dt="2026-04-20T14:47:06.291" v="1915"/>
          <ac:inkMkLst>
            <pc:docMk/>
            <pc:sldMk cId="3869940010" sldId="259"/>
            <ac:inkMk id="563" creationId="{A6A04D4A-0297-DD94-77FA-756A50BD58DE}"/>
          </ac:inkMkLst>
        </pc:inkChg>
        <pc:inkChg chg="add del">
          <ac:chgData name="植田 篤俊" userId="0d2b3cda-30c1-45e3-9e5c-02c0046d67fa" providerId="ADAL" clId="{A6AB8097-671C-4783-A056-5A985F003BDF}" dt="2026-04-20T14:47:06.291" v="1915"/>
          <ac:inkMkLst>
            <pc:docMk/>
            <pc:sldMk cId="3869940010" sldId="259"/>
            <ac:inkMk id="564" creationId="{857619D6-C1E3-6D58-F715-25002F1FCFCF}"/>
          </ac:inkMkLst>
        </pc:inkChg>
        <pc:inkChg chg="add del">
          <ac:chgData name="植田 篤俊" userId="0d2b3cda-30c1-45e3-9e5c-02c0046d67fa" providerId="ADAL" clId="{A6AB8097-671C-4783-A056-5A985F003BDF}" dt="2026-04-20T14:47:06.291" v="1915"/>
          <ac:inkMkLst>
            <pc:docMk/>
            <pc:sldMk cId="3869940010" sldId="259"/>
            <ac:inkMk id="565" creationId="{29F91317-C924-2224-A331-AE572DBA5B68}"/>
          </ac:inkMkLst>
        </pc:inkChg>
        <pc:inkChg chg="add del">
          <ac:chgData name="植田 篤俊" userId="0d2b3cda-30c1-45e3-9e5c-02c0046d67fa" providerId="ADAL" clId="{A6AB8097-671C-4783-A056-5A985F003BDF}" dt="2026-04-20T14:47:06.291" v="1915"/>
          <ac:inkMkLst>
            <pc:docMk/>
            <pc:sldMk cId="3869940010" sldId="259"/>
            <ac:inkMk id="566" creationId="{A58212AD-2BC4-FDDE-1510-E03EC3EA9FCA}"/>
          </ac:inkMkLst>
        </pc:inkChg>
        <pc:inkChg chg="add del">
          <ac:chgData name="植田 篤俊" userId="0d2b3cda-30c1-45e3-9e5c-02c0046d67fa" providerId="ADAL" clId="{A6AB8097-671C-4783-A056-5A985F003BDF}" dt="2026-04-20T14:47:06.291" v="1915"/>
          <ac:inkMkLst>
            <pc:docMk/>
            <pc:sldMk cId="3869940010" sldId="259"/>
            <ac:inkMk id="567" creationId="{F8C467AA-EAB8-ED6B-5A47-4FBA394A6C4D}"/>
          </ac:inkMkLst>
        </pc:inkChg>
        <pc:inkChg chg="add del">
          <ac:chgData name="植田 篤俊" userId="0d2b3cda-30c1-45e3-9e5c-02c0046d67fa" providerId="ADAL" clId="{A6AB8097-671C-4783-A056-5A985F003BDF}" dt="2026-04-20T14:47:06.291" v="1915"/>
          <ac:inkMkLst>
            <pc:docMk/>
            <pc:sldMk cId="3869940010" sldId="259"/>
            <ac:inkMk id="568" creationId="{0225833C-5F81-914A-F6AE-E9A5D4094EAE}"/>
          </ac:inkMkLst>
        </pc:inkChg>
        <pc:inkChg chg="add">
          <ac:chgData name="植田 篤俊" userId="0d2b3cda-30c1-45e3-9e5c-02c0046d67fa" providerId="ADAL" clId="{A6AB8097-671C-4783-A056-5A985F003BDF}" dt="2026-04-20T14:47:05.013" v="1913"/>
          <ac:inkMkLst>
            <pc:docMk/>
            <pc:sldMk cId="3869940010" sldId="259"/>
            <ac:inkMk id="569" creationId="{7C446AF7-D0F8-D025-3249-A1D667D3D8D2}"/>
          </ac:inkMkLst>
        </pc:inkChg>
        <pc:inkChg chg="add del">
          <ac:chgData name="植田 篤俊" userId="0d2b3cda-30c1-45e3-9e5c-02c0046d67fa" providerId="ADAL" clId="{A6AB8097-671C-4783-A056-5A985F003BDF}" dt="2026-04-20T14:47:06.291" v="1915"/>
          <ac:inkMkLst>
            <pc:docMk/>
            <pc:sldMk cId="3869940010" sldId="259"/>
            <ac:inkMk id="570" creationId="{083B4BF2-1091-CF67-AFBD-7402FED38532}"/>
          </ac:inkMkLst>
        </pc:inkChg>
        <pc:inkChg chg="mod">
          <ac:chgData name="植田 篤俊" userId="0d2b3cda-30c1-45e3-9e5c-02c0046d67fa" providerId="ADAL" clId="{A6AB8097-671C-4783-A056-5A985F003BDF}" dt="2026-04-20T15:11:16.750" v="3346" actId="1076"/>
          <ac:inkMkLst>
            <pc:docMk/>
            <pc:sldMk cId="3869940010" sldId="259"/>
            <ac:inkMk id="571" creationId="{BA4A3856-8ECE-BF57-63F0-EA88243F098C}"/>
          </ac:inkMkLst>
        </pc:inkChg>
        <pc:inkChg chg="mod">
          <ac:chgData name="植田 篤俊" userId="0d2b3cda-30c1-45e3-9e5c-02c0046d67fa" providerId="ADAL" clId="{A6AB8097-671C-4783-A056-5A985F003BDF}" dt="2026-04-20T15:11:16.750" v="3346" actId="1076"/>
          <ac:inkMkLst>
            <pc:docMk/>
            <pc:sldMk cId="3869940010" sldId="259"/>
            <ac:inkMk id="572" creationId="{C14CFF39-174C-AAE3-BBE5-81D18BFE8168}"/>
          </ac:inkMkLst>
        </pc:inkChg>
        <pc:inkChg chg="add del">
          <ac:chgData name="植田 篤俊" userId="0d2b3cda-30c1-45e3-9e5c-02c0046d67fa" providerId="ADAL" clId="{A6AB8097-671C-4783-A056-5A985F003BDF}" dt="2026-04-20T14:47:13.404" v="1925"/>
          <ac:inkMkLst>
            <pc:docMk/>
            <pc:sldMk cId="3869940010" sldId="259"/>
            <ac:inkMk id="573" creationId="{20163A45-C284-AA18-9DB2-E76B343310BC}"/>
          </ac:inkMkLst>
        </pc:inkChg>
        <pc:inkChg chg="add del">
          <ac:chgData name="植田 篤俊" userId="0d2b3cda-30c1-45e3-9e5c-02c0046d67fa" providerId="ADAL" clId="{A6AB8097-671C-4783-A056-5A985F003BDF}" dt="2026-04-20T14:47:13.404" v="1925"/>
          <ac:inkMkLst>
            <pc:docMk/>
            <pc:sldMk cId="3869940010" sldId="259"/>
            <ac:inkMk id="574" creationId="{4EBA270B-B87D-BB6B-2411-9CCA19DFA6B8}"/>
          </ac:inkMkLst>
        </pc:inkChg>
        <pc:inkChg chg="add del">
          <ac:chgData name="植田 篤俊" userId="0d2b3cda-30c1-45e3-9e5c-02c0046d67fa" providerId="ADAL" clId="{A6AB8097-671C-4783-A056-5A985F003BDF}" dt="2026-04-20T14:47:13.404" v="1925"/>
          <ac:inkMkLst>
            <pc:docMk/>
            <pc:sldMk cId="3869940010" sldId="259"/>
            <ac:inkMk id="575" creationId="{CEF7E37D-CA21-2E79-1B48-1E4F6670BB39}"/>
          </ac:inkMkLst>
        </pc:inkChg>
        <pc:inkChg chg="add del">
          <ac:chgData name="植田 篤俊" userId="0d2b3cda-30c1-45e3-9e5c-02c0046d67fa" providerId="ADAL" clId="{A6AB8097-671C-4783-A056-5A985F003BDF}" dt="2026-04-20T14:47:13.404" v="1925"/>
          <ac:inkMkLst>
            <pc:docMk/>
            <pc:sldMk cId="3869940010" sldId="259"/>
            <ac:inkMk id="576" creationId="{B6907316-85B2-B7D3-E0FE-C95AF005E824}"/>
          </ac:inkMkLst>
        </pc:inkChg>
        <pc:inkChg chg="add del">
          <ac:chgData name="植田 篤俊" userId="0d2b3cda-30c1-45e3-9e5c-02c0046d67fa" providerId="ADAL" clId="{A6AB8097-671C-4783-A056-5A985F003BDF}" dt="2026-04-20T14:47:13.404" v="1925"/>
          <ac:inkMkLst>
            <pc:docMk/>
            <pc:sldMk cId="3869940010" sldId="259"/>
            <ac:inkMk id="577" creationId="{998338AB-1BA8-D3D0-1972-B907F196ABDA}"/>
          </ac:inkMkLst>
        </pc:inkChg>
        <pc:inkChg chg="add del">
          <ac:chgData name="植田 篤俊" userId="0d2b3cda-30c1-45e3-9e5c-02c0046d67fa" providerId="ADAL" clId="{A6AB8097-671C-4783-A056-5A985F003BDF}" dt="2026-04-20T14:47:13.404" v="1925"/>
          <ac:inkMkLst>
            <pc:docMk/>
            <pc:sldMk cId="3869940010" sldId="259"/>
            <ac:inkMk id="578" creationId="{19C6DE3B-0680-53B4-8783-D2F83DC0EAC8}"/>
          </ac:inkMkLst>
        </pc:inkChg>
        <pc:inkChg chg="add del">
          <ac:chgData name="植田 篤俊" userId="0d2b3cda-30c1-45e3-9e5c-02c0046d67fa" providerId="ADAL" clId="{A6AB8097-671C-4783-A056-5A985F003BDF}" dt="2026-04-20T14:47:13.404" v="1925"/>
          <ac:inkMkLst>
            <pc:docMk/>
            <pc:sldMk cId="3869940010" sldId="259"/>
            <ac:inkMk id="579" creationId="{963B4AB4-C0D6-40BE-080A-90876CAEBB79}"/>
          </ac:inkMkLst>
        </pc:inkChg>
        <pc:inkChg chg="add del">
          <ac:chgData name="植田 篤俊" userId="0d2b3cda-30c1-45e3-9e5c-02c0046d67fa" providerId="ADAL" clId="{A6AB8097-671C-4783-A056-5A985F003BDF}" dt="2026-04-20T14:47:13.404" v="1925"/>
          <ac:inkMkLst>
            <pc:docMk/>
            <pc:sldMk cId="3869940010" sldId="259"/>
            <ac:inkMk id="580" creationId="{45452907-3B42-F10E-F941-C7405171B7CE}"/>
          </ac:inkMkLst>
        </pc:inkChg>
        <pc:inkChg chg="add del">
          <ac:chgData name="植田 篤俊" userId="0d2b3cda-30c1-45e3-9e5c-02c0046d67fa" providerId="ADAL" clId="{A6AB8097-671C-4783-A056-5A985F003BDF}" dt="2026-04-20T14:47:13.404" v="1925"/>
          <ac:inkMkLst>
            <pc:docMk/>
            <pc:sldMk cId="3869940010" sldId="259"/>
            <ac:inkMk id="581" creationId="{5F645397-4662-ED84-4D01-02DEFE1C3279}"/>
          </ac:inkMkLst>
        </pc:inkChg>
        <pc:inkChg chg="add mod reco">
          <ac:chgData name="植田 篤俊" userId="0d2b3cda-30c1-45e3-9e5c-02c0046d67fa" providerId="ADAL" clId="{A6AB8097-671C-4783-A056-5A985F003BDF}" dt="2026-04-20T15:11:16.750" v="3346" actId="1076"/>
          <ac:inkMkLst>
            <pc:docMk/>
            <pc:sldMk cId="3869940010" sldId="259"/>
            <ac:inkMk id="582" creationId="{498C3DE8-8B21-03C9-12FF-40E3566B1CCF}"/>
          </ac:inkMkLst>
        </pc:inkChg>
        <pc:inkChg chg="add del">
          <ac:chgData name="植田 篤俊" userId="0d2b3cda-30c1-45e3-9e5c-02c0046d67fa" providerId="ADAL" clId="{A6AB8097-671C-4783-A056-5A985F003BDF}" dt="2026-04-20T14:47:22.879" v="1953"/>
          <ac:inkMkLst>
            <pc:docMk/>
            <pc:sldMk cId="3869940010" sldId="259"/>
            <ac:inkMk id="583" creationId="{20A42678-5A90-26C3-75B3-6C5300D790AB}"/>
          </ac:inkMkLst>
        </pc:inkChg>
        <pc:inkChg chg="add">
          <ac:chgData name="植田 篤俊" userId="0d2b3cda-30c1-45e3-9e5c-02c0046d67fa" providerId="ADAL" clId="{A6AB8097-671C-4783-A056-5A985F003BDF}" dt="2026-04-20T14:47:14.779" v="1927"/>
          <ac:inkMkLst>
            <pc:docMk/>
            <pc:sldMk cId="3869940010" sldId="259"/>
            <ac:inkMk id="584" creationId="{C8AC8C4A-B38D-2A8B-9986-2F3E2626F4B9}"/>
          </ac:inkMkLst>
        </pc:inkChg>
        <pc:inkChg chg="add">
          <ac:chgData name="植田 篤俊" userId="0d2b3cda-30c1-45e3-9e5c-02c0046d67fa" providerId="ADAL" clId="{A6AB8097-671C-4783-A056-5A985F003BDF}" dt="2026-04-20T14:47:14.945" v="1928"/>
          <ac:inkMkLst>
            <pc:docMk/>
            <pc:sldMk cId="3869940010" sldId="259"/>
            <ac:inkMk id="585" creationId="{25E3F9ED-3693-64D0-D018-7815B8038342}"/>
          </ac:inkMkLst>
        </pc:inkChg>
        <pc:inkChg chg="add del">
          <ac:chgData name="植田 篤俊" userId="0d2b3cda-30c1-45e3-9e5c-02c0046d67fa" providerId="ADAL" clId="{A6AB8097-671C-4783-A056-5A985F003BDF}" dt="2026-04-20T14:47:22.879" v="1953"/>
          <ac:inkMkLst>
            <pc:docMk/>
            <pc:sldMk cId="3869940010" sldId="259"/>
            <ac:inkMk id="586" creationId="{874D1504-4FE4-A6C0-A7B8-D17BB6F41F9D}"/>
          </ac:inkMkLst>
        </pc:inkChg>
        <pc:inkChg chg="add del">
          <ac:chgData name="植田 篤俊" userId="0d2b3cda-30c1-45e3-9e5c-02c0046d67fa" providerId="ADAL" clId="{A6AB8097-671C-4783-A056-5A985F003BDF}" dt="2026-04-20T14:47:22.879" v="1953"/>
          <ac:inkMkLst>
            <pc:docMk/>
            <pc:sldMk cId="3869940010" sldId="259"/>
            <ac:inkMk id="587" creationId="{1C58A936-CBB4-9AD0-4189-C8BC5AD3B001}"/>
          </ac:inkMkLst>
        </pc:inkChg>
        <pc:inkChg chg="add">
          <ac:chgData name="植田 篤俊" userId="0d2b3cda-30c1-45e3-9e5c-02c0046d67fa" providerId="ADAL" clId="{A6AB8097-671C-4783-A056-5A985F003BDF}" dt="2026-04-20T14:47:15.446" v="1931"/>
          <ac:inkMkLst>
            <pc:docMk/>
            <pc:sldMk cId="3869940010" sldId="259"/>
            <ac:inkMk id="588" creationId="{B0C14E52-9EBD-893A-A743-5606E7580269}"/>
          </ac:inkMkLst>
        </pc:inkChg>
        <pc:inkChg chg="add">
          <ac:chgData name="植田 篤俊" userId="0d2b3cda-30c1-45e3-9e5c-02c0046d67fa" providerId="ADAL" clId="{A6AB8097-671C-4783-A056-5A985F003BDF}" dt="2026-04-20T14:47:15.596" v="1932"/>
          <ac:inkMkLst>
            <pc:docMk/>
            <pc:sldMk cId="3869940010" sldId="259"/>
            <ac:inkMk id="589" creationId="{ACF4A237-6FAC-4E1E-BE76-B97DFE91A412}"/>
          </ac:inkMkLst>
        </pc:inkChg>
        <pc:inkChg chg="add">
          <ac:chgData name="植田 篤俊" userId="0d2b3cda-30c1-45e3-9e5c-02c0046d67fa" providerId="ADAL" clId="{A6AB8097-671C-4783-A056-5A985F003BDF}" dt="2026-04-20T14:47:15.745" v="1933"/>
          <ac:inkMkLst>
            <pc:docMk/>
            <pc:sldMk cId="3869940010" sldId="259"/>
            <ac:inkMk id="590" creationId="{D40F0B3E-8BB4-7BD1-667B-BF61EF27CA0C}"/>
          </ac:inkMkLst>
        </pc:inkChg>
        <pc:inkChg chg="add">
          <ac:chgData name="植田 篤俊" userId="0d2b3cda-30c1-45e3-9e5c-02c0046d67fa" providerId="ADAL" clId="{A6AB8097-671C-4783-A056-5A985F003BDF}" dt="2026-04-20T14:47:15.895" v="1934"/>
          <ac:inkMkLst>
            <pc:docMk/>
            <pc:sldMk cId="3869940010" sldId="259"/>
            <ac:inkMk id="591" creationId="{EEB9D84D-6A17-F51A-2A08-F6AB2BA39FC8}"/>
          </ac:inkMkLst>
        </pc:inkChg>
        <pc:inkChg chg="add">
          <ac:chgData name="植田 篤俊" userId="0d2b3cda-30c1-45e3-9e5c-02c0046d67fa" providerId="ADAL" clId="{A6AB8097-671C-4783-A056-5A985F003BDF}" dt="2026-04-20T14:47:16.062" v="1935"/>
          <ac:inkMkLst>
            <pc:docMk/>
            <pc:sldMk cId="3869940010" sldId="259"/>
            <ac:inkMk id="592" creationId="{7A79B443-681F-D5A4-7755-3FAC44E86824}"/>
          </ac:inkMkLst>
        </pc:inkChg>
        <pc:inkChg chg="add del">
          <ac:chgData name="植田 篤俊" userId="0d2b3cda-30c1-45e3-9e5c-02c0046d67fa" providerId="ADAL" clId="{A6AB8097-671C-4783-A056-5A985F003BDF}" dt="2026-04-20T14:47:22.879" v="1953"/>
          <ac:inkMkLst>
            <pc:docMk/>
            <pc:sldMk cId="3869940010" sldId="259"/>
            <ac:inkMk id="593" creationId="{1B4C79F3-122F-FB7A-C8A3-73C565C951B5}"/>
          </ac:inkMkLst>
        </pc:inkChg>
        <pc:inkChg chg="add">
          <ac:chgData name="植田 篤俊" userId="0d2b3cda-30c1-45e3-9e5c-02c0046d67fa" providerId="ADAL" clId="{A6AB8097-671C-4783-A056-5A985F003BDF}" dt="2026-04-20T14:47:16.480" v="1937"/>
          <ac:inkMkLst>
            <pc:docMk/>
            <pc:sldMk cId="3869940010" sldId="259"/>
            <ac:inkMk id="594" creationId="{22581D21-67AD-7F5C-BF1A-EDF91585A31E}"/>
          </ac:inkMkLst>
        </pc:inkChg>
        <pc:inkChg chg="add del">
          <ac:chgData name="植田 篤俊" userId="0d2b3cda-30c1-45e3-9e5c-02c0046d67fa" providerId="ADAL" clId="{A6AB8097-671C-4783-A056-5A985F003BDF}" dt="2026-04-20T14:47:22.879" v="1953"/>
          <ac:inkMkLst>
            <pc:docMk/>
            <pc:sldMk cId="3869940010" sldId="259"/>
            <ac:inkMk id="595" creationId="{430F3C33-F2FB-0786-F87F-54CE8C17CF28}"/>
          </ac:inkMkLst>
        </pc:inkChg>
        <pc:inkChg chg="add del">
          <ac:chgData name="植田 篤俊" userId="0d2b3cda-30c1-45e3-9e5c-02c0046d67fa" providerId="ADAL" clId="{A6AB8097-671C-4783-A056-5A985F003BDF}" dt="2026-04-20T14:47:22.879" v="1953"/>
          <ac:inkMkLst>
            <pc:docMk/>
            <pc:sldMk cId="3869940010" sldId="259"/>
            <ac:inkMk id="596" creationId="{D0F56C53-646C-5D3D-3954-640832307B8C}"/>
          </ac:inkMkLst>
        </pc:inkChg>
        <pc:inkChg chg="add">
          <ac:chgData name="植田 篤俊" userId="0d2b3cda-30c1-45e3-9e5c-02c0046d67fa" providerId="ADAL" clId="{A6AB8097-671C-4783-A056-5A985F003BDF}" dt="2026-04-20T14:47:17.029" v="1940"/>
          <ac:inkMkLst>
            <pc:docMk/>
            <pc:sldMk cId="3869940010" sldId="259"/>
            <ac:inkMk id="597" creationId="{CC824AE5-8760-4DDB-5B5A-0C0A68CF81F8}"/>
          </ac:inkMkLst>
        </pc:inkChg>
        <pc:inkChg chg="add">
          <ac:chgData name="植田 篤俊" userId="0d2b3cda-30c1-45e3-9e5c-02c0046d67fa" providerId="ADAL" clId="{A6AB8097-671C-4783-A056-5A985F003BDF}" dt="2026-04-20T14:47:17.912" v="1941"/>
          <ac:inkMkLst>
            <pc:docMk/>
            <pc:sldMk cId="3869940010" sldId="259"/>
            <ac:inkMk id="598" creationId="{729CC583-253F-BD85-85E0-91DB90C1B59A}"/>
          </ac:inkMkLst>
        </pc:inkChg>
        <pc:inkChg chg="add">
          <ac:chgData name="植田 篤俊" userId="0d2b3cda-30c1-45e3-9e5c-02c0046d67fa" providerId="ADAL" clId="{A6AB8097-671C-4783-A056-5A985F003BDF}" dt="2026-04-20T14:47:18.995" v="1942"/>
          <ac:inkMkLst>
            <pc:docMk/>
            <pc:sldMk cId="3869940010" sldId="259"/>
            <ac:inkMk id="599" creationId="{73372D8A-E291-7116-785A-F1C58E125B61}"/>
          </ac:inkMkLst>
        </pc:inkChg>
        <pc:inkChg chg="add del">
          <ac:chgData name="植田 篤俊" userId="0d2b3cda-30c1-45e3-9e5c-02c0046d67fa" providerId="ADAL" clId="{A6AB8097-671C-4783-A056-5A985F003BDF}" dt="2026-04-20T14:47:22.879" v="1953"/>
          <ac:inkMkLst>
            <pc:docMk/>
            <pc:sldMk cId="3869940010" sldId="259"/>
            <ac:inkMk id="600" creationId="{AE77F2BD-635E-FC07-651C-0CE278261DBC}"/>
          </ac:inkMkLst>
        </pc:inkChg>
        <pc:inkChg chg="add">
          <ac:chgData name="植田 篤俊" userId="0d2b3cda-30c1-45e3-9e5c-02c0046d67fa" providerId="ADAL" clId="{A6AB8097-671C-4783-A056-5A985F003BDF}" dt="2026-04-20T14:47:20.060" v="1944"/>
          <ac:inkMkLst>
            <pc:docMk/>
            <pc:sldMk cId="3869940010" sldId="259"/>
            <ac:inkMk id="601" creationId="{ADD160BC-C623-93C7-97A8-1DDDC130F7EB}"/>
          </ac:inkMkLst>
        </pc:inkChg>
        <pc:inkChg chg="add">
          <ac:chgData name="植田 篤俊" userId="0d2b3cda-30c1-45e3-9e5c-02c0046d67fa" providerId="ADAL" clId="{A6AB8097-671C-4783-A056-5A985F003BDF}" dt="2026-04-20T14:47:20.612" v="1945"/>
          <ac:inkMkLst>
            <pc:docMk/>
            <pc:sldMk cId="3869940010" sldId="259"/>
            <ac:inkMk id="602" creationId="{C72BAC66-60C7-79D5-CE65-87A276125EAB}"/>
          </ac:inkMkLst>
        </pc:inkChg>
        <pc:inkChg chg="add">
          <ac:chgData name="植田 篤俊" userId="0d2b3cda-30c1-45e3-9e5c-02c0046d67fa" providerId="ADAL" clId="{A6AB8097-671C-4783-A056-5A985F003BDF}" dt="2026-04-20T14:47:20.878" v="1946"/>
          <ac:inkMkLst>
            <pc:docMk/>
            <pc:sldMk cId="3869940010" sldId="259"/>
            <ac:inkMk id="603" creationId="{6215656F-D5C4-6A2B-0C14-101EBDD31044}"/>
          </ac:inkMkLst>
        </pc:inkChg>
        <pc:inkChg chg="add del">
          <ac:chgData name="植田 篤俊" userId="0d2b3cda-30c1-45e3-9e5c-02c0046d67fa" providerId="ADAL" clId="{A6AB8097-671C-4783-A056-5A985F003BDF}" dt="2026-04-20T14:47:22.879" v="1953"/>
          <ac:inkMkLst>
            <pc:docMk/>
            <pc:sldMk cId="3869940010" sldId="259"/>
            <ac:inkMk id="604" creationId="{9A5B7676-88B7-1F30-6394-7BCEF20010C5}"/>
          </ac:inkMkLst>
        </pc:inkChg>
        <pc:inkChg chg="add">
          <ac:chgData name="植田 篤俊" userId="0d2b3cda-30c1-45e3-9e5c-02c0046d67fa" providerId="ADAL" clId="{A6AB8097-671C-4783-A056-5A985F003BDF}" dt="2026-04-20T14:47:21.178" v="1948"/>
          <ac:inkMkLst>
            <pc:docMk/>
            <pc:sldMk cId="3869940010" sldId="259"/>
            <ac:inkMk id="605" creationId="{2F71E842-EE98-B1FC-5451-EA436EB33AF4}"/>
          </ac:inkMkLst>
        </pc:inkChg>
        <pc:inkChg chg="add">
          <ac:chgData name="植田 篤俊" userId="0d2b3cda-30c1-45e3-9e5c-02c0046d67fa" providerId="ADAL" clId="{A6AB8097-671C-4783-A056-5A985F003BDF}" dt="2026-04-20T14:47:21.328" v="1949"/>
          <ac:inkMkLst>
            <pc:docMk/>
            <pc:sldMk cId="3869940010" sldId="259"/>
            <ac:inkMk id="606" creationId="{B89A6E7C-180C-8A22-68EE-2DEC88799744}"/>
          </ac:inkMkLst>
        </pc:inkChg>
        <pc:inkChg chg="add del">
          <ac:chgData name="植田 篤俊" userId="0d2b3cda-30c1-45e3-9e5c-02c0046d67fa" providerId="ADAL" clId="{A6AB8097-671C-4783-A056-5A985F003BDF}" dt="2026-04-20T14:47:22.879" v="1953"/>
          <ac:inkMkLst>
            <pc:docMk/>
            <pc:sldMk cId="3869940010" sldId="259"/>
            <ac:inkMk id="607" creationId="{FF8C7885-DAD5-38B1-EAB7-0811FEB8A07C}"/>
          </ac:inkMkLst>
        </pc:inkChg>
        <pc:inkChg chg="add del">
          <ac:chgData name="植田 篤俊" userId="0d2b3cda-30c1-45e3-9e5c-02c0046d67fa" providerId="ADAL" clId="{A6AB8097-671C-4783-A056-5A985F003BDF}" dt="2026-04-20T14:47:22.879" v="1953"/>
          <ac:inkMkLst>
            <pc:docMk/>
            <pc:sldMk cId="3869940010" sldId="259"/>
            <ac:inkMk id="608" creationId="{2A40AC16-7883-2516-6FB1-EBCFAAA3FD36}"/>
          </ac:inkMkLst>
        </pc:inkChg>
        <pc:inkChg chg="add">
          <ac:chgData name="植田 篤俊" userId="0d2b3cda-30c1-45e3-9e5c-02c0046d67fa" providerId="ADAL" clId="{A6AB8097-671C-4783-A056-5A985F003BDF}" dt="2026-04-20T14:47:22.228" v="1952"/>
          <ac:inkMkLst>
            <pc:docMk/>
            <pc:sldMk cId="3869940010" sldId="259"/>
            <ac:inkMk id="609" creationId="{EEF53D0F-B004-29E2-D63C-E874F2802493}"/>
          </ac:inkMkLst>
        </pc:inkChg>
        <pc:inkChg chg="del">
          <ac:chgData name="植田 篤俊" userId="0d2b3cda-30c1-45e3-9e5c-02c0046d67fa" providerId="ADAL" clId="{A6AB8097-671C-4783-A056-5A985F003BDF}" dt="2026-04-20T14:47:25.847" v="1954"/>
          <ac:inkMkLst>
            <pc:docMk/>
            <pc:sldMk cId="3869940010" sldId="259"/>
            <ac:inkMk id="610" creationId="{08DA5985-2644-4C4C-67F2-5EF705250226}"/>
          </ac:inkMkLst>
        </pc:inkChg>
        <pc:inkChg chg="add del">
          <ac:chgData name="植田 篤俊" userId="0d2b3cda-30c1-45e3-9e5c-02c0046d67fa" providerId="ADAL" clId="{A6AB8097-671C-4783-A056-5A985F003BDF}" dt="2026-04-20T14:47:30.973" v="1971"/>
          <ac:inkMkLst>
            <pc:docMk/>
            <pc:sldMk cId="3869940010" sldId="259"/>
            <ac:inkMk id="611" creationId="{57E0FD41-F897-2D1E-D943-D619A09B5AD0}"/>
          </ac:inkMkLst>
        </pc:inkChg>
        <pc:inkChg chg="add">
          <ac:chgData name="植田 篤俊" userId="0d2b3cda-30c1-45e3-9e5c-02c0046d67fa" providerId="ADAL" clId="{A6AB8097-671C-4783-A056-5A985F003BDF}" dt="2026-04-20T14:47:27.111" v="1956"/>
          <ac:inkMkLst>
            <pc:docMk/>
            <pc:sldMk cId="3869940010" sldId="259"/>
            <ac:inkMk id="612" creationId="{A4D3037D-4F7B-9268-6C19-0F3431CEE20B}"/>
          </ac:inkMkLst>
        </pc:inkChg>
        <pc:inkChg chg="add">
          <ac:chgData name="植田 篤俊" userId="0d2b3cda-30c1-45e3-9e5c-02c0046d67fa" providerId="ADAL" clId="{A6AB8097-671C-4783-A056-5A985F003BDF}" dt="2026-04-20T14:47:27.294" v="1957"/>
          <ac:inkMkLst>
            <pc:docMk/>
            <pc:sldMk cId="3869940010" sldId="259"/>
            <ac:inkMk id="613" creationId="{BFA6FFFB-1516-9873-478B-802A852A9D71}"/>
          </ac:inkMkLst>
        </pc:inkChg>
        <pc:inkChg chg="add del">
          <ac:chgData name="植田 篤俊" userId="0d2b3cda-30c1-45e3-9e5c-02c0046d67fa" providerId="ADAL" clId="{A6AB8097-671C-4783-A056-5A985F003BDF}" dt="2026-04-20T14:47:30.973" v="1971"/>
          <ac:inkMkLst>
            <pc:docMk/>
            <pc:sldMk cId="3869940010" sldId="259"/>
            <ac:inkMk id="614" creationId="{6981864D-A1B5-14F3-2AED-F13F45014488}"/>
          </ac:inkMkLst>
        </pc:inkChg>
        <pc:inkChg chg="add">
          <ac:chgData name="植田 篤俊" userId="0d2b3cda-30c1-45e3-9e5c-02c0046d67fa" providerId="ADAL" clId="{A6AB8097-671C-4783-A056-5A985F003BDF}" dt="2026-04-20T14:47:27.578" v="1959"/>
          <ac:inkMkLst>
            <pc:docMk/>
            <pc:sldMk cId="3869940010" sldId="259"/>
            <ac:inkMk id="615" creationId="{8B0D0BB3-8B10-FF91-8570-DFD098D81CD3}"/>
          </ac:inkMkLst>
        </pc:inkChg>
        <pc:inkChg chg="add del">
          <ac:chgData name="植田 篤俊" userId="0d2b3cda-30c1-45e3-9e5c-02c0046d67fa" providerId="ADAL" clId="{A6AB8097-671C-4783-A056-5A985F003BDF}" dt="2026-04-20T14:47:30.973" v="1971"/>
          <ac:inkMkLst>
            <pc:docMk/>
            <pc:sldMk cId="3869940010" sldId="259"/>
            <ac:inkMk id="616" creationId="{3886494E-797D-CE23-DDED-F76795345189}"/>
          </ac:inkMkLst>
        </pc:inkChg>
        <pc:inkChg chg="add del">
          <ac:chgData name="植田 篤俊" userId="0d2b3cda-30c1-45e3-9e5c-02c0046d67fa" providerId="ADAL" clId="{A6AB8097-671C-4783-A056-5A985F003BDF}" dt="2026-04-20T14:47:30.973" v="1971"/>
          <ac:inkMkLst>
            <pc:docMk/>
            <pc:sldMk cId="3869940010" sldId="259"/>
            <ac:inkMk id="617" creationId="{F545AE1A-A90D-8244-CAD3-989B45802643}"/>
          </ac:inkMkLst>
        </pc:inkChg>
        <pc:inkChg chg="add del">
          <ac:chgData name="植田 篤俊" userId="0d2b3cda-30c1-45e3-9e5c-02c0046d67fa" providerId="ADAL" clId="{A6AB8097-671C-4783-A056-5A985F003BDF}" dt="2026-04-20T14:47:30.973" v="1971"/>
          <ac:inkMkLst>
            <pc:docMk/>
            <pc:sldMk cId="3869940010" sldId="259"/>
            <ac:inkMk id="618" creationId="{E1CF05D0-9479-68C6-FF1D-135E82554E9E}"/>
          </ac:inkMkLst>
        </pc:inkChg>
        <pc:inkChg chg="add del">
          <ac:chgData name="植田 篤俊" userId="0d2b3cda-30c1-45e3-9e5c-02c0046d67fa" providerId="ADAL" clId="{A6AB8097-671C-4783-A056-5A985F003BDF}" dt="2026-04-20T14:47:30.973" v="1971"/>
          <ac:inkMkLst>
            <pc:docMk/>
            <pc:sldMk cId="3869940010" sldId="259"/>
            <ac:inkMk id="619" creationId="{F0A1991C-668C-0A84-297F-4CC2E6B0B9CF}"/>
          </ac:inkMkLst>
        </pc:inkChg>
        <pc:inkChg chg="add del">
          <ac:chgData name="植田 篤俊" userId="0d2b3cda-30c1-45e3-9e5c-02c0046d67fa" providerId="ADAL" clId="{A6AB8097-671C-4783-A056-5A985F003BDF}" dt="2026-04-20T14:47:30.973" v="1971"/>
          <ac:inkMkLst>
            <pc:docMk/>
            <pc:sldMk cId="3869940010" sldId="259"/>
            <ac:inkMk id="620" creationId="{959897DC-264F-CAFA-7A95-98F7D226E345}"/>
          </ac:inkMkLst>
        </pc:inkChg>
        <pc:inkChg chg="add">
          <ac:chgData name="植田 篤俊" userId="0d2b3cda-30c1-45e3-9e5c-02c0046d67fa" providerId="ADAL" clId="{A6AB8097-671C-4783-A056-5A985F003BDF}" dt="2026-04-20T14:47:28.528" v="1965"/>
          <ac:inkMkLst>
            <pc:docMk/>
            <pc:sldMk cId="3869940010" sldId="259"/>
            <ac:inkMk id="621" creationId="{53300C71-8708-A12D-554C-DF7672191C3F}"/>
          </ac:inkMkLst>
        </pc:inkChg>
        <pc:inkChg chg="add">
          <ac:chgData name="植田 篤俊" userId="0d2b3cda-30c1-45e3-9e5c-02c0046d67fa" providerId="ADAL" clId="{A6AB8097-671C-4783-A056-5A985F003BDF}" dt="2026-04-20T14:47:29.014" v="1966"/>
          <ac:inkMkLst>
            <pc:docMk/>
            <pc:sldMk cId="3869940010" sldId="259"/>
            <ac:inkMk id="622" creationId="{13FECCFD-7D3C-711D-2EB0-7596ABBAFCA6}"/>
          </ac:inkMkLst>
        </pc:inkChg>
        <pc:inkChg chg="add">
          <ac:chgData name="植田 篤俊" userId="0d2b3cda-30c1-45e3-9e5c-02c0046d67fa" providerId="ADAL" clId="{A6AB8097-671C-4783-A056-5A985F003BDF}" dt="2026-04-20T14:47:29.196" v="1967"/>
          <ac:inkMkLst>
            <pc:docMk/>
            <pc:sldMk cId="3869940010" sldId="259"/>
            <ac:inkMk id="623" creationId="{D5162959-63C6-1C69-CB60-094F94E5AEC9}"/>
          </ac:inkMkLst>
        </pc:inkChg>
        <pc:inkChg chg="add del">
          <ac:chgData name="植田 篤俊" userId="0d2b3cda-30c1-45e3-9e5c-02c0046d67fa" providerId="ADAL" clId="{A6AB8097-671C-4783-A056-5A985F003BDF}" dt="2026-04-20T14:47:30.973" v="1971"/>
          <ac:inkMkLst>
            <pc:docMk/>
            <pc:sldMk cId="3869940010" sldId="259"/>
            <ac:inkMk id="624" creationId="{C97382E2-7D06-BEF6-4E29-1622C588B50E}"/>
          </ac:inkMkLst>
        </pc:inkChg>
        <pc:inkChg chg="add">
          <ac:chgData name="植田 篤俊" userId="0d2b3cda-30c1-45e3-9e5c-02c0046d67fa" providerId="ADAL" clId="{A6AB8097-671C-4783-A056-5A985F003BDF}" dt="2026-04-20T14:47:29.564" v="1969"/>
          <ac:inkMkLst>
            <pc:docMk/>
            <pc:sldMk cId="3869940010" sldId="259"/>
            <ac:inkMk id="625" creationId="{EDA5965C-F071-0E77-9880-458A46F6CB5D}"/>
          </ac:inkMkLst>
        </pc:inkChg>
        <pc:inkChg chg="add del">
          <ac:chgData name="植田 篤俊" userId="0d2b3cda-30c1-45e3-9e5c-02c0046d67fa" providerId="ADAL" clId="{A6AB8097-671C-4783-A056-5A985F003BDF}" dt="2026-04-20T14:47:30.973" v="1971"/>
          <ac:inkMkLst>
            <pc:docMk/>
            <pc:sldMk cId="3869940010" sldId="259"/>
            <ac:inkMk id="626" creationId="{25B61F37-97E6-B0D1-ADB7-21A0F2B50957}"/>
          </ac:inkMkLst>
        </pc:inkChg>
        <pc:inkChg chg="add mod reco">
          <ac:chgData name="植田 篤俊" userId="0d2b3cda-30c1-45e3-9e5c-02c0046d67fa" providerId="ADAL" clId="{A6AB8097-671C-4783-A056-5A985F003BDF}" dt="2026-04-20T15:11:16.750" v="3346" actId="1076"/>
          <ac:inkMkLst>
            <pc:docMk/>
            <pc:sldMk cId="3869940010" sldId="259"/>
            <ac:inkMk id="627" creationId="{3C8DC60D-8AC1-7C4B-7989-2EB5D0897345}"/>
          </ac:inkMkLst>
        </pc:inkChg>
        <pc:inkChg chg="add del">
          <ac:chgData name="植田 篤俊" userId="0d2b3cda-30c1-45e3-9e5c-02c0046d67fa" providerId="ADAL" clId="{A6AB8097-671C-4783-A056-5A985F003BDF}" dt="2026-04-20T14:47:36.646" v="1988"/>
          <ac:inkMkLst>
            <pc:docMk/>
            <pc:sldMk cId="3869940010" sldId="259"/>
            <ac:inkMk id="628" creationId="{6180F738-CD94-5CC6-CD76-20E939C3E44D}"/>
          </ac:inkMkLst>
        </pc:inkChg>
        <pc:inkChg chg="add del">
          <ac:chgData name="植田 篤俊" userId="0d2b3cda-30c1-45e3-9e5c-02c0046d67fa" providerId="ADAL" clId="{A6AB8097-671C-4783-A056-5A985F003BDF}" dt="2026-04-20T14:47:36.646" v="1988"/>
          <ac:inkMkLst>
            <pc:docMk/>
            <pc:sldMk cId="3869940010" sldId="259"/>
            <ac:inkMk id="629" creationId="{E9E19534-E8E3-CD8F-209F-B77AA21ABB60}"/>
          </ac:inkMkLst>
        </pc:inkChg>
        <pc:inkChg chg="add del">
          <ac:chgData name="植田 篤俊" userId="0d2b3cda-30c1-45e3-9e5c-02c0046d67fa" providerId="ADAL" clId="{A6AB8097-671C-4783-A056-5A985F003BDF}" dt="2026-04-20T14:47:36.646" v="1988"/>
          <ac:inkMkLst>
            <pc:docMk/>
            <pc:sldMk cId="3869940010" sldId="259"/>
            <ac:inkMk id="630" creationId="{FDAF7F98-AE67-471D-6CBC-70B5B47C169D}"/>
          </ac:inkMkLst>
        </pc:inkChg>
        <pc:inkChg chg="add">
          <ac:chgData name="植田 篤俊" userId="0d2b3cda-30c1-45e3-9e5c-02c0046d67fa" providerId="ADAL" clId="{A6AB8097-671C-4783-A056-5A985F003BDF}" dt="2026-04-20T14:47:32.778" v="1975"/>
          <ac:inkMkLst>
            <pc:docMk/>
            <pc:sldMk cId="3869940010" sldId="259"/>
            <ac:inkMk id="631" creationId="{678B3943-CFA6-ADCB-F05E-A18B9FF1A837}"/>
          </ac:inkMkLst>
        </pc:inkChg>
        <pc:inkChg chg="add">
          <ac:chgData name="植田 篤俊" userId="0d2b3cda-30c1-45e3-9e5c-02c0046d67fa" providerId="ADAL" clId="{A6AB8097-671C-4783-A056-5A985F003BDF}" dt="2026-04-20T14:47:33.044" v="1976"/>
          <ac:inkMkLst>
            <pc:docMk/>
            <pc:sldMk cId="3869940010" sldId="259"/>
            <ac:inkMk id="632" creationId="{D580324A-E0B3-7C80-528A-71C9D752E4E8}"/>
          </ac:inkMkLst>
        </pc:inkChg>
        <pc:inkChg chg="add del">
          <ac:chgData name="植田 篤俊" userId="0d2b3cda-30c1-45e3-9e5c-02c0046d67fa" providerId="ADAL" clId="{A6AB8097-671C-4783-A056-5A985F003BDF}" dt="2026-04-20T14:47:36.646" v="1988"/>
          <ac:inkMkLst>
            <pc:docMk/>
            <pc:sldMk cId="3869940010" sldId="259"/>
            <ac:inkMk id="633" creationId="{CD4BE6F2-D46B-2CF4-4B5A-57746828D7AE}"/>
          </ac:inkMkLst>
        </pc:inkChg>
        <pc:inkChg chg="add">
          <ac:chgData name="植田 篤俊" userId="0d2b3cda-30c1-45e3-9e5c-02c0046d67fa" providerId="ADAL" clId="{A6AB8097-671C-4783-A056-5A985F003BDF}" dt="2026-04-20T14:47:33.360" v="1978"/>
          <ac:inkMkLst>
            <pc:docMk/>
            <pc:sldMk cId="3869940010" sldId="259"/>
            <ac:inkMk id="634" creationId="{2126E516-85EB-B599-7514-EC455F35FDD0}"/>
          </ac:inkMkLst>
        </pc:inkChg>
        <pc:inkChg chg="add">
          <ac:chgData name="植田 篤俊" userId="0d2b3cda-30c1-45e3-9e5c-02c0046d67fa" providerId="ADAL" clId="{A6AB8097-671C-4783-A056-5A985F003BDF}" dt="2026-04-20T14:47:33.527" v="1979"/>
          <ac:inkMkLst>
            <pc:docMk/>
            <pc:sldMk cId="3869940010" sldId="259"/>
            <ac:inkMk id="635" creationId="{BF1EB2BF-16B3-A2FD-3FAB-BD6319DE3562}"/>
          </ac:inkMkLst>
        </pc:inkChg>
        <pc:inkChg chg="add del">
          <ac:chgData name="植田 篤俊" userId="0d2b3cda-30c1-45e3-9e5c-02c0046d67fa" providerId="ADAL" clId="{A6AB8097-671C-4783-A056-5A985F003BDF}" dt="2026-04-20T14:47:36.646" v="1988"/>
          <ac:inkMkLst>
            <pc:docMk/>
            <pc:sldMk cId="3869940010" sldId="259"/>
            <ac:inkMk id="636" creationId="{02E4842B-E32C-E87B-1E30-56A719D7F9E0}"/>
          </ac:inkMkLst>
        </pc:inkChg>
        <pc:inkChg chg="add del">
          <ac:chgData name="植田 篤俊" userId="0d2b3cda-30c1-45e3-9e5c-02c0046d67fa" providerId="ADAL" clId="{A6AB8097-671C-4783-A056-5A985F003BDF}" dt="2026-04-20T14:47:36.646" v="1988"/>
          <ac:inkMkLst>
            <pc:docMk/>
            <pc:sldMk cId="3869940010" sldId="259"/>
            <ac:inkMk id="637" creationId="{D8E0077B-3F41-124D-9F73-7479436EDDE9}"/>
          </ac:inkMkLst>
        </pc:inkChg>
        <pc:inkChg chg="add">
          <ac:chgData name="植田 篤俊" userId="0d2b3cda-30c1-45e3-9e5c-02c0046d67fa" providerId="ADAL" clId="{A6AB8097-671C-4783-A056-5A985F003BDF}" dt="2026-04-20T14:47:34.510" v="1982"/>
          <ac:inkMkLst>
            <pc:docMk/>
            <pc:sldMk cId="3869940010" sldId="259"/>
            <ac:inkMk id="638" creationId="{DEDE33C1-3F2C-7945-83DF-85973BAE8EBD}"/>
          </ac:inkMkLst>
        </pc:inkChg>
        <pc:inkChg chg="add del">
          <ac:chgData name="植田 篤俊" userId="0d2b3cda-30c1-45e3-9e5c-02c0046d67fa" providerId="ADAL" clId="{A6AB8097-671C-4783-A056-5A985F003BDF}" dt="2026-04-20T14:47:36.646" v="1988"/>
          <ac:inkMkLst>
            <pc:docMk/>
            <pc:sldMk cId="3869940010" sldId="259"/>
            <ac:inkMk id="639" creationId="{B8E319A5-9FD5-2913-6D73-094CA64DC278}"/>
          </ac:inkMkLst>
        </pc:inkChg>
        <pc:inkChg chg="add del">
          <ac:chgData name="植田 篤俊" userId="0d2b3cda-30c1-45e3-9e5c-02c0046d67fa" providerId="ADAL" clId="{A6AB8097-671C-4783-A056-5A985F003BDF}" dt="2026-04-20T14:47:36.646" v="1988"/>
          <ac:inkMkLst>
            <pc:docMk/>
            <pc:sldMk cId="3869940010" sldId="259"/>
            <ac:inkMk id="640" creationId="{64459032-CD63-7BB4-A4D5-AD8CFA4E632C}"/>
          </ac:inkMkLst>
        </pc:inkChg>
        <pc:inkChg chg="add">
          <ac:chgData name="植田 篤俊" userId="0d2b3cda-30c1-45e3-9e5c-02c0046d67fa" providerId="ADAL" clId="{A6AB8097-671C-4783-A056-5A985F003BDF}" dt="2026-04-20T14:47:35.110" v="1985"/>
          <ac:inkMkLst>
            <pc:docMk/>
            <pc:sldMk cId="3869940010" sldId="259"/>
            <ac:inkMk id="641" creationId="{DC11032B-B533-D5F9-AD0E-367473CE1492}"/>
          </ac:inkMkLst>
        </pc:inkChg>
        <pc:inkChg chg="add">
          <ac:chgData name="植田 篤俊" userId="0d2b3cda-30c1-45e3-9e5c-02c0046d67fa" providerId="ADAL" clId="{A6AB8097-671C-4783-A056-5A985F003BDF}" dt="2026-04-20T14:47:35.530" v="1986"/>
          <ac:inkMkLst>
            <pc:docMk/>
            <pc:sldMk cId="3869940010" sldId="259"/>
            <ac:inkMk id="642" creationId="{0193F99A-7EED-7810-4063-482914E76410}"/>
          </ac:inkMkLst>
        </pc:inkChg>
        <pc:inkChg chg="add del">
          <ac:chgData name="植田 篤俊" userId="0d2b3cda-30c1-45e3-9e5c-02c0046d67fa" providerId="ADAL" clId="{A6AB8097-671C-4783-A056-5A985F003BDF}" dt="2026-04-20T14:47:36.646" v="1988"/>
          <ac:inkMkLst>
            <pc:docMk/>
            <pc:sldMk cId="3869940010" sldId="259"/>
            <ac:inkMk id="643" creationId="{362F41D5-CFCC-594C-07C5-065CDEC9E1D2}"/>
          </ac:inkMkLst>
        </pc:inkChg>
        <pc:inkChg chg="add mod reco">
          <ac:chgData name="植田 篤俊" userId="0d2b3cda-30c1-45e3-9e5c-02c0046d67fa" providerId="ADAL" clId="{A6AB8097-671C-4783-A056-5A985F003BDF}" dt="2026-04-20T15:11:16.750" v="3346" actId="1076"/>
          <ac:inkMkLst>
            <pc:docMk/>
            <pc:sldMk cId="3869940010" sldId="259"/>
            <ac:inkMk id="644" creationId="{08BDE7AC-4D4F-773D-3DBA-A2D996720A06}"/>
          </ac:inkMkLst>
        </pc:inkChg>
        <pc:inkChg chg="add del">
          <ac:chgData name="植田 篤俊" userId="0d2b3cda-30c1-45e3-9e5c-02c0046d67fa" providerId="ADAL" clId="{A6AB8097-671C-4783-A056-5A985F003BDF}" dt="2026-04-20T14:47:40.477" v="1997"/>
          <ac:inkMkLst>
            <pc:docMk/>
            <pc:sldMk cId="3869940010" sldId="259"/>
            <ac:inkMk id="645" creationId="{D499984E-1A38-2597-7047-17BB4B01427D}"/>
          </ac:inkMkLst>
        </pc:inkChg>
        <pc:inkChg chg="add del">
          <ac:chgData name="植田 篤俊" userId="0d2b3cda-30c1-45e3-9e5c-02c0046d67fa" providerId="ADAL" clId="{A6AB8097-671C-4783-A056-5A985F003BDF}" dt="2026-04-20T14:47:40.477" v="1997"/>
          <ac:inkMkLst>
            <pc:docMk/>
            <pc:sldMk cId="3869940010" sldId="259"/>
            <ac:inkMk id="646" creationId="{D35DCA60-6402-117E-1B57-EA17421A0065}"/>
          </ac:inkMkLst>
        </pc:inkChg>
        <pc:inkChg chg="add del">
          <ac:chgData name="植田 篤俊" userId="0d2b3cda-30c1-45e3-9e5c-02c0046d67fa" providerId="ADAL" clId="{A6AB8097-671C-4783-A056-5A985F003BDF}" dt="2026-04-20T14:47:40.477" v="1997"/>
          <ac:inkMkLst>
            <pc:docMk/>
            <pc:sldMk cId="3869940010" sldId="259"/>
            <ac:inkMk id="647" creationId="{76B59DBC-257A-9456-6378-09A69640C5AB}"/>
          </ac:inkMkLst>
        </pc:inkChg>
        <pc:inkChg chg="add del">
          <ac:chgData name="植田 篤俊" userId="0d2b3cda-30c1-45e3-9e5c-02c0046d67fa" providerId="ADAL" clId="{A6AB8097-671C-4783-A056-5A985F003BDF}" dt="2026-04-20T14:47:40.477" v="1997"/>
          <ac:inkMkLst>
            <pc:docMk/>
            <pc:sldMk cId="3869940010" sldId="259"/>
            <ac:inkMk id="648" creationId="{5DA05E73-70FF-99D5-1C20-B5D959CF0639}"/>
          </ac:inkMkLst>
        </pc:inkChg>
        <pc:inkChg chg="add del">
          <ac:chgData name="植田 篤俊" userId="0d2b3cda-30c1-45e3-9e5c-02c0046d67fa" providerId="ADAL" clId="{A6AB8097-671C-4783-A056-5A985F003BDF}" dt="2026-04-20T14:47:40.477" v="1997"/>
          <ac:inkMkLst>
            <pc:docMk/>
            <pc:sldMk cId="3869940010" sldId="259"/>
            <ac:inkMk id="649" creationId="{8A088A6D-62DE-C124-F21C-F1E60391B5F6}"/>
          </ac:inkMkLst>
        </pc:inkChg>
        <pc:inkChg chg="add del">
          <ac:chgData name="植田 篤俊" userId="0d2b3cda-30c1-45e3-9e5c-02c0046d67fa" providerId="ADAL" clId="{A6AB8097-671C-4783-A056-5A985F003BDF}" dt="2026-04-20T14:47:40.477" v="1997"/>
          <ac:inkMkLst>
            <pc:docMk/>
            <pc:sldMk cId="3869940010" sldId="259"/>
            <ac:inkMk id="650" creationId="{DEF28D8C-F635-5620-C9B8-1A27C89B43B9}"/>
          </ac:inkMkLst>
        </pc:inkChg>
        <pc:inkChg chg="add del">
          <ac:chgData name="植田 篤俊" userId="0d2b3cda-30c1-45e3-9e5c-02c0046d67fa" providerId="ADAL" clId="{A6AB8097-671C-4783-A056-5A985F003BDF}" dt="2026-04-20T14:47:40.477" v="1997"/>
          <ac:inkMkLst>
            <pc:docMk/>
            <pc:sldMk cId="3869940010" sldId="259"/>
            <ac:inkMk id="651" creationId="{892D6FE7-555B-56FD-7BF1-3C38E68B2C59}"/>
          </ac:inkMkLst>
        </pc:inkChg>
        <pc:inkChg chg="add del">
          <ac:chgData name="植田 篤俊" userId="0d2b3cda-30c1-45e3-9e5c-02c0046d67fa" providerId="ADAL" clId="{A6AB8097-671C-4783-A056-5A985F003BDF}" dt="2026-04-20T14:47:40.477" v="1997"/>
          <ac:inkMkLst>
            <pc:docMk/>
            <pc:sldMk cId="3869940010" sldId="259"/>
            <ac:inkMk id="652" creationId="{C8DBE1A7-E0AA-6B44-68F7-9056B490D1FD}"/>
          </ac:inkMkLst>
        </pc:inkChg>
        <pc:inkChg chg="add mod reco">
          <ac:chgData name="植田 篤俊" userId="0d2b3cda-30c1-45e3-9e5c-02c0046d67fa" providerId="ADAL" clId="{A6AB8097-671C-4783-A056-5A985F003BDF}" dt="2026-04-20T15:11:16.750" v="3346" actId="1076"/>
          <ac:inkMkLst>
            <pc:docMk/>
            <pc:sldMk cId="3869940010" sldId="259"/>
            <ac:inkMk id="653" creationId="{FC94B181-2D41-0152-0C68-82FB743D5D3C}"/>
          </ac:inkMkLst>
        </pc:inkChg>
        <pc:inkChg chg="add del">
          <ac:chgData name="植田 篤俊" userId="0d2b3cda-30c1-45e3-9e5c-02c0046d67fa" providerId="ADAL" clId="{A6AB8097-671C-4783-A056-5A985F003BDF}" dt="2026-04-20T14:47:42.262" v="2002"/>
          <ac:inkMkLst>
            <pc:docMk/>
            <pc:sldMk cId="3869940010" sldId="259"/>
            <ac:inkMk id="654" creationId="{418CD61A-6D66-BAC6-9E79-2374A5CC852D}"/>
          </ac:inkMkLst>
        </pc:inkChg>
        <pc:inkChg chg="add del">
          <ac:chgData name="植田 篤俊" userId="0d2b3cda-30c1-45e3-9e5c-02c0046d67fa" providerId="ADAL" clId="{A6AB8097-671C-4783-A056-5A985F003BDF}" dt="2026-04-20T14:47:42.262" v="2002"/>
          <ac:inkMkLst>
            <pc:docMk/>
            <pc:sldMk cId="3869940010" sldId="259"/>
            <ac:inkMk id="655" creationId="{C8001358-9E72-DDA6-A1A4-CC99FEE28848}"/>
          </ac:inkMkLst>
        </pc:inkChg>
        <pc:inkChg chg="add del">
          <ac:chgData name="植田 篤俊" userId="0d2b3cda-30c1-45e3-9e5c-02c0046d67fa" providerId="ADAL" clId="{A6AB8097-671C-4783-A056-5A985F003BDF}" dt="2026-04-20T14:47:42.262" v="2002"/>
          <ac:inkMkLst>
            <pc:docMk/>
            <pc:sldMk cId="3869940010" sldId="259"/>
            <ac:inkMk id="656" creationId="{5827F8E5-109B-71FE-D2BB-C355F01C1B92}"/>
          </ac:inkMkLst>
        </pc:inkChg>
        <pc:inkChg chg="add del">
          <ac:chgData name="植田 篤俊" userId="0d2b3cda-30c1-45e3-9e5c-02c0046d67fa" providerId="ADAL" clId="{A6AB8097-671C-4783-A056-5A985F003BDF}" dt="2026-04-20T14:47:42.262" v="2002"/>
          <ac:inkMkLst>
            <pc:docMk/>
            <pc:sldMk cId="3869940010" sldId="259"/>
            <ac:inkMk id="657" creationId="{DAA29CDE-3C66-6C4F-A842-660759B61A35}"/>
          </ac:inkMkLst>
        </pc:inkChg>
        <pc:inkChg chg="add mod reco">
          <ac:chgData name="植田 篤俊" userId="0d2b3cda-30c1-45e3-9e5c-02c0046d67fa" providerId="ADAL" clId="{A6AB8097-671C-4783-A056-5A985F003BDF}" dt="2026-04-20T15:11:16.750" v="3346" actId="1076"/>
          <ac:inkMkLst>
            <pc:docMk/>
            <pc:sldMk cId="3869940010" sldId="259"/>
            <ac:inkMk id="658" creationId="{EFF4BB6A-491E-B02E-CC4F-60E3B1C3F401}"/>
          </ac:inkMkLst>
        </pc:inkChg>
        <pc:inkChg chg="add">
          <ac:chgData name="植田 篤俊" userId="0d2b3cda-30c1-45e3-9e5c-02c0046d67fa" providerId="ADAL" clId="{A6AB8097-671C-4783-A056-5A985F003BDF}" dt="2026-04-20T14:47:42.460" v="2003"/>
          <ac:inkMkLst>
            <pc:docMk/>
            <pc:sldMk cId="3869940010" sldId="259"/>
            <ac:inkMk id="659" creationId="{C02EE9DC-401A-AF78-0F9A-EFFAB0E868F0}"/>
          </ac:inkMkLst>
        </pc:inkChg>
        <pc:inkChg chg="add">
          <ac:chgData name="植田 篤俊" userId="0d2b3cda-30c1-45e3-9e5c-02c0046d67fa" providerId="ADAL" clId="{A6AB8097-671C-4783-A056-5A985F003BDF}" dt="2026-04-20T14:47:42.776" v="2004"/>
          <ac:inkMkLst>
            <pc:docMk/>
            <pc:sldMk cId="3869940010" sldId="259"/>
            <ac:inkMk id="660" creationId="{2BD00DFD-9626-A84C-1FAA-0ADCF10C25FC}"/>
          </ac:inkMkLst>
        </pc:inkChg>
        <pc:inkChg chg="add">
          <ac:chgData name="植田 篤俊" userId="0d2b3cda-30c1-45e3-9e5c-02c0046d67fa" providerId="ADAL" clId="{A6AB8097-671C-4783-A056-5A985F003BDF}" dt="2026-04-20T14:47:42.993" v="2005"/>
          <ac:inkMkLst>
            <pc:docMk/>
            <pc:sldMk cId="3869940010" sldId="259"/>
            <ac:inkMk id="661" creationId="{1BB1846E-7AF2-8FFE-9414-F6B85AFB50D3}"/>
          </ac:inkMkLst>
        </pc:inkChg>
        <pc:inkChg chg="add del">
          <ac:chgData name="植田 篤俊" userId="0d2b3cda-30c1-45e3-9e5c-02c0046d67fa" providerId="ADAL" clId="{A6AB8097-671C-4783-A056-5A985F003BDF}" dt="2026-04-20T14:47:47.613" v="2022"/>
          <ac:inkMkLst>
            <pc:docMk/>
            <pc:sldMk cId="3869940010" sldId="259"/>
            <ac:inkMk id="662" creationId="{2E70D525-5C78-331F-8EF5-DDBCFCACC513}"/>
          </ac:inkMkLst>
        </pc:inkChg>
        <pc:inkChg chg="add">
          <ac:chgData name="植田 篤俊" userId="0d2b3cda-30c1-45e3-9e5c-02c0046d67fa" providerId="ADAL" clId="{A6AB8097-671C-4783-A056-5A985F003BDF}" dt="2026-04-20T14:47:43.412" v="2007"/>
          <ac:inkMkLst>
            <pc:docMk/>
            <pc:sldMk cId="3869940010" sldId="259"/>
            <ac:inkMk id="663" creationId="{B43E8EAB-B024-E5F7-B0D6-84999A660BCA}"/>
          </ac:inkMkLst>
        </pc:inkChg>
        <pc:inkChg chg="add">
          <ac:chgData name="植田 篤俊" userId="0d2b3cda-30c1-45e3-9e5c-02c0046d67fa" providerId="ADAL" clId="{A6AB8097-671C-4783-A056-5A985F003BDF}" dt="2026-04-20T14:47:43.577" v="2008"/>
          <ac:inkMkLst>
            <pc:docMk/>
            <pc:sldMk cId="3869940010" sldId="259"/>
            <ac:inkMk id="664" creationId="{35416C1C-F043-4E10-2B73-D8AC5D623951}"/>
          </ac:inkMkLst>
        </pc:inkChg>
        <pc:inkChg chg="add del">
          <ac:chgData name="植田 篤俊" userId="0d2b3cda-30c1-45e3-9e5c-02c0046d67fa" providerId="ADAL" clId="{A6AB8097-671C-4783-A056-5A985F003BDF}" dt="2026-04-20T14:47:47.613" v="2022"/>
          <ac:inkMkLst>
            <pc:docMk/>
            <pc:sldMk cId="3869940010" sldId="259"/>
            <ac:inkMk id="665" creationId="{EEA8148B-14F2-67C1-74C0-CAB8A74FF17B}"/>
          </ac:inkMkLst>
        </pc:inkChg>
        <pc:inkChg chg="add">
          <ac:chgData name="植田 篤俊" userId="0d2b3cda-30c1-45e3-9e5c-02c0046d67fa" providerId="ADAL" clId="{A6AB8097-671C-4783-A056-5A985F003BDF}" dt="2026-04-20T14:47:44.276" v="2010"/>
          <ac:inkMkLst>
            <pc:docMk/>
            <pc:sldMk cId="3869940010" sldId="259"/>
            <ac:inkMk id="666" creationId="{A36DBB3F-8325-8AD2-A786-A04E58E3B25C}"/>
          </ac:inkMkLst>
        </pc:inkChg>
        <pc:inkChg chg="add del">
          <ac:chgData name="植田 篤俊" userId="0d2b3cda-30c1-45e3-9e5c-02c0046d67fa" providerId="ADAL" clId="{A6AB8097-671C-4783-A056-5A985F003BDF}" dt="2026-04-20T14:47:47.613" v="2022"/>
          <ac:inkMkLst>
            <pc:docMk/>
            <pc:sldMk cId="3869940010" sldId="259"/>
            <ac:inkMk id="667" creationId="{B7384E8E-9CD2-B617-AA65-C4582E2B32FF}"/>
          </ac:inkMkLst>
        </pc:inkChg>
        <pc:inkChg chg="add del">
          <ac:chgData name="植田 篤俊" userId="0d2b3cda-30c1-45e3-9e5c-02c0046d67fa" providerId="ADAL" clId="{A6AB8097-671C-4783-A056-5A985F003BDF}" dt="2026-04-20T14:47:47.613" v="2022"/>
          <ac:inkMkLst>
            <pc:docMk/>
            <pc:sldMk cId="3869940010" sldId="259"/>
            <ac:inkMk id="668" creationId="{D8DC9766-34DB-FEDC-8311-7C496BBA9A53}"/>
          </ac:inkMkLst>
        </pc:inkChg>
        <pc:inkChg chg="add del">
          <ac:chgData name="植田 篤俊" userId="0d2b3cda-30c1-45e3-9e5c-02c0046d67fa" providerId="ADAL" clId="{A6AB8097-671C-4783-A056-5A985F003BDF}" dt="2026-04-20T14:47:47.613" v="2022"/>
          <ac:inkMkLst>
            <pc:docMk/>
            <pc:sldMk cId="3869940010" sldId="259"/>
            <ac:inkMk id="669" creationId="{9004318D-3F1F-992A-7EF9-4D11F6371DE6}"/>
          </ac:inkMkLst>
        </pc:inkChg>
        <pc:inkChg chg="add">
          <ac:chgData name="植田 篤俊" userId="0d2b3cda-30c1-45e3-9e5c-02c0046d67fa" providerId="ADAL" clId="{A6AB8097-671C-4783-A056-5A985F003BDF}" dt="2026-04-20T14:47:45.076" v="2014"/>
          <ac:inkMkLst>
            <pc:docMk/>
            <pc:sldMk cId="3869940010" sldId="259"/>
            <ac:inkMk id="670" creationId="{21D6AB54-97F1-5348-4534-2FE86A4B8DAB}"/>
          </ac:inkMkLst>
        </pc:inkChg>
        <pc:inkChg chg="add del">
          <ac:chgData name="植田 篤俊" userId="0d2b3cda-30c1-45e3-9e5c-02c0046d67fa" providerId="ADAL" clId="{A6AB8097-671C-4783-A056-5A985F003BDF}" dt="2026-04-20T14:47:47.613" v="2022"/>
          <ac:inkMkLst>
            <pc:docMk/>
            <pc:sldMk cId="3869940010" sldId="259"/>
            <ac:inkMk id="671" creationId="{7999CA69-2225-2EB0-96DA-96CCC8E3B292}"/>
          </ac:inkMkLst>
        </pc:inkChg>
        <pc:inkChg chg="add del">
          <ac:chgData name="植田 篤俊" userId="0d2b3cda-30c1-45e3-9e5c-02c0046d67fa" providerId="ADAL" clId="{A6AB8097-671C-4783-A056-5A985F003BDF}" dt="2026-04-20T14:47:47.613" v="2022"/>
          <ac:inkMkLst>
            <pc:docMk/>
            <pc:sldMk cId="3869940010" sldId="259"/>
            <ac:inkMk id="672" creationId="{77C696AE-75B1-CC5E-68BF-0233F12FBD0A}"/>
          </ac:inkMkLst>
        </pc:inkChg>
        <pc:inkChg chg="add del">
          <ac:chgData name="植田 篤俊" userId="0d2b3cda-30c1-45e3-9e5c-02c0046d67fa" providerId="ADAL" clId="{A6AB8097-671C-4783-A056-5A985F003BDF}" dt="2026-04-20T14:47:47.613" v="2022"/>
          <ac:inkMkLst>
            <pc:docMk/>
            <pc:sldMk cId="3869940010" sldId="259"/>
            <ac:inkMk id="673" creationId="{23D855EE-F50E-8639-17E4-099768E8658C}"/>
          </ac:inkMkLst>
        </pc:inkChg>
        <pc:inkChg chg="add del">
          <ac:chgData name="植田 篤俊" userId="0d2b3cda-30c1-45e3-9e5c-02c0046d67fa" providerId="ADAL" clId="{A6AB8097-671C-4783-A056-5A985F003BDF}" dt="2026-04-20T14:47:47.613" v="2022"/>
          <ac:inkMkLst>
            <pc:docMk/>
            <pc:sldMk cId="3869940010" sldId="259"/>
            <ac:inkMk id="674" creationId="{1F7856C6-2327-9CCF-4CB1-1CE2C6FC1C17}"/>
          </ac:inkMkLst>
        </pc:inkChg>
        <pc:inkChg chg="add del">
          <ac:chgData name="植田 篤俊" userId="0d2b3cda-30c1-45e3-9e5c-02c0046d67fa" providerId="ADAL" clId="{A6AB8097-671C-4783-A056-5A985F003BDF}" dt="2026-04-20T14:47:47.613" v="2022"/>
          <ac:inkMkLst>
            <pc:docMk/>
            <pc:sldMk cId="3869940010" sldId="259"/>
            <ac:inkMk id="675" creationId="{C4B4B2C3-7448-4B34-46C8-B5D01CB668AE}"/>
          </ac:inkMkLst>
        </pc:inkChg>
        <pc:inkChg chg="add">
          <ac:chgData name="植田 篤俊" userId="0d2b3cda-30c1-45e3-9e5c-02c0046d67fa" providerId="ADAL" clId="{A6AB8097-671C-4783-A056-5A985F003BDF}" dt="2026-04-20T14:47:46.726" v="2020"/>
          <ac:inkMkLst>
            <pc:docMk/>
            <pc:sldMk cId="3869940010" sldId="259"/>
            <ac:inkMk id="676" creationId="{798A73ED-156B-DECB-0181-328E72599B2E}"/>
          </ac:inkMkLst>
        </pc:inkChg>
        <pc:inkChg chg="add">
          <ac:chgData name="植田 篤俊" userId="0d2b3cda-30c1-45e3-9e5c-02c0046d67fa" providerId="ADAL" clId="{A6AB8097-671C-4783-A056-5A985F003BDF}" dt="2026-04-20T14:47:47.029" v="2021"/>
          <ac:inkMkLst>
            <pc:docMk/>
            <pc:sldMk cId="3869940010" sldId="259"/>
            <ac:inkMk id="677" creationId="{44F2A64D-ECE8-A5BC-E96B-4D8F62265DD5}"/>
          </ac:inkMkLst>
        </pc:inkChg>
        <pc:inkChg chg="mod">
          <ac:chgData name="植田 篤俊" userId="0d2b3cda-30c1-45e3-9e5c-02c0046d67fa" providerId="ADAL" clId="{A6AB8097-671C-4783-A056-5A985F003BDF}" dt="2026-04-20T15:11:16.750" v="3346" actId="1076"/>
          <ac:inkMkLst>
            <pc:docMk/>
            <pc:sldMk cId="3869940010" sldId="259"/>
            <ac:inkMk id="678" creationId="{C516FABE-25CE-94B2-C39C-B1759C571B0F}"/>
          </ac:inkMkLst>
        </pc:inkChg>
        <pc:inkChg chg="add del">
          <ac:chgData name="植田 篤俊" userId="0d2b3cda-30c1-45e3-9e5c-02c0046d67fa" providerId="ADAL" clId="{A6AB8097-671C-4783-A056-5A985F003BDF}" dt="2026-04-20T14:47:57.396" v="2030"/>
          <ac:inkMkLst>
            <pc:docMk/>
            <pc:sldMk cId="3869940010" sldId="259"/>
            <ac:inkMk id="679" creationId="{98A4AC40-4943-0CC8-929D-7AEFBE3B8076}"/>
          </ac:inkMkLst>
        </pc:inkChg>
        <pc:inkChg chg="add del">
          <ac:chgData name="植田 篤俊" userId="0d2b3cda-30c1-45e3-9e5c-02c0046d67fa" providerId="ADAL" clId="{A6AB8097-671C-4783-A056-5A985F003BDF}" dt="2026-04-20T14:47:57.396" v="2030"/>
          <ac:inkMkLst>
            <pc:docMk/>
            <pc:sldMk cId="3869940010" sldId="259"/>
            <ac:inkMk id="680" creationId="{97237ABD-6003-FA1F-85B3-68EBA51FD3D9}"/>
          </ac:inkMkLst>
        </pc:inkChg>
        <pc:inkChg chg="add del">
          <ac:chgData name="植田 篤俊" userId="0d2b3cda-30c1-45e3-9e5c-02c0046d67fa" providerId="ADAL" clId="{A6AB8097-671C-4783-A056-5A985F003BDF}" dt="2026-04-20T14:47:57.396" v="2030"/>
          <ac:inkMkLst>
            <pc:docMk/>
            <pc:sldMk cId="3869940010" sldId="259"/>
            <ac:inkMk id="681" creationId="{AB5FF456-A420-39C4-8644-2984C383F39C}"/>
          </ac:inkMkLst>
        </pc:inkChg>
        <pc:inkChg chg="add del">
          <ac:chgData name="植田 篤俊" userId="0d2b3cda-30c1-45e3-9e5c-02c0046d67fa" providerId="ADAL" clId="{A6AB8097-671C-4783-A056-5A985F003BDF}" dt="2026-04-20T14:47:57.396" v="2030"/>
          <ac:inkMkLst>
            <pc:docMk/>
            <pc:sldMk cId="3869940010" sldId="259"/>
            <ac:inkMk id="682" creationId="{01029D2B-50DA-E20C-E461-CE303D0CEB5A}"/>
          </ac:inkMkLst>
        </pc:inkChg>
        <pc:inkChg chg="add del">
          <ac:chgData name="植田 篤俊" userId="0d2b3cda-30c1-45e3-9e5c-02c0046d67fa" providerId="ADAL" clId="{A6AB8097-671C-4783-A056-5A985F003BDF}" dt="2026-04-20T14:47:57.396" v="2030"/>
          <ac:inkMkLst>
            <pc:docMk/>
            <pc:sldMk cId="3869940010" sldId="259"/>
            <ac:inkMk id="683" creationId="{8F9A4D81-02F2-2CA0-E72D-ABE9BBD91B2B}"/>
          </ac:inkMkLst>
        </pc:inkChg>
        <pc:inkChg chg="add del">
          <ac:chgData name="植田 篤俊" userId="0d2b3cda-30c1-45e3-9e5c-02c0046d67fa" providerId="ADAL" clId="{A6AB8097-671C-4783-A056-5A985F003BDF}" dt="2026-04-20T14:47:57.396" v="2030"/>
          <ac:inkMkLst>
            <pc:docMk/>
            <pc:sldMk cId="3869940010" sldId="259"/>
            <ac:inkMk id="684" creationId="{44F818AD-7427-4346-51A0-139AAFA33712}"/>
          </ac:inkMkLst>
        </pc:inkChg>
        <pc:inkChg chg="add del">
          <ac:chgData name="植田 篤俊" userId="0d2b3cda-30c1-45e3-9e5c-02c0046d67fa" providerId="ADAL" clId="{A6AB8097-671C-4783-A056-5A985F003BDF}" dt="2026-04-20T14:47:57.396" v="2030"/>
          <ac:inkMkLst>
            <pc:docMk/>
            <pc:sldMk cId="3869940010" sldId="259"/>
            <ac:inkMk id="685" creationId="{9644DE6F-C5B3-4F6C-F9D6-1F90906ECE46}"/>
          </ac:inkMkLst>
        </pc:inkChg>
        <pc:inkChg chg="add reco">
          <ac:chgData name="植田 篤俊" userId="0d2b3cda-30c1-45e3-9e5c-02c0046d67fa" providerId="ADAL" clId="{A6AB8097-671C-4783-A056-5A985F003BDF}" dt="2026-04-20T14:47:57.396" v="2030"/>
          <ac:inkMkLst>
            <pc:docMk/>
            <pc:sldMk cId="3869940010" sldId="259"/>
            <ac:inkMk id="686" creationId="{11245182-54FE-40D0-6BC6-F84DE896955A}"/>
          </ac:inkMkLst>
        </pc:inkChg>
        <pc:inkChg chg="add del">
          <ac:chgData name="植田 篤俊" userId="0d2b3cda-30c1-45e3-9e5c-02c0046d67fa" providerId="ADAL" clId="{A6AB8097-671C-4783-A056-5A985F003BDF}" dt="2026-04-20T14:48:10.118" v="2055"/>
          <ac:inkMkLst>
            <pc:docMk/>
            <pc:sldMk cId="3869940010" sldId="259"/>
            <ac:inkMk id="687" creationId="{B8EFC384-68C3-8FBC-1055-9828F93FCE7F}"/>
          </ac:inkMkLst>
        </pc:inkChg>
        <pc:inkChg chg="add del">
          <ac:chgData name="植田 篤俊" userId="0d2b3cda-30c1-45e3-9e5c-02c0046d67fa" providerId="ADAL" clId="{A6AB8097-671C-4783-A056-5A985F003BDF}" dt="2026-04-20T14:48:10.118" v="2055"/>
          <ac:inkMkLst>
            <pc:docMk/>
            <pc:sldMk cId="3869940010" sldId="259"/>
            <ac:inkMk id="688" creationId="{D2B9860D-320F-873C-18B6-305896B3B88C}"/>
          </ac:inkMkLst>
        </pc:inkChg>
        <pc:inkChg chg="add del">
          <ac:chgData name="植田 篤俊" userId="0d2b3cda-30c1-45e3-9e5c-02c0046d67fa" providerId="ADAL" clId="{A6AB8097-671C-4783-A056-5A985F003BDF}" dt="2026-04-20T14:48:10.118" v="2055"/>
          <ac:inkMkLst>
            <pc:docMk/>
            <pc:sldMk cId="3869940010" sldId="259"/>
            <ac:inkMk id="689" creationId="{15AC99AD-8DAC-DC26-C367-5EEFC8E9DFD2}"/>
          </ac:inkMkLst>
        </pc:inkChg>
        <pc:inkChg chg="add">
          <ac:chgData name="植田 篤俊" userId="0d2b3cda-30c1-45e3-9e5c-02c0046d67fa" providerId="ADAL" clId="{A6AB8097-671C-4783-A056-5A985F003BDF}" dt="2026-04-20T14:48:00.441" v="2034"/>
          <ac:inkMkLst>
            <pc:docMk/>
            <pc:sldMk cId="3869940010" sldId="259"/>
            <ac:inkMk id="690" creationId="{9F5CDBB2-95E5-1CB2-5930-F263C9679E48}"/>
          </ac:inkMkLst>
        </pc:inkChg>
        <pc:inkChg chg="add">
          <ac:chgData name="植田 篤俊" userId="0d2b3cda-30c1-45e3-9e5c-02c0046d67fa" providerId="ADAL" clId="{A6AB8097-671C-4783-A056-5A985F003BDF}" dt="2026-04-20T14:48:01.124" v="2035"/>
          <ac:inkMkLst>
            <pc:docMk/>
            <pc:sldMk cId="3869940010" sldId="259"/>
            <ac:inkMk id="691" creationId="{C466A3B2-E05B-933A-2F38-F861AD268009}"/>
          </ac:inkMkLst>
        </pc:inkChg>
        <pc:inkChg chg="add del">
          <ac:chgData name="植田 篤俊" userId="0d2b3cda-30c1-45e3-9e5c-02c0046d67fa" providerId="ADAL" clId="{A6AB8097-671C-4783-A056-5A985F003BDF}" dt="2026-04-20T14:48:10.118" v="2055"/>
          <ac:inkMkLst>
            <pc:docMk/>
            <pc:sldMk cId="3869940010" sldId="259"/>
            <ac:inkMk id="692" creationId="{FFB07121-77A9-0A68-CA3E-CAB8DCD557E5}"/>
          </ac:inkMkLst>
        </pc:inkChg>
        <pc:inkChg chg="add">
          <ac:chgData name="植田 篤俊" userId="0d2b3cda-30c1-45e3-9e5c-02c0046d67fa" providerId="ADAL" clId="{A6AB8097-671C-4783-A056-5A985F003BDF}" dt="2026-04-20T14:48:02.292" v="2037"/>
          <ac:inkMkLst>
            <pc:docMk/>
            <pc:sldMk cId="3869940010" sldId="259"/>
            <ac:inkMk id="693" creationId="{265D8245-0BB3-4095-AE98-B7AE389C9BA8}"/>
          </ac:inkMkLst>
        </pc:inkChg>
        <pc:inkChg chg="add">
          <ac:chgData name="植田 篤俊" userId="0d2b3cda-30c1-45e3-9e5c-02c0046d67fa" providerId="ADAL" clId="{A6AB8097-671C-4783-A056-5A985F003BDF}" dt="2026-04-20T14:48:02.812" v="2038"/>
          <ac:inkMkLst>
            <pc:docMk/>
            <pc:sldMk cId="3869940010" sldId="259"/>
            <ac:inkMk id="694" creationId="{1711E5D7-E8D1-0591-6BAA-7A7C1A5760C4}"/>
          </ac:inkMkLst>
        </pc:inkChg>
        <pc:inkChg chg="add">
          <ac:chgData name="植田 篤俊" userId="0d2b3cda-30c1-45e3-9e5c-02c0046d67fa" providerId="ADAL" clId="{A6AB8097-671C-4783-A056-5A985F003BDF}" dt="2026-04-20T14:48:03.024" v="2039"/>
          <ac:inkMkLst>
            <pc:docMk/>
            <pc:sldMk cId="3869940010" sldId="259"/>
            <ac:inkMk id="695" creationId="{0A26D4BA-2463-79FE-91C3-969C3193AADC}"/>
          </ac:inkMkLst>
        </pc:inkChg>
        <pc:inkChg chg="add del">
          <ac:chgData name="植田 篤俊" userId="0d2b3cda-30c1-45e3-9e5c-02c0046d67fa" providerId="ADAL" clId="{A6AB8097-671C-4783-A056-5A985F003BDF}" dt="2026-04-20T14:48:10.118" v="2055"/>
          <ac:inkMkLst>
            <pc:docMk/>
            <pc:sldMk cId="3869940010" sldId="259"/>
            <ac:inkMk id="696" creationId="{B38365DA-1BC5-40FC-98D9-29D87AC1AF52}"/>
          </ac:inkMkLst>
        </pc:inkChg>
        <pc:inkChg chg="add del">
          <ac:chgData name="植田 篤俊" userId="0d2b3cda-30c1-45e3-9e5c-02c0046d67fa" providerId="ADAL" clId="{A6AB8097-671C-4783-A056-5A985F003BDF}" dt="2026-04-20T14:48:10.118" v="2055"/>
          <ac:inkMkLst>
            <pc:docMk/>
            <pc:sldMk cId="3869940010" sldId="259"/>
            <ac:inkMk id="697" creationId="{6520E138-0D2B-7ECC-F0B1-FA5E8552BFF6}"/>
          </ac:inkMkLst>
        </pc:inkChg>
        <pc:inkChg chg="add">
          <ac:chgData name="植田 篤俊" userId="0d2b3cda-30c1-45e3-9e5c-02c0046d67fa" providerId="ADAL" clId="{A6AB8097-671C-4783-A056-5A985F003BDF}" dt="2026-04-20T14:48:04.058" v="2042"/>
          <ac:inkMkLst>
            <pc:docMk/>
            <pc:sldMk cId="3869940010" sldId="259"/>
            <ac:inkMk id="698" creationId="{D18A5D68-A0E5-9E75-C6E7-B9878DEF871E}"/>
          </ac:inkMkLst>
        </pc:inkChg>
        <pc:inkChg chg="add del">
          <ac:chgData name="植田 篤俊" userId="0d2b3cda-30c1-45e3-9e5c-02c0046d67fa" providerId="ADAL" clId="{A6AB8097-671C-4783-A056-5A985F003BDF}" dt="2026-04-20T14:48:10.118" v="2055"/>
          <ac:inkMkLst>
            <pc:docMk/>
            <pc:sldMk cId="3869940010" sldId="259"/>
            <ac:inkMk id="699" creationId="{56E89CE0-CF92-6BC6-6D97-261063B37096}"/>
          </ac:inkMkLst>
        </pc:inkChg>
        <pc:inkChg chg="add">
          <ac:chgData name="植田 篤俊" userId="0d2b3cda-30c1-45e3-9e5c-02c0046d67fa" providerId="ADAL" clId="{A6AB8097-671C-4783-A056-5A985F003BDF}" dt="2026-04-20T14:48:05.375" v="2044"/>
          <ac:inkMkLst>
            <pc:docMk/>
            <pc:sldMk cId="3869940010" sldId="259"/>
            <ac:inkMk id="700" creationId="{5F3E19B6-1AE1-0ECE-E535-8973495ADE40}"/>
          </ac:inkMkLst>
        </pc:inkChg>
        <pc:inkChg chg="add">
          <ac:chgData name="植田 篤俊" userId="0d2b3cda-30c1-45e3-9e5c-02c0046d67fa" providerId="ADAL" clId="{A6AB8097-671C-4783-A056-5A985F003BDF}" dt="2026-04-20T14:48:05.524" v="2045"/>
          <ac:inkMkLst>
            <pc:docMk/>
            <pc:sldMk cId="3869940010" sldId="259"/>
            <ac:inkMk id="701" creationId="{DE797A50-16D2-AAC8-3852-78560341B67B}"/>
          </ac:inkMkLst>
        </pc:inkChg>
        <pc:inkChg chg="add del">
          <ac:chgData name="植田 篤俊" userId="0d2b3cda-30c1-45e3-9e5c-02c0046d67fa" providerId="ADAL" clId="{A6AB8097-671C-4783-A056-5A985F003BDF}" dt="2026-04-20T14:48:10.118" v="2055"/>
          <ac:inkMkLst>
            <pc:docMk/>
            <pc:sldMk cId="3869940010" sldId="259"/>
            <ac:inkMk id="702" creationId="{12C2961E-EEC3-34BA-3AD4-D26FC226144C}"/>
          </ac:inkMkLst>
        </pc:inkChg>
        <pc:inkChg chg="add">
          <ac:chgData name="植田 篤俊" userId="0d2b3cda-30c1-45e3-9e5c-02c0046d67fa" providerId="ADAL" clId="{A6AB8097-671C-4783-A056-5A985F003BDF}" dt="2026-04-20T14:48:06.474" v="2047"/>
          <ac:inkMkLst>
            <pc:docMk/>
            <pc:sldMk cId="3869940010" sldId="259"/>
            <ac:inkMk id="703" creationId="{85EFAE5E-E2BB-FA99-A14E-AD1228B3A778}"/>
          </ac:inkMkLst>
        </pc:inkChg>
        <pc:inkChg chg="add">
          <ac:chgData name="植田 篤俊" userId="0d2b3cda-30c1-45e3-9e5c-02c0046d67fa" providerId="ADAL" clId="{A6AB8097-671C-4783-A056-5A985F003BDF}" dt="2026-04-20T14:48:06.624" v="2048"/>
          <ac:inkMkLst>
            <pc:docMk/>
            <pc:sldMk cId="3869940010" sldId="259"/>
            <ac:inkMk id="704" creationId="{17AFACD1-6D12-A49E-656A-384F49681375}"/>
          </ac:inkMkLst>
        </pc:inkChg>
        <pc:inkChg chg="add">
          <ac:chgData name="植田 篤俊" userId="0d2b3cda-30c1-45e3-9e5c-02c0046d67fa" providerId="ADAL" clId="{A6AB8097-671C-4783-A056-5A985F003BDF}" dt="2026-04-20T14:48:07.274" v="2049"/>
          <ac:inkMkLst>
            <pc:docMk/>
            <pc:sldMk cId="3869940010" sldId="259"/>
            <ac:inkMk id="705" creationId="{89E5038C-3C20-3563-9149-5CC7C8868052}"/>
          </ac:inkMkLst>
        </pc:inkChg>
        <pc:inkChg chg="add del">
          <ac:chgData name="植田 篤俊" userId="0d2b3cda-30c1-45e3-9e5c-02c0046d67fa" providerId="ADAL" clId="{A6AB8097-671C-4783-A056-5A985F003BDF}" dt="2026-04-20T14:48:10.118" v="2055"/>
          <ac:inkMkLst>
            <pc:docMk/>
            <pc:sldMk cId="3869940010" sldId="259"/>
            <ac:inkMk id="706" creationId="{79EF6C4B-B022-977F-60FB-F4AC8A707057}"/>
          </ac:inkMkLst>
        </pc:inkChg>
        <pc:inkChg chg="add">
          <ac:chgData name="植田 篤俊" userId="0d2b3cda-30c1-45e3-9e5c-02c0046d67fa" providerId="ADAL" clId="{A6AB8097-671C-4783-A056-5A985F003BDF}" dt="2026-04-20T14:48:08.558" v="2051"/>
          <ac:inkMkLst>
            <pc:docMk/>
            <pc:sldMk cId="3869940010" sldId="259"/>
            <ac:inkMk id="707" creationId="{33F91885-E203-A080-86DB-3A7B7EE54367}"/>
          </ac:inkMkLst>
        </pc:inkChg>
        <pc:inkChg chg="add del">
          <ac:chgData name="植田 篤俊" userId="0d2b3cda-30c1-45e3-9e5c-02c0046d67fa" providerId="ADAL" clId="{A6AB8097-671C-4783-A056-5A985F003BDF}" dt="2026-04-20T14:48:10.118" v="2055"/>
          <ac:inkMkLst>
            <pc:docMk/>
            <pc:sldMk cId="3869940010" sldId="259"/>
            <ac:inkMk id="708" creationId="{16A42074-27EC-6736-D8E9-F87AC6090FD7}"/>
          </ac:inkMkLst>
        </pc:inkChg>
        <pc:inkChg chg="add">
          <ac:chgData name="植田 篤俊" userId="0d2b3cda-30c1-45e3-9e5c-02c0046d67fa" providerId="ADAL" clId="{A6AB8097-671C-4783-A056-5A985F003BDF}" dt="2026-04-20T14:48:09.208" v="2053"/>
          <ac:inkMkLst>
            <pc:docMk/>
            <pc:sldMk cId="3869940010" sldId="259"/>
            <ac:inkMk id="709" creationId="{3C782FC9-DE77-B67A-32E9-EA59DC27E680}"/>
          </ac:inkMkLst>
        </pc:inkChg>
        <pc:inkChg chg="add">
          <ac:chgData name="植田 篤俊" userId="0d2b3cda-30c1-45e3-9e5c-02c0046d67fa" providerId="ADAL" clId="{A6AB8097-671C-4783-A056-5A985F003BDF}" dt="2026-04-20T14:48:09.341" v="2054"/>
          <ac:inkMkLst>
            <pc:docMk/>
            <pc:sldMk cId="3869940010" sldId="259"/>
            <ac:inkMk id="710" creationId="{9B63A2FA-535E-D1C7-804F-8ABD11343BD8}"/>
          </ac:inkMkLst>
        </pc:inkChg>
        <pc:inkChg chg="add del">
          <ac:chgData name="植田 篤俊" userId="0d2b3cda-30c1-45e3-9e5c-02c0046d67fa" providerId="ADAL" clId="{A6AB8097-671C-4783-A056-5A985F003BDF}" dt="2026-04-20T14:48:14.467" v="2066"/>
          <ac:inkMkLst>
            <pc:docMk/>
            <pc:sldMk cId="3869940010" sldId="259"/>
            <ac:inkMk id="712" creationId="{3DE5674D-9DD9-7F82-DBE2-F4667C7F052A}"/>
          </ac:inkMkLst>
        </pc:inkChg>
        <pc:inkChg chg="add del">
          <ac:chgData name="植田 篤俊" userId="0d2b3cda-30c1-45e3-9e5c-02c0046d67fa" providerId="ADAL" clId="{A6AB8097-671C-4783-A056-5A985F003BDF}" dt="2026-04-20T14:48:14.467" v="2066"/>
          <ac:inkMkLst>
            <pc:docMk/>
            <pc:sldMk cId="3869940010" sldId="259"/>
            <ac:inkMk id="713" creationId="{D9A8E041-29DE-1ABB-A49A-BAB6C9B305B7}"/>
          </ac:inkMkLst>
        </pc:inkChg>
        <pc:inkChg chg="add">
          <ac:chgData name="植田 篤俊" userId="0d2b3cda-30c1-45e3-9e5c-02c0046d67fa" providerId="ADAL" clId="{A6AB8097-671C-4783-A056-5A985F003BDF}" dt="2026-04-20T14:48:11.674" v="2058"/>
          <ac:inkMkLst>
            <pc:docMk/>
            <pc:sldMk cId="3869940010" sldId="259"/>
            <ac:inkMk id="714" creationId="{20D48981-8C01-0951-16F7-8293C49F352A}"/>
          </ac:inkMkLst>
        </pc:inkChg>
        <pc:inkChg chg="add del">
          <ac:chgData name="植田 篤俊" userId="0d2b3cda-30c1-45e3-9e5c-02c0046d67fa" providerId="ADAL" clId="{A6AB8097-671C-4783-A056-5A985F003BDF}" dt="2026-04-20T14:48:14.467" v="2066"/>
          <ac:inkMkLst>
            <pc:docMk/>
            <pc:sldMk cId="3869940010" sldId="259"/>
            <ac:inkMk id="715" creationId="{DEC3AF00-34FC-5397-6521-3B93E9DDBB66}"/>
          </ac:inkMkLst>
        </pc:inkChg>
        <pc:inkChg chg="add del">
          <ac:chgData name="植田 篤俊" userId="0d2b3cda-30c1-45e3-9e5c-02c0046d67fa" providerId="ADAL" clId="{A6AB8097-671C-4783-A056-5A985F003BDF}" dt="2026-04-20T14:48:14.467" v="2066"/>
          <ac:inkMkLst>
            <pc:docMk/>
            <pc:sldMk cId="3869940010" sldId="259"/>
            <ac:inkMk id="716" creationId="{64D9EC54-D953-55D3-49F1-D2F2F330CF6E}"/>
          </ac:inkMkLst>
        </pc:inkChg>
        <pc:inkChg chg="add del">
          <ac:chgData name="植田 篤俊" userId="0d2b3cda-30c1-45e3-9e5c-02c0046d67fa" providerId="ADAL" clId="{A6AB8097-671C-4783-A056-5A985F003BDF}" dt="2026-04-20T14:48:14.467" v="2066"/>
          <ac:inkMkLst>
            <pc:docMk/>
            <pc:sldMk cId="3869940010" sldId="259"/>
            <ac:inkMk id="717" creationId="{B1C9B267-3F1A-1BE0-A7D6-986870E1ABFF}"/>
          </ac:inkMkLst>
        </pc:inkChg>
        <pc:inkChg chg="add del">
          <ac:chgData name="植田 篤俊" userId="0d2b3cda-30c1-45e3-9e5c-02c0046d67fa" providerId="ADAL" clId="{A6AB8097-671C-4783-A056-5A985F003BDF}" dt="2026-04-20T14:48:14.467" v="2066"/>
          <ac:inkMkLst>
            <pc:docMk/>
            <pc:sldMk cId="3869940010" sldId="259"/>
            <ac:inkMk id="718" creationId="{96814C33-86EB-74D1-BA12-F887456C1B46}"/>
          </ac:inkMkLst>
        </pc:inkChg>
        <pc:inkChg chg="add del">
          <ac:chgData name="植田 篤俊" userId="0d2b3cda-30c1-45e3-9e5c-02c0046d67fa" providerId="ADAL" clId="{A6AB8097-671C-4783-A056-5A985F003BDF}" dt="2026-04-20T14:48:14.467" v="2066"/>
          <ac:inkMkLst>
            <pc:docMk/>
            <pc:sldMk cId="3869940010" sldId="259"/>
            <ac:inkMk id="719" creationId="{41CB7392-3EBC-6BD7-6BC8-B6B3F61BAA7C}"/>
          </ac:inkMkLst>
        </pc:inkChg>
        <pc:inkChg chg="add del">
          <ac:chgData name="植田 篤俊" userId="0d2b3cda-30c1-45e3-9e5c-02c0046d67fa" providerId="ADAL" clId="{A6AB8097-671C-4783-A056-5A985F003BDF}" dt="2026-04-20T14:48:14.467" v="2066"/>
          <ac:inkMkLst>
            <pc:docMk/>
            <pc:sldMk cId="3869940010" sldId="259"/>
            <ac:inkMk id="720" creationId="{B3B48F43-B424-16D9-E0C5-F6AEDA510F78}"/>
          </ac:inkMkLst>
        </pc:inkChg>
        <pc:inkChg chg="add del">
          <ac:chgData name="植田 篤俊" userId="0d2b3cda-30c1-45e3-9e5c-02c0046d67fa" providerId="ADAL" clId="{A6AB8097-671C-4783-A056-5A985F003BDF}" dt="2026-04-20T14:48:14.467" v="2066"/>
          <ac:inkMkLst>
            <pc:docMk/>
            <pc:sldMk cId="3869940010" sldId="259"/>
            <ac:inkMk id="721" creationId="{B3972256-0661-AF8F-9B8B-E7ABE6B82B68}"/>
          </ac:inkMkLst>
        </pc:inkChg>
        <pc:inkChg chg="add mod reco">
          <ac:chgData name="植田 篤俊" userId="0d2b3cda-30c1-45e3-9e5c-02c0046d67fa" providerId="ADAL" clId="{A6AB8097-671C-4783-A056-5A985F003BDF}" dt="2026-04-20T15:11:57.312" v="3388" actId="1076"/>
          <ac:inkMkLst>
            <pc:docMk/>
            <pc:sldMk cId="3869940010" sldId="259"/>
            <ac:inkMk id="722" creationId="{E90B8585-900F-51AC-421E-3BFC487CA33C}"/>
          </ac:inkMkLst>
        </pc:inkChg>
        <pc:inkChg chg="add del">
          <ac:chgData name="植田 篤俊" userId="0d2b3cda-30c1-45e3-9e5c-02c0046d67fa" providerId="ADAL" clId="{A6AB8097-671C-4783-A056-5A985F003BDF}" dt="2026-04-20T14:48:20.408" v="2079"/>
          <ac:inkMkLst>
            <pc:docMk/>
            <pc:sldMk cId="3869940010" sldId="259"/>
            <ac:inkMk id="723" creationId="{2865F180-FAE3-28B4-99B2-A3D69C2FFBF6}"/>
          </ac:inkMkLst>
        </pc:inkChg>
        <pc:inkChg chg="add del">
          <ac:chgData name="植田 篤俊" userId="0d2b3cda-30c1-45e3-9e5c-02c0046d67fa" providerId="ADAL" clId="{A6AB8097-671C-4783-A056-5A985F003BDF}" dt="2026-04-20T14:48:20.408" v="2079"/>
          <ac:inkMkLst>
            <pc:docMk/>
            <pc:sldMk cId="3869940010" sldId="259"/>
            <ac:inkMk id="724" creationId="{DE895C79-BA8A-8B6D-1951-432D4D5956FB}"/>
          </ac:inkMkLst>
        </pc:inkChg>
        <pc:inkChg chg="add del">
          <ac:chgData name="植田 篤俊" userId="0d2b3cda-30c1-45e3-9e5c-02c0046d67fa" providerId="ADAL" clId="{A6AB8097-671C-4783-A056-5A985F003BDF}" dt="2026-04-20T14:48:20.408" v="2079"/>
          <ac:inkMkLst>
            <pc:docMk/>
            <pc:sldMk cId="3869940010" sldId="259"/>
            <ac:inkMk id="725" creationId="{C0277D38-7AEB-8370-62CD-91F851951C61}"/>
          </ac:inkMkLst>
        </pc:inkChg>
        <pc:inkChg chg="add">
          <ac:chgData name="植田 篤俊" userId="0d2b3cda-30c1-45e3-9e5c-02c0046d67fa" providerId="ADAL" clId="{A6AB8097-671C-4783-A056-5A985F003BDF}" dt="2026-04-20T14:48:16.707" v="2070"/>
          <ac:inkMkLst>
            <pc:docMk/>
            <pc:sldMk cId="3869940010" sldId="259"/>
            <ac:inkMk id="726" creationId="{8259CAEA-F700-289D-E14A-C04D3B1B44EE}"/>
          </ac:inkMkLst>
        </pc:inkChg>
        <pc:inkChg chg="add del">
          <ac:chgData name="植田 篤俊" userId="0d2b3cda-30c1-45e3-9e5c-02c0046d67fa" providerId="ADAL" clId="{A6AB8097-671C-4783-A056-5A985F003BDF}" dt="2026-04-20T14:48:20.408" v="2079"/>
          <ac:inkMkLst>
            <pc:docMk/>
            <pc:sldMk cId="3869940010" sldId="259"/>
            <ac:inkMk id="727" creationId="{9A9CD565-14EF-AD08-952E-A3BC2F9CAFB4}"/>
          </ac:inkMkLst>
        </pc:inkChg>
        <pc:inkChg chg="add">
          <ac:chgData name="植田 篤俊" userId="0d2b3cda-30c1-45e3-9e5c-02c0046d67fa" providerId="ADAL" clId="{A6AB8097-671C-4783-A056-5A985F003BDF}" dt="2026-04-20T14:48:17.559" v="2072"/>
          <ac:inkMkLst>
            <pc:docMk/>
            <pc:sldMk cId="3869940010" sldId="259"/>
            <ac:inkMk id="728" creationId="{F6824D1C-90A2-7215-F1BD-BAF157027EB0}"/>
          </ac:inkMkLst>
        </pc:inkChg>
        <pc:inkChg chg="add del">
          <ac:chgData name="植田 篤俊" userId="0d2b3cda-30c1-45e3-9e5c-02c0046d67fa" providerId="ADAL" clId="{A6AB8097-671C-4783-A056-5A985F003BDF}" dt="2026-04-20T14:48:20.408" v="2079"/>
          <ac:inkMkLst>
            <pc:docMk/>
            <pc:sldMk cId="3869940010" sldId="259"/>
            <ac:inkMk id="729" creationId="{DD93B250-5A20-0930-6424-FA35810A2E67}"/>
          </ac:inkMkLst>
        </pc:inkChg>
        <pc:inkChg chg="add del">
          <ac:chgData name="植田 篤俊" userId="0d2b3cda-30c1-45e3-9e5c-02c0046d67fa" providerId="ADAL" clId="{A6AB8097-671C-4783-A056-5A985F003BDF}" dt="2026-04-20T14:48:20.408" v="2079"/>
          <ac:inkMkLst>
            <pc:docMk/>
            <pc:sldMk cId="3869940010" sldId="259"/>
            <ac:inkMk id="730" creationId="{0237E628-F753-C70D-0385-FBD56EEAF9B6}"/>
          </ac:inkMkLst>
        </pc:inkChg>
        <pc:inkChg chg="add del">
          <ac:chgData name="植田 篤俊" userId="0d2b3cda-30c1-45e3-9e5c-02c0046d67fa" providerId="ADAL" clId="{A6AB8097-671C-4783-A056-5A985F003BDF}" dt="2026-04-20T14:48:20.408" v="2079"/>
          <ac:inkMkLst>
            <pc:docMk/>
            <pc:sldMk cId="3869940010" sldId="259"/>
            <ac:inkMk id="731" creationId="{E75B6905-02BA-E188-F2D2-E67DF2EF5F62}"/>
          </ac:inkMkLst>
        </pc:inkChg>
        <pc:inkChg chg="add del">
          <ac:chgData name="植田 篤俊" userId="0d2b3cda-30c1-45e3-9e5c-02c0046d67fa" providerId="ADAL" clId="{A6AB8097-671C-4783-A056-5A985F003BDF}" dt="2026-04-20T14:48:20.408" v="2079"/>
          <ac:inkMkLst>
            <pc:docMk/>
            <pc:sldMk cId="3869940010" sldId="259"/>
            <ac:inkMk id="732" creationId="{7B33A964-D7D9-AAEB-08B0-0CA1CFF6E618}"/>
          </ac:inkMkLst>
        </pc:inkChg>
        <pc:inkChg chg="add del">
          <ac:chgData name="植田 篤俊" userId="0d2b3cda-30c1-45e3-9e5c-02c0046d67fa" providerId="ADAL" clId="{A6AB8097-671C-4783-A056-5A985F003BDF}" dt="2026-04-20T14:48:20.408" v="2079"/>
          <ac:inkMkLst>
            <pc:docMk/>
            <pc:sldMk cId="3869940010" sldId="259"/>
            <ac:inkMk id="733" creationId="{26100762-FB4F-443E-36EC-6FFC3B329C93}"/>
          </ac:inkMkLst>
        </pc:inkChg>
        <pc:inkChg chg="add del">
          <ac:chgData name="植田 篤俊" userId="0d2b3cda-30c1-45e3-9e5c-02c0046d67fa" providerId="ADAL" clId="{A6AB8097-671C-4783-A056-5A985F003BDF}" dt="2026-04-20T14:48:20.408" v="2079"/>
          <ac:inkMkLst>
            <pc:docMk/>
            <pc:sldMk cId="3869940010" sldId="259"/>
            <ac:inkMk id="734" creationId="{E91E3C50-4B85-3C59-B305-AAE54B892E80}"/>
          </ac:inkMkLst>
        </pc:inkChg>
        <pc:inkChg chg="mod">
          <ac:chgData name="植田 篤俊" userId="0d2b3cda-30c1-45e3-9e5c-02c0046d67fa" providerId="ADAL" clId="{A6AB8097-671C-4783-A056-5A985F003BDF}" dt="2026-04-20T15:11:57.312" v="3388" actId="1076"/>
          <ac:inkMkLst>
            <pc:docMk/>
            <pc:sldMk cId="3869940010" sldId="259"/>
            <ac:inkMk id="735" creationId="{B28D007F-69EF-B3A1-FD1F-09354865C4E5}"/>
          </ac:inkMkLst>
        </pc:inkChg>
        <pc:inkChg chg="add del">
          <ac:chgData name="植田 篤俊" userId="0d2b3cda-30c1-45e3-9e5c-02c0046d67fa" providerId="ADAL" clId="{A6AB8097-671C-4783-A056-5A985F003BDF}" dt="2026-04-20T14:48:24.623" v="2082"/>
          <ac:inkMkLst>
            <pc:docMk/>
            <pc:sldMk cId="3869940010" sldId="259"/>
            <ac:inkMk id="736" creationId="{5B8E959E-7C02-B8B6-076C-9E3BB96CFE83}"/>
          </ac:inkMkLst>
        </pc:inkChg>
        <pc:inkChg chg="add del">
          <ac:chgData name="植田 篤俊" userId="0d2b3cda-30c1-45e3-9e5c-02c0046d67fa" providerId="ADAL" clId="{A6AB8097-671C-4783-A056-5A985F003BDF}" dt="2026-04-20T14:48:24.624" v="2083"/>
          <ac:inkMkLst>
            <pc:docMk/>
            <pc:sldMk cId="3869940010" sldId="259"/>
            <ac:inkMk id="737" creationId="{6920EEBD-6439-5449-D252-2644638FC360}"/>
          </ac:inkMkLst>
        </pc:inkChg>
        <pc:inkChg chg="add del">
          <ac:chgData name="植田 篤俊" userId="0d2b3cda-30c1-45e3-9e5c-02c0046d67fa" providerId="ADAL" clId="{A6AB8097-671C-4783-A056-5A985F003BDF}" dt="2026-04-20T14:48:28.407" v="2092"/>
          <ac:inkMkLst>
            <pc:docMk/>
            <pc:sldMk cId="3869940010" sldId="259"/>
            <ac:inkMk id="738" creationId="{1E56EB23-D8AB-3DD7-C5D4-A1D59CAEFFC9}"/>
          </ac:inkMkLst>
        </pc:inkChg>
        <pc:inkChg chg="add del">
          <ac:chgData name="植田 篤俊" userId="0d2b3cda-30c1-45e3-9e5c-02c0046d67fa" providerId="ADAL" clId="{A6AB8097-671C-4783-A056-5A985F003BDF}" dt="2026-04-20T14:48:28.407" v="2092"/>
          <ac:inkMkLst>
            <pc:docMk/>
            <pc:sldMk cId="3869940010" sldId="259"/>
            <ac:inkMk id="739" creationId="{779A9A43-D9C3-550D-5835-5DD2F4B58E3B}"/>
          </ac:inkMkLst>
        </pc:inkChg>
        <pc:inkChg chg="add del">
          <ac:chgData name="植田 篤俊" userId="0d2b3cda-30c1-45e3-9e5c-02c0046d67fa" providerId="ADAL" clId="{A6AB8097-671C-4783-A056-5A985F003BDF}" dt="2026-04-20T14:48:28.407" v="2092"/>
          <ac:inkMkLst>
            <pc:docMk/>
            <pc:sldMk cId="3869940010" sldId="259"/>
            <ac:inkMk id="740" creationId="{4FE34061-2492-07B2-4750-3CA5403B08A2}"/>
          </ac:inkMkLst>
        </pc:inkChg>
        <pc:inkChg chg="add del">
          <ac:chgData name="植田 篤俊" userId="0d2b3cda-30c1-45e3-9e5c-02c0046d67fa" providerId="ADAL" clId="{A6AB8097-671C-4783-A056-5A985F003BDF}" dt="2026-04-20T14:48:28.407" v="2092"/>
          <ac:inkMkLst>
            <pc:docMk/>
            <pc:sldMk cId="3869940010" sldId="259"/>
            <ac:inkMk id="741" creationId="{D81F6A87-61A1-28B7-5CFD-199331E77B27}"/>
          </ac:inkMkLst>
        </pc:inkChg>
        <pc:inkChg chg="add del">
          <ac:chgData name="植田 篤俊" userId="0d2b3cda-30c1-45e3-9e5c-02c0046d67fa" providerId="ADAL" clId="{A6AB8097-671C-4783-A056-5A985F003BDF}" dt="2026-04-20T14:48:28.407" v="2092"/>
          <ac:inkMkLst>
            <pc:docMk/>
            <pc:sldMk cId="3869940010" sldId="259"/>
            <ac:inkMk id="742" creationId="{47D44EA1-3EA2-9A58-1358-D56B1C3ED91E}"/>
          </ac:inkMkLst>
        </pc:inkChg>
        <pc:inkChg chg="add del">
          <ac:chgData name="植田 篤俊" userId="0d2b3cda-30c1-45e3-9e5c-02c0046d67fa" providerId="ADAL" clId="{A6AB8097-671C-4783-A056-5A985F003BDF}" dt="2026-04-20T14:48:28.407" v="2092"/>
          <ac:inkMkLst>
            <pc:docMk/>
            <pc:sldMk cId="3869940010" sldId="259"/>
            <ac:inkMk id="743" creationId="{730408D4-2DF7-336B-06A7-293210D06F70}"/>
          </ac:inkMkLst>
        </pc:inkChg>
        <pc:inkChg chg="add del">
          <ac:chgData name="植田 篤俊" userId="0d2b3cda-30c1-45e3-9e5c-02c0046d67fa" providerId="ADAL" clId="{A6AB8097-671C-4783-A056-5A985F003BDF}" dt="2026-04-20T14:48:28.407" v="2092"/>
          <ac:inkMkLst>
            <pc:docMk/>
            <pc:sldMk cId="3869940010" sldId="259"/>
            <ac:inkMk id="744" creationId="{63A9868F-F332-AF2F-DA1D-C210C96B6B8D}"/>
          </ac:inkMkLst>
        </pc:inkChg>
        <pc:inkChg chg="add del">
          <ac:chgData name="植田 篤俊" userId="0d2b3cda-30c1-45e3-9e5c-02c0046d67fa" providerId="ADAL" clId="{A6AB8097-671C-4783-A056-5A985F003BDF}" dt="2026-04-20T14:48:28.407" v="2092"/>
          <ac:inkMkLst>
            <pc:docMk/>
            <pc:sldMk cId="3869940010" sldId="259"/>
            <ac:inkMk id="745" creationId="{20A12764-0BE3-3A56-A65D-17860DA72F7D}"/>
          </ac:inkMkLst>
        </pc:inkChg>
        <pc:inkChg chg="add mod reco">
          <ac:chgData name="植田 篤俊" userId="0d2b3cda-30c1-45e3-9e5c-02c0046d67fa" providerId="ADAL" clId="{A6AB8097-671C-4783-A056-5A985F003BDF}" dt="2026-04-20T15:11:57.312" v="3388" actId="1076"/>
          <ac:inkMkLst>
            <pc:docMk/>
            <pc:sldMk cId="3869940010" sldId="259"/>
            <ac:inkMk id="746" creationId="{2EA65AC0-49A6-9347-32C4-F4A20F2D56FC}"/>
          </ac:inkMkLst>
        </pc:inkChg>
        <pc:inkChg chg="add">
          <ac:chgData name="植田 篤俊" userId="0d2b3cda-30c1-45e3-9e5c-02c0046d67fa" providerId="ADAL" clId="{A6AB8097-671C-4783-A056-5A985F003BDF}" dt="2026-04-20T14:48:29.322" v="2093"/>
          <ac:inkMkLst>
            <pc:docMk/>
            <pc:sldMk cId="3869940010" sldId="259"/>
            <ac:inkMk id="747" creationId="{71F7B947-7BE4-AFC7-3570-4A59F93021F0}"/>
          </ac:inkMkLst>
        </pc:inkChg>
        <pc:inkChg chg="add">
          <ac:chgData name="植田 篤俊" userId="0d2b3cda-30c1-45e3-9e5c-02c0046d67fa" providerId="ADAL" clId="{A6AB8097-671C-4783-A056-5A985F003BDF}" dt="2026-04-20T14:48:29.522" v="2094"/>
          <ac:inkMkLst>
            <pc:docMk/>
            <pc:sldMk cId="3869940010" sldId="259"/>
            <ac:inkMk id="748" creationId="{4D8532B5-112D-E5F7-DBF5-A03079C3771A}"/>
          </ac:inkMkLst>
        </pc:inkChg>
        <pc:inkChg chg="add del">
          <ac:chgData name="植田 篤俊" userId="0d2b3cda-30c1-45e3-9e5c-02c0046d67fa" providerId="ADAL" clId="{A6AB8097-671C-4783-A056-5A985F003BDF}" dt="2026-04-20T14:48:35.110" v="2112"/>
          <ac:inkMkLst>
            <pc:docMk/>
            <pc:sldMk cId="3869940010" sldId="259"/>
            <ac:inkMk id="749" creationId="{CC670B6B-59F7-9141-4F7D-CFBBBEB6F54E}"/>
          </ac:inkMkLst>
        </pc:inkChg>
        <pc:inkChg chg="add">
          <ac:chgData name="植田 篤俊" userId="0d2b3cda-30c1-45e3-9e5c-02c0046d67fa" providerId="ADAL" clId="{A6AB8097-671C-4783-A056-5A985F003BDF}" dt="2026-04-20T14:48:29.888" v="2096"/>
          <ac:inkMkLst>
            <pc:docMk/>
            <pc:sldMk cId="3869940010" sldId="259"/>
            <ac:inkMk id="750" creationId="{6AF374C6-1E2C-8E2E-7F92-D0F36B39D719}"/>
          </ac:inkMkLst>
        </pc:inkChg>
        <pc:inkChg chg="add del">
          <ac:chgData name="植田 篤俊" userId="0d2b3cda-30c1-45e3-9e5c-02c0046d67fa" providerId="ADAL" clId="{A6AB8097-671C-4783-A056-5A985F003BDF}" dt="2026-04-20T14:48:35.110" v="2112"/>
          <ac:inkMkLst>
            <pc:docMk/>
            <pc:sldMk cId="3869940010" sldId="259"/>
            <ac:inkMk id="751" creationId="{1C191325-4564-7EFE-CCBA-4DC8C5A0BC7D}"/>
          </ac:inkMkLst>
        </pc:inkChg>
        <pc:inkChg chg="add del">
          <ac:chgData name="植田 篤俊" userId="0d2b3cda-30c1-45e3-9e5c-02c0046d67fa" providerId="ADAL" clId="{A6AB8097-671C-4783-A056-5A985F003BDF}" dt="2026-04-20T14:48:35.110" v="2112"/>
          <ac:inkMkLst>
            <pc:docMk/>
            <pc:sldMk cId="3869940010" sldId="259"/>
            <ac:inkMk id="752" creationId="{1AC90475-DF6B-50A2-B48A-F20DE6D284DB}"/>
          </ac:inkMkLst>
        </pc:inkChg>
        <pc:inkChg chg="add">
          <ac:chgData name="植田 篤俊" userId="0d2b3cda-30c1-45e3-9e5c-02c0046d67fa" providerId="ADAL" clId="{A6AB8097-671C-4783-A056-5A985F003BDF}" dt="2026-04-20T14:48:30.422" v="2099"/>
          <ac:inkMkLst>
            <pc:docMk/>
            <pc:sldMk cId="3869940010" sldId="259"/>
            <ac:inkMk id="753" creationId="{17D94322-EB6D-1656-3452-847A16F55D5A}"/>
          </ac:inkMkLst>
        </pc:inkChg>
        <pc:inkChg chg="add del">
          <ac:chgData name="植田 篤俊" userId="0d2b3cda-30c1-45e3-9e5c-02c0046d67fa" providerId="ADAL" clId="{A6AB8097-671C-4783-A056-5A985F003BDF}" dt="2026-04-20T14:48:35.110" v="2112"/>
          <ac:inkMkLst>
            <pc:docMk/>
            <pc:sldMk cId="3869940010" sldId="259"/>
            <ac:inkMk id="754" creationId="{A07300FF-C779-27B7-0143-BD5E12B3C368}"/>
          </ac:inkMkLst>
        </pc:inkChg>
        <pc:inkChg chg="add del">
          <ac:chgData name="植田 篤俊" userId="0d2b3cda-30c1-45e3-9e5c-02c0046d67fa" providerId="ADAL" clId="{A6AB8097-671C-4783-A056-5A985F003BDF}" dt="2026-04-20T14:48:35.110" v="2112"/>
          <ac:inkMkLst>
            <pc:docMk/>
            <pc:sldMk cId="3869940010" sldId="259"/>
            <ac:inkMk id="755" creationId="{BC287AFD-E70F-209D-25DF-D82048E7D9E9}"/>
          </ac:inkMkLst>
        </pc:inkChg>
        <pc:inkChg chg="add">
          <ac:chgData name="植田 篤俊" userId="0d2b3cda-30c1-45e3-9e5c-02c0046d67fa" providerId="ADAL" clId="{A6AB8097-671C-4783-A056-5A985F003BDF}" dt="2026-04-20T14:48:31.472" v="2102"/>
          <ac:inkMkLst>
            <pc:docMk/>
            <pc:sldMk cId="3869940010" sldId="259"/>
            <ac:inkMk id="756" creationId="{DF6A1B03-DBE6-2CD8-A348-4E66B241904E}"/>
          </ac:inkMkLst>
        </pc:inkChg>
        <pc:inkChg chg="add">
          <ac:chgData name="植田 篤俊" userId="0d2b3cda-30c1-45e3-9e5c-02c0046d67fa" providerId="ADAL" clId="{A6AB8097-671C-4783-A056-5A985F003BDF}" dt="2026-04-20T14:48:31.622" v="2103"/>
          <ac:inkMkLst>
            <pc:docMk/>
            <pc:sldMk cId="3869940010" sldId="259"/>
            <ac:inkMk id="757" creationId="{7812A0C1-5F03-3BAE-4C6A-1349056BE6C9}"/>
          </ac:inkMkLst>
        </pc:inkChg>
        <pc:inkChg chg="add del">
          <ac:chgData name="植田 篤俊" userId="0d2b3cda-30c1-45e3-9e5c-02c0046d67fa" providerId="ADAL" clId="{A6AB8097-671C-4783-A056-5A985F003BDF}" dt="2026-04-20T14:48:35.110" v="2112"/>
          <ac:inkMkLst>
            <pc:docMk/>
            <pc:sldMk cId="3869940010" sldId="259"/>
            <ac:inkMk id="758" creationId="{66476200-629E-8649-4F92-72EC18F66B8A}"/>
          </ac:inkMkLst>
        </pc:inkChg>
        <pc:inkChg chg="add">
          <ac:chgData name="植田 篤俊" userId="0d2b3cda-30c1-45e3-9e5c-02c0046d67fa" providerId="ADAL" clId="{A6AB8097-671C-4783-A056-5A985F003BDF}" dt="2026-04-20T14:48:32.188" v="2105"/>
          <ac:inkMkLst>
            <pc:docMk/>
            <pc:sldMk cId="3869940010" sldId="259"/>
            <ac:inkMk id="759" creationId="{2325EC75-6F5B-5BC7-07FF-580B49F7F857}"/>
          </ac:inkMkLst>
        </pc:inkChg>
        <pc:inkChg chg="add del">
          <ac:chgData name="植田 篤俊" userId="0d2b3cda-30c1-45e3-9e5c-02c0046d67fa" providerId="ADAL" clId="{A6AB8097-671C-4783-A056-5A985F003BDF}" dt="2026-04-20T14:48:35.110" v="2112"/>
          <ac:inkMkLst>
            <pc:docMk/>
            <pc:sldMk cId="3869940010" sldId="259"/>
            <ac:inkMk id="760" creationId="{A4239A0B-9283-D793-8769-035617E40845}"/>
          </ac:inkMkLst>
        </pc:inkChg>
        <pc:inkChg chg="add del">
          <ac:chgData name="植田 篤俊" userId="0d2b3cda-30c1-45e3-9e5c-02c0046d67fa" providerId="ADAL" clId="{A6AB8097-671C-4783-A056-5A985F003BDF}" dt="2026-04-20T14:48:35.110" v="2112"/>
          <ac:inkMkLst>
            <pc:docMk/>
            <pc:sldMk cId="3869940010" sldId="259"/>
            <ac:inkMk id="761" creationId="{840828BB-A318-EB96-B227-DFC043DE9F2F}"/>
          </ac:inkMkLst>
        </pc:inkChg>
        <pc:inkChg chg="add del">
          <ac:chgData name="植田 篤俊" userId="0d2b3cda-30c1-45e3-9e5c-02c0046d67fa" providerId="ADAL" clId="{A6AB8097-671C-4783-A056-5A985F003BDF}" dt="2026-04-20T14:48:35.110" v="2112"/>
          <ac:inkMkLst>
            <pc:docMk/>
            <pc:sldMk cId="3869940010" sldId="259"/>
            <ac:inkMk id="762" creationId="{56277122-E69C-5428-C960-7AFE85A262B9}"/>
          </ac:inkMkLst>
        </pc:inkChg>
        <pc:inkChg chg="add del">
          <ac:chgData name="植田 篤俊" userId="0d2b3cda-30c1-45e3-9e5c-02c0046d67fa" providerId="ADAL" clId="{A6AB8097-671C-4783-A056-5A985F003BDF}" dt="2026-04-20T14:48:35.110" v="2112"/>
          <ac:inkMkLst>
            <pc:docMk/>
            <pc:sldMk cId="3869940010" sldId="259"/>
            <ac:inkMk id="763" creationId="{E6F496E5-839B-909E-AFC9-24A585A4CC7A}"/>
          </ac:inkMkLst>
        </pc:inkChg>
        <pc:inkChg chg="add">
          <ac:chgData name="植田 篤俊" userId="0d2b3cda-30c1-45e3-9e5c-02c0046d67fa" providerId="ADAL" clId="{A6AB8097-671C-4783-A056-5A985F003BDF}" dt="2026-04-20T14:48:34.023" v="2110"/>
          <ac:inkMkLst>
            <pc:docMk/>
            <pc:sldMk cId="3869940010" sldId="259"/>
            <ac:inkMk id="764" creationId="{404794AB-65E9-50C9-179F-2A367EBC3D0F}"/>
          </ac:inkMkLst>
        </pc:inkChg>
        <pc:inkChg chg="add">
          <ac:chgData name="植田 篤俊" userId="0d2b3cda-30c1-45e3-9e5c-02c0046d67fa" providerId="ADAL" clId="{A6AB8097-671C-4783-A056-5A985F003BDF}" dt="2026-04-20T14:48:34.138" v="2111"/>
          <ac:inkMkLst>
            <pc:docMk/>
            <pc:sldMk cId="3869940010" sldId="259"/>
            <ac:inkMk id="765" creationId="{0DDAE9E4-A78B-7CE1-7E8C-3997DE03CD15}"/>
          </ac:inkMkLst>
        </pc:inkChg>
        <pc:inkChg chg="mod">
          <ac:chgData name="植田 篤俊" userId="0d2b3cda-30c1-45e3-9e5c-02c0046d67fa" providerId="ADAL" clId="{A6AB8097-671C-4783-A056-5A985F003BDF}" dt="2026-04-20T15:11:57.312" v="3388" actId="1076"/>
          <ac:inkMkLst>
            <pc:docMk/>
            <pc:sldMk cId="3869940010" sldId="259"/>
            <ac:inkMk id="766" creationId="{C7C3F29B-1053-2BA0-6B04-A6D3FF7C491D}"/>
          </ac:inkMkLst>
        </pc:inkChg>
        <pc:inkChg chg="add">
          <ac:chgData name="植田 篤俊" userId="0d2b3cda-30c1-45e3-9e5c-02c0046d67fa" providerId="ADAL" clId="{A6AB8097-671C-4783-A056-5A985F003BDF}" dt="2026-04-20T14:48:35.855" v="2113"/>
          <ac:inkMkLst>
            <pc:docMk/>
            <pc:sldMk cId="3869940010" sldId="259"/>
            <ac:inkMk id="767" creationId="{2CD365E3-317F-DB71-3C83-E0243DF99D79}"/>
          </ac:inkMkLst>
        </pc:inkChg>
        <pc:inkChg chg="add">
          <ac:chgData name="植田 篤俊" userId="0d2b3cda-30c1-45e3-9e5c-02c0046d67fa" providerId="ADAL" clId="{A6AB8097-671C-4783-A056-5A985F003BDF}" dt="2026-04-20T14:48:36.005" v="2114"/>
          <ac:inkMkLst>
            <pc:docMk/>
            <pc:sldMk cId="3869940010" sldId="259"/>
            <ac:inkMk id="768" creationId="{107EA677-2ECF-5EE7-5850-58A3F7C48F61}"/>
          </ac:inkMkLst>
        </pc:inkChg>
        <pc:inkChg chg="add">
          <ac:chgData name="植田 篤俊" userId="0d2b3cda-30c1-45e3-9e5c-02c0046d67fa" providerId="ADAL" clId="{A6AB8097-671C-4783-A056-5A985F003BDF}" dt="2026-04-20T14:48:36.105" v="2115"/>
          <ac:inkMkLst>
            <pc:docMk/>
            <pc:sldMk cId="3869940010" sldId="259"/>
            <ac:inkMk id="769" creationId="{D40C38D3-2C38-3A15-F35F-7867DACF2648}"/>
          </ac:inkMkLst>
        </pc:inkChg>
        <pc:inkChg chg="add del">
          <ac:chgData name="植田 篤俊" userId="0d2b3cda-30c1-45e3-9e5c-02c0046d67fa" providerId="ADAL" clId="{A6AB8097-671C-4783-A056-5A985F003BDF}" dt="2026-04-20T14:48:44.160" v="2144"/>
          <ac:inkMkLst>
            <pc:docMk/>
            <pc:sldMk cId="3869940010" sldId="259"/>
            <ac:inkMk id="770" creationId="{FF65B720-7DF6-752C-0F9E-5ADC982B9432}"/>
          </ac:inkMkLst>
        </pc:inkChg>
        <pc:inkChg chg="add">
          <ac:chgData name="植田 篤俊" userId="0d2b3cda-30c1-45e3-9e5c-02c0046d67fa" providerId="ADAL" clId="{A6AB8097-671C-4783-A056-5A985F003BDF}" dt="2026-04-20T14:48:36.959" v="2117"/>
          <ac:inkMkLst>
            <pc:docMk/>
            <pc:sldMk cId="3869940010" sldId="259"/>
            <ac:inkMk id="771" creationId="{7199AF90-FB42-2A1F-ED83-85D1726352B3}"/>
          </ac:inkMkLst>
        </pc:inkChg>
        <pc:inkChg chg="add">
          <ac:chgData name="植田 篤俊" userId="0d2b3cda-30c1-45e3-9e5c-02c0046d67fa" providerId="ADAL" clId="{A6AB8097-671C-4783-A056-5A985F003BDF}" dt="2026-04-20T14:48:37.755" v="2118"/>
          <ac:inkMkLst>
            <pc:docMk/>
            <pc:sldMk cId="3869940010" sldId="259"/>
            <ac:inkMk id="772" creationId="{A458A936-19D6-0848-94D4-41AA7FDCDDC1}"/>
          </ac:inkMkLst>
        </pc:inkChg>
        <pc:inkChg chg="add">
          <ac:chgData name="植田 篤俊" userId="0d2b3cda-30c1-45e3-9e5c-02c0046d67fa" providerId="ADAL" clId="{A6AB8097-671C-4783-A056-5A985F003BDF}" dt="2026-04-20T14:48:38.021" v="2119"/>
          <ac:inkMkLst>
            <pc:docMk/>
            <pc:sldMk cId="3869940010" sldId="259"/>
            <ac:inkMk id="773" creationId="{A3DA023C-A0A3-06EA-E096-D210634857A1}"/>
          </ac:inkMkLst>
        </pc:inkChg>
        <pc:inkChg chg="add">
          <ac:chgData name="植田 篤俊" userId="0d2b3cda-30c1-45e3-9e5c-02c0046d67fa" providerId="ADAL" clId="{A6AB8097-671C-4783-A056-5A985F003BDF}" dt="2026-04-20T14:48:38.155" v="2120"/>
          <ac:inkMkLst>
            <pc:docMk/>
            <pc:sldMk cId="3869940010" sldId="259"/>
            <ac:inkMk id="774" creationId="{DE315384-09C1-B5AD-C093-85D80D187389}"/>
          </ac:inkMkLst>
        </pc:inkChg>
        <pc:inkChg chg="add">
          <ac:chgData name="植田 篤俊" userId="0d2b3cda-30c1-45e3-9e5c-02c0046d67fa" providerId="ADAL" clId="{A6AB8097-671C-4783-A056-5A985F003BDF}" dt="2026-04-20T14:48:38.691" v="2121"/>
          <ac:inkMkLst>
            <pc:docMk/>
            <pc:sldMk cId="3869940010" sldId="259"/>
            <ac:inkMk id="775" creationId="{1BF5C3DA-3416-ABF1-88E1-0849D1E80EB5}"/>
          </ac:inkMkLst>
        </pc:inkChg>
        <pc:inkChg chg="add">
          <ac:chgData name="植田 篤俊" userId="0d2b3cda-30c1-45e3-9e5c-02c0046d67fa" providerId="ADAL" clId="{A6AB8097-671C-4783-A056-5A985F003BDF}" dt="2026-04-20T14:48:39.105" v="2122"/>
          <ac:inkMkLst>
            <pc:docMk/>
            <pc:sldMk cId="3869940010" sldId="259"/>
            <ac:inkMk id="776" creationId="{ED68131E-50B5-C003-A0D0-6C96ED4D7F78}"/>
          </ac:inkMkLst>
        </pc:inkChg>
        <pc:inkChg chg="add del">
          <ac:chgData name="植田 篤俊" userId="0d2b3cda-30c1-45e3-9e5c-02c0046d67fa" providerId="ADAL" clId="{A6AB8097-671C-4783-A056-5A985F003BDF}" dt="2026-04-20T14:48:44.160" v="2144"/>
          <ac:inkMkLst>
            <pc:docMk/>
            <pc:sldMk cId="3869940010" sldId="259"/>
            <ac:inkMk id="777" creationId="{ACB06B58-2FB3-AB60-DD37-B8FD30142137}"/>
          </ac:inkMkLst>
        </pc:inkChg>
        <pc:inkChg chg="add del">
          <ac:chgData name="植田 篤俊" userId="0d2b3cda-30c1-45e3-9e5c-02c0046d67fa" providerId="ADAL" clId="{A6AB8097-671C-4783-A056-5A985F003BDF}" dt="2026-04-20T14:48:44.160" v="2144"/>
          <ac:inkMkLst>
            <pc:docMk/>
            <pc:sldMk cId="3869940010" sldId="259"/>
            <ac:inkMk id="778" creationId="{183E7EA2-35F4-15C0-78A6-EB0EEF01C769}"/>
          </ac:inkMkLst>
        </pc:inkChg>
        <pc:inkChg chg="add">
          <ac:chgData name="植田 篤俊" userId="0d2b3cda-30c1-45e3-9e5c-02c0046d67fa" providerId="ADAL" clId="{A6AB8097-671C-4783-A056-5A985F003BDF}" dt="2026-04-20T14:48:39.805" v="2125"/>
          <ac:inkMkLst>
            <pc:docMk/>
            <pc:sldMk cId="3869940010" sldId="259"/>
            <ac:inkMk id="779" creationId="{E259A092-F625-FE19-17FD-A474E5FA40A3}"/>
          </ac:inkMkLst>
        </pc:inkChg>
        <pc:inkChg chg="add del">
          <ac:chgData name="植田 篤俊" userId="0d2b3cda-30c1-45e3-9e5c-02c0046d67fa" providerId="ADAL" clId="{A6AB8097-671C-4783-A056-5A985F003BDF}" dt="2026-04-20T14:48:44.160" v="2144"/>
          <ac:inkMkLst>
            <pc:docMk/>
            <pc:sldMk cId="3869940010" sldId="259"/>
            <ac:inkMk id="780" creationId="{26AAEC8D-7D8B-2CD5-DB0B-A8C54F19D526}"/>
          </ac:inkMkLst>
        </pc:inkChg>
        <pc:inkChg chg="add">
          <ac:chgData name="植田 篤俊" userId="0d2b3cda-30c1-45e3-9e5c-02c0046d67fa" providerId="ADAL" clId="{A6AB8097-671C-4783-A056-5A985F003BDF}" dt="2026-04-20T14:48:40.055" v="2127"/>
          <ac:inkMkLst>
            <pc:docMk/>
            <pc:sldMk cId="3869940010" sldId="259"/>
            <ac:inkMk id="781" creationId="{17559DED-03C9-E7FD-1E07-EA5034CE8868}"/>
          </ac:inkMkLst>
        </pc:inkChg>
        <pc:inkChg chg="add">
          <ac:chgData name="植田 篤俊" userId="0d2b3cda-30c1-45e3-9e5c-02c0046d67fa" providerId="ADAL" clId="{A6AB8097-671C-4783-A056-5A985F003BDF}" dt="2026-04-20T14:48:40.272" v="2128"/>
          <ac:inkMkLst>
            <pc:docMk/>
            <pc:sldMk cId="3869940010" sldId="259"/>
            <ac:inkMk id="782" creationId="{27C3C05C-82F0-A29E-AADE-142551AAFF2F}"/>
          </ac:inkMkLst>
        </pc:inkChg>
        <pc:inkChg chg="add">
          <ac:chgData name="植田 篤俊" userId="0d2b3cda-30c1-45e3-9e5c-02c0046d67fa" providerId="ADAL" clId="{A6AB8097-671C-4783-A056-5A985F003BDF}" dt="2026-04-20T14:48:40.575" v="2129"/>
          <ac:inkMkLst>
            <pc:docMk/>
            <pc:sldMk cId="3869940010" sldId="259"/>
            <ac:inkMk id="783" creationId="{C43D819A-0894-5EA6-863E-AED383839946}"/>
          </ac:inkMkLst>
        </pc:inkChg>
        <pc:inkChg chg="add">
          <ac:chgData name="植田 篤俊" userId="0d2b3cda-30c1-45e3-9e5c-02c0046d67fa" providerId="ADAL" clId="{A6AB8097-671C-4783-A056-5A985F003BDF}" dt="2026-04-20T14:48:40.722" v="2130"/>
          <ac:inkMkLst>
            <pc:docMk/>
            <pc:sldMk cId="3869940010" sldId="259"/>
            <ac:inkMk id="784" creationId="{08B61F69-5E33-BE94-017A-F53CCA571925}"/>
          </ac:inkMkLst>
        </pc:inkChg>
        <pc:inkChg chg="add">
          <ac:chgData name="植田 篤俊" userId="0d2b3cda-30c1-45e3-9e5c-02c0046d67fa" providerId="ADAL" clId="{A6AB8097-671C-4783-A056-5A985F003BDF}" dt="2026-04-20T14:48:40.888" v="2131"/>
          <ac:inkMkLst>
            <pc:docMk/>
            <pc:sldMk cId="3869940010" sldId="259"/>
            <ac:inkMk id="785" creationId="{2C6D20B9-15B4-8D04-EE62-DF4537A7530A}"/>
          </ac:inkMkLst>
        </pc:inkChg>
        <pc:inkChg chg="add del">
          <ac:chgData name="植田 篤俊" userId="0d2b3cda-30c1-45e3-9e5c-02c0046d67fa" providerId="ADAL" clId="{A6AB8097-671C-4783-A056-5A985F003BDF}" dt="2026-04-20T14:48:44.160" v="2144"/>
          <ac:inkMkLst>
            <pc:docMk/>
            <pc:sldMk cId="3869940010" sldId="259"/>
            <ac:inkMk id="786" creationId="{BCC2B9CE-DC30-D626-6D66-297031908177}"/>
          </ac:inkMkLst>
        </pc:inkChg>
        <pc:inkChg chg="add del">
          <ac:chgData name="植田 篤俊" userId="0d2b3cda-30c1-45e3-9e5c-02c0046d67fa" providerId="ADAL" clId="{A6AB8097-671C-4783-A056-5A985F003BDF}" dt="2026-04-20T14:48:44.160" v="2144"/>
          <ac:inkMkLst>
            <pc:docMk/>
            <pc:sldMk cId="3869940010" sldId="259"/>
            <ac:inkMk id="787" creationId="{A1A1A984-5DC2-D4D8-223D-C25FE3C44A31}"/>
          </ac:inkMkLst>
        </pc:inkChg>
        <pc:inkChg chg="add">
          <ac:chgData name="植田 篤俊" userId="0d2b3cda-30c1-45e3-9e5c-02c0046d67fa" providerId="ADAL" clId="{A6AB8097-671C-4783-A056-5A985F003BDF}" dt="2026-04-20T14:48:41.571" v="2134"/>
          <ac:inkMkLst>
            <pc:docMk/>
            <pc:sldMk cId="3869940010" sldId="259"/>
            <ac:inkMk id="788" creationId="{3C01DF74-91E6-9218-B08C-0EB13EA35C4D}"/>
          </ac:inkMkLst>
        </pc:inkChg>
        <pc:inkChg chg="add">
          <ac:chgData name="植田 篤俊" userId="0d2b3cda-30c1-45e3-9e5c-02c0046d67fa" providerId="ADAL" clId="{A6AB8097-671C-4783-A056-5A985F003BDF}" dt="2026-04-20T14:48:41.755" v="2135"/>
          <ac:inkMkLst>
            <pc:docMk/>
            <pc:sldMk cId="3869940010" sldId="259"/>
            <ac:inkMk id="789" creationId="{3D315280-CE94-8EEF-1548-9ADE1DA1FEFC}"/>
          </ac:inkMkLst>
        </pc:inkChg>
        <pc:inkChg chg="add del">
          <ac:chgData name="植田 篤俊" userId="0d2b3cda-30c1-45e3-9e5c-02c0046d67fa" providerId="ADAL" clId="{A6AB8097-671C-4783-A056-5A985F003BDF}" dt="2026-04-20T14:48:44.160" v="2144"/>
          <ac:inkMkLst>
            <pc:docMk/>
            <pc:sldMk cId="3869940010" sldId="259"/>
            <ac:inkMk id="790" creationId="{0DADF75B-7604-D856-B4C5-863B7FD6EFAF}"/>
          </ac:inkMkLst>
        </pc:inkChg>
        <pc:inkChg chg="add">
          <ac:chgData name="植田 篤俊" userId="0d2b3cda-30c1-45e3-9e5c-02c0046d67fa" providerId="ADAL" clId="{A6AB8097-671C-4783-A056-5A985F003BDF}" dt="2026-04-20T14:48:42.205" v="2137"/>
          <ac:inkMkLst>
            <pc:docMk/>
            <pc:sldMk cId="3869940010" sldId="259"/>
            <ac:inkMk id="791" creationId="{3A008D0B-A9F4-FBB9-22DB-6113EA2985F6}"/>
          </ac:inkMkLst>
        </pc:inkChg>
        <pc:inkChg chg="add del">
          <ac:chgData name="植田 篤俊" userId="0d2b3cda-30c1-45e3-9e5c-02c0046d67fa" providerId="ADAL" clId="{A6AB8097-671C-4783-A056-5A985F003BDF}" dt="2026-04-20T14:48:44.160" v="2144"/>
          <ac:inkMkLst>
            <pc:docMk/>
            <pc:sldMk cId="3869940010" sldId="259"/>
            <ac:inkMk id="792" creationId="{CF3A1D95-FD12-B7DD-778E-CF7F0DC33E9A}"/>
          </ac:inkMkLst>
        </pc:inkChg>
        <pc:inkChg chg="add">
          <ac:chgData name="植田 篤俊" userId="0d2b3cda-30c1-45e3-9e5c-02c0046d67fa" providerId="ADAL" clId="{A6AB8097-671C-4783-A056-5A985F003BDF}" dt="2026-04-20T14:48:42.521" v="2139"/>
          <ac:inkMkLst>
            <pc:docMk/>
            <pc:sldMk cId="3869940010" sldId="259"/>
            <ac:inkMk id="793" creationId="{FF580B32-2DE2-657C-8FBC-E4A2D141FFBF}"/>
          </ac:inkMkLst>
        </pc:inkChg>
        <pc:inkChg chg="add del">
          <ac:chgData name="植田 篤俊" userId="0d2b3cda-30c1-45e3-9e5c-02c0046d67fa" providerId="ADAL" clId="{A6AB8097-671C-4783-A056-5A985F003BDF}" dt="2026-04-20T14:48:44.160" v="2144"/>
          <ac:inkMkLst>
            <pc:docMk/>
            <pc:sldMk cId="3869940010" sldId="259"/>
            <ac:inkMk id="794" creationId="{C54F5C78-F0C2-7046-5D96-9C1B63E9D232}"/>
          </ac:inkMkLst>
        </pc:inkChg>
        <pc:inkChg chg="add del">
          <ac:chgData name="植田 篤俊" userId="0d2b3cda-30c1-45e3-9e5c-02c0046d67fa" providerId="ADAL" clId="{A6AB8097-671C-4783-A056-5A985F003BDF}" dt="2026-04-20T14:48:44.160" v="2144"/>
          <ac:inkMkLst>
            <pc:docMk/>
            <pc:sldMk cId="3869940010" sldId="259"/>
            <ac:inkMk id="795" creationId="{61FD66DE-3DA2-E78F-9CF3-FC56600AD38F}"/>
          </ac:inkMkLst>
        </pc:inkChg>
        <pc:inkChg chg="add">
          <ac:chgData name="植田 篤俊" userId="0d2b3cda-30c1-45e3-9e5c-02c0046d67fa" providerId="ADAL" clId="{A6AB8097-671C-4783-A056-5A985F003BDF}" dt="2026-04-20T14:48:43.442" v="2142"/>
          <ac:inkMkLst>
            <pc:docMk/>
            <pc:sldMk cId="3869940010" sldId="259"/>
            <ac:inkMk id="796" creationId="{E7521178-E87F-B37F-977B-96C71E9F1762}"/>
          </ac:inkMkLst>
        </pc:inkChg>
        <pc:inkChg chg="add">
          <ac:chgData name="植田 篤俊" userId="0d2b3cda-30c1-45e3-9e5c-02c0046d67fa" providerId="ADAL" clId="{A6AB8097-671C-4783-A056-5A985F003BDF}" dt="2026-04-20T14:48:43.537" v="2143"/>
          <ac:inkMkLst>
            <pc:docMk/>
            <pc:sldMk cId="3869940010" sldId="259"/>
            <ac:inkMk id="797" creationId="{55F7E129-19EF-4EA2-5801-1140DBA24937}"/>
          </ac:inkMkLst>
        </pc:inkChg>
        <pc:inkChg chg="mod">
          <ac:chgData name="植田 篤俊" userId="0d2b3cda-30c1-45e3-9e5c-02c0046d67fa" providerId="ADAL" clId="{A6AB8097-671C-4783-A056-5A985F003BDF}" dt="2026-04-20T15:11:57.312" v="3388" actId="1076"/>
          <ac:inkMkLst>
            <pc:docMk/>
            <pc:sldMk cId="3869940010" sldId="259"/>
            <ac:inkMk id="798" creationId="{DD4C29FC-085C-2ADC-200F-8D6F281C50E1}"/>
          </ac:inkMkLst>
        </pc:inkChg>
        <pc:inkChg chg="add del">
          <ac:chgData name="植田 篤俊" userId="0d2b3cda-30c1-45e3-9e5c-02c0046d67fa" providerId="ADAL" clId="{A6AB8097-671C-4783-A056-5A985F003BDF}" dt="2026-04-20T14:48:55.122" v="2153"/>
          <ac:inkMkLst>
            <pc:docMk/>
            <pc:sldMk cId="3869940010" sldId="259"/>
            <ac:inkMk id="799" creationId="{0C8B429A-5B07-855E-44D6-F84092C2E33F}"/>
          </ac:inkMkLst>
        </pc:inkChg>
        <pc:inkChg chg="add del">
          <ac:chgData name="植田 篤俊" userId="0d2b3cda-30c1-45e3-9e5c-02c0046d67fa" providerId="ADAL" clId="{A6AB8097-671C-4783-A056-5A985F003BDF}" dt="2026-04-20T14:48:55.122" v="2153"/>
          <ac:inkMkLst>
            <pc:docMk/>
            <pc:sldMk cId="3869940010" sldId="259"/>
            <ac:inkMk id="800" creationId="{FE8652A2-48D1-7428-102C-BF9ADF11D3A6}"/>
          </ac:inkMkLst>
        </pc:inkChg>
        <pc:inkChg chg="add del">
          <ac:chgData name="植田 篤俊" userId="0d2b3cda-30c1-45e3-9e5c-02c0046d67fa" providerId="ADAL" clId="{A6AB8097-671C-4783-A056-5A985F003BDF}" dt="2026-04-20T14:48:55.122" v="2153"/>
          <ac:inkMkLst>
            <pc:docMk/>
            <pc:sldMk cId="3869940010" sldId="259"/>
            <ac:inkMk id="801" creationId="{31FCD482-413D-A658-A852-4A9BE1F206B8}"/>
          </ac:inkMkLst>
        </pc:inkChg>
        <pc:inkChg chg="add del">
          <ac:chgData name="植田 篤俊" userId="0d2b3cda-30c1-45e3-9e5c-02c0046d67fa" providerId="ADAL" clId="{A6AB8097-671C-4783-A056-5A985F003BDF}" dt="2026-04-20T14:48:55.122" v="2153"/>
          <ac:inkMkLst>
            <pc:docMk/>
            <pc:sldMk cId="3869940010" sldId="259"/>
            <ac:inkMk id="802" creationId="{FCBE20E7-1877-1FA6-6DDA-EF2403C182DD}"/>
          </ac:inkMkLst>
        </pc:inkChg>
        <pc:inkChg chg="add del">
          <ac:chgData name="植田 篤俊" userId="0d2b3cda-30c1-45e3-9e5c-02c0046d67fa" providerId="ADAL" clId="{A6AB8097-671C-4783-A056-5A985F003BDF}" dt="2026-04-20T14:48:55.122" v="2153"/>
          <ac:inkMkLst>
            <pc:docMk/>
            <pc:sldMk cId="3869940010" sldId="259"/>
            <ac:inkMk id="803" creationId="{27657C52-423E-5EC2-EB51-66563E0AEEA9}"/>
          </ac:inkMkLst>
        </pc:inkChg>
        <pc:inkChg chg="add del">
          <ac:chgData name="植田 篤俊" userId="0d2b3cda-30c1-45e3-9e5c-02c0046d67fa" providerId="ADAL" clId="{A6AB8097-671C-4783-A056-5A985F003BDF}" dt="2026-04-20T14:48:55.122" v="2153"/>
          <ac:inkMkLst>
            <pc:docMk/>
            <pc:sldMk cId="3869940010" sldId="259"/>
            <ac:inkMk id="804" creationId="{744A7ECF-4F61-2C0D-A6ED-94B9DCC3CF66}"/>
          </ac:inkMkLst>
        </pc:inkChg>
        <pc:inkChg chg="add del">
          <ac:chgData name="植田 篤俊" userId="0d2b3cda-30c1-45e3-9e5c-02c0046d67fa" providerId="ADAL" clId="{A6AB8097-671C-4783-A056-5A985F003BDF}" dt="2026-04-20T14:48:55.122" v="2153"/>
          <ac:inkMkLst>
            <pc:docMk/>
            <pc:sldMk cId="3869940010" sldId="259"/>
            <ac:inkMk id="805" creationId="{47392206-0982-B2CC-17F2-403A2F7BDB4C}"/>
          </ac:inkMkLst>
        </pc:inkChg>
        <pc:inkChg chg="add del">
          <ac:chgData name="植田 篤俊" userId="0d2b3cda-30c1-45e3-9e5c-02c0046d67fa" providerId="ADAL" clId="{A6AB8097-671C-4783-A056-5A985F003BDF}" dt="2026-04-20T14:48:55.122" v="2153"/>
          <ac:inkMkLst>
            <pc:docMk/>
            <pc:sldMk cId="3869940010" sldId="259"/>
            <ac:inkMk id="806" creationId="{0821083D-F06A-A4DF-487C-FAE57181B6CF}"/>
          </ac:inkMkLst>
        </pc:inkChg>
        <pc:inkChg chg="add reco">
          <ac:chgData name="植田 篤俊" userId="0d2b3cda-30c1-45e3-9e5c-02c0046d67fa" providerId="ADAL" clId="{A6AB8097-671C-4783-A056-5A985F003BDF}" dt="2026-04-20T14:48:55.122" v="2153"/>
          <ac:inkMkLst>
            <pc:docMk/>
            <pc:sldMk cId="3869940010" sldId="259"/>
            <ac:inkMk id="807" creationId="{20884C55-DE45-E5C8-5B72-40A72A9EB30B}"/>
          </ac:inkMkLst>
        </pc:inkChg>
        <pc:inkChg chg="add del">
          <ac:chgData name="植田 篤俊" userId="0d2b3cda-30c1-45e3-9e5c-02c0046d67fa" providerId="ADAL" clId="{A6AB8097-671C-4783-A056-5A985F003BDF}" dt="2026-04-20T14:48:58.209" v="2159"/>
          <ac:inkMkLst>
            <pc:docMk/>
            <pc:sldMk cId="3869940010" sldId="259"/>
            <ac:inkMk id="808" creationId="{9B459D64-78BC-C72E-1A42-3E686D85C9C0}"/>
          </ac:inkMkLst>
        </pc:inkChg>
        <pc:inkChg chg="add del">
          <ac:chgData name="植田 篤俊" userId="0d2b3cda-30c1-45e3-9e5c-02c0046d67fa" providerId="ADAL" clId="{A6AB8097-671C-4783-A056-5A985F003BDF}" dt="2026-04-20T14:48:58.209" v="2159"/>
          <ac:inkMkLst>
            <pc:docMk/>
            <pc:sldMk cId="3869940010" sldId="259"/>
            <ac:inkMk id="809" creationId="{918A6510-C3A8-6E75-7EB9-574BD538ADCE}"/>
          </ac:inkMkLst>
        </pc:inkChg>
        <pc:inkChg chg="add del">
          <ac:chgData name="植田 篤俊" userId="0d2b3cda-30c1-45e3-9e5c-02c0046d67fa" providerId="ADAL" clId="{A6AB8097-671C-4783-A056-5A985F003BDF}" dt="2026-04-20T14:48:58.209" v="2159"/>
          <ac:inkMkLst>
            <pc:docMk/>
            <pc:sldMk cId="3869940010" sldId="259"/>
            <ac:inkMk id="810" creationId="{F3581B4A-925C-1730-D7B0-1B6726130105}"/>
          </ac:inkMkLst>
        </pc:inkChg>
        <pc:inkChg chg="add del">
          <ac:chgData name="植田 篤俊" userId="0d2b3cda-30c1-45e3-9e5c-02c0046d67fa" providerId="ADAL" clId="{A6AB8097-671C-4783-A056-5A985F003BDF}" dt="2026-04-20T14:48:58.209" v="2159"/>
          <ac:inkMkLst>
            <pc:docMk/>
            <pc:sldMk cId="3869940010" sldId="259"/>
            <ac:inkMk id="811" creationId="{FE3D9687-9AD1-FD35-DB7B-A35F9791726D}"/>
          </ac:inkMkLst>
        </pc:inkChg>
        <pc:inkChg chg="add del">
          <ac:chgData name="植田 篤俊" userId="0d2b3cda-30c1-45e3-9e5c-02c0046d67fa" providerId="ADAL" clId="{A6AB8097-671C-4783-A056-5A985F003BDF}" dt="2026-04-20T14:48:58.209" v="2159"/>
          <ac:inkMkLst>
            <pc:docMk/>
            <pc:sldMk cId="3869940010" sldId="259"/>
            <ac:inkMk id="812" creationId="{B8CA6FA1-DE80-C173-9FB8-7675A148AA76}"/>
          </ac:inkMkLst>
        </pc:inkChg>
        <pc:inkChg chg="add reco">
          <ac:chgData name="植田 篤俊" userId="0d2b3cda-30c1-45e3-9e5c-02c0046d67fa" providerId="ADAL" clId="{A6AB8097-671C-4783-A056-5A985F003BDF}" dt="2026-04-20T14:48:58.209" v="2159"/>
          <ac:inkMkLst>
            <pc:docMk/>
            <pc:sldMk cId="3869940010" sldId="259"/>
            <ac:inkMk id="813" creationId="{B6AABF91-C41B-452F-DF00-E00417E8054B}"/>
          </ac:inkMkLst>
        </pc:inkChg>
        <pc:inkChg chg="add del">
          <ac:chgData name="植田 篤俊" userId="0d2b3cda-30c1-45e3-9e5c-02c0046d67fa" providerId="ADAL" clId="{A6AB8097-671C-4783-A056-5A985F003BDF}" dt="2026-04-20T14:49:06.572" v="2170"/>
          <ac:inkMkLst>
            <pc:docMk/>
            <pc:sldMk cId="3869940010" sldId="259"/>
            <ac:inkMk id="814" creationId="{C34157B0-7956-239D-30AF-800ECF397F25}"/>
          </ac:inkMkLst>
        </pc:inkChg>
        <pc:inkChg chg="add del">
          <ac:chgData name="植田 篤俊" userId="0d2b3cda-30c1-45e3-9e5c-02c0046d67fa" providerId="ADAL" clId="{A6AB8097-671C-4783-A056-5A985F003BDF}" dt="2026-04-20T14:49:06.572" v="2170"/>
          <ac:inkMkLst>
            <pc:docMk/>
            <pc:sldMk cId="3869940010" sldId="259"/>
            <ac:inkMk id="815" creationId="{28938C60-606D-DD3E-A0DD-D45CFC75573E}"/>
          </ac:inkMkLst>
        </pc:inkChg>
        <pc:inkChg chg="add">
          <ac:chgData name="植田 篤俊" userId="0d2b3cda-30c1-45e3-9e5c-02c0046d67fa" providerId="ADAL" clId="{A6AB8097-671C-4783-A056-5A985F003BDF}" dt="2026-04-20T14:49:03.435" v="2162"/>
          <ac:inkMkLst>
            <pc:docMk/>
            <pc:sldMk cId="3869940010" sldId="259"/>
            <ac:inkMk id="816" creationId="{342B2045-FD08-D973-3BB0-C6847743A2D7}"/>
          </ac:inkMkLst>
        </pc:inkChg>
        <pc:inkChg chg="add del">
          <ac:chgData name="植田 篤俊" userId="0d2b3cda-30c1-45e3-9e5c-02c0046d67fa" providerId="ADAL" clId="{A6AB8097-671C-4783-A056-5A985F003BDF}" dt="2026-04-20T14:49:06.572" v="2170"/>
          <ac:inkMkLst>
            <pc:docMk/>
            <pc:sldMk cId="3869940010" sldId="259"/>
            <ac:inkMk id="817" creationId="{A100160F-3047-EAEB-79C7-C85018080B7A}"/>
          </ac:inkMkLst>
        </pc:inkChg>
        <pc:inkChg chg="add del">
          <ac:chgData name="植田 篤俊" userId="0d2b3cda-30c1-45e3-9e5c-02c0046d67fa" providerId="ADAL" clId="{A6AB8097-671C-4783-A056-5A985F003BDF}" dt="2026-04-20T14:49:06.572" v="2170"/>
          <ac:inkMkLst>
            <pc:docMk/>
            <pc:sldMk cId="3869940010" sldId="259"/>
            <ac:inkMk id="818" creationId="{9B2C6A10-9D39-6911-89E5-69A40D675D7A}"/>
          </ac:inkMkLst>
        </pc:inkChg>
        <pc:inkChg chg="add del">
          <ac:chgData name="植田 篤俊" userId="0d2b3cda-30c1-45e3-9e5c-02c0046d67fa" providerId="ADAL" clId="{A6AB8097-671C-4783-A056-5A985F003BDF}" dt="2026-04-20T14:49:06.572" v="2170"/>
          <ac:inkMkLst>
            <pc:docMk/>
            <pc:sldMk cId="3869940010" sldId="259"/>
            <ac:inkMk id="819" creationId="{B9FFF23B-75B3-52F5-68B1-33AF929394DE}"/>
          </ac:inkMkLst>
        </pc:inkChg>
        <pc:inkChg chg="add del">
          <ac:chgData name="植田 篤俊" userId="0d2b3cda-30c1-45e3-9e5c-02c0046d67fa" providerId="ADAL" clId="{A6AB8097-671C-4783-A056-5A985F003BDF}" dt="2026-04-20T14:49:06.572" v="2170"/>
          <ac:inkMkLst>
            <pc:docMk/>
            <pc:sldMk cId="3869940010" sldId="259"/>
            <ac:inkMk id="820" creationId="{7DC28B07-1E7D-4558-FCBD-C1A3F4A62F2D}"/>
          </ac:inkMkLst>
        </pc:inkChg>
        <pc:inkChg chg="add del">
          <ac:chgData name="植田 篤俊" userId="0d2b3cda-30c1-45e3-9e5c-02c0046d67fa" providerId="ADAL" clId="{A6AB8097-671C-4783-A056-5A985F003BDF}" dt="2026-04-20T14:49:06.572" v="2170"/>
          <ac:inkMkLst>
            <pc:docMk/>
            <pc:sldMk cId="3869940010" sldId="259"/>
            <ac:inkMk id="821" creationId="{4D8E6701-4AFD-3CB8-2C38-6EBDEC882596}"/>
          </ac:inkMkLst>
        </pc:inkChg>
        <pc:inkChg chg="add del">
          <ac:chgData name="植田 篤俊" userId="0d2b3cda-30c1-45e3-9e5c-02c0046d67fa" providerId="ADAL" clId="{A6AB8097-671C-4783-A056-5A985F003BDF}" dt="2026-04-20T14:49:06.572" v="2170"/>
          <ac:inkMkLst>
            <pc:docMk/>
            <pc:sldMk cId="3869940010" sldId="259"/>
            <ac:inkMk id="822" creationId="{179B6CAF-3F3A-C87F-BB62-4CADBA18D0EC}"/>
          </ac:inkMkLst>
        </pc:inkChg>
        <pc:inkChg chg="add del">
          <ac:chgData name="植田 篤俊" userId="0d2b3cda-30c1-45e3-9e5c-02c0046d67fa" providerId="ADAL" clId="{A6AB8097-671C-4783-A056-5A985F003BDF}" dt="2026-04-20T14:49:06.572" v="2170"/>
          <ac:inkMkLst>
            <pc:docMk/>
            <pc:sldMk cId="3869940010" sldId="259"/>
            <ac:inkMk id="823" creationId="{5927B1A6-BC3F-8E9E-C18D-26213782A197}"/>
          </ac:inkMkLst>
        </pc:inkChg>
        <pc:inkChg chg="add reco">
          <ac:chgData name="植田 篤俊" userId="0d2b3cda-30c1-45e3-9e5c-02c0046d67fa" providerId="ADAL" clId="{A6AB8097-671C-4783-A056-5A985F003BDF}" dt="2026-04-20T14:49:06.572" v="2170"/>
          <ac:inkMkLst>
            <pc:docMk/>
            <pc:sldMk cId="3869940010" sldId="259"/>
            <ac:inkMk id="824" creationId="{F435A44E-C7AE-D44F-D892-A5493B2B9010}"/>
          </ac:inkMkLst>
        </pc:inkChg>
        <pc:inkChg chg="add del">
          <ac:chgData name="植田 篤俊" userId="0d2b3cda-30c1-45e3-9e5c-02c0046d67fa" providerId="ADAL" clId="{A6AB8097-671C-4783-A056-5A985F003BDF}" dt="2026-04-20T14:49:09.915" v="2177"/>
          <ac:inkMkLst>
            <pc:docMk/>
            <pc:sldMk cId="3869940010" sldId="259"/>
            <ac:inkMk id="825" creationId="{C398DF46-9703-673E-3A70-66C285EEA782}"/>
          </ac:inkMkLst>
        </pc:inkChg>
        <pc:inkChg chg="add del">
          <ac:chgData name="植田 篤俊" userId="0d2b3cda-30c1-45e3-9e5c-02c0046d67fa" providerId="ADAL" clId="{A6AB8097-671C-4783-A056-5A985F003BDF}" dt="2026-04-20T14:49:09.915" v="2177"/>
          <ac:inkMkLst>
            <pc:docMk/>
            <pc:sldMk cId="3869940010" sldId="259"/>
            <ac:inkMk id="826" creationId="{9494EF96-B28A-09F8-9E26-2537250BE67A}"/>
          </ac:inkMkLst>
        </pc:inkChg>
        <pc:inkChg chg="add del">
          <ac:chgData name="植田 篤俊" userId="0d2b3cda-30c1-45e3-9e5c-02c0046d67fa" providerId="ADAL" clId="{A6AB8097-671C-4783-A056-5A985F003BDF}" dt="2026-04-20T14:49:09.915" v="2177"/>
          <ac:inkMkLst>
            <pc:docMk/>
            <pc:sldMk cId="3869940010" sldId="259"/>
            <ac:inkMk id="827" creationId="{598963AB-46CF-7FB1-EED6-0C5780C59295}"/>
          </ac:inkMkLst>
        </pc:inkChg>
        <pc:inkChg chg="add del">
          <ac:chgData name="植田 篤俊" userId="0d2b3cda-30c1-45e3-9e5c-02c0046d67fa" providerId="ADAL" clId="{A6AB8097-671C-4783-A056-5A985F003BDF}" dt="2026-04-20T14:49:09.915" v="2177"/>
          <ac:inkMkLst>
            <pc:docMk/>
            <pc:sldMk cId="3869940010" sldId="259"/>
            <ac:inkMk id="828" creationId="{0CDA4384-5FC9-E9D6-32C3-A0747205F56E}"/>
          </ac:inkMkLst>
        </pc:inkChg>
        <pc:inkChg chg="add del">
          <ac:chgData name="植田 篤俊" userId="0d2b3cda-30c1-45e3-9e5c-02c0046d67fa" providerId="ADAL" clId="{A6AB8097-671C-4783-A056-5A985F003BDF}" dt="2026-04-20T14:49:09.915" v="2177"/>
          <ac:inkMkLst>
            <pc:docMk/>
            <pc:sldMk cId="3869940010" sldId="259"/>
            <ac:inkMk id="829" creationId="{084F7F8B-A99F-E59B-01BF-D349C0216D10}"/>
          </ac:inkMkLst>
        </pc:inkChg>
        <pc:inkChg chg="add del">
          <ac:chgData name="植田 篤俊" userId="0d2b3cda-30c1-45e3-9e5c-02c0046d67fa" providerId="ADAL" clId="{A6AB8097-671C-4783-A056-5A985F003BDF}" dt="2026-04-20T14:49:09.915" v="2177"/>
          <ac:inkMkLst>
            <pc:docMk/>
            <pc:sldMk cId="3869940010" sldId="259"/>
            <ac:inkMk id="830" creationId="{B742B08A-D40E-1B76-78ED-798CBC18040F}"/>
          </ac:inkMkLst>
        </pc:inkChg>
        <pc:inkChg chg="add reco">
          <ac:chgData name="植田 篤俊" userId="0d2b3cda-30c1-45e3-9e5c-02c0046d67fa" providerId="ADAL" clId="{A6AB8097-671C-4783-A056-5A985F003BDF}" dt="2026-04-20T14:49:09.915" v="2177"/>
          <ac:inkMkLst>
            <pc:docMk/>
            <pc:sldMk cId="3869940010" sldId="259"/>
            <ac:inkMk id="831" creationId="{34CAFF28-CD1F-FD48-E1BC-0C5B5B32276A}"/>
          </ac:inkMkLst>
        </pc:inkChg>
        <pc:inkChg chg="add del">
          <ac:chgData name="植田 篤俊" userId="0d2b3cda-30c1-45e3-9e5c-02c0046d67fa" providerId="ADAL" clId="{A6AB8097-671C-4783-A056-5A985F003BDF}" dt="2026-04-20T14:49:13.019" v="2181"/>
          <ac:inkMkLst>
            <pc:docMk/>
            <pc:sldMk cId="3869940010" sldId="259"/>
            <ac:inkMk id="832" creationId="{EF98B541-5F7E-34E3-B98F-A4BFEF96EDD1}"/>
          </ac:inkMkLst>
        </pc:inkChg>
        <pc:inkChg chg="add del">
          <ac:chgData name="植田 篤俊" userId="0d2b3cda-30c1-45e3-9e5c-02c0046d67fa" providerId="ADAL" clId="{A6AB8097-671C-4783-A056-5A985F003BDF}" dt="2026-04-20T14:49:13.019" v="2181"/>
          <ac:inkMkLst>
            <pc:docMk/>
            <pc:sldMk cId="3869940010" sldId="259"/>
            <ac:inkMk id="833" creationId="{64F00A87-F6EC-3908-8BF1-EDD685AAAD1B}"/>
          </ac:inkMkLst>
        </pc:inkChg>
        <pc:inkChg chg="add">
          <ac:chgData name="植田 篤俊" userId="0d2b3cda-30c1-45e3-9e5c-02c0046d67fa" providerId="ADAL" clId="{A6AB8097-671C-4783-A056-5A985F003BDF}" dt="2026-04-20T14:49:12.418" v="2180"/>
          <ac:inkMkLst>
            <pc:docMk/>
            <pc:sldMk cId="3869940010" sldId="259"/>
            <ac:inkMk id="834" creationId="{58585AE5-AB06-7DFB-D683-EF2C516B6B53}"/>
          </ac:inkMkLst>
        </pc:inkChg>
        <pc:inkChg chg="add reco">
          <ac:chgData name="植田 篤俊" userId="0d2b3cda-30c1-45e3-9e5c-02c0046d67fa" providerId="ADAL" clId="{A6AB8097-671C-4783-A056-5A985F003BDF}" dt="2026-04-20T14:49:13.019" v="2181"/>
          <ac:inkMkLst>
            <pc:docMk/>
            <pc:sldMk cId="3869940010" sldId="259"/>
            <ac:inkMk id="835" creationId="{130189E8-9A41-3FD3-BF65-137618A1D70B}"/>
          </ac:inkMkLst>
        </pc:inkChg>
        <pc:inkChg chg="add del">
          <ac:chgData name="植田 篤俊" userId="0d2b3cda-30c1-45e3-9e5c-02c0046d67fa" providerId="ADAL" clId="{A6AB8097-671C-4783-A056-5A985F003BDF}" dt="2026-04-20T14:49:26.409" v="2196"/>
          <ac:inkMkLst>
            <pc:docMk/>
            <pc:sldMk cId="3869940010" sldId="259"/>
            <ac:inkMk id="836" creationId="{E86EFD73-02A5-48EE-695B-8C11C36757EC}"/>
          </ac:inkMkLst>
        </pc:inkChg>
        <pc:inkChg chg="add">
          <ac:chgData name="植田 篤俊" userId="0d2b3cda-30c1-45e3-9e5c-02c0046d67fa" providerId="ADAL" clId="{A6AB8097-671C-4783-A056-5A985F003BDF}" dt="2026-04-20T14:49:20.621" v="2183"/>
          <ac:inkMkLst>
            <pc:docMk/>
            <pc:sldMk cId="3869940010" sldId="259"/>
            <ac:inkMk id="837" creationId="{EAF72ADD-7C16-9AE5-1C17-24C5E05D2F6B}"/>
          </ac:inkMkLst>
        </pc:inkChg>
        <pc:inkChg chg="add del">
          <ac:chgData name="植田 篤俊" userId="0d2b3cda-30c1-45e3-9e5c-02c0046d67fa" providerId="ADAL" clId="{A6AB8097-671C-4783-A056-5A985F003BDF}" dt="2026-04-20T14:49:26.409" v="2196"/>
          <ac:inkMkLst>
            <pc:docMk/>
            <pc:sldMk cId="3869940010" sldId="259"/>
            <ac:inkMk id="838" creationId="{71F81654-C85C-3F6B-78B7-7461937EA56D}"/>
          </ac:inkMkLst>
        </pc:inkChg>
        <pc:inkChg chg="add del">
          <ac:chgData name="植田 篤俊" userId="0d2b3cda-30c1-45e3-9e5c-02c0046d67fa" providerId="ADAL" clId="{A6AB8097-671C-4783-A056-5A985F003BDF}" dt="2026-04-20T14:49:26.409" v="2196"/>
          <ac:inkMkLst>
            <pc:docMk/>
            <pc:sldMk cId="3869940010" sldId="259"/>
            <ac:inkMk id="839" creationId="{FB8CC805-3469-D2C8-50BA-0984C2B2F1CE}"/>
          </ac:inkMkLst>
        </pc:inkChg>
        <pc:inkChg chg="add del">
          <ac:chgData name="植田 篤俊" userId="0d2b3cda-30c1-45e3-9e5c-02c0046d67fa" providerId="ADAL" clId="{A6AB8097-671C-4783-A056-5A985F003BDF}" dt="2026-04-20T14:49:26.409" v="2196"/>
          <ac:inkMkLst>
            <pc:docMk/>
            <pc:sldMk cId="3869940010" sldId="259"/>
            <ac:inkMk id="840" creationId="{D0CFC3A1-26FF-6366-0930-0CD7B299F360}"/>
          </ac:inkMkLst>
        </pc:inkChg>
        <pc:inkChg chg="add del">
          <ac:chgData name="植田 篤俊" userId="0d2b3cda-30c1-45e3-9e5c-02c0046d67fa" providerId="ADAL" clId="{A6AB8097-671C-4783-A056-5A985F003BDF}" dt="2026-04-20T14:49:26.409" v="2196"/>
          <ac:inkMkLst>
            <pc:docMk/>
            <pc:sldMk cId="3869940010" sldId="259"/>
            <ac:inkMk id="841" creationId="{72671574-07A4-D64C-7954-EB03855D3B96}"/>
          </ac:inkMkLst>
        </pc:inkChg>
        <pc:inkChg chg="add del">
          <ac:chgData name="植田 篤俊" userId="0d2b3cda-30c1-45e3-9e5c-02c0046d67fa" providerId="ADAL" clId="{A6AB8097-671C-4783-A056-5A985F003BDF}" dt="2026-04-20T14:49:26.409" v="2196"/>
          <ac:inkMkLst>
            <pc:docMk/>
            <pc:sldMk cId="3869940010" sldId="259"/>
            <ac:inkMk id="842" creationId="{3CA63A22-C1AF-1752-1401-592116D18553}"/>
          </ac:inkMkLst>
        </pc:inkChg>
        <pc:inkChg chg="add del">
          <ac:chgData name="植田 篤俊" userId="0d2b3cda-30c1-45e3-9e5c-02c0046d67fa" providerId="ADAL" clId="{A6AB8097-671C-4783-A056-5A985F003BDF}" dt="2026-04-20T14:49:26.409" v="2196"/>
          <ac:inkMkLst>
            <pc:docMk/>
            <pc:sldMk cId="3869940010" sldId="259"/>
            <ac:inkMk id="843" creationId="{FB3AA174-BFA4-DF30-0DAB-3B5A78BDEBC2}"/>
          </ac:inkMkLst>
        </pc:inkChg>
        <pc:inkChg chg="add del">
          <ac:chgData name="植田 篤俊" userId="0d2b3cda-30c1-45e3-9e5c-02c0046d67fa" providerId="ADAL" clId="{A6AB8097-671C-4783-A056-5A985F003BDF}" dt="2026-04-20T14:49:26.409" v="2196"/>
          <ac:inkMkLst>
            <pc:docMk/>
            <pc:sldMk cId="3869940010" sldId="259"/>
            <ac:inkMk id="844" creationId="{E2AF3C82-9898-E7BF-319C-356359B7F483}"/>
          </ac:inkMkLst>
        </pc:inkChg>
        <pc:inkChg chg="add del">
          <ac:chgData name="植田 篤俊" userId="0d2b3cda-30c1-45e3-9e5c-02c0046d67fa" providerId="ADAL" clId="{A6AB8097-671C-4783-A056-5A985F003BDF}" dt="2026-04-20T14:49:26.409" v="2196"/>
          <ac:inkMkLst>
            <pc:docMk/>
            <pc:sldMk cId="3869940010" sldId="259"/>
            <ac:inkMk id="845" creationId="{ED3C0ABB-1026-2AD6-5217-C9DC724605EB}"/>
          </ac:inkMkLst>
        </pc:inkChg>
        <pc:inkChg chg="add del">
          <ac:chgData name="植田 篤俊" userId="0d2b3cda-30c1-45e3-9e5c-02c0046d67fa" providerId="ADAL" clId="{A6AB8097-671C-4783-A056-5A985F003BDF}" dt="2026-04-20T14:49:26.251" v="2195"/>
          <ac:inkMkLst>
            <pc:docMk/>
            <pc:sldMk cId="3869940010" sldId="259"/>
            <ac:inkMk id="846" creationId="{556101D4-61B7-2C4E-8BBD-A3F4FE1704CF}"/>
          </ac:inkMkLst>
        </pc:inkChg>
        <pc:inkChg chg="add del">
          <ac:chgData name="植田 篤俊" userId="0d2b3cda-30c1-45e3-9e5c-02c0046d67fa" providerId="ADAL" clId="{A6AB8097-671C-4783-A056-5A985F003BDF}" dt="2026-04-20T14:49:26.409" v="2196"/>
          <ac:inkMkLst>
            <pc:docMk/>
            <pc:sldMk cId="3869940010" sldId="259"/>
            <ac:inkMk id="847" creationId="{3174658F-E587-5CA1-60F4-0B20D7150831}"/>
          </ac:inkMkLst>
        </pc:inkChg>
        <pc:inkChg chg="add">
          <ac:chgData name="植田 篤俊" userId="0d2b3cda-30c1-45e3-9e5c-02c0046d67fa" providerId="ADAL" clId="{A6AB8097-671C-4783-A056-5A985F003BDF}" dt="2026-04-20T14:49:25.617" v="2194"/>
          <ac:inkMkLst>
            <pc:docMk/>
            <pc:sldMk cId="3869940010" sldId="259"/>
            <ac:inkMk id="848" creationId="{0F8A28F8-C535-CAA3-9CA7-A07984834171}"/>
          </ac:inkMkLst>
        </pc:inkChg>
        <pc:inkChg chg="mod modStrokes">
          <ac:chgData name="植田 篤俊" userId="0d2b3cda-30c1-45e3-9e5c-02c0046d67fa" providerId="ADAL" clId="{A6AB8097-671C-4783-A056-5A985F003BDF}" dt="2026-04-20T14:50:31.161" v="2282" actId="1076"/>
          <ac:inkMkLst>
            <pc:docMk/>
            <pc:sldMk cId="3869940010" sldId="259"/>
            <ac:inkMk id="849" creationId="{4139EA3E-74A1-7B67-4138-7B8032464DAC}"/>
          </ac:inkMkLst>
        </pc:inkChg>
        <pc:inkChg chg="add del">
          <ac:chgData name="植田 篤俊" userId="0d2b3cda-30c1-45e3-9e5c-02c0046d67fa" providerId="ADAL" clId="{A6AB8097-671C-4783-A056-5A985F003BDF}" dt="2026-04-20T14:49:28.533" v="2200"/>
          <ac:inkMkLst>
            <pc:docMk/>
            <pc:sldMk cId="3869940010" sldId="259"/>
            <ac:inkMk id="850" creationId="{8C3C1584-481C-FD15-C2F7-8FB1C9A67F85}"/>
          </ac:inkMkLst>
        </pc:inkChg>
        <pc:inkChg chg="add del">
          <ac:chgData name="植田 篤俊" userId="0d2b3cda-30c1-45e3-9e5c-02c0046d67fa" providerId="ADAL" clId="{A6AB8097-671C-4783-A056-5A985F003BDF}" dt="2026-04-20T14:49:28.533" v="2200"/>
          <ac:inkMkLst>
            <pc:docMk/>
            <pc:sldMk cId="3869940010" sldId="259"/>
            <ac:inkMk id="851" creationId="{75ADAA34-1D79-6420-F322-FB2C5336D968}"/>
          </ac:inkMkLst>
        </pc:inkChg>
        <pc:inkChg chg="add reco">
          <ac:chgData name="植田 篤俊" userId="0d2b3cda-30c1-45e3-9e5c-02c0046d67fa" providerId="ADAL" clId="{A6AB8097-671C-4783-A056-5A985F003BDF}" dt="2026-04-20T14:49:28.533" v="2200"/>
          <ac:inkMkLst>
            <pc:docMk/>
            <pc:sldMk cId="3869940010" sldId="259"/>
            <ac:inkMk id="852" creationId="{36462E81-2C1B-444A-4BA2-1C47298B65E4}"/>
          </ac:inkMkLst>
        </pc:inkChg>
        <pc:inkChg chg="add del">
          <ac:chgData name="植田 篤俊" userId="0d2b3cda-30c1-45e3-9e5c-02c0046d67fa" providerId="ADAL" clId="{A6AB8097-671C-4783-A056-5A985F003BDF}" dt="2026-04-20T14:49:51.571" v="2239"/>
          <ac:inkMkLst>
            <pc:docMk/>
            <pc:sldMk cId="3869940010" sldId="259"/>
            <ac:inkMk id="853" creationId="{E99E36EA-EEC7-3152-9A30-405C8C116CDD}"/>
          </ac:inkMkLst>
        </pc:inkChg>
        <pc:inkChg chg="add">
          <ac:chgData name="植田 篤俊" userId="0d2b3cda-30c1-45e3-9e5c-02c0046d67fa" providerId="ADAL" clId="{A6AB8097-671C-4783-A056-5A985F003BDF}" dt="2026-04-20T14:49:37.951" v="2202"/>
          <ac:inkMkLst>
            <pc:docMk/>
            <pc:sldMk cId="3869940010" sldId="259"/>
            <ac:inkMk id="854" creationId="{DCF1371A-7D78-F2A4-B31E-3C6E7F1F7DAB}"/>
          </ac:inkMkLst>
        </pc:inkChg>
        <pc:inkChg chg="add">
          <ac:chgData name="植田 篤俊" userId="0d2b3cda-30c1-45e3-9e5c-02c0046d67fa" providerId="ADAL" clId="{A6AB8097-671C-4783-A056-5A985F003BDF}" dt="2026-04-20T14:49:38.453" v="2203"/>
          <ac:inkMkLst>
            <pc:docMk/>
            <pc:sldMk cId="3869940010" sldId="259"/>
            <ac:inkMk id="855" creationId="{C5132B52-7B43-4723-A8F6-AE7DABF6B8B2}"/>
          </ac:inkMkLst>
        </pc:inkChg>
        <pc:inkChg chg="add del">
          <ac:chgData name="植田 篤俊" userId="0d2b3cda-30c1-45e3-9e5c-02c0046d67fa" providerId="ADAL" clId="{A6AB8097-671C-4783-A056-5A985F003BDF}" dt="2026-04-20T14:49:51.571" v="2239"/>
          <ac:inkMkLst>
            <pc:docMk/>
            <pc:sldMk cId="3869940010" sldId="259"/>
            <ac:inkMk id="856" creationId="{82C78A6A-3008-EC0D-61C3-B7AB85F42B46}"/>
          </ac:inkMkLst>
        </pc:inkChg>
        <pc:inkChg chg="add del">
          <ac:chgData name="植田 篤俊" userId="0d2b3cda-30c1-45e3-9e5c-02c0046d67fa" providerId="ADAL" clId="{A6AB8097-671C-4783-A056-5A985F003BDF}" dt="2026-04-20T14:49:51.571" v="2239"/>
          <ac:inkMkLst>
            <pc:docMk/>
            <pc:sldMk cId="3869940010" sldId="259"/>
            <ac:inkMk id="857" creationId="{28142E62-4F14-4013-4B28-F653FCA28992}"/>
          </ac:inkMkLst>
        </pc:inkChg>
        <pc:inkChg chg="add">
          <ac:chgData name="植田 篤俊" userId="0d2b3cda-30c1-45e3-9e5c-02c0046d67fa" providerId="ADAL" clId="{A6AB8097-671C-4783-A056-5A985F003BDF}" dt="2026-04-20T14:49:39.202" v="2206"/>
          <ac:inkMkLst>
            <pc:docMk/>
            <pc:sldMk cId="3869940010" sldId="259"/>
            <ac:inkMk id="858" creationId="{27C8EF3D-33E1-7CC2-4292-105FB5A5C758}"/>
          </ac:inkMkLst>
        </pc:inkChg>
        <pc:inkChg chg="add">
          <ac:chgData name="植田 篤俊" userId="0d2b3cda-30c1-45e3-9e5c-02c0046d67fa" providerId="ADAL" clId="{A6AB8097-671C-4783-A056-5A985F003BDF}" dt="2026-04-20T14:49:39.750" v="2207"/>
          <ac:inkMkLst>
            <pc:docMk/>
            <pc:sldMk cId="3869940010" sldId="259"/>
            <ac:inkMk id="859" creationId="{B8DE6F31-D502-16BD-98BD-3DDBE27FDEF2}"/>
          </ac:inkMkLst>
        </pc:inkChg>
        <pc:inkChg chg="add">
          <ac:chgData name="植田 篤俊" userId="0d2b3cda-30c1-45e3-9e5c-02c0046d67fa" providerId="ADAL" clId="{A6AB8097-671C-4783-A056-5A985F003BDF}" dt="2026-04-20T14:49:39.916" v="2208"/>
          <ac:inkMkLst>
            <pc:docMk/>
            <pc:sldMk cId="3869940010" sldId="259"/>
            <ac:inkMk id="860" creationId="{63536386-4E5F-507A-42E4-A69335B0AF83}"/>
          </ac:inkMkLst>
        </pc:inkChg>
        <pc:inkChg chg="add del">
          <ac:chgData name="植田 篤俊" userId="0d2b3cda-30c1-45e3-9e5c-02c0046d67fa" providerId="ADAL" clId="{A6AB8097-671C-4783-A056-5A985F003BDF}" dt="2026-04-20T14:49:51.571" v="2239"/>
          <ac:inkMkLst>
            <pc:docMk/>
            <pc:sldMk cId="3869940010" sldId="259"/>
            <ac:inkMk id="861" creationId="{0FB93FFE-C78E-4A6A-61AC-DF6944A378E4}"/>
          </ac:inkMkLst>
        </pc:inkChg>
        <pc:inkChg chg="add">
          <ac:chgData name="植田 篤俊" userId="0d2b3cda-30c1-45e3-9e5c-02c0046d67fa" providerId="ADAL" clId="{A6AB8097-671C-4783-A056-5A985F003BDF}" dt="2026-04-20T14:49:40.933" v="2210"/>
          <ac:inkMkLst>
            <pc:docMk/>
            <pc:sldMk cId="3869940010" sldId="259"/>
            <ac:inkMk id="862" creationId="{318918EA-2747-54B4-1DCC-2DE80AF4FD3A}"/>
          </ac:inkMkLst>
        </pc:inkChg>
        <pc:inkChg chg="add">
          <ac:chgData name="植田 篤俊" userId="0d2b3cda-30c1-45e3-9e5c-02c0046d67fa" providerId="ADAL" clId="{A6AB8097-671C-4783-A056-5A985F003BDF}" dt="2026-04-20T14:49:41.249" v="2211"/>
          <ac:inkMkLst>
            <pc:docMk/>
            <pc:sldMk cId="3869940010" sldId="259"/>
            <ac:inkMk id="863" creationId="{DE80DFE8-497D-60C7-7149-4B4D25720E68}"/>
          </ac:inkMkLst>
        </pc:inkChg>
        <pc:inkChg chg="add del">
          <ac:chgData name="植田 篤俊" userId="0d2b3cda-30c1-45e3-9e5c-02c0046d67fa" providerId="ADAL" clId="{A6AB8097-671C-4783-A056-5A985F003BDF}" dt="2026-04-20T14:49:51.571" v="2239"/>
          <ac:inkMkLst>
            <pc:docMk/>
            <pc:sldMk cId="3869940010" sldId="259"/>
            <ac:inkMk id="864" creationId="{44FDB060-83A3-409A-D485-9862B2CFD495}"/>
          </ac:inkMkLst>
        </pc:inkChg>
        <pc:inkChg chg="add">
          <ac:chgData name="植田 篤俊" userId="0d2b3cda-30c1-45e3-9e5c-02c0046d67fa" providerId="ADAL" clId="{A6AB8097-671C-4783-A056-5A985F003BDF}" dt="2026-04-20T14:49:41.715" v="2213"/>
          <ac:inkMkLst>
            <pc:docMk/>
            <pc:sldMk cId="3869940010" sldId="259"/>
            <ac:inkMk id="865" creationId="{01DDDAF3-46C2-157E-CACB-13D3B7CCDF57}"/>
          </ac:inkMkLst>
        </pc:inkChg>
        <pc:inkChg chg="add">
          <ac:chgData name="植田 篤俊" userId="0d2b3cda-30c1-45e3-9e5c-02c0046d67fa" providerId="ADAL" clId="{A6AB8097-671C-4783-A056-5A985F003BDF}" dt="2026-04-20T14:49:41.799" v="2214"/>
          <ac:inkMkLst>
            <pc:docMk/>
            <pc:sldMk cId="3869940010" sldId="259"/>
            <ac:inkMk id="866" creationId="{5E16F28C-8710-6E3D-7EEB-2D401FB06FE1}"/>
          </ac:inkMkLst>
        </pc:inkChg>
        <pc:inkChg chg="add">
          <ac:chgData name="植田 篤俊" userId="0d2b3cda-30c1-45e3-9e5c-02c0046d67fa" providerId="ADAL" clId="{A6AB8097-671C-4783-A056-5A985F003BDF}" dt="2026-04-20T14:49:42.323" v="2215"/>
          <ac:inkMkLst>
            <pc:docMk/>
            <pc:sldMk cId="3869940010" sldId="259"/>
            <ac:inkMk id="867" creationId="{EE276DD9-49B2-6433-A9DE-CD175534DB37}"/>
          </ac:inkMkLst>
        </pc:inkChg>
        <pc:inkChg chg="add">
          <ac:chgData name="植田 篤俊" userId="0d2b3cda-30c1-45e3-9e5c-02c0046d67fa" providerId="ADAL" clId="{A6AB8097-671C-4783-A056-5A985F003BDF}" dt="2026-04-20T14:49:42.565" v="2216"/>
          <ac:inkMkLst>
            <pc:docMk/>
            <pc:sldMk cId="3869940010" sldId="259"/>
            <ac:inkMk id="868" creationId="{37486275-2851-C7CF-186B-28C6A1477A17}"/>
          </ac:inkMkLst>
        </pc:inkChg>
        <pc:inkChg chg="add">
          <ac:chgData name="植田 篤俊" userId="0d2b3cda-30c1-45e3-9e5c-02c0046d67fa" providerId="ADAL" clId="{A6AB8097-671C-4783-A056-5A985F003BDF}" dt="2026-04-20T14:49:42.766" v="2217"/>
          <ac:inkMkLst>
            <pc:docMk/>
            <pc:sldMk cId="3869940010" sldId="259"/>
            <ac:inkMk id="869" creationId="{EDC75332-C5A6-7384-953F-35BDD8E78657}"/>
          </ac:inkMkLst>
        </pc:inkChg>
        <pc:inkChg chg="add del">
          <ac:chgData name="植田 篤俊" userId="0d2b3cda-30c1-45e3-9e5c-02c0046d67fa" providerId="ADAL" clId="{A6AB8097-671C-4783-A056-5A985F003BDF}" dt="2026-04-20T14:49:51.571" v="2239"/>
          <ac:inkMkLst>
            <pc:docMk/>
            <pc:sldMk cId="3869940010" sldId="259"/>
            <ac:inkMk id="870" creationId="{3532D1D0-069D-093E-47CC-17818CFAFB9D}"/>
          </ac:inkMkLst>
        </pc:inkChg>
        <pc:inkChg chg="add">
          <ac:chgData name="植田 篤俊" userId="0d2b3cda-30c1-45e3-9e5c-02c0046d67fa" providerId="ADAL" clId="{A6AB8097-671C-4783-A056-5A985F003BDF}" dt="2026-04-20T14:49:43.065" v="2219"/>
          <ac:inkMkLst>
            <pc:docMk/>
            <pc:sldMk cId="3869940010" sldId="259"/>
            <ac:inkMk id="871" creationId="{873B1F91-5BB7-3031-6766-6078A5FFFA83}"/>
          </ac:inkMkLst>
        </pc:inkChg>
        <pc:inkChg chg="add">
          <ac:chgData name="植田 篤俊" userId="0d2b3cda-30c1-45e3-9e5c-02c0046d67fa" providerId="ADAL" clId="{A6AB8097-671C-4783-A056-5A985F003BDF}" dt="2026-04-20T14:49:43.215" v="2220"/>
          <ac:inkMkLst>
            <pc:docMk/>
            <pc:sldMk cId="3869940010" sldId="259"/>
            <ac:inkMk id="872" creationId="{76853F7E-A50F-FA1A-C225-39F4DF2D0AEE}"/>
          </ac:inkMkLst>
        </pc:inkChg>
        <pc:inkChg chg="add del">
          <ac:chgData name="植田 篤俊" userId="0d2b3cda-30c1-45e3-9e5c-02c0046d67fa" providerId="ADAL" clId="{A6AB8097-671C-4783-A056-5A985F003BDF}" dt="2026-04-20T14:49:45.320" v="2226"/>
          <ac:inkMkLst>
            <pc:docMk/>
            <pc:sldMk cId="3869940010" sldId="259"/>
            <ac:inkMk id="873" creationId="{4B6DB412-22A3-5AEA-DAB7-B749AD38D09D}"/>
          </ac:inkMkLst>
        </pc:inkChg>
        <pc:inkChg chg="add del">
          <ac:chgData name="植田 篤俊" userId="0d2b3cda-30c1-45e3-9e5c-02c0046d67fa" providerId="ADAL" clId="{A6AB8097-671C-4783-A056-5A985F003BDF}" dt="2026-04-20T14:49:45.320" v="2225"/>
          <ac:inkMkLst>
            <pc:docMk/>
            <pc:sldMk cId="3869940010" sldId="259"/>
            <ac:inkMk id="874" creationId="{9AEEB384-BEAE-8E2C-B4A1-63696740C9C8}"/>
          </ac:inkMkLst>
        </pc:inkChg>
        <pc:inkChg chg="add del">
          <ac:chgData name="植田 篤俊" userId="0d2b3cda-30c1-45e3-9e5c-02c0046d67fa" providerId="ADAL" clId="{A6AB8097-671C-4783-A056-5A985F003BDF}" dt="2026-04-20T14:49:45.299" v="2224"/>
          <ac:inkMkLst>
            <pc:docMk/>
            <pc:sldMk cId="3869940010" sldId="259"/>
            <ac:inkMk id="875" creationId="{D09213C6-FDE1-AE0D-2FAE-67933633D7B8}"/>
          </ac:inkMkLst>
        </pc:inkChg>
        <pc:inkChg chg="add">
          <ac:chgData name="植田 篤俊" userId="0d2b3cda-30c1-45e3-9e5c-02c0046d67fa" providerId="ADAL" clId="{A6AB8097-671C-4783-A056-5A985F003BDF}" dt="2026-04-20T14:49:45.849" v="2227"/>
          <ac:inkMkLst>
            <pc:docMk/>
            <pc:sldMk cId="3869940010" sldId="259"/>
            <ac:inkMk id="876" creationId="{82F05C50-ED75-43C1-2181-A5C55611E7DA}"/>
          </ac:inkMkLst>
        </pc:inkChg>
        <pc:inkChg chg="add">
          <ac:chgData name="植田 篤俊" userId="0d2b3cda-30c1-45e3-9e5c-02c0046d67fa" providerId="ADAL" clId="{A6AB8097-671C-4783-A056-5A985F003BDF}" dt="2026-04-20T14:49:45.998" v="2228"/>
          <ac:inkMkLst>
            <pc:docMk/>
            <pc:sldMk cId="3869940010" sldId="259"/>
            <ac:inkMk id="877" creationId="{D7822F71-B403-2987-4560-C13FD6EFEFFA}"/>
          </ac:inkMkLst>
        </pc:inkChg>
        <pc:inkChg chg="add del">
          <ac:chgData name="植田 篤俊" userId="0d2b3cda-30c1-45e3-9e5c-02c0046d67fa" providerId="ADAL" clId="{A6AB8097-671C-4783-A056-5A985F003BDF}" dt="2026-04-20T14:49:47.449" v="2231"/>
          <ac:inkMkLst>
            <pc:docMk/>
            <pc:sldMk cId="3869940010" sldId="259"/>
            <ac:inkMk id="878" creationId="{53F41637-78B9-73A3-6FF0-4F538198B498}"/>
          </ac:inkMkLst>
        </pc:inkChg>
        <pc:inkChg chg="add del">
          <ac:chgData name="植田 篤俊" userId="0d2b3cda-30c1-45e3-9e5c-02c0046d67fa" providerId="ADAL" clId="{A6AB8097-671C-4783-A056-5A985F003BDF}" dt="2026-04-20T14:49:47.476" v="2232"/>
          <ac:inkMkLst>
            <pc:docMk/>
            <pc:sldMk cId="3869940010" sldId="259"/>
            <ac:inkMk id="879" creationId="{6DCE5461-83EE-C03B-9B85-5462559FBD40}"/>
          </ac:inkMkLst>
        </pc:inkChg>
        <pc:inkChg chg="add">
          <ac:chgData name="植田 篤俊" userId="0d2b3cda-30c1-45e3-9e5c-02c0046d67fa" providerId="ADAL" clId="{A6AB8097-671C-4783-A056-5A985F003BDF}" dt="2026-04-20T14:49:47.932" v="2233"/>
          <ac:inkMkLst>
            <pc:docMk/>
            <pc:sldMk cId="3869940010" sldId="259"/>
            <ac:inkMk id="880" creationId="{55ACFE00-335F-03E9-E566-ACA71824EF92}"/>
          </ac:inkMkLst>
        </pc:inkChg>
        <pc:inkChg chg="add">
          <ac:chgData name="植田 篤俊" userId="0d2b3cda-30c1-45e3-9e5c-02c0046d67fa" providerId="ADAL" clId="{A6AB8097-671C-4783-A056-5A985F003BDF}" dt="2026-04-20T14:49:48.115" v="2234"/>
          <ac:inkMkLst>
            <pc:docMk/>
            <pc:sldMk cId="3869940010" sldId="259"/>
            <ac:inkMk id="881" creationId="{902EE853-04CF-CD07-9693-1002F802F15B}"/>
          </ac:inkMkLst>
        </pc:inkChg>
        <pc:inkChg chg="add del">
          <ac:chgData name="植田 篤俊" userId="0d2b3cda-30c1-45e3-9e5c-02c0046d67fa" providerId="ADAL" clId="{A6AB8097-671C-4783-A056-5A985F003BDF}" dt="2026-04-20T14:49:51.571" v="2239"/>
          <ac:inkMkLst>
            <pc:docMk/>
            <pc:sldMk cId="3869940010" sldId="259"/>
            <ac:inkMk id="882" creationId="{30396460-467D-6861-48C1-DADF467416BA}"/>
          </ac:inkMkLst>
        </pc:inkChg>
        <pc:inkChg chg="add del">
          <ac:chgData name="植田 篤俊" userId="0d2b3cda-30c1-45e3-9e5c-02c0046d67fa" providerId="ADAL" clId="{A6AB8097-671C-4783-A056-5A985F003BDF}" dt="2026-04-20T14:49:51.571" v="2239"/>
          <ac:inkMkLst>
            <pc:docMk/>
            <pc:sldMk cId="3869940010" sldId="259"/>
            <ac:inkMk id="883" creationId="{49E6BAB9-920B-4E64-A9D1-D78D0507732E}"/>
          </ac:inkMkLst>
        </pc:inkChg>
        <pc:inkChg chg="add">
          <ac:chgData name="植田 篤俊" userId="0d2b3cda-30c1-45e3-9e5c-02c0046d67fa" providerId="ADAL" clId="{A6AB8097-671C-4783-A056-5A985F003BDF}" dt="2026-04-20T14:49:50.415" v="2237"/>
          <ac:inkMkLst>
            <pc:docMk/>
            <pc:sldMk cId="3869940010" sldId="259"/>
            <ac:inkMk id="884" creationId="{F677C30B-B493-D835-D071-674D2E469A02}"/>
          </ac:inkMkLst>
        </pc:inkChg>
        <pc:inkChg chg="add">
          <ac:chgData name="植田 篤俊" userId="0d2b3cda-30c1-45e3-9e5c-02c0046d67fa" providerId="ADAL" clId="{A6AB8097-671C-4783-A056-5A985F003BDF}" dt="2026-04-20T14:49:50.665" v="2238"/>
          <ac:inkMkLst>
            <pc:docMk/>
            <pc:sldMk cId="3869940010" sldId="259"/>
            <ac:inkMk id="885" creationId="{FD8B0AB8-E757-7D95-7A9D-A41D16164D63}"/>
          </ac:inkMkLst>
        </pc:inkChg>
        <pc:inkChg chg="add reco">
          <ac:chgData name="植田 篤俊" userId="0d2b3cda-30c1-45e3-9e5c-02c0046d67fa" providerId="ADAL" clId="{A6AB8097-671C-4783-A056-5A985F003BDF}" dt="2026-04-20T14:49:51.571" v="2239"/>
          <ac:inkMkLst>
            <pc:docMk/>
            <pc:sldMk cId="3869940010" sldId="259"/>
            <ac:inkMk id="886" creationId="{D1D8701D-CCE9-0506-75AC-861BDE231D90}"/>
          </ac:inkMkLst>
        </pc:inkChg>
        <pc:inkChg chg="add reco">
          <ac:chgData name="植田 篤俊" userId="0d2b3cda-30c1-45e3-9e5c-02c0046d67fa" providerId="ADAL" clId="{A6AB8097-671C-4783-A056-5A985F003BDF}" dt="2026-04-20T14:49:51.571" v="2239"/>
          <ac:inkMkLst>
            <pc:docMk/>
            <pc:sldMk cId="3869940010" sldId="259"/>
            <ac:inkMk id="887" creationId="{EC5A5B06-C4E4-5CE8-E44A-842DEA222BD3}"/>
          </ac:inkMkLst>
        </pc:inkChg>
        <pc:inkChg chg="mod">
          <ac:chgData name="植田 篤俊" userId="0d2b3cda-30c1-45e3-9e5c-02c0046d67fa" providerId="ADAL" clId="{A6AB8097-671C-4783-A056-5A985F003BDF}" dt="2026-04-20T14:50:29.515" v="2280" actId="688"/>
          <ac:inkMkLst>
            <pc:docMk/>
            <pc:sldMk cId="3869940010" sldId="259"/>
            <ac:inkMk id="888" creationId="{39C4AFEB-5311-EF75-53A0-77679091045B}"/>
          </ac:inkMkLst>
        </pc:inkChg>
        <pc:inkChg chg="add del">
          <ac:chgData name="植田 篤俊" userId="0d2b3cda-30c1-45e3-9e5c-02c0046d67fa" providerId="ADAL" clId="{A6AB8097-671C-4783-A056-5A985F003BDF}" dt="2026-04-20T14:49:59.979" v="2245"/>
          <ac:inkMkLst>
            <pc:docMk/>
            <pc:sldMk cId="3869940010" sldId="259"/>
            <ac:inkMk id="889" creationId="{17361365-6D29-1C01-CD86-003DF5AEA52A}"/>
          </ac:inkMkLst>
        </pc:inkChg>
        <pc:inkChg chg="add del">
          <ac:chgData name="植田 篤俊" userId="0d2b3cda-30c1-45e3-9e5c-02c0046d67fa" providerId="ADAL" clId="{A6AB8097-671C-4783-A056-5A985F003BDF}" dt="2026-04-20T14:49:59.979" v="2245"/>
          <ac:inkMkLst>
            <pc:docMk/>
            <pc:sldMk cId="3869940010" sldId="259"/>
            <ac:inkMk id="890" creationId="{1FBB6BB0-208C-9181-F203-B3A1A90DFD56}"/>
          </ac:inkMkLst>
        </pc:inkChg>
        <pc:inkChg chg="add del">
          <ac:chgData name="植田 篤俊" userId="0d2b3cda-30c1-45e3-9e5c-02c0046d67fa" providerId="ADAL" clId="{A6AB8097-671C-4783-A056-5A985F003BDF}" dt="2026-04-20T14:49:59.979" v="2245"/>
          <ac:inkMkLst>
            <pc:docMk/>
            <pc:sldMk cId="3869940010" sldId="259"/>
            <ac:inkMk id="891" creationId="{9BA2467D-DE42-9F7F-D28F-92B16067ECA3}"/>
          </ac:inkMkLst>
        </pc:inkChg>
        <pc:inkChg chg="add del">
          <ac:chgData name="植田 篤俊" userId="0d2b3cda-30c1-45e3-9e5c-02c0046d67fa" providerId="ADAL" clId="{A6AB8097-671C-4783-A056-5A985F003BDF}" dt="2026-04-20T14:49:59.979" v="2245"/>
          <ac:inkMkLst>
            <pc:docMk/>
            <pc:sldMk cId="3869940010" sldId="259"/>
            <ac:inkMk id="892" creationId="{038DEA8D-8ED1-EA34-0C9B-0B634BE353DD}"/>
          </ac:inkMkLst>
        </pc:inkChg>
        <pc:inkChg chg="add del">
          <ac:chgData name="植田 篤俊" userId="0d2b3cda-30c1-45e3-9e5c-02c0046d67fa" providerId="ADAL" clId="{A6AB8097-671C-4783-A056-5A985F003BDF}" dt="2026-04-20T14:49:59.979" v="2245"/>
          <ac:inkMkLst>
            <pc:docMk/>
            <pc:sldMk cId="3869940010" sldId="259"/>
            <ac:inkMk id="893" creationId="{C0D8444A-2565-4D53-F117-9371F34B3EFD}"/>
          </ac:inkMkLst>
        </pc:inkChg>
        <pc:inkChg chg="add reco">
          <ac:chgData name="植田 篤俊" userId="0d2b3cda-30c1-45e3-9e5c-02c0046d67fa" providerId="ADAL" clId="{A6AB8097-671C-4783-A056-5A985F003BDF}" dt="2026-04-20T14:49:59.979" v="2245"/>
          <ac:inkMkLst>
            <pc:docMk/>
            <pc:sldMk cId="3869940010" sldId="259"/>
            <ac:inkMk id="894" creationId="{2BDD6368-22C0-9A89-E9B9-C02364670FDF}"/>
          </ac:inkMkLst>
        </pc:inkChg>
        <pc:inkChg chg="add">
          <ac:chgData name="植田 篤俊" userId="0d2b3cda-30c1-45e3-9e5c-02c0046d67fa" providerId="ADAL" clId="{A6AB8097-671C-4783-A056-5A985F003BDF}" dt="2026-04-20T14:50:03.418" v="2246"/>
          <ac:inkMkLst>
            <pc:docMk/>
            <pc:sldMk cId="3869940010" sldId="259"/>
            <ac:inkMk id="895" creationId="{E7337166-CF8D-903E-4E3E-69428DF9BAD8}"/>
          </ac:inkMkLst>
        </pc:inkChg>
        <pc:inkChg chg="add del">
          <ac:chgData name="植田 篤俊" userId="0d2b3cda-30c1-45e3-9e5c-02c0046d67fa" providerId="ADAL" clId="{A6AB8097-671C-4783-A056-5A985F003BDF}" dt="2026-04-20T14:50:11.950" v="2269"/>
          <ac:inkMkLst>
            <pc:docMk/>
            <pc:sldMk cId="3869940010" sldId="259"/>
            <ac:inkMk id="896" creationId="{D38F0692-B8EF-EC60-649E-8B9FAF1EB848}"/>
          </ac:inkMkLst>
        </pc:inkChg>
        <pc:inkChg chg="add">
          <ac:chgData name="植田 篤俊" userId="0d2b3cda-30c1-45e3-9e5c-02c0046d67fa" providerId="ADAL" clId="{A6AB8097-671C-4783-A056-5A985F003BDF}" dt="2026-04-20T14:50:04.664" v="2248"/>
          <ac:inkMkLst>
            <pc:docMk/>
            <pc:sldMk cId="3869940010" sldId="259"/>
            <ac:inkMk id="897" creationId="{BF78C006-E516-913D-B9C7-E4E1F0E599BA}"/>
          </ac:inkMkLst>
        </pc:inkChg>
        <pc:inkChg chg="add">
          <ac:chgData name="植田 篤俊" userId="0d2b3cda-30c1-45e3-9e5c-02c0046d67fa" providerId="ADAL" clId="{A6AB8097-671C-4783-A056-5A985F003BDF}" dt="2026-04-20T14:50:04.897" v="2249"/>
          <ac:inkMkLst>
            <pc:docMk/>
            <pc:sldMk cId="3869940010" sldId="259"/>
            <ac:inkMk id="898" creationId="{EA7B9EAF-4FAD-F3B4-F973-63489ADED510}"/>
          </ac:inkMkLst>
        </pc:inkChg>
        <pc:inkChg chg="add del">
          <ac:chgData name="植田 篤俊" userId="0d2b3cda-30c1-45e3-9e5c-02c0046d67fa" providerId="ADAL" clId="{A6AB8097-671C-4783-A056-5A985F003BDF}" dt="2026-04-20T14:50:11.950" v="2269"/>
          <ac:inkMkLst>
            <pc:docMk/>
            <pc:sldMk cId="3869940010" sldId="259"/>
            <ac:inkMk id="899" creationId="{5C5EDE23-914C-9063-AD91-7F64A78AB4F5}"/>
          </ac:inkMkLst>
        </pc:inkChg>
        <pc:inkChg chg="add del">
          <ac:chgData name="植田 篤俊" userId="0d2b3cda-30c1-45e3-9e5c-02c0046d67fa" providerId="ADAL" clId="{A6AB8097-671C-4783-A056-5A985F003BDF}" dt="2026-04-20T14:50:11.950" v="2269"/>
          <ac:inkMkLst>
            <pc:docMk/>
            <pc:sldMk cId="3869940010" sldId="259"/>
            <ac:inkMk id="900" creationId="{19B08407-B0EC-DEA9-1191-6FCBF76D0017}"/>
          </ac:inkMkLst>
        </pc:inkChg>
        <pc:inkChg chg="add">
          <ac:chgData name="植田 篤俊" userId="0d2b3cda-30c1-45e3-9e5c-02c0046d67fa" providerId="ADAL" clId="{A6AB8097-671C-4783-A056-5A985F003BDF}" dt="2026-04-20T14:50:06.347" v="2252"/>
          <ac:inkMkLst>
            <pc:docMk/>
            <pc:sldMk cId="3869940010" sldId="259"/>
            <ac:inkMk id="901" creationId="{461B0424-8F45-70ED-B2C4-0ABB00185653}"/>
          </ac:inkMkLst>
        </pc:inkChg>
        <pc:inkChg chg="add">
          <ac:chgData name="植田 篤俊" userId="0d2b3cda-30c1-45e3-9e5c-02c0046d67fa" providerId="ADAL" clId="{A6AB8097-671C-4783-A056-5A985F003BDF}" dt="2026-04-20T14:50:06.496" v="2253"/>
          <ac:inkMkLst>
            <pc:docMk/>
            <pc:sldMk cId="3869940010" sldId="259"/>
            <ac:inkMk id="902" creationId="{113B8F0D-67C0-A4B3-D321-89A7608BFE70}"/>
          </ac:inkMkLst>
        </pc:inkChg>
        <pc:inkChg chg="add del">
          <ac:chgData name="植田 篤俊" userId="0d2b3cda-30c1-45e3-9e5c-02c0046d67fa" providerId="ADAL" clId="{A6AB8097-671C-4783-A056-5A985F003BDF}" dt="2026-04-20T14:50:11.950" v="2269"/>
          <ac:inkMkLst>
            <pc:docMk/>
            <pc:sldMk cId="3869940010" sldId="259"/>
            <ac:inkMk id="903" creationId="{CBD5C5D6-5D1C-E9C4-ACDA-619FD66D69C2}"/>
          </ac:inkMkLst>
        </pc:inkChg>
        <pc:inkChg chg="add del">
          <ac:chgData name="植田 篤俊" userId="0d2b3cda-30c1-45e3-9e5c-02c0046d67fa" providerId="ADAL" clId="{A6AB8097-671C-4783-A056-5A985F003BDF}" dt="2026-04-20T14:50:11.950" v="2269"/>
          <ac:inkMkLst>
            <pc:docMk/>
            <pc:sldMk cId="3869940010" sldId="259"/>
            <ac:inkMk id="904" creationId="{90CA3BF8-4C1B-71BD-0ED0-8AD20B89EA8C}"/>
          </ac:inkMkLst>
        </pc:inkChg>
        <pc:inkChg chg="add">
          <ac:chgData name="植田 篤俊" userId="0d2b3cda-30c1-45e3-9e5c-02c0046d67fa" providerId="ADAL" clId="{A6AB8097-671C-4783-A056-5A985F003BDF}" dt="2026-04-20T14:50:07.313" v="2256"/>
          <ac:inkMkLst>
            <pc:docMk/>
            <pc:sldMk cId="3869940010" sldId="259"/>
            <ac:inkMk id="905" creationId="{AA831CED-AA5C-95B1-7CE1-9BED4794BBC8}"/>
          </ac:inkMkLst>
        </pc:inkChg>
        <pc:inkChg chg="add del">
          <ac:chgData name="植田 篤俊" userId="0d2b3cda-30c1-45e3-9e5c-02c0046d67fa" providerId="ADAL" clId="{A6AB8097-671C-4783-A056-5A985F003BDF}" dt="2026-04-20T14:50:11.950" v="2269"/>
          <ac:inkMkLst>
            <pc:docMk/>
            <pc:sldMk cId="3869940010" sldId="259"/>
            <ac:inkMk id="906" creationId="{DCF457EC-081A-28A4-81E8-4BE96D8170D9}"/>
          </ac:inkMkLst>
        </pc:inkChg>
        <pc:inkChg chg="add del">
          <ac:chgData name="植田 篤俊" userId="0d2b3cda-30c1-45e3-9e5c-02c0046d67fa" providerId="ADAL" clId="{A6AB8097-671C-4783-A056-5A985F003BDF}" dt="2026-04-20T14:50:11.950" v="2269"/>
          <ac:inkMkLst>
            <pc:docMk/>
            <pc:sldMk cId="3869940010" sldId="259"/>
            <ac:inkMk id="907" creationId="{BDC002AE-0405-F065-5A45-4ABC8E4A5CBF}"/>
          </ac:inkMkLst>
        </pc:inkChg>
        <pc:inkChg chg="add">
          <ac:chgData name="植田 篤俊" userId="0d2b3cda-30c1-45e3-9e5c-02c0046d67fa" providerId="ADAL" clId="{A6AB8097-671C-4783-A056-5A985F003BDF}" dt="2026-04-20T14:50:08.513" v="2259"/>
          <ac:inkMkLst>
            <pc:docMk/>
            <pc:sldMk cId="3869940010" sldId="259"/>
            <ac:inkMk id="908" creationId="{336C9039-2A27-A4BE-BC39-A80363797E48}"/>
          </ac:inkMkLst>
        </pc:inkChg>
        <pc:inkChg chg="add">
          <ac:chgData name="植田 篤俊" userId="0d2b3cda-30c1-45e3-9e5c-02c0046d67fa" providerId="ADAL" clId="{A6AB8097-671C-4783-A056-5A985F003BDF}" dt="2026-04-20T14:50:08.850" v="2260"/>
          <ac:inkMkLst>
            <pc:docMk/>
            <pc:sldMk cId="3869940010" sldId="259"/>
            <ac:inkMk id="909" creationId="{952CCA1B-70A9-43B0-8F5A-B6142B875FF4}"/>
          </ac:inkMkLst>
        </pc:inkChg>
        <pc:inkChg chg="add">
          <ac:chgData name="植田 篤俊" userId="0d2b3cda-30c1-45e3-9e5c-02c0046d67fa" providerId="ADAL" clId="{A6AB8097-671C-4783-A056-5A985F003BDF}" dt="2026-04-20T14:50:08.979" v="2261"/>
          <ac:inkMkLst>
            <pc:docMk/>
            <pc:sldMk cId="3869940010" sldId="259"/>
            <ac:inkMk id="910" creationId="{634D3383-1546-43D2-68AE-719B4BC77C71}"/>
          </ac:inkMkLst>
        </pc:inkChg>
        <pc:inkChg chg="add del">
          <ac:chgData name="植田 篤俊" userId="0d2b3cda-30c1-45e3-9e5c-02c0046d67fa" providerId="ADAL" clId="{A6AB8097-671C-4783-A056-5A985F003BDF}" dt="2026-04-20T14:50:11.950" v="2269"/>
          <ac:inkMkLst>
            <pc:docMk/>
            <pc:sldMk cId="3869940010" sldId="259"/>
            <ac:inkMk id="911" creationId="{27A031A6-D96A-1EA2-64CB-C92B724F6854}"/>
          </ac:inkMkLst>
        </pc:inkChg>
        <pc:inkChg chg="add">
          <ac:chgData name="植田 篤俊" userId="0d2b3cda-30c1-45e3-9e5c-02c0046d67fa" providerId="ADAL" clId="{A6AB8097-671C-4783-A056-5A985F003BDF}" dt="2026-04-20T14:50:09.650" v="2263"/>
          <ac:inkMkLst>
            <pc:docMk/>
            <pc:sldMk cId="3869940010" sldId="259"/>
            <ac:inkMk id="912" creationId="{269EA24D-134C-6043-9CDF-E54C2C4A8116}"/>
          </ac:inkMkLst>
        </pc:inkChg>
        <pc:inkChg chg="add del">
          <ac:chgData name="植田 篤俊" userId="0d2b3cda-30c1-45e3-9e5c-02c0046d67fa" providerId="ADAL" clId="{A6AB8097-671C-4783-A056-5A985F003BDF}" dt="2026-04-20T14:50:11.950" v="2269"/>
          <ac:inkMkLst>
            <pc:docMk/>
            <pc:sldMk cId="3869940010" sldId="259"/>
            <ac:inkMk id="913" creationId="{EA770B17-2900-2997-4EEC-0736232F5C8E}"/>
          </ac:inkMkLst>
        </pc:inkChg>
        <pc:inkChg chg="add">
          <ac:chgData name="植田 篤俊" userId="0d2b3cda-30c1-45e3-9e5c-02c0046d67fa" providerId="ADAL" clId="{A6AB8097-671C-4783-A056-5A985F003BDF}" dt="2026-04-20T14:50:10.529" v="2265"/>
          <ac:inkMkLst>
            <pc:docMk/>
            <pc:sldMk cId="3869940010" sldId="259"/>
            <ac:inkMk id="914" creationId="{ABC4A64D-25BA-C3C9-40F6-FFC6B074C3B8}"/>
          </ac:inkMkLst>
        </pc:inkChg>
        <pc:inkChg chg="add del">
          <ac:chgData name="植田 篤俊" userId="0d2b3cda-30c1-45e3-9e5c-02c0046d67fa" providerId="ADAL" clId="{A6AB8097-671C-4783-A056-5A985F003BDF}" dt="2026-04-20T14:50:11.950" v="2269"/>
          <ac:inkMkLst>
            <pc:docMk/>
            <pc:sldMk cId="3869940010" sldId="259"/>
            <ac:inkMk id="915" creationId="{F9E3D09E-6E6D-5E81-A077-4408B64F5C1F}"/>
          </ac:inkMkLst>
        </pc:inkChg>
        <pc:inkChg chg="add">
          <ac:chgData name="植田 篤俊" userId="0d2b3cda-30c1-45e3-9e5c-02c0046d67fa" providerId="ADAL" clId="{A6AB8097-671C-4783-A056-5A985F003BDF}" dt="2026-04-20T14:50:11.246" v="2267"/>
          <ac:inkMkLst>
            <pc:docMk/>
            <pc:sldMk cId="3869940010" sldId="259"/>
            <ac:inkMk id="916" creationId="{2E4257F6-3F1C-9B62-94F1-E24A4F224A9A}"/>
          </ac:inkMkLst>
        </pc:inkChg>
        <pc:inkChg chg="add">
          <ac:chgData name="植田 篤俊" userId="0d2b3cda-30c1-45e3-9e5c-02c0046d67fa" providerId="ADAL" clId="{A6AB8097-671C-4783-A056-5A985F003BDF}" dt="2026-04-20T14:50:11.363" v="2268"/>
          <ac:inkMkLst>
            <pc:docMk/>
            <pc:sldMk cId="3869940010" sldId="259"/>
            <ac:inkMk id="917" creationId="{96A58C38-4ACA-F607-09D8-A8780CE2C3AD}"/>
          </ac:inkMkLst>
        </pc:inkChg>
        <pc:inkChg chg="add del">
          <ac:chgData name="植田 篤俊" userId="0d2b3cda-30c1-45e3-9e5c-02c0046d67fa" providerId="ADAL" clId="{A6AB8097-671C-4783-A056-5A985F003BDF}" dt="2026-04-20T14:50:14.550" v="2278"/>
          <ac:inkMkLst>
            <pc:docMk/>
            <pc:sldMk cId="3869940010" sldId="259"/>
            <ac:inkMk id="919" creationId="{E0B8A41B-3BB9-F6CC-BBD3-4B2D66DD3768}"/>
          </ac:inkMkLst>
        </pc:inkChg>
        <pc:inkChg chg="add del">
          <ac:chgData name="植田 篤俊" userId="0d2b3cda-30c1-45e3-9e5c-02c0046d67fa" providerId="ADAL" clId="{A6AB8097-671C-4783-A056-5A985F003BDF}" dt="2026-04-20T14:50:14.550" v="2278"/>
          <ac:inkMkLst>
            <pc:docMk/>
            <pc:sldMk cId="3869940010" sldId="259"/>
            <ac:inkMk id="920" creationId="{E6DB7A29-96FF-81B0-DDD0-0ACEA4E4AE4B}"/>
          </ac:inkMkLst>
        </pc:inkChg>
        <pc:inkChg chg="add del">
          <ac:chgData name="植田 篤俊" userId="0d2b3cda-30c1-45e3-9e5c-02c0046d67fa" providerId="ADAL" clId="{A6AB8097-671C-4783-A056-5A985F003BDF}" dt="2026-04-20T14:50:14.550" v="2278"/>
          <ac:inkMkLst>
            <pc:docMk/>
            <pc:sldMk cId="3869940010" sldId="259"/>
            <ac:inkMk id="921" creationId="{801F0873-4D46-5AC3-7DCD-A8C3EC4C67CA}"/>
          </ac:inkMkLst>
        </pc:inkChg>
        <pc:inkChg chg="add del">
          <ac:chgData name="植田 篤俊" userId="0d2b3cda-30c1-45e3-9e5c-02c0046d67fa" providerId="ADAL" clId="{A6AB8097-671C-4783-A056-5A985F003BDF}" dt="2026-04-20T14:50:14.550" v="2278"/>
          <ac:inkMkLst>
            <pc:docMk/>
            <pc:sldMk cId="3869940010" sldId="259"/>
            <ac:inkMk id="922" creationId="{AB3A3A5D-49BA-16C5-EE16-4158D2E4FC85}"/>
          </ac:inkMkLst>
        </pc:inkChg>
        <pc:inkChg chg="add del">
          <ac:chgData name="植田 篤俊" userId="0d2b3cda-30c1-45e3-9e5c-02c0046d67fa" providerId="ADAL" clId="{A6AB8097-671C-4783-A056-5A985F003BDF}" dt="2026-04-20T14:50:14.550" v="2278"/>
          <ac:inkMkLst>
            <pc:docMk/>
            <pc:sldMk cId="3869940010" sldId="259"/>
            <ac:inkMk id="923" creationId="{B0C2CAB1-2799-9772-F5BF-C0FC8575A543}"/>
          </ac:inkMkLst>
        </pc:inkChg>
        <pc:inkChg chg="add del">
          <ac:chgData name="植田 篤俊" userId="0d2b3cda-30c1-45e3-9e5c-02c0046d67fa" providerId="ADAL" clId="{A6AB8097-671C-4783-A056-5A985F003BDF}" dt="2026-04-20T14:50:14.550" v="2278"/>
          <ac:inkMkLst>
            <pc:docMk/>
            <pc:sldMk cId="3869940010" sldId="259"/>
            <ac:inkMk id="924" creationId="{1E7DD285-2EC5-E355-72B3-E8CD98C22318}"/>
          </ac:inkMkLst>
        </pc:inkChg>
        <pc:inkChg chg="add del">
          <ac:chgData name="植田 篤俊" userId="0d2b3cda-30c1-45e3-9e5c-02c0046d67fa" providerId="ADAL" clId="{A6AB8097-671C-4783-A056-5A985F003BDF}" dt="2026-04-20T14:50:14.550" v="2278"/>
          <ac:inkMkLst>
            <pc:docMk/>
            <pc:sldMk cId="3869940010" sldId="259"/>
            <ac:inkMk id="925" creationId="{1947F848-FDAA-32CF-1209-87CAFF925629}"/>
          </ac:inkMkLst>
        </pc:inkChg>
        <pc:inkChg chg="add del">
          <ac:chgData name="植田 篤俊" userId="0d2b3cda-30c1-45e3-9e5c-02c0046d67fa" providerId="ADAL" clId="{A6AB8097-671C-4783-A056-5A985F003BDF}" dt="2026-04-20T14:50:14.550" v="2278"/>
          <ac:inkMkLst>
            <pc:docMk/>
            <pc:sldMk cId="3869940010" sldId="259"/>
            <ac:inkMk id="926" creationId="{F8051C82-3B0D-6F0C-F728-E61F55141551}"/>
          </ac:inkMkLst>
        </pc:inkChg>
        <pc:inkChg chg="add reco">
          <ac:chgData name="植田 篤俊" userId="0d2b3cda-30c1-45e3-9e5c-02c0046d67fa" providerId="ADAL" clId="{A6AB8097-671C-4783-A056-5A985F003BDF}" dt="2026-04-20T14:50:14.550" v="2278"/>
          <ac:inkMkLst>
            <pc:docMk/>
            <pc:sldMk cId="3869940010" sldId="259"/>
            <ac:inkMk id="927" creationId="{BC6ADEB9-787C-4928-A6D4-7D92A65447A1}"/>
          </ac:inkMkLst>
        </pc:inkChg>
        <pc:inkChg chg="add del">
          <ac:chgData name="植田 篤俊" userId="0d2b3cda-30c1-45e3-9e5c-02c0046d67fa" providerId="ADAL" clId="{A6AB8097-671C-4783-A056-5A985F003BDF}" dt="2026-04-20T14:50:36.894" v="2284"/>
          <ac:inkMkLst>
            <pc:docMk/>
            <pc:sldMk cId="3869940010" sldId="259"/>
            <ac:inkMk id="928" creationId="{A067FF30-333D-F637-90F8-14314D62E6B1}"/>
          </ac:inkMkLst>
        </pc:inkChg>
        <pc:inkChg chg="add">
          <ac:chgData name="植田 篤俊" userId="0d2b3cda-30c1-45e3-9e5c-02c0046d67fa" providerId="ADAL" clId="{A6AB8097-671C-4783-A056-5A985F003BDF}" dt="2026-04-20T14:50:37.310" v="2285"/>
          <ac:inkMkLst>
            <pc:docMk/>
            <pc:sldMk cId="3869940010" sldId="259"/>
            <ac:inkMk id="929" creationId="{57D931C8-0588-7AB8-EA0C-8FC8D71FA34F}"/>
          </ac:inkMkLst>
        </pc:inkChg>
        <pc:inkChg chg="add">
          <ac:chgData name="植田 篤俊" userId="0d2b3cda-30c1-45e3-9e5c-02c0046d67fa" providerId="ADAL" clId="{A6AB8097-671C-4783-A056-5A985F003BDF}" dt="2026-04-20T14:50:37.612" v="2286"/>
          <ac:inkMkLst>
            <pc:docMk/>
            <pc:sldMk cId="3869940010" sldId="259"/>
            <ac:inkMk id="930" creationId="{286ACE2D-2194-AAC1-4A4D-B2BE9E9873E6}"/>
          </ac:inkMkLst>
        </pc:inkChg>
        <pc:inkChg chg="add">
          <ac:chgData name="植田 篤俊" userId="0d2b3cda-30c1-45e3-9e5c-02c0046d67fa" providerId="ADAL" clId="{A6AB8097-671C-4783-A056-5A985F003BDF}" dt="2026-04-20T14:50:38.013" v="2287"/>
          <ac:inkMkLst>
            <pc:docMk/>
            <pc:sldMk cId="3869940010" sldId="259"/>
            <ac:inkMk id="931" creationId="{64C9CB2C-A220-230E-4CEE-F1804420B757}"/>
          </ac:inkMkLst>
        </pc:inkChg>
        <pc:inkChg chg="add">
          <ac:chgData name="植田 篤俊" userId="0d2b3cda-30c1-45e3-9e5c-02c0046d67fa" providerId="ADAL" clId="{A6AB8097-671C-4783-A056-5A985F003BDF}" dt="2026-04-20T14:50:38.143" v="2288"/>
          <ac:inkMkLst>
            <pc:docMk/>
            <pc:sldMk cId="3869940010" sldId="259"/>
            <ac:inkMk id="932" creationId="{20005ADE-5485-D26D-68B1-431712533A24}"/>
          </ac:inkMkLst>
        </pc:inkChg>
        <pc:inkChg chg="add del">
          <ac:chgData name="植田 篤俊" userId="0d2b3cda-30c1-45e3-9e5c-02c0046d67fa" providerId="ADAL" clId="{A6AB8097-671C-4783-A056-5A985F003BDF}" dt="2026-04-20T14:50:45.147" v="2315"/>
          <ac:inkMkLst>
            <pc:docMk/>
            <pc:sldMk cId="3869940010" sldId="259"/>
            <ac:inkMk id="933" creationId="{9930983C-EA55-7794-FD21-35F20A7D6DD1}"/>
          </ac:inkMkLst>
        </pc:inkChg>
        <pc:inkChg chg="add del">
          <ac:chgData name="植田 篤俊" userId="0d2b3cda-30c1-45e3-9e5c-02c0046d67fa" providerId="ADAL" clId="{A6AB8097-671C-4783-A056-5A985F003BDF}" dt="2026-04-20T14:50:45.147" v="2315"/>
          <ac:inkMkLst>
            <pc:docMk/>
            <pc:sldMk cId="3869940010" sldId="259"/>
            <ac:inkMk id="934" creationId="{397C0CC8-2055-78DA-B8B4-F4C90943FF15}"/>
          </ac:inkMkLst>
        </pc:inkChg>
        <pc:inkChg chg="add del">
          <ac:chgData name="植田 篤俊" userId="0d2b3cda-30c1-45e3-9e5c-02c0046d67fa" providerId="ADAL" clId="{A6AB8097-671C-4783-A056-5A985F003BDF}" dt="2026-04-20T14:50:45.147" v="2315"/>
          <ac:inkMkLst>
            <pc:docMk/>
            <pc:sldMk cId="3869940010" sldId="259"/>
            <ac:inkMk id="935" creationId="{9D735697-64B1-7170-35FD-545E4E65E3CD}"/>
          </ac:inkMkLst>
        </pc:inkChg>
        <pc:inkChg chg="add">
          <ac:chgData name="植田 篤俊" userId="0d2b3cda-30c1-45e3-9e5c-02c0046d67fa" providerId="ADAL" clId="{A6AB8097-671C-4783-A056-5A985F003BDF}" dt="2026-04-20T14:50:38.860" v="2292"/>
          <ac:inkMkLst>
            <pc:docMk/>
            <pc:sldMk cId="3869940010" sldId="259"/>
            <ac:inkMk id="936" creationId="{B5F4BD82-F254-7644-CD08-1B03527DB438}"/>
          </ac:inkMkLst>
        </pc:inkChg>
        <pc:inkChg chg="add">
          <ac:chgData name="植田 篤俊" userId="0d2b3cda-30c1-45e3-9e5c-02c0046d67fa" providerId="ADAL" clId="{A6AB8097-671C-4783-A056-5A985F003BDF}" dt="2026-04-20T14:50:38.994" v="2293"/>
          <ac:inkMkLst>
            <pc:docMk/>
            <pc:sldMk cId="3869940010" sldId="259"/>
            <ac:inkMk id="937" creationId="{7B1E964D-9367-5588-1ADB-E5502D40AE2B}"/>
          </ac:inkMkLst>
        </pc:inkChg>
        <pc:inkChg chg="add del">
          <ac:chgData name="植田 篤俊" userId="0d2b3cda-30c1-45e3-9e5c-02c0046d67fa" providerId="ADAL" clId="{A6AB8097-671C-4783-A056-5A985F003BDF}" dt="2026-04-20T14:50:45.147" v="2315"/>
          <ac:inkMkLst>
            <pc:docMk/>
            <pc:sldMk cId="3869940010" sldId="259"/>
            <ac:inkMk id="938" creationId="{09072F9C-F3E8-C403-B006-19398EB25229}"/>
          </ac:inkMkLst>
        </pc:inkChg>
        <pc:inkChg chg="add del">
          <ac:chgData name="植田 篤俊" userId="0d2b3cda-30c1-45e3-9e5c-02c0046d67fa" providerId="ADAL" clId="{A6AB8097-671C-4783-A056-5A985F003BDF}" dt="2026-04-20T14:50:45.147" v="2315"/>
          <ac:inkMkLst>
            <pc:docMk/>
            <pc:sldMk cId="3869940010" sldId="259"/>
            <ac:inkMk id="939" creationId="{29509280-D6B4-FBF9-C177-5B3AB4416DDC}"/>
          </ac:inkMkLst>
        </pc:inkChg>
        <pc:inkChg chg="add">
          <ac:chgData name="植田 篤俊" userId="0d2b3cda-30c1-45e3-9e5c-02c0046d67fa" providerId="ADAL" clId="{A6AB8097-671C-4783-A056-5A985F003BDF}" dt="2026-04-20T14:50:39.577" v="2296"/>
          <ac:inkMkLst>
            <pc:docMk/>
            <pc:sldMk cId="3869940010" sldId="259"/>
            <ac:inkMk id="940" creationId="{96F94A45-8A8A-E6A8-21EF-CDE96BDA9227}"/>
          </ac:inkMkLst>
        </pc:inkChg>
        <pc:inkChg chg="add del">
          <ac:chgData name="植田 篤俊" userId="0d2b3cda-30c1-45e3-9e5c-02c0046d67fa" providerId="ADAL" clId="{A6AB8097-671C-4783-A056-5A985F003BDF}" dt="2026-04-20T14:50:45.147" v="2315"/>
          <ac:inkMkLst>
            <pc:docMk/>
            <pc:sldMk cId="3869940010" sldId="259"/>
            <ac:inkMk id="941" creationId="{9851DAE9-4158-A8EE-8F9C-9934482A6527}"/>
          </ac:inkMkLst>
        </pc:inkChg>
        <pc:inkChg chg="add">
          <ac:chgData name="植田 篤俊" userId="0d2b3cda-30c1-45e3-9e5c-02c0046d67fa" providerId="ADAL" clId="{A6AB8097-671C-4783-A056-5A985F003BDF}" dt="2026-04-20T14:50:40.196" v="2298"/>
          <ac:inkMkLst>
            <pc:docMk/>
            <pc:sldMk cId="3869940010" sldId="259"/>
            <ac:inkMk id="942" creationId="{2E793600-1A9B-EECF-25D3-A1B30AE7C4A8}"/>
          </ac:inkMkLst>
        </pc:inkChg>
        <pc:inkChg chg="add">
          <ac:chgData name="植田 篤俊" userId="0d2b3cda-30c1-45e3-9e5c-02c0046d67fa" providerId="ADAL" clId="{A6AB8097-671C-4783-A056-5A985F003BDF}" dt="2026-04-20T14:50:40.344" v="2299"/>
          <ac:inkMkLst>
            <pc:docMk/>
            <pc:sldMk cId="3869940010" sldId="259"/>
            <ac:inkMk id="943" creationId="{8AC66EA7-4EA6-55A6-FC3C-9669DBAD55C2}"/>
          </ac:inkMkLst>
        </pc:inkChg>
        <pc:inkChg chg="add">
          <ac:chgData name="植田 篤俊" userId="0d2b3cda-30c1-45e3-9e5c-02c0046d67fa" providerId="ADAL" clId="{A6AB8097-671C-4783-A056-5A985F003BDF}" dt="2026-04-20T14:50:40.494" v="2300"/>
          <ac:inkMkLst>
            <pc:docMk/>
            <pc:sldMk cId="3869940010" sldId="259"/>
            <ac:inkMk id="944" creationId="{C9EA5A45-7BF2-166D-802E-A5B9685E2B3D}"/>
          </ac:inkMkLst>
        </pc:inkChg>
        <pc:inkChg chg="add">
          <ac:chgData name="植田 篤俊" userId="0d2b3cda-30c1-45e3-9e5c-02c0046d67fa" providerId="ADAL" clId="{A6AB8097-671C-4783-A056-5A985F003BDF}" dt="2026-04-20T14:50:40.710" v="2301"/>
          <ac:inkMkLst>
            <pc:docMk/>
            <pc:sldMk cId="3869940010" sldId="259"/>
            <ac:inkMk id="945" creationId="{CDCBDD1B-2BA6-A678-62E9-C43722DA6097}"/>
          </ac:inkMkLst>
        </pc:inkChg>
        <pc:inkChg chg="add">
          <ac:chgData name="植田 篤俊" userId="0d2b3cda-30c1-45e3-9e5c-02c0046d67fa" providerId="ADAL" clId="{A6AB8097-671C-4783-A056-5A985F003BDF}" dt="2026-04-20T14:50:40.893" v="2302"/>
          <ac:inkMkLst>
            <pc:docMk/>
            <pc:sldMk cId="3869940010" sldId="259"/>
            <ac:inkMk id="946" creationId="{7F8A20FF-2734-D15C-F8E5-9A5333DA5551}"/>
          </ac:inkMkLst>
        </pc:inkChg>
        <pc:inkChg chg="add del">
          <ac:chgData name="植田 篤俊" userId="0d2b3cda-30c1-45e3-9e5c-02c0046d67fa" providerId="ADAL" clId="{A6AB8097-671C-4783-A056-5A985F003BDF}" dt="2026-04-20T14:50:45.147" v="2315"/>
          <ac:inkMkLst>
            <pc:docMk/>
            <pc:sldMk cId="3869940010" sldId="259"/>
            <ac:inkMk id="947" creationId="{D0DDBE45-24F7-ECDE-9F34-D42FCC1910F9}"/>
          </ac:inkMkLst>
        </pc:inkChg>
        <pc:inkChg chg="add">
          <ac:chgData name="植田 篤俊" userId="0d2b3cda-30c1-45e3-9e5c-02c0046d67fa" providerId="ADAL" clId="{A6AB8097-671C-4783-A056-5A985F003BDF}" dt="2026-04-20T14:50:41.327" v="2304"/>
          <ac:inkMkLst>
            <pc:docMk/>
            <pc:sldMk cId="3869940010" sldId="259"/>
            <ac:inkMk id="948" creationId="{581846B5-203B-CB7C-19EC-613A07F2F44B}"/>
          </ac:inkMkLst>
        </pc:inkChg>
        <pc:inkChg chg="add">
          <ac:chgData name="植田 篤俊" userId="0d2b3cda-30c1-45e3-9e5c-02c0046d67fa" providerId="ADAL" clId="{A6AB8097-671C-4783-A056-5A985F003BDF}" dt="2026-04-20T14:50:41.595" v="2305"/>
          <ac:inkMkLst>
            <pc:docMk/>
            <pc:sldMk cId="3869940010" sldId="259"/>
            <ac:inkMk id="949" creationId="{072820B0-52E7-F18F-6E90-77DEB5D7B340}"/>
          </ac:inkMkLst>
        </pc:inkChg>
        <pc:inkChg chg="add">
          <ac:chgData name="植田 篤俊" userId="0d2b3cda-30c1-45e3-9e5c-02c0046d67fa" providerId="ADAL" clId="{A6AB8097-671C-4783-A056-5A985F003BDF}" dt="2026-04-20T14:50:41.727" v="2306"/>
          <ac:inkMkLst>
            <pc:docMk/>
            <pc:sldMk cId="3869940010" sldId="259"/>
            <ac:inkMk id="950" creationId="{B21FB311-06C9-5A1F-DD4B-E41EB22F06CC}"/>
          </ac:inkMkLst>
        </pc:inkChg>
        <pc:inkChg chg="add del">
          <ac:chgData name="植田 篤俊" userId="0d2b3cda-30c1-45e3-9e5c-02c0046d67fa" providerId="ADAL" clId="{A6AB8097-671C-4783-A056-5A985F003BDF}" dt="2026-04-20T14:50:45.147" v="2315"/>
          <ac:inkMkLst>
            <pc:docMk/>
            <pc:sldMk cId="3869940010" sldId="259"/>
            <ac:inkMk id="951" creationId="{2E2017F9-CA05-17AE-07D2-A15EF96994F9}"/>
          </ac:inkMkLst>
        </pc:inkChg>
        <pc:inkChg chg="add">
          <ac:chgData name="植田 篤俊" userId="0d2b3cda-30c1-45e3-9e5c-02c0046d67fa" providerId="ADAL" clId="{A6AB8097-671C-4783-A056-5A985F003BDF}" dt="2026-04-20T14:50:42.313" v="2308"/>
          <ac:inkMkLst>
            <pc:docMk/>
            <pc:sldMk cId="3869940010" sldId="259"/>
            <ac:inkMk id="952" creationId="{E47DCC8B-6AB2-6789-4B07-7DA68CAB70F3}"/>
          </ac:inkMkLst>
        </pc:inkChg>
        <pc:inkChg chg="add">
          <ac:chgData name="植田 篤俊" userId="0d2b3cda-30c1-45e3-9e5c-02c0046d67fa" providerId="ADAL" clId="{A6AB8097-671C-4783-A056-5A985F003BDF}" dt="2026-04-20T14:50:42.477" v="2309"/>
          <ac:inkMkLst>
            <pc:docMk/>
            <pc:sldMk cId="3869940010" sldId="259"/>
            <ac:inkMk id="953" creationId="{87CF55E7-DCCF-DC74-082D-51ED38C335BB}"/>
          </ac:inkMkLst>
        </pc:inkChg>
        <pc:inkChg chg="add">
          <ac:chgData name="植田 篤俊" userId="0d2b3cda-30c1-45e3-9e5c-02c0046d67fa" providerId="ADAL" clId="{A6AB8097-671C-4783-A056-5A985F003BDF}" dt="2026-04-20T14:50:42.627" v="2310"/>
          <ac:inkMkLst>
            <pc:docMk/>
            <pc:sldMk cId="3869940010" sldId="259"/>
            <ac:inkMk id="954" creationId="{0C5D17B5-F92A-D4B2-EA2A-22FBFA6F8FE0}"/>
          </ac:inkMkLst>
        </pc:inkChg>
        <pc:inkChg chg="add del">
          <ac:chgData name="植田 篤俊" userId="0d2b3cda-30c1-45e3-9e5c-02c0046d67fa" providerId="ADAL" clId="{A6AB8097-671C-4783-A056-5A985F003BDF}" dt="2026-04-20T14:50:45.147" v="2315"/>
          <ac:inkMkLst>
            <pc:docMk/>
            <pc:sldMk cId="3869940010" sldId="259"/>
            <ac:inkMk id="955" creationId="{8D8CC886-8261-726A-E971-0D0907ABBCF5}"/>
          </ac:inkMkLst>
        </pc:inkChg>
        <pc:inkChg chg="add del">
          <ac:chgData name="植田 篤俊" userId="0d2b3cda-30c1-45e3-9e5c-02c0046d67fa" providerId="ADAL" clId="{A6AB8097-671C-4783-A056-5A985F003BDF}" dt="2026-04-20T14:50:45.147" v="2315"/>
          <ac:inkMkLst>
            <pc:docMk/>
            <pc:sldMk cId="3869940010" sldId="259"/>
            <ac:inkMk id="956" creationId="{497D83D3-F48D-6E1E-4044-609F687D236B}"/>
          </ac:inkMkLst>
        </pc:inkChg>
        <pc:inkChg chg="add">
          <ac:chgData name="植田 篤俊" userId="0d2b3cda-30c1-45e3-9e5c-02c0046d67fa" providerId="ADAL" clId="{A6AB8097-671C-4783-A056-5A985F003BDF}" dt="2026-04-20T14:50:43.960" v="2313"/>
          <ac:inkMkLst>
            <pc:docMk/>
            <pc:sldMk cId="3869940010" sldId="259"/>
            <ac:inkMk id="957" creationId="{E044C78D-A353-711B-FD79-8E1C30291668}"/>
          </ac:inkMkLst>
        </pc:inkChg>
        <pc:inkChg chg="add">
          <ac:chgData name="植田 篤俊" userId="0d2b3cda-30c1-45e3-9e5c-02c0046d67fa" providerId="ADAL" clId="{A6AB8097-671C-4783-A056-5A985F003BDF}" dt="2026-04-20T14:50:44.229" v="2314"/>
          <ac:inkMkLst>
            <pc:docMk/>
            <pc:sldMk cId="3869940010" sldId="259"/>
            <ac:inkMk id="958" creationId="{D4C28F64-69D0-F499-3D6E-09BF9E2B5D08}"/>
          </ac:inkMkLst>
        </pc:inkChg>
        <pc:inkChg chg="add">
          <ac:chgData name="植田 篤俊" userId="0d2b3cda-30c1-45e3-9e5c-02c0046d67fa" providerId="ADAL" clId="{A6AB8097-671C-4783-A056-5A985F003BDF}" dt="2026-04-20T14:50:46.444" v="2316"/>
          <ac:inkMkLst>
            <pc:docMk/>
            <pc:sldMk cId="3869940010" sldId="259"/>
            <ac:inkMk id="960" creationId="{D43ED285-4410-BB04-C523-7CFA16606FAA}"/>
          </ac:inkMkLst>
        </pc:inkChg>
        <pc:inkChg chg="add del">
          <ac:chgData name="植田 篤俊" userId="0d2b3cda-30c1-45e3-9e5c-02c0046d67fa" providerId="ADAL" clId="{A6AB8097-671C-4783-A056-5A985F003BDF}" dt="2026-04-20T14:50:52.246" v="2335"/>
          <ac:inkMkLst>
            <pc:docMk/>
            <pc:sldMk cId="3869940010" sldId="259"/>
            <ac:inkMk id="961" creationId="{84748B6D-A762-5BD7-8FA1-0499FF5DB5D3}"/>
          </ac:inkMkLst>
        </pc:inkChg>
        <pc:inkChg chg="add del">
          <ac:chgData name="植田 篤俊" userId="0d2b3cda-30c1-45e3-9e5c-02c0046d67fa" providerId="ADAL" clId="{A6AB8097-671C-4783-A056-5A985F003BDF}" dt="2026-04-20T14:50:52.246" v="2335"/>
          <ac:inkMkLst>
            <pc:docMk/>
            <pc:sldMk cId="3869940010" sldId="259"/>
            <ac:inkMk id="962" creationId="{140F9762-6A2C-EE48-AC95-A5EE2007D8D4}"/>
          </ac:inkMkLst>
        </pc:inkChg>
        <pc:inkChg chg="add">
          <ac:chgData name="植田 篤俊" userId="0d2b3cda-30c1-45e3-9e5c-02c0046d67fa" providerId="ADAL" clId="{A6AB8097-671C-4783-A056-5A985F003BDF}" dt="2026-04-20T14:50:47.076" v="2319"/>
          <ac:inkMkLst>
            <pc:docMk/>
            <pc:sldMk cId="3869940010" sldId="259"/>
            <ac:inkMk id="963" creationId="{AEE2F107-2DCC-DBCD-B4C7-912CA4067A23}"/>
          </ac:inkMkLst>
        </pc:inkChg>
        <pc:inkChg chg="add del">
          <ac:chgData name="植田 篤俊" userId="0d2b3cda-30c1-45e3-9e5c-02c0046d67fa" providerId="ADAL" clId="{A6AB8097-671C-4783-A056-5A985F003BDF}" dt="2026-04-20T14:50:52.246" v="2335"/>
          <ac:inkMkLst>
            <pc:docMk/>
            <pc:sldMk cId="3869940010" sldId="259"/>
            <ac:inkMk id="964" creationId="{44444D7C-39A1-5E1A-B0E9-EE3FAC89BAB6}"/>
          </ac:inkMkLst>
        </pc:inkChg>
        <pc:inkChg chg="add">
          <ac:chgData name="植田 篤俊" userId="0d2b3cda-30c1-45e3-9e5c-02c0046d67fa" providerId="ADAL" clId="{A6AB8097-671C-4783-A056-5A985F003BDF}" dt="2026-04-20T14:50:47.793" v="2321"/>
          <ac:inkMkLst>
            <pc:docMk/>
            <pc:sldMk cId="3869940010" sldId="259"/>
            <ac:inkMk id="965" creationId="{F762C99B-1AA6-5957-E976-F7DD87A5750B}"/>
          </ac:inkMkLst>
        </pc:inkChg>
        <pc:inkChg chg="add del">
          <ac:chgData name="植田 篤俊" userId="0d2b3cda-30c1-45e3-9e5c-02c0046d67fa" providerId="ADAL" clId="{A6AB8097-671C-4783-A056-5A985F003BDF}" dt="2026-04-20T14:50:52.246" v="2335"/>
          <ac:inkMkLst>
            <pc:docMk/>
            <pc:sldMk cId="3869940010" sldId="259"/>
            <ac:inkMk id="966" creationId="{4FA5AD8D-369F-372B-B714-D12694DCC4B4}"/>
          </ac:inkMkLst>
        </pc:inkChg>
        <pc:inkChg chg="add del">
          <ac:chgData name="植田 篤俊" userId="0d2b3cda-30c1-45e3-9e5c-02c0046d67fa" providerId="ADAL" clId="{A6AB8097-671C-4783-A056-5A985F003BDF}" dt="2026-04-20T14:50:52.246" v="2335"/>
          <ac:inkMkLst>
            <pc:docMk/>
            <pc:sldMk cId="3869940010" sldId="259"/>
            <ac:inkMk id="967" creationId="{A63DAD8E-8BA8-57B0-CF81-B1C6C15971D5}"/>
          </ac:inkMkLst>
        </pc:inkChg>
        <pc:inkChg chg="add del">
          <ac:chgData name="植田 篤俊" userId="0d2b3cda-30c1-45e3-9e5c-02c0046d67fa" providerId="ADAL" clId="{A6AB8097-671C-4783-A056-5A985F003BDF}" dt="2026-04-20T14:50:52.246" v="2335"/>
          <ac:inkMkLst>
            <pc:docMk/>
            <pc:sldMk cId="3869940010" sldId="259"/>
            <ac:inkMk id="968" creationId="{C72CA5DD-358A-8ADB-9C90-A22CC9497C72}"/>
          </ac:inkMkLst>
        </pc:inkChg>
        <pc:inkChg chg="add">
          <ac:chgData name="植田 篤俊" userId="0d2b3cda-30c1-45e3-9e5c-02c0046d67fa" providerId="ADAL" clId="{A6AB8097-671C-4783-A056-5A985F003BDF}" dt="2026-04-20T14:50:48.993" v="2325"/>
          <ac:inkMkLst>
            <pc:docMk/>
            <pc:sldMk cId="3869940010" sldId="259"/>
            <ac:inkMk id="969" creationId="{ED8C19B4-EE62-D2E6-E995-D6D0139D9143}"/>
          </ac:inkMkLst>
        </pc:inkChg>
        <pc:inkChg chg="add">
          <ac:chgData name="植田 篤俊" userId="0d2b3cda-30c1-45e3-9e5c-02c0046d67fa" providerId="ADAL" clId="{A6AB8097-671C-4783-A056-5A985F003BDF}" dt="2026-04-20T14:50:49.412" v="2326"/>
          <ac:inkMkLst>
            <pc:docMk/>
            <pc:sldMk cId="3869940010" sldId="259"/>
            <ac:inkMk id="970" creationId="{8E355CDC-4EA3-6183-99DF-D942075C55A4}"/>
          </ac:inkMkLst>
        </pc:inkChg>
        <pc:inkChg chg="add">
          <ac:chgData name="植田 篤俊" userId="0d2b3cda-30c1-45e3-9e5c-02c0046d67fa" providerId="ADAL" clId="{A6AB8097-671C-4783-A056-5A985F003BDF}" dt="2026-04-20T14:50:49.509" v="2327"/>
          <ac:inkMkLst>
            <pc:docMk/>
            <pc:sldMk cId="3869940010" sldId="259"/>
            <ac:inkMk id="971" creationId="{BCEA5377-FC51-6FE2-364F-C4495AD6E191}"/>
          </ac:inkMkLst>
        </pc:inkChg>
        <pc:inkChg chg="add">
          <ac:chgData name="植田 篤俊" userId="0d2b3cda-30c1-45e3-9e5c-02c0046d67fa" providerId="ADAL" clId="{A6AB8097-671C-4783-A056-5A985F003BDF}" dt="2026-04-20T14:50:49.626" v="2328"/>
          <ac:inkMkLst>
            <pc:docMk/>
            <pc:sldMk cId="3869940010" sldId="259"/>
            <ac:inkMk id="972" creationId="{F8412865-CC20-06DD-57EA-17AF019DC217}"/>
          </ac:inkMkLst>
        </pc:inkChg>
        <pc:inkChg chg="add">
          <ac:chgData name="植田 篤俊" userId="0d2b3cda-30c1-45e3-9e5c-02c0046d67fa" providerId="ADAL" clId="{A6AB8097-671C-4783-A056-5A985F003BDF}" dt="2026-04-20T14:50:50.044" v="2329"/>
          <ac:inkMkLst>
            <pc:docMk/>
            <pc:sldMk cId="3869940010" sldId="259"/>
            <ac:inkMk id="973" creationId="{9170E816-2BBE-128E-FA06-28AB19DBD202}"/>
          </ac:inkMkLst>
        </pc:inkChg>
        <pc:inkChg chg="add">
          <ac:chgData name="植田 篤俊" userId="0d2b3cda-30c1-45e3-9e5c-02c0046d67fa" providerId="ADAL" clId="{A6AB8097-671C-4783-A056-5A985F003BDF}" dt="2026-04-20T14:50:50.209" v="2330"/>
          <ac:inkMkLst>
            <pc:docMk/>
            <pc:sldMk cId="3869940010" sldId="259"/>
            <ac:inkMk id="974" creationId="{A446C78C-85F9-C591-3158-A7CB1BD10F9A}"/>
          </ac:inkMkLst>
        </pc:inkChg>
        <pc:inkChg chg="add del">
          <ac:chgData name="植田 篤俊" userId="0d2b3cda-30c1-45e3-9e5c-02c0046d67fa" providerId="ADAL" clId="{A6AB8097-671C-4783-A056-5A985F003BDF}" dt="2026-04-20T14:50:52.246" v="2335"/>
          <ac:inkMkLst>
            <pc:docMk/>
            <pc:sldMk cId="3869940010" sldId="259"/>
            <ac:inkMk id="975" creationId="{F8A3873B-3950-B478-2A1A-689568B1EFD3}"/>
          </ac:inkMkLst>
        </pc:inkChg>
        <pc:inkChg chg="add del">
          <ac:chgData name="植田 篤俊" userId="0d2b3cda-30c1-45e3-9e5c-02c0046d67fa" providerId="ADAL" clId="{A6AB8097-671C-4783-A056-5A985F003BDF}" dt="2026-04-20T14:50:52.246" v="2335"/>
          <ac:inkMkLst>
            <pc:docMk/>
            <pc:sldMk cId="3869940010" sldId="259"/>
            <ac:inkMk id="976" creationId="{FD535ED2-3F88-B25A-BE0B-9C4ACF31391D}"/>
          </ac:inkMkLst>
        </pc:inkChg>
        <pc:inkChg chg="add">
          <ac:chgData name="植田 篤俊" userId="0d2b3cda-30c1-45e3-9e5c-02c0046d67fa" providerId="ADAL" clId="{A6AB8097-671C-4783-A056-5A985F003BDF}" dt="2026-04-20T14:50:51.359" v="2333"/>
          <ac:inkMkLst>
            <pc:docMk/>
            <pc:sldMk cId="3869940010" sldId="259"/>
            <ac:inkMk id="977" creationId="{F9A224FC-C231-5B63-7B36-CBB4404E6699}"/>
          </ac:inkMkLst>
        </pc:inkChg>
        <pc:inkChg chg="add">
          <ac:chgData name="植田 篤俊" userId="0d2b3cda-30c1-45e3-9e5c-02c0046d67fa" providerId="ADAL" clId="{A6AB8097-671C-4783-A056-5A985F003BDF}" dt="2026-04-20T14:50:51.643" v="2334"/>
          <ac:inkMkLst>
            <pc:docMk/>
            <pc:sldMk cId="3869940010" sldId="259"/>
            <ac:inkMk id="978" creationId="{ECE06EA1-35A7-37A7-A6B2-2AFD8E362A14}"/>
          </ac:inkMkLst>
        </pc:inkChg>
        <pc:inkChg chg="add reco">
          <ac:chgData name="植田 篤俊" userId="0d2b3cda-30c1-45e3-9e5c-02c0046d67fa" providerId="ADAL" clId="{A6AB8097-671C-4783-A056-5A985F003BDF}" dt="2026-04-20T14:50:52.246" v="2335"/>
          <ac:inkMkLst>
            <pc:docMk/>
            <pc:sldMk cId="3869940010" sldId="259"/>
            <ac:inkMk id="979" creationId="{95C511FE-4505-607B-E215-CC4EBAC3EA0F}"/>
          </ac:inkMkLst>
        </pc:inkChg>
        <pc:inkChg chg="add reco">
          <ac:chgData name="植田 篤俊" userId="0d2b3cda-30c1-45e3-9e5c-02c0046d67fa" providerId="ADAL" clId="{A6AB8097-671C-4783-A056-5A985F003BDF}" dt="2026-04-20T14:50:52.246" v="2335"/>
          <ac:inkMkLst>
            <pc:docMk/>
            <pc:sldMk cId="3869940010" sldId="259"/>
            <ac:inkMk id="980" creationId="{BBFB2403-1BA9-E278-EF31-4D0538A24711}"/>
          </ac:inkMkLst>
        </pc:inkChg>
        <pc:inkChg chg="add del">
          <ac:chgData name="植田 篤俊" userId="0d2b3cda-30c1-45e3-9e5c-02c0046d67fa" providerId="ADAL" clId="{A6AB8097-671C-4783-A056-5A985F003BDF}" dt="2026-04-20T15:11:23.795" v="3351"/>
          <ac:inkMkLst>
            <pc:docMk/>
            <pc:sldMk cId="3869940010" sldId="259"/>
            <ac:inkMk id="981" creationId="{20C98DBC-9584-9E1E-F8A6-E725A9FBFC16}"/>
          </ac:inkMkLst>
        </pc:inkChg>
        <pc:inkChg chg="add del">
          <ac:chgData name="植田 篤俊" userId="0d2b3cda-30c1-45e3-9e5c-02c0046d67fa" providerId="ADAL" clId="{A6AB8097-671C-4783-A056-5A985F003BDF}" dt="2026-04-20T15:11:23.796" v="3353"/>
          <ac:inkMkLst>
            <pc:docMk/>
            <pc:sldMk cId="3869940010" sldId="259"/>
            <ac:inkMk id="982" creationId="{4ED6990B-A405-0637-9FB3-B9E2AB43B278}"/>
          </ac:inkMkLst>
        </pc:inkChg>
        <pc:inkChg chg="add del">
          <ac:chgData name="植田 篤俊" userId="0d2b3cda-30c1-45e3-9e5c-02c0046d67fa" providerId="ADAL" clId="{A6AB8097-671C-4783-A056-5A985F003BDF}" dt="2026-04-20T15:11:23.796" v="3352"/>
          <ac:inkMkLst>
            <pc:docMk/>
            <pc:sldMk cId="3869940010" sldId="259"/>
            <ac:inkMk id="983" creationId="{37D04A69-C33B-228D-0C54-499674EB0F56}"/>
          </ac:inkMkLst>
        </pc:inkChg>
        <pc:inkChg chg="add del">
          <ac:chgData name="植田 篤俊" userId="0d2b3cda-30c1-45e3-9e5c-02c0046d67fa" providerId="ADAL" clId="{A6AB8097-671C-4783-A056-5A985F003BDF}" dt="2026-04-20T15:11:26.158" v="3357"/>
          <ac:inkMkLst>
            <pc:docMk/>
            <pc:sldMk cId="3869940010" sldId="259"/>
            <ac:inkMk id="984" creationId="{9E536EAF-EBDB-8439-5099-81C6325B15AC}"/>
          </ac:inkMkLst>
        </pc:inkChg>
        <pc:inkChg chg="add del">
          <ac:chgData name="植田 篤俊" userId="0d2b3cda-30c1-45e3-9e5c-02c0046d67fa" providerId="ADAL" clId="{A6AB8097-671C-4783-A056-5A985F003BDF}" dt="2026-04-20T15:11:28.841" v="3365"/>
          <ac:inkMkLst>
            <pc:docMk/>
            <pc:sldMk cId="3869940010" sldId="259"/>
            <ac:inkMk id="985" creationId="{06E02294-49E9-172F-DA61-7AECC45252D9}"/>
          </ac:inkMkLst>
        </pc:inkChg>
        <pc:inkChg chg="add del">
          <ac:chgData name="植田 篤俊" userId="0d2b3cda-30c1-45e3-9e5c-02c0046d67fa" providerId="ADAL" clId="{A6AB8097-671C-4783-A056-5A985F003BDF}" dt="2026-04-20T15:11:25.995" v="3356"/>
          <ac:inkMkLst>
            <pc:docMk/>
            <pc:sldMk cId="3869940010" sldId="259"/>
            <ac:inkMk id="986" creationId="{84A2B2D6-BF54-EB1F-1745-923F1D22787E}"/>
          </ac:inkMkLst>
        </pc:inkChg>
        <pc:inkChg chg="add del">
          <ac:chgData name="植田 篤俊" userId="0d2b3cda-30c1-45e3-9e5c-02c0046d67fa" providerId="ADAL" clId="{A6AB8097-671C-4783-A056-5A985F003BDF}" dt="2026-04-20T15:11:28.841" v="3365"/>
          <ac:inkMkLst>
            <pc:docMk/>
            <pc:sldMk cId="3869940010" sldId="259"/>
            <ac:inkMk id="987" creationId="{BFA511B6-CF89-CC22-1C91-CB4319D6D29F}"/>
          </ac:inkMkLst>
        </pc:inkChg>
        <pc:inkChg chg="add del">
          <ac:chgData name="植田 篤俊" userId="0d2b3cda-30c1-45e3-9e5c-02c0046d67fa" providerId="ADAL" clId="{A6AB8097-671C-4783-A056-5A985F003BDF}" dt="2026-04-20T15:11:28.841" v="3365"/>
          <ac:inkMkLst>
            <pc:docMk/>
            <pc:sldMk cId="3869940010" sldId="259"/>
            <ac:inkMk id="988" creationId="{6D3B7F83-7FA8-3D80-4EF1-2AAE396CC1DB}"/>
          </ac:inkMkLst>
        </pc:inkChg>
        <pc:inkChg chg="add del">
          <ac:chgData name="植田 篤俊" userId="0d2b3cda-30c1-45e3-9e5c-02c0046d67fa" providerId="ADAL" clId="{A6AB8097-671C-4783-A056-5A985F003BDF}" dt="2026-04-20T15:11:28.841" v="3365"/>
          <ac:inkMkLst>
            <pc:docMk/>
            <pc:sldMk cId="3869940010" sldId="259"/>
            <ac:inkMk id="989" creationId="{2B9182CA-A155-21B7-3018-E00CA6C9FDF7}"/>
          </ac:inkMkLst>
        </pc:inkChg>
        <pc:inkChg chg="add del">
          <ac:chgData name="植田 篤俊" userId="0d2b3cda-30c1-45e3-9e5c-02c0046d67fa" providerId="ADAL" clId="{A6AB8097-671C-4783-A056-5A985F003BDF}" dt="2026-04-20T15:11:28.841" v="3365"/>
          <ac:inkMkLst>
            <pc:docMk/>
            <pc:sldMk cId="3869940010" sldId="259"/>
            <ac:inkMk id="990" creationId="{7D53C6A9-6DA1-B3F1-8E98-CC1BBA6919C9}"/>
          </ac:inkMkLst>
        </pc:inkChg>
        <pc:inkChg chg="add del">
          <ac:chgData name="植田 篤俊" userId="0d2b3cda-30c1-45e3-9e5c-02c0046d67fa" providerId="ADAL" clId="{A6AB8097-671C-4783-A056-5A985F003BDF}" dt="2026-04-20T15:11:28.841" v="3365"/>
          <ac:inkMkLst>
            <pc:docMk/>
            <pc:sldMk cId="3869940010" sldId="259"/>
            <ac:inkMk id="991" creationId="{07BF6EB1-2CB5-F2F5-3261-03575E59C8CF}"/>
          </ac:inkMkLst>
        </pc:inkChg>
        <pc:inkChg chg="add del">
          <ac:chgData name="植田 篤俊" userId="0d2b3cda-30c1-45e3-9e5c-02c0046d67fa" providerId="ADAL" clId="{A6AB8097-671C-4783-A056-5A985F003BDF}" dt="2026-04-20T15:11:28.841" v="3365"/>
          <ac:inkMkLst>
            <pc:docMk/>
            <pc:sldMk cId="3869940010" sldId="259"/>
            <ac:inkMk id="992" creationId="{6B37D2D8-5E3C-26CC-B2C9-311EB0B3B952}"/>
          </ac:inkMkLst>
        </pc:inkChg>
        <pc:inkChg chg="add del">
          <ac:chgData name="植田 篤俊" userId="0d2b3cda-30c1-45e3-9e5c-02c0046d67fa" providerId="ADAL" clId="{A6AB8097-671C-4783-A056-5A985F003BDF}" dt="2026-04-20T15:11:28.841" v="3365"/>
          <ac:inkMkLst>
            <pc:docMk/>
            <pc:sldMk cId="3869940010" sldId="259"/>
            <ac:inkMk id="993" creationId="{E7E48CCC-BE70-B14D-A9EA-E9F43DF06AB2}"/>
          </ac:inkMkLst>
        </pc:inkChg>
        <pc:inkChg chg="add reco">
          <ac:chgData name="植田 篤俊" userId="0d2b3cda-30c1-45e3-9e5c-02c0046d67fa" providerId="ADAL" clId="{A6AB8097-671C-4783-A056-5A985F003BDF}" dt="2026-04-20T15:11:28.841" v="3365"/>
          <ac:inkMkLst>
            <pc:docMk/>
            <pc:sldMk cId="3869940010" sldId="259"/>
            <ac:inkMk id="994" creationId="{3A6DEFDF-3EBB-086C-66CB-75216F52DED5}"/>
          </ac:inkMkLst>
        </pc:inkChg>
        <pc:inkChg chg="add del">
          <ac:chgData name="植田 篤俊" userId="0d2b3cda-30c1-45e3-9e5c-02c0046d67fa" providerId="ADAL" clId="{A6AB8097-671C-4783-A056-5A985F003BDF}" dt="2026-04-20T15:11:41.177" v="3371"/>
          <ac:inkMkLst>
            <pc:docMk/>
            <pc:sldMk cId="3869940010" sldId="259"/>
            <ac:inkMk id="995" creationId="{BEC68F65-2E50-6AD7-A3D2-6E4837376D94}"/>
          </ac:inkMkLst>
        </pc:inkChg>
        <pc:inkChg chg="add del">
          <ac:chgData name="植田 篤俊" userId="0d2b3cda-30c1-45e3-9e5c-02c0046d67fa" providerId="ADAL" clId="{A6AB8097-671C-4783-A056-5A985F003BDF}" dt="2026-04-20T15:11:41.178" v="3372"/>
          <ac:inkMkLst>
            <pc:docMk/>
            <pc:sldMk cId="3869940010" sldId="259"/>
            <ac:inkMk id="996" creationId="{24DF0C61-AB00-DAC8-8CEF-53948B094F0F}"/>
          </ac:inkMkLst>
        </pc:inkChg>
        <pc:inkChg chg="add del">
          <ac:chgData name="植田 篤俊" userId="0d2b3cda-30c1-45e3-9e5c-02c0046d67fa" providerId="ADAL" clId="{A6AB8097-671C-4783-A056-5A985F003BDF}" dt="2026-04-20T15:11:41.179" v="3374"/>
          <ac:inkMkLst>
            <pc:docMk/>
            <pc:sldMk cId="3869940010" sldId="259"/>
            <ac:inkMk id="997" creationId="{16A6AE62-AD0D-3F8C-8175-785B5B8301AB}"/>
          </ac:inkMkLst>
        </pc:inkChg>
        <pc:inkChg chg="add del">
          <ac:chgData name="植田 篤俊" userId="0d2b3cda-30c1-45e3-9e5c-02c0046d67fa" providerId="ADAL" clId="{A6AB8097-671C-4783-A056-5A985F003BDF}" dt="2026-04-20T15:11:41.178" v="3373"/>
          <ac:inkMkLst>
            <pc:docMk/>
            <pc:sldMk cId="3869940010" sldId="259"/>
            <ac:inkMk id="998" creationId="{61DBA57B-E7A2-C364-79DE-F4ECC0352791}"/>
          </ac:inkMkLst>
        </pc:inkChg>
        <pc:inkChg chg="add del">
          <ac:chgData name="植田 篤俊" userId="0d2b3cda-30c1-45e3-9e5c-02c0046d67fa" providerId="ADAL" clId="{A6AB8097-671C-4783-A056-5A985F003BDF}" dt="2026-04-20T15:11:45.643" v="3387"/>
          <ac:inkMkLst>
            <pc:docMk/>
            <pc:sldMk cId="3869940010" sldId="259"/>
            <ac:inkMk id="999" creationId="{205958B7-ACF0-28A1-48AA-835AF4F96E83}"/>
          </ac:inkMkLst>
        </pc:inkChg>
        <pc:inkChg chg="add del">
          <ac:chgData name="植田 篤俊" userId="0d2b3cda-30c1-45e3-9e5c-02c0046d67fa" providerId="ADAL" clId="{A6AB8097-671C-4783-A056-5A985F003BDF}" dt="2026-04-20T15:11:43.160" v="3379"/>
          <ac:inkMkLst>
            <pc:docMk/>
            <pc:sldMk cId="3869940010" sldId="259"/>
            <ac:inkMk id="1000" creationId="{2198B266-6C15-7D8B-8E62-22CA0C563888}"/>
          </ac:inkMkLst>
        </pc:inkChg>
        <pc:inkChg chg="add del">
          <ac:chgData name="植田 篤俊" userId="0d2b3cda-30c1-45e3-9e5c-02c0046d67fa" providerId="ADAL" clId="{A6AB8097-671C-4783-A056-5A985F003BDF}" dt="2026-04-20T15:11:43.192" v="3381"/>
          <ac:inkMkLst>
            <pc:docMk/>
            <pc:sldMk cId="3869940010" sldId="259"/>
            <ac:inkMk id="1001" creationId="{E6F48246-4070-4876-A99B-15BE95C8E0E2}"/>
          </ac:inkMkLst>
        </pc:inkChg>
        <pc:inkChg chg="add del">
          <ac:chgData name="植田 篤俊" userId="0d2b3cda-30c1-45e3-9e5c-02c0046d67fa" providerId="ADAL" clId="{A6AB8097-671C-4783-A056-5A985F003BDF}" dt="2026-04-20T15:11:43.192" v="3380"/>
          <ac:inkMkLst>
            <pc:docMk/>
            <pc:sldMk cId="3869940010" sldId="259"/>
            <ac:inkMk id="1002" creationId="{40B7657A-CF9E-85C4-8777-9C3A327EDCF1}"/>
          </ac:inkMkLst>
        </pc:inkChg>
        <pc:inkChg chg="add del">
          <ac:chgData name="植田 篤俊" userId="0d2b3cda-30c1-45e3-9e5c-02c0046d67fa" providerId="ADAL" clId="{A6AB8097-671C-4783-A056-5A985F003BDF}" dt="2026-04-20T15:11:45.643" v="3387"/>
          <ac:inkMkLst>
            <pc:docMk/>
            <pc:sldMk cId="3869940010" sldId="259"/>
            <ac:inkMk id="1003" creationId="{8A9CBF98-FF5D-2804-87DC-DFE6E1A1FF8A}"/>
          </ac:inkMkLst>
        </pc:inkChg>
        <pc:inkChg chg="add del">
          <ac:chgData name="植田 篤俊" userId="0d2b3cda-30c1-45e3-9e5c-02c0046d67fa" providerId="ADAL" clId="{A6AB8097-671C-4783-A056-5A985F003BDF}" dt="2026-04-20T15:11:45.643" v="3387"/>
          <ac:inkMkLst>
            <pc:docMk/>
            <pc:sldMk cId="3869940010" sldId="259"/>
            <ac:inkMk id="1004" creationId="{E06B75DB-E531-2988-84F8-3C8C1C40940A}"/>
          </ac:inkMkLst>
        </pc:inkChg>
        <pc:inkChg chg="add del">
          <ac:chgData name="植田 篤俊" userId="0d2b3cda-30c1-45e3-9e5c-02c0046d67fa" providerId="ADAL" clId="{A6AB8097-671C-4783-A056-5A985F003BDF}" dt="2026-04-20T15:11:45.643" v="3387"/>
          <ac:inkMkLst>
            <pc:docMk/>
            <pc:sldMk cId="3869940010" sldId="259"/>
            <ac:inkMk id="1005" creationId="{22DC51FF-3A9C-7540-F376-2701967312AF}"/>
          </ac:inkMkLst>
        </pc:inkChg>
        <pc:inkChg chg="add del">
          <ac:chgData name="植田 篤俊" userId="0d2b3cda-30c1-45e3-9e5c-02c0046d67fa" providerId="ADAL" clId="{A6AB8097-671C-4783-A056-5A985F003BDF}" dt="2026-04-20T15:11:45.643" v="3387"/>
          <ac:inkMkLst>
            <pc:docMk/>
            <pc:sldMk cId="3869940010" sldId="259"/>
            <ac:inkMk id="1006" creationId="{587F4613-025B-F1E4-8AF6-0DED96824B4B}"/>
          </ac:inkMkLst>
        </pc:inkChg>
        <pc:inkChg chg="add del">
          <ac:chgData name="植田 篤俊" userId="0d2b3cda-30c1-45e3-9e5c-02c0046d67fa" providerId="ADAL" clId="{A6AB8097-671C-4783-A056-5A985F003BDF}" dt="2026-04-20T15:11:45.643" v="3387"/>
          <ac:inkMkLst>
            <pc:docMk/>
            <pc:sldMk cId="3869940010" sldId="259"/>
            <ac:inkMk id="1007" creationId="{4C7C8565-7772-90B2-3D87-0C2CED00E34D}"/>
          </ac:inkMkLst>
        </pc:inkChg>
        <pc:inkChg chg="add del reco">
          <ac:chgData name="植田 篤俊" userId="0d2b3cda-30c1-45e3-9e5c-02c0046d67fa" providerId="ADAL" clId="{A6AB8097-671C-4783-A056-5A985F003BDF}" dt="2026-04-20T15:11:58.994" v="3389"/>
          <ac:inkMkLst>
            <pc:docMk/>
            <pc:sldMk cId="3869940010" sldId="259"/>
            <ac:inkMk id="1008" creationId="{2FFDD9FB-78F2-0A09-5B9A-C6C897E1B731}"/>
          </ac:inkMkLst>
        </pc:inkChg>
        <pc:inkChg chg="add del">
          <ac:chgData name="植田 篤俊" userId="0d2b3cda-30c1-45e3-9e5c-02c0046d67fa" providerId="ADAL" clId="{A6AB8097-671C-4783-A056-5A985F003BDF}" dt="2026-04-20T15:12:02.846" v="3394"/>
          <ac:inkMkLst>
            <pc:docMk/>
            <pc:sldMk cId="3869940010" sldId="259"/>
            <ac:inkMk id="1009" creationId="{A7B33411-3086-B40D-72B3-BEEE11C34431}"/>
          </ac:inkMkLst>
        </pc:inkChg>
        <pc:inkChg chg="add del">
          <ac:chgData name="植田 篤俊" userId="0d2b3cda-30c1-45e3-9e5c-02c0046d67fa" providerId="ADAL" clId="{A6AB8097-671C-4783-A056-5A985F003BDF}" dt="2026-04-20T15:12:02.846" v="3394"/>
          <ac:inkMkLst>
            <pc:docMk/>
            <pc:sldMk cId="3869940010" sldId="259"/>
            <ac:inkMk id="1010" creationId="{B2433A25-F93C-ED4D-8500-09D42989B547}"/>
          </ac:inkMkLst>
        </pc:inkChg>
        <pc:inkChg chg="add del">
          <ac:chgData name="植田 篤俊" userId="0d2b3cda-30c1-45e3-9e5c-02c0046d67fa" providerId="ADAL" clId="{A6AB8097-671C-4783-A056-5A985F003BDF}" dt="2026-04-20T15:12:02.846" v="3394"/>
          <ac:inkMkLst>
            <pc:docMk/>
            <pc:sldMk cId="3869940010" sldId="259"/>
            <ac:inkMk id="1011" creationId="{B61D99F0-7EF3-0AA9-A4BD-C651D0A1A521}"/>
          </ac:inkMkLst>
        </pc:inkChg>
        <pc:inkChg chg="add del">
          <ac:chgData name="植田 篤俊" userId="0d2b3cda-30c1-45e3-9e5c-02c0046d67fa" providerId="ADAL" clId="{A6AB8097-671C-4783-A056-5A985F003BDF}" dt="2026-04-20T15:12:02.846" v="3394"/>
          <ac:inkMkLst>
            <pc:docMk/>
            <pc:sldMk cId="3869940010" sldId="259"/>
            <ac:inkMk id="1012" creationId="{650A69D1-E436-78FF-9DD0-B7DA96CBB243}"/>
          </ac:inkMkLst>
        </pc:inkChg>
        <pc:inkChg chg="add del mod reco modStrokes">
          <ac:chgData name="植田 篤俊" userId="0d2b3cda-30c1-45e3-9e5c-02c0046d67fa" providerId="ADAL" clId="{A6AB8097-671C-4783-A056-5A985F003BDF}" dt="2026-04-20T15:12:12.592" v="3408"/>
          <ac:inkMkLst>
            <pc:docMk/>
            <pc:sldMk cId="3869940010" sldId="259"/>
            <ac:inkMk id="1013" creationId="{71B0F456-D51D-4BC0-7469-3E9EAF2D5353}"/>
          </ac:inkMkLst>
        </pc:inkChg>
        <pc:inkChg chg="add del">
          <ac:chgData name="植田 篤俊" userId="0d2b3cda-30c1-45e3-9e5c-02c0046d67fa" providerId="ADAL" clId="{A6AB8097-671C-4783-A056-5A985F003BDF}" dt="2026-04-20T15:12:04.484" v="3397"/>
          <ac:inkMkLst>
            <pc:docMk/>
            <pc:sldMk cId="3869940010" sldId="259"/>
            <ac:inkMk id="1014" creationId="{42E4F7D9-974E-D3EA-1A75-34D5062E8A32}"/>
          </ac:inkMkLst>
        </pc:inkChg>
        <pc:inkChg chg="add del">
          <ac:chgData name="植田 篤俊" userId="0d2b3cda-30c1-45e3-9e5c-02c0046d67fa" providerId="ADAL" clId="{A6AB8097-671C-4783-A056-5A985F003BDF}" dt="2026-04-20T15:12:09.904" v="3407"/>
          <ac:inkMkLst>
            <pc:docMk/>
            <pc:sldMk cId="3869940010" sldId="259"/>
            <ac:inkMk id="1015" creationId="{E60C2C59-9843-6134-FF60-258658DCBFBF}"/>
          </ac:inkMkLst>
        </pc:inkChg>
        <pc:inkChg chg="add del">
          <ac:chgData name="植田 篤俊" userId="0d2b3cda-30c1-45e3-9e5c-02c0046d67fa" providerId="ADAL" clId="{A6AB8097-671C-4783-A056-5A985F003BDF}" dt="2026-04-20T15:12:09.904" v="3407"/>
          <ac:inkMkLst>
            <pc:docMk/>
            <pc:sldMk cId="3869940010" sldId="259"/>
            <ac:inkMk id="1016" creationId="{DD4E4BBA-96F2-EBB8-1B2B-5BC79D6107F7}"/>
          </ac:inkMkLst>
        </pc:inkChg>
        <pc:inkChg chg="add del">
          <ac:chgData name="植田 篤俊" userId="0d2b3cda-30c1-45e3-9e5c-02c0046d67fa" providerId="ADAL" clId="{A6AB8097-671C-4783-A056-5A985F003BDF}" dt="2026-04-20T15:12:09.904" v="3407"/>
          <ac:inkMkLst>
            <pc:docMk/>
            <pc:sldMk cId="3869940010" sldId="259"/>
            <ac:inkMk id="1017" creationId="{54419319-B210-7470-B9BF-6681C05CE819}"/>
          </ac:inkMkLst>
        </pc:inkChg>
        <pc:inkChg chg="add del">
          <ac:chgData name="植田 篤俊" userId="0d2b3cda-30c1-45e3-9e5c-02c0046d67fa" providerId="ADAL" clId="{A6AB8097-671C-4783-A056-5A985F003BDF}" dt="2026-04-20T15:12:09.904" v="3407"/>
          <ac:inkMkLst>
            <pc:docMk/>
            <pc:sldMk cId="3869940010" sldId="259"/>
            <ac:inkMk id="1018" creationId="{A03678B2-E0BC-4D19-1280-2AE6C440E813}"/>
          </ac:inkMkLst>
        </pc:inkChg>
        <pc:inkChg chg="add del">
          <ac:chgData name="植田 篤俊" userId="0d2b3cda-30c1-45e3-9e5c-02c0046d67fa" providerId="ADAL" clId="{A6AB8097-671C-4783-A056-5A985F003BDF}" dt="2026-04-20T15:12:09.904" v="3407"/>
          <ac:inkMkLst>
            <pc:docMk/>
            <pc:sldMk cId="3869940010" sldId="259"/>
            <ac:inkMk id="1019" creationId="{27D4A93A-F097-DFA9-832C-5F830E8F24B4}"/>
          </ac:inkMkLst>
        </pc:inkChg>
        <pc:inkChg chg="add del">
          <ac:chgData name="植田 篤俊" userId="0d2b3cda-30c1-45e3-9e5c-02c0046d67fa" providerId="ADAL" clId="{A6AB8097-671C-4783-A056-5A985F003BDF}" dt="2026-04-20T15:12:09.904" v="3407"/>
          <ac:inkMkLst>
            <pc:docMk/>
            <pc:sldMk cId="3869940010" sldId="259"/>
            <ac:inkMk id="1020" creationId="{2BA79D5D-B7E5-6D73-C855-36C113F1B643}"/>
          </ac:inkMkLst>
        </pc:inkChg>
        <pc:inkChg chg="add del">
          <ac:chgData name="植田 篤俊" userId="0d2b3cda-30c1-45e3-9e5c-02c0046d67fa" providerId="ADAL" clId="{A6AB8097-671C-4783-A056-5A985F003BDF}" dt="2026-04-20T15:12:09.904" v="3407"/>
          <ac:inkMkLst>
            <pc:docMk/>
            <pc:sldMk cId="3869940010" sldId="259"/>
            <ac:inkMk id="1021" creationId="{421B49F4-F040-07F4-8115-F319FD582066}"/>
          </ac:inkMkLst>
        </pc:inkChg>
        <pc:inkChg chg="add del">
          <ac:chgData name="植田 篤俊" userId="0d2b3cda-30c1-45e3-9e5c-02c0046d67fa" providerId="ADAL" clId="{A6AB8097-671C-4783-A056-5A985F003BDF}" dt="2026-04-20T15:12:09.904" v="3407"/>
          <ac:inkMkLst>
            <pc:docMk/>
            <pc:sldMk cId="3869940010" sldId="259"/>
            <ac:inkMk id="1022" creationId="{2CC05553-72E1-8C48-60CF-706787539034}"/>
          </ac:inkMkLst>
        </pc:inkChg>
        <pc:inkChg chg="add del">
          <ac:chgData name="植田 篤俊" userId="0d2b3cda-30c1-45e3-9e5c-02c0046d67fa" providerId="ADAL" clId="{A6AB8097-671C-4783-A056-5A985F003BDF}" dt="2026-04-20T15:12:09.904" v="3407"/>
          <ac:inkMkLst>
            <pc:docMk/>
            <pc:sldMk cId="3869940010" sldId="259"/>
            <ac:inkMk id="1023" creationId="{EAEAEBF3-8754-C743-3562-425F4F8076B2}"/>
          </ac:inkMkLst>
        </pc:inkChg>
        <pc:inkChg chg="add del reco">
          <ac:chgData name="植田 篤俊" userId="0d2b3cda-30c1-45e3-9e5c-02c0046d67fa" providerId="ADAL" clId="{A6AB8097-671C-4783-A056-5A985F003BDF}" dt="2026-04-20T15:12:12.850" v="3409"/>
          <ac:inkMkLst>
            <pc:docMk/>
            <pc:sldMk cId="3869940010" sldId="259"/>
            <ac:inkMk id="1024" creationId="{C9ADA1E7-E5C3-0E02-F17F-23E46552F79D}"/>
          </ac:inkMkLst>
        </pc:inkChg>
        <pc:inkChg chg="add del">
          <ac:chgData name="植田 篤俊" userId="0d2b3cda-30c1-45e3-9e5c-02c0046d67fa" providerId="ADAL" clId="{A6AB8097-671C-4783-A056-5A985F003BDF}" dt="2026-04-20T15:12:18.015" v="3418"/>
          <ac:inkMkLst>
            <pc:docMk/>
            <pc:sldMk cId="3869940010" sldId="259"/>
            <ac:inkMk id="1025" creationId="{8C7BBB66-ADB8-2E61-3E72-41DC0A717F32}"/>
          </ac:inkMkLst>
        </pc:inkChg>
        <pc:inkChg chg="add del">
          <ac:chgData name="植田 篤俊" userId="0d2b3cda-30c1-45e3-9e5c-02c0046d67fa" providerId="ADAL" clId="{A6AB8097-671C-4783-A056-5A985F003BDF}" dt="2026-04-20T15:12:18.015" v="3418"/>
          <ac:inkMkLst>
            <pc:docMk/>
            <pc:sldMk cId="3869940010" sldId="259"/>
            <ac:inkMk id="1026" creationId="{B25E8B58-179A-A67B-8866-BBD10D540A96}"/>
          </ac:inkMkLst>
        </pc:inkChg>
        <pc:inkChg chg="add del">
          <ac:chgData name="植田 篤俊" userId="0d2b3cda-30c1-45e3-9e5c-02c0046d67fa" providerId="ADAL" clId="{A6AB8097-671C-4783-A056-5A985F003BDF}" dt="2026-04-20T15:12:18.015" v="3418"/>
          <ac:inkMkLst>
            <pc:docMk/>
            <pc:sldMk cId="3869940010" sldId="259"/>
            <ac:inkMk id="1027" creationId="{7E4C15CE-BC0F-3A90-06C3-6A46B49E121F}"/>
          </ac:inkMkLst>
        </pc:inkChg>
        <pc:inkChg chg="add del">
          <ac:chgData name="植田 篤俊" userId="0d2b3cda-30c1-45e3-9e5c-02c0046d67fa" providerId="ADAL" clId="{A6AB8097-671C-4783-A056-5A985F003BDF}" dt="2026-04-20T15:12:18.015" v="3418"/>
          <ac:inkMkLst>
            <pc:docMk/>
            <pc:sldMk cId="3869940010" sldId="259"/>
            <ac:inkMk id="1028" creationId="{8F51AA2E-98FC-A7D7-A9D6-C35F773AD548}"/>
          </ac:inkMkLst>
        </pc:inkChg>
        <pc:inkChg chg="add del">
          <ac:chgData name="植田 篤俊" userId="0d2b3cda-30c1-45e3-9e5c-02c0046d67fa" providerId="ADAL" clId="{A6AB8097-671C-4783-A056-5A985F003BDF}" dt="2026-04-20T15:12:18.015" v="3418"/>
          <ac:inkMkLst>
            <pc:docMk/>
            <pc:sldMk cId="3869940010" sldId="259"/>
            <ac:inkMk id="1029" creationId="{1EB87915-EBD7-6011-01D4-BF1172ADA60B}"/>
          </ac:inkMkLst>
        </pc:inkChg>
        <pc:inkChg chg="add del">
          <ac:chgData name="植田 篤俊" userId="0d2b3cda-30c1-45e3-9e5c-02c0046d67fa" providerId="ADAL" clId="{A6AB8097-671C-4783-A056-5A985F003BDF}" dt="2026-04-20T15:12:18.015" v="3418"/>
          <ac:inkMkLst>
            <pc:docMk/>
            <pc:sldMk cId="3869940010" sldId="259"/>
            <ac:inkMk id="1030" creationId="{53E11C68-D781-16B0-F2FA-24CC6ADF4B35}"/>
          </ac:inkMkLst>
        </pc:inkChg>
        <pc:inkChg chg="add del">
          <ac:chgData name="植田 篤俊" userId="0d2b3cda-30c1-45e3-9e5c-02c0046d67fa" providerId="ADAL" clId="{A6AB8097-671C-4783-A056-5A985F003BDF}" dt="2026-04-20T15:12:18.015" v="3418"/>
          <ac:inkMkLst>
            <pc:docMk/>
            <pc:sldMk cId="3869940010" sldId="259"/>
            <ac:inkMk id="1031" creationId="{F548BB74-3DC8-730E-A994-0FACE428E2BA}"/>
          </ac:inkMkLst>
        </pc:inkChg>
        <pc:inkChg chg="add del">
          <ac:chgData name="植田 篤俊" userId="0d2b3cda-30c1-45e3-9e5c-02c0046d67fa" providerId="ADAL" clId="{A6AB8097-671C-4783-A056-5A985F003BDF}" dt="2026-04-20T15:12:18.015" v="3418"/>
          <ac:inkMkLst>
            <pc:docMk/>
            <pc:sldMk cId="3869940010" sldId="259"/>
            <ac:inkMk id="1032" creationId="{BCB7F394-B88B-902C-3543-6D8FD51A97D0}"/>
          </ac:inkMkLst>
        </pc:inkChg>
        <pc:inkChg chg="add reco">
          <ac:chgData name="植田 篤俊" userId="0d2b3cda-30c1-45e3-9e5c-02c0046d67fa" providerId="ADAL" clId="{A6AB8097-671C-4783-A056-5A985F003BDF}" dt="2026-04-20T15:12:18.015" v="3418"/>
          <ac:inkMkLst>
            <pc:docMk/>
            <pc:sldMk cId="3869940010" sldId="259"/>
            <ac:inkMk id="1033" creationId="{EB228D8E-4B5A-CEBE-1D6C-454D1616C1D1}"/>
          </ac:inkMkLst>
        </pc:inkChg>
      </pc:sldChg>
      <pc:sldChg chg="addSp delSp modSp mod">
        <pc:chgData name="植田 篤俊" userId="0d2b3cda-30c1-45e3-9e5c-02c0046d67fa" providerId="ADAL" clId="{A6AB8097-671C-4783-A056-5A985F003BDF}" dt="2026-04-20T15:03:44.549" v="3085"/>
        <pc:sldMkLst>
          <pc:docMk/>
          <pc:sldMk cId="1009422686" sldId="260"/>
        </pc:sldMkLst>
        <pc:inkChg chg="add">
          <ac:chgData name="植田 篤俊" userId="0d2b3cda-30c1-45e3-9e5c-02c0046d67fa" providerId="ADAL" clId="{A6AB8097-671C-4783-A056-5A985F003BDF}" dt="2026-04-20T15:02:46.224" v="2991"/>
          <ac:inkMkLst>
            <pc:docMk/>
            <pc:sldMk cId="1009422686" sldId="260"/>
            <ac:inkMk id="2" creationId="{737F6345-BE62-AE78-DDF4-CE2CBB9F7E51}"/>
          </ac:inkMkLst>
        </pc:inkChg>
        <pc:inkChg chg="add del">
          <ac:chgData name="植田 篤俊" userId="0d2b3cda-30c1-45e3-9e5c-02c0046d67fa" providerId="ADAL" clId="{A6AB8097-671C-4783-A056-5A985F003BDF}" dt="2026-04-20T14:51:14.774" v="2340"/>
          <ac:inkMkLst>
            <pc:docMk/>
            <pc:sldMk cId="1009422686" sldId="260"/>
            <ac:inkMk id="2" creationId="{B8D73671-CFC0-91FF-B28A-4C5EFF3B2021}"/>
          </ac:inkMkLst>
        </pc:inkChg>
        <pc:inkChg chg="add del">
          <ac:chgData name="植田 篤俊" userId="0d2b3cda-30c1-45e3-9e5c-02c0046d67fa" providerId="ADAL" clId="{A6AB8097-671C-4783-A056-5A985F003BDF}" dt="2026-04-20T14:51:14.774" v="2340"/>
          <ac:inkMkLst>
            <pc:docMk/>
            <pc:sldMk cId="1009422686" sldId="260"/>
            <ac:inkMk id="3" creationId="{8806CA97-3CAF-EB5A-953A-64374AA3663D}"/>
          </ac:inkMkLst>
        </pc:inkChg>
        <pc:inkChg chg="add del">
          <ac:chgData name="植田 篤俊" userId="0d2b3cda-30c1-45e3-9e5c-02c0046d67fa" providerId="ADAL" clId="{A6AB8097-671C-4783-A056-5A985F003BDF}" dt="2026-04-20T15:02:47.803" v="2994"/>
          <ac:inkMkLst>
            <pc:docMk/>
            <pc:sldMk cId="1009422686" sldId="260"/>
            <ac:inkMk id="3" creationId="{FC31FBF8-C349-6098-E1AC-A748696B3C06}"/>
          </ac:inkMkLst>
        </pc:inkChg>
        <pc:inkChg chg="add del">
          <ac:chgData name="植田 篤俊" userId="0d2b3cda-30c1-45e3-9e5c-02c0046d67fa" providerId="ADAL" clId="{A6AB8097-671C-4783-A056-5A985F003BDF}" dt="2026-04-20T15:02:47.803" v="2994"/>
          <ac:inkMkLst>
            <pc:docMk/>
            <pc:sldMk cId="1009422686" sldId="260"/>
            <ac:inkMk id="4" creationId="{290AB952-9044-2D16-F812-C673AFE0A736}"/>
          </ac:inkMkLst>
        </pc:inkChg>
        <pc:inkChg chg="add del">
          <ac:chgData name="植田 篤俊" userId="0d2b3cda-30c1-45e3-9e5c-02c0046d67fa" providerId="ADAL" clId="{A6AB8097-671C-4783-A056-5A985F003BDF}" dt="2026-04-20T14:51:14.774" v="2340"/>
          <ac:inkMkLst>
            <pc:docMk/>
            <pc:sldMk cId="1009422686" sldId="260"/>
            <ac:inkMk id="4" creationId="{BD263A4C-13FA-0433-8118-B5F2E5446D1A}"/>
          </ac:inkMkLst>
        </pc:inkChg>
        <pc:inkChg chg="add del">
          <ac:chgData name="植田 篤俊" userId="0d2b3cda-30c1-45e3-9e5c-02c0046d67fa" providerId="ADAL" clId="{A6AB8097-671C-4783-A056-5A985F003BDF}" dt="2026-04-20T14:51:14.774" v="2340"/>
          <ac:inkMkLst>
            <pc:docMk/>
            <pc:sldMk cId="1009422686" sldId="260"/>
            <ac:inkMk id="5" creationId="{92072049-0D32-C5A9-2DDF-102355D8B7E1}"/>
          </ac:inkMkLst>
        </pc:inkChg>
        <pc:inkChg chg="add reco">
          <ac:chgData name="植田 篤俊" userId="0d2b3cda-30c1-45e3-9e5c-02c0046d67fa" providerId="ADAL" clId="{A6AB8097-671C-4783-A056-5A985F003BDF}" dt="2026-04-20T15:02:47.803" v="2994"/>
          <ac:inkMkLst>
            <pc:docMk/>
            <pc:sldMk cId="1009422686" sldId="260"/>
            <ac:inkMk id="5" creationId="{E93B727E-DAE1-1D6D-BDA6-31AE1DFB341F}"/>
          </ac:inkMkLst>
        </pc:inkChg>
        <pc:inkChg chg="add del mod reco modStrokes">
          <ac:chgData name="植田 篤俊" userId="0d2b3cda-30c1-45e3-9e5c-02c0046d67fa" providerId="ADAL" clId="{A6AB8097-671C-4783-A056-5A985F003BDF}" dt="2026-04-20T14:52:06.295" v="2367"/>
          <ac:inkMkLst>
            <pc:docMk/>
            <pc:sldMk cId="1009422686" sldId="260"/>
            <ac:inkMk id="6" creationId="{805A1C72-0C23-A6A0-AF53-FF7A18D2645B}"/>
          </ac:inkMkLst>
        </pc:inkChg>
        <pc:inkChg chg="add">
          <ac:chgData name="植田 篤俊" userId="0d2b3cda-30c1-45e3-9e5c-02c0046d67fa" providerId="ADAL" clId="{A6AB8097-671C-4783-A056-5A985F003BDF}" dt="2026-04-20T15:02:51.453" v="2998"/>
          <ac:inkMkLst>
            <pc:docMk/>
            <pc:sldMk cId="1009422686" sldId="260"/>
            <ac:inkMk id="6" creationId="{8999CE67-1F3E-DC3F-85DA-FEF3FD4A4569}"/>
          </ac:inkMkLst>
        </pc:inkChg>
        <pc:inkChg chg="add del">
          <ac:chgData name="植田 篤俊" userId="0d2b3cda-30c1-45e3-9e5c-02c0046d67fa" providerId="ADAL" clId="{A6AB8097-671C-4783-A056-5A985F003BDF}" dt="2026-04-20T15:02:56.755" v="3009"/>
          <ac:inkMkLst>
            <pc:docMk/>
            <pc:sldMk cId="1009422686" sldId="260"/>
            <ac:inkMk id="7" creationId="{2FDE184E-F554-7DA9-F4E6-1B63857C1B01}"/>
          </ac:inkMkLst>
        </pc:inkChg>
        <pc:inkChg chg="add del">
          <ac:chgData name="植田 篤俊" userId="0d2b3cda-30c1-45e3-9e5c-02c0046d67fa" providerId="ADAL" clId="{A6AB8097-671C-4783-A056-5A985F003BDF}" dt="2026-04-20T14:52:06.298" v="2369"/>
          <ac:inkMkLst>
            <pc:docMk/>
            <pc:sldMk cId="1009422686" sldId="260"/>
            <ac:inkMk id="7" creationId="{E89AEDE3-5332-270D-1B48-774E97656075}"/>
          </ac:inkMkLst>
        </pc:inkChg>
        <pc:inkChg chg="add del">
          <ac:chgData name="植田 篤俊" userId="0d2b3cda-30c1-45e3-9e5c-02c0046d67fa" providerId="ADAL" clId="{A6AB8097-671C-4783-A056-5A985F003BDF}" dt="2026-04-20T14:51:23.276" v="2358"/>
          <ac:inkMkLst>
            <pc:docMk/>
            <pc:sldMk cId="1009422686" sldId="260"/>
            <ac:inkMk id="8" creationId="{144B28B6-2A01-6865-5620-421CD14FC74D}"/>
          </ac:inkMkLst>
        </pc:inkChg>
        <pc:inkChg chg="add del">
          <ac:chgData name="植田 篤俊" userId="0d2b3cda-30c1-45e3-9e5c-02c0046d67fa" providerId="ADAL" clId="{A6AB8097-671C-4783-A056-5A985F003BDF}" dt="2026-04-20T15:02:56.755" v="3009"/>
          <ac:inkMkLst>
            <pc:docMk/>
            <pc:sldMk cId="1009422686" sldId="260"/>
            <ac:inkMk id="8" creationId="{DE814B86-0EAF-E1EF-2AF5-52B5C2D4C738}"/>
          </ac:inkMkLst>
        </pc:inkChg>
        <pc:inkChg chg="add del">
          <ac:chgData name="植田 篤俊" userId="0d2b3cda-30c1-45e3-9e5c-02c0046d67fa" providerId="ADAL" clId="{A6AB8097-671C-4783-A056-5A985F003BDF}" dt="2026-04-20T15:02:56.755" v="3009"/>
          <ac:inkMkLst>
            <pc:docMk/>
            <pc:sldMk cId="1009422686" sldId="260"/>
            <ac:inkMk id="9" creationId="{3AB32982-EE2B-5D35-BFD7-CEF1B4A9FC02}"/>
          </ac:inkMkLst>
        </pc:inkChg>
        <pc:inkChg chg="add del">
          <ac:chgData name="植田 篤俊" userId="0d2b3cda-30c1-45e3-9e5c-02c0046d67fa" providerId="ADAL" clId="{A6AB8097-671C-4783-A056-5A985F003BDF}" dt="2026-04-20T14:51:23.276" v="2358"/>
          <ac:inkMkLst>
            <pc:docMk/>
            <pc:sldMk cId="1009422686" sldId="260"/>
            <ac:inkMk id="9" creationId="{8B2179C6-CDD1-EA42-6C3A-4DBBF25EE837}"/>
          </ac:inkMkLst>
        </pc:inkChg>
        <pc:inkChg chg="add">
          <ac:chgData name="植田 篤俊" userId="0d2b3cda-30c1-45e3-9e5c-02c0046d67fa" providerId="ADAL" clId="{A6AB8097-671C-4783-A056-5A985F003BDF}" dt="2026-04-20T14:51:18.590" v="2345"/>
          <ac:inkMkLst>
            <pc:docMk/>
            <pc:sldMk cId="1009422686" sldId="260"/>
            <ac:inkMk id="10" creationId="{37A7495F-B66F-82EF-A305-6626B0B49511}"/>
          </ac:inkMkLst>
        </pc:inkChg>
        <pc:inkChg chg="add del">
          <ac:chgData name="植田 篤俊" userId="0d2b3cda-30c1-45e3-9e5c-02c0046d67fa" providerId="ADAL" clId="{A6AB8097-671C-4783-A056-5A985F003BDF}" dt="2026-04-20T15:02:56.755" v="3009"/>
          <ac:inkMkLst>
            <pc:docMk/>
            <pc:sldMk cId="1009422686" sldId="260"/>
            <ac:inkMk id="10" creationId="{DEE4BDD6-7162-3B22-E3AD-4E7241C5DACE}"/>
          </ac:inkMkLst>
        </pc:inkChg>
        <pc:inkChg chg="add">
          <ac:chgData name="植田 篤俊" userId="0d2b3cda-30c1-45e3-9e5c-02c0046d67fa" providerId="ADAL" clId="{A6AB8097-671C-4783-A056-5A985F003BDF}" dt="2026-04-20T15:02:54.854" v="3004"/>
          <ac:inkMkLst>
            <pc:docMk/>
            <pc:sldMk cId="1009422686" sldId="260"/>
            <ac:inkMk id="11" creationId="{5E882E4F-5C44-D578-0FA0-B23FEA73ED25}"/>
          </ac:inkMkLst>
        </pc:inkChg>
        <pc:inkChg chg="add del">
          <ac:chgData name="植田 篤俊" userId="0d2b3cda-30c1-45e3-9e5c-02c0046d67fa" providerId="ADAL" clId="{A6AB8097-671C-4783-A056-5A985F003BDF}" dt="2026-04-20T14:51:23.276" v="2358"/>
          <ac:inkMkLst>
            <pc:docMk/>
            <pc:sldMk cId="1009422686" sldId="260"/>
            <ac:inkMk id="11" creationId="{73D4A37E-751F-1A93-9B0E-BDB8BB54DA3D}"/>
          </ac:inkMkLst>
        </pc:inkChg>
        <pc:inkChg chg="add del">
          <ac:chgData name="植田 篤俊" userId="0d2b3cda-30c1-45e3-9e5c-02c0046d67fa" providerId="ADAL" clId="{A6AB8097-671C-4783-A056-5A985F003BDF}" dt="2026-04-20T15:02:56.755" v="3009"/>
          <ac:inkMkLst>
            <pc:docMk/>
            <pc:sldMk cId="1009422686" sldId="260"/>
            <ac:inkMk id="12" creationId="{95702804-6867-FB9C-09F0-8DB2BEF3DA20}"/>
          </ac:inkMkLst>
        </pc:inkChg>
        <pc:inkChg chg="add del">
          <ac:chgData name="植田 篤俊" userId="0d2b3cda-30c1-45e3-9e5c-02c0046d67fa" providerId="ADAL" clId="{A6AB8097-671C-4783-A056-5A985F003BDF}" dt="2026-04-20T14:51:23.276" v="2358"/>
          <ac:inkMkLst>
            <pc:docMk/>
            <pc:sldMk cId="1009422686" sldId="260"/>
            <ac:inkMk id="12" creationId="{C89AFEB8-C912-8CD2-64C7-102B23BC708F}"/>
          </ac:inkMkLst>
        </pc:inkChg>
        <pc:inkChg chg="add">
          <ac:chgData name="植田 篤俊" userId="0d2b3cda-30c1-45e3-9e5c-02c0046d67fa" providerId="ADAL" clId="{A6AB8097-671C-4783-A056-5A985F003BDF}" dt="2026-04-20T14:51:20.673" v="2348"/>
          <ac:inkMkLst>
            <pc:docMk/>
            <pc:sldMk cId="1009422686" sldId="260"/>
            <ac:inkMk id="14" creationId="{34E84B3D-6554-4A03-EE2F-7F1272454257}"/>
          </ac:inkMkLst>
        </pc:inkChg>
        <pc:inkChg chg="add del">
          <ac:chgData name="植田 篤俊" userId="0d2b3cda-30c1-45e3-9e5c-02c0046d67fa" providerId="ADAL" clId="{A6AB8097-671C-4783-A056-5A985F003BDF}" dt="2026-04-20T15:02:56.755" v="3009"/>
          <ac:inkMkLst>
            <pc:docMk/>
            <pc:sldMk cId="1009422686" sldId="260"/>
            <ac:inkMk id="14" creationId="{EDF6F7BD-4B22-1E34-8B81-3BC3F8A3F9B8}"/>
          </ac:inkMkLst>
        </pc:inkChg>
        <pc:inkChg chg="add del">
          <ac:chgData name="植田 篤俊" userId="0d2b3cda-30c1-45e3-9e5c-02c0046d67fa" providerId="ADAL" clId="{A6AB8097-671C-4783-A056-5A985F003BDF}" dt="2026-04-20T14:51:23.276" v="2358"/>
          <ac:inkMkLst>
            <pc:docMk/>
            <pc:sldMk cId="1009422686" sldId="260"/>
            <ac:inkMk id="15" creationId="{2E755CA1-9784-DE1A-3217-73E6D7E750EA}"/>
          </ac:inkMkLst>
        </pc:inkChg>
        <pc:inkChg chg="add reco">
          <ac:chgData name="植田 篤俊" userId="0d2b3cda-30c1-45e3-9e5c-02c0046d67fa" providerId="ADAL" clId="{A6AB8097-671C-4783-A056-5A985F003BDF}" dt="2026-04-20T15:02:56.755" v="3009"/>
          <ac:inkMkLst>
            <pc:docMk/>
            <pc:sldMk cId="1009422686" sldId="260"/>
            <ac:inkMk id="15" creationId="{5DC2A485-5FE8-4AAD-70D7-3B0F34B1C139}"/>
          </ac:inkMkLst>
        </pc:inkChg>
        <pc:inkChg chg="add reco">
          <ac:chgData name="植田 篤俊" userId="0d2b3cda-30c1-45e3-9e5c-02c0046d67fa" providerId="ADAL" clId="{A6AB8097-671C-4783-A056-5A985F003BDF}" dt="2026-04-20T15:02:56.755" v="3009"/>
          <ac:inkMkLst>
            <pc:docMk/>
            <pc:sldMk cId="1009422686" sldId="260"/>
            <ac:inkMk id="16" creationId="{1E0710DE-4926-6AC7-7BA0-B3C59F8D884A}"/>
          </ac:inkMkLst>
        </pc:inkChg>
        <pc:inkChg chg="add del">
          <ac:chgData name="植田 篤俊" userId="0d2b3cda-30c1-45e3-9e5c-02c0046d67fa" providerId="ADAL" clId="{A6AB8097-671C-4783-A056-5A985F003BDF}" dt="2026-04-20T14:51:23.276" v="2358"/>
          <ac:inkMkLst>
            <pc:docMk/>
            <pc:sldMk cId="1009422686" sldId="260"/>
            <ac:inkMk id="16" creationId="{E969DB5F-02BC-C48C-57AB-FA7A05C7AD2D}"/>
          </ac:inkMkLst>
        </pc:inkChg>
        <pc:inkChg chg="add">
          <ac:chgData name="植田 篤俊" userId="0d2b3cda-30c1-45e3-9e5c-02c0046d67fa" providerId="ADAL" clId="{A6AB8097-671C-4783-A056-5A985F003BDF}" dt="2026-04-20T14:51:21.207" v="2351"/>
          <ac:inkMkLst>
            <pc:docMk/>
            <pc:sldMk cId="1009422686" sldId="260"/>
            <ac:inkMk id="17" creationId="{8D804600-D44D-84BD-86F4-A4DD14930013}"/>
          </ac:inkMkLst>
        </pc:inkChg>
        <pc:inkChg chg="add del">
          <ac:chgData name="植田 篤俊" userId="0d2b3cda-30c1-45e3-9e5c-02c0046d67fa" providerId="ADAL" clId="{A6AB8097-671C-4783-A056-5A985F003BDF}" dt="2026-04-20T15:02:59.303" v="3015"/>
          <ac:inkMkLst>
            <pc:docMk/>
            <pc:sldMk cId="1009422686" sldId="260"/>
            <ac:inkMk id="17" creationId="{F9CFF908-044C-CACC-97D3-F1007EA2AFFC}"/>
          </ac:inkMkLst>
        </pc:inkChg>
        <pc:inkChg chg="add del">
          <ac:chgData name="植田 篤俊" userId="0d2b3cda-30c1-45e3-9e5c-02c0046d67fa" providerId="ADAL" clId="{A6AB8097-671C-4783-A056-5A985F003BDF}" dt="2026-04-20T15:02:59.303" v="3015"/>
          <ac:inkMkLst>
            <pc:docMk/>
            <pc:sldMk cId="1009422686" sldId="260"/>
            <ac:inkMk id="18" creationId="{0F630DDB-A4C8-E68C-5227-05FD065396A4}"/>
          </ac:inkMkLst>
        </pc:inkChg>
        <pc:inkChg chg="add">
          <ac:chgData name="植田 篤俊" userId="0d2b3cda-30c1-45e3-9e5c-02c0046d67fa" providerId="ADAL" clId="{A6AB8097-671C-4783-A056-5A985F003BDF}" dt="2026-04-20T14:51:21.559" v="2352"/>
          <ac:inkMkLst>
            <pc:docMk/>
            <pc:sldMk cId="1009422686" sldId="260"/>
            <ac:inkMk id="18" creationId="{421F7256-74F0-5880-8D53-8992B49FB259}"/>
          </ac:inkMkLst>
        </pc:inkChg>
        <pc:inkChg chg="add del">
          <ac:chgData name="植田 篤俊" userId="0d2b3cda-30c1-45e3-9e5c-02c0046d67fa" providerId="ADAL" clId="{A6AB8097-671C-4783-A056-5A985F003BDF}" dt="2026-04-20T14:51:23.276" v="2358"/>
          <ac:inkMkLst>
            <pc:docMk/>
            <pc:sldMk cId="1009422686" sldId="260"/>
            <ac:inkMk id="19" creationId="{3E359ECB-2B67-3500-AE7B-475E725C7439}"/>
          </ac:inkMkLst>
        </pc:inkChg>
        <pc:inkChg chg="add del">
          <ac:chgData name="植田 篤俊" userId="0d2b3cda-30c1-45e3-9e5c-02c0046d67fa" providerId="ADAL" clId="{A6AB8097-671C-4783-A056-5A985F003BDF}" dt="2026-04-20T15:02:59.303" v="3015"/>
          <ac:inkMkLst>
            <pc:docMk/>
            <pc:sldMk cId="1009422686" sldId="260"/>
            <ac:inkMk id="19" creationId="{A9664C7E-5040-B4B3-AC4E-B2A1B3842DA4}"/>
          </ac:inkMkLst>
        </pc:inkChg>
        <pc:inkChg chg="add del">
          <ac:chgData name="植田 篤俊" userId="0d2b3cda-30c1-45e3-9e5c-02c0046d67fa" providerId="ADAL" clId="{A6AB8097-671C-4783-A056-5A985F003BDF}" dt="2026-04-20T14:51:23.276" v="2358"/>
          <ac:inkMkLst>
            <pc:docMk/>
            <pc:sldMk cId="1009422686" sldId="260"/>
            <ac:inkMk id="20" creationId="{CACB62C5-2667-1CCC-AF8F-2AF3575D9951}"/>
          </ac:inkMkLst>
        </pc:inkChg>
        <pc:inkChg chg="add del">
          <ac:chgData name="植田 篤俊" userId="0d2b3cda-30c1-45e3-9e5c-02c0046d67fa" providerId="ADAL" clId="{A6AB8097-671C-4783-A056-5A985F003BDF}" dt="2026-04-20T15:02:59.303" v="3015"/>
          <ac:inkMkLst>
            <pc:docMk/>
            <pc:sldMk cId="1009422686" sldId="260"/>
            <ac:inkMk id="20" creationId="{FCC6604A-0FAC-6873-08B2-471DF61FFD10}"/>
          </ac:inkMkLst>
        </pc:inkChg>
        <pc:inkChg chg="add">
          <ac:chgData name="植田 篤俊" userId="0d2b3cda-30c1-45e3-9e5c-02c0046d67fa" providerId="ADAL" clId="{A6AB8097-671C-4783-A056-5A985F003BDF}" dt="2026-04-20T14:51:22.175" v="2355"/>
          <ac:inkMkLst>
            <pc:docMk/>
            <pc:sldMk cId="1009422686" sldId="260"/>
            <ac:inkMk id="21" creationId="{3DCE8823-3740-419B-2002-0D048DA32523}"/>
          </ac:inkMkLst>
        </pc:inkChg>
        <pc:inkChg chg="add reco">
          <ac:chgData name="植田 篤俊" userId="0d2b3cda-30c1-45e3-9e5c-02c0046d67fa" providerId="ADAL" clId="{A6AB8097-671C-4783-A056-5A985F003BDF}" dt="2026-04-20T15:02:59.303" v="3015"/>
          <ac:inkMkLst>
            <pc:docMk/>
            <pc:sldMk cId="1009422686" sldId="260"/>
            <ac:inkMk id="21" creationId="{77C7D448-F15E-2DD1-22CC-06248DA1A781}"/>
          </ac:inkMkLst>
        </pc:inkChg>
        <pc:inkChg chg="add reco">
          <ac:chgData name="植田 篤俊" userId="0d2b3cda-30c1-45e3-9e5c-02c0046d67fa" providerId="ADAL" clId="{A6AB8097-671C-4783-A056-5A985F003BDF}" dt="2026-04-20T15:02:59.303" v="3015"/>
          <ac:inkMkLst>
            <pc:docMk/>
            <pc:sldMk cId="1009422686" sldId="260"/>
            <ac:inkMk id="22" creationId="{09554214-0692-FBBC-C684-ADAEBD93D84D}"/>
          </ac:inkMkLst>
        </pc:inkChg>
        <pc:inkChg chg="add">
          <ac:chgData name="植田 篤俊" userId="0d2b3cda-30c1-45e3-9e5c-02c0046d67fa" providerId="ADAL" clId="{A6AB8097-671C-4783-A056-5A985F003BDF}" dt="2026-04-20T14:51:22.309" v="2356"/>
          <ac:inkMkLst>
            <pc:docMk/>
            <pc:sldMk cId="1009422686" sldId="260"/>
            <ac:inkMk id="22" creationId="{305F4426-ED19-B00C-9574-B51D1DE8BE58}"/>
          </ac:inkMkLst>
        </pc:inkChg>
        <pc:inkChg chg="add del">
          <ac:chgData name="植田 篤俊" userId="0d2b3cda-30c1-45e3-9e5c-02c0046d67fa" providerId="ADAL" clId="{A6AB8097-671C-4783-A056-5A985F003BDF}" dt="2026-04-20T15:03:08.096" v="3032"/>
          <ac:inkMkLst>
            <pc:docMk/>
            <pc:sldMk cId="1009422686" sldId="260"/>
            <ac:inkMk id="23" creationId="{B46A627C-9D25-E077-A297-11454B997C8B}"/>
          </ac:inkMkLst>
        </pc:inkChg>
        <pc:inkChg chg="add del">
          <ac:chgData name="植田 篤俊" userId="0d2b3cda-30c1-45e3-9e5c-02c0046d67fa" providerId="ADAL" clId="{A6AB8097-671C-4783-A056-5A985F003BDF}" dt="2026-04-20T14:51:23.276" v="2358"/>
          <ac:inkMkLst>
            <pc:docMk/>
            <pc:sldMk cId="1009422686" sldId="260"/>
            <ac:inkMk id="23" creationId="{BA49A357-81DB-DAB3-4471-A25053395779}"/>
          </ac:inkMkLst>
        </pc:inkChg>
        <pc:inkChg chg="add del reco">
          <ac:chgData name="植田 篤俊" userId="0d2b3cda-30c1-45e3-9e5c-02c0046d67fa" providerId="ADAL" clId="{A6AB8097-671C-4783-A056-5A985F003BDF}" dt="2026-04-20T14:52:06.293" v="2366"/>
          <ac:inkMkLst>
            <pc:docMk/>
            <pc:sldMk cId="1009422686" sldId="260"/>
            <ac:inkMk id="24" creationId="{5DAA1DA1-196E-3D01-639D-F0CABBD7241B}"/>
          </ac:inkMkLst>
        </pc:inkChg>
        <pc:inkChg chg="add del">
          <ac:chgData name="植田 篤俊" userId="0d2b3cda-30c1-45e3-9e5c-02c0046d67fa" providerId="ADAL" clId="{A6AB8097-671C-4783-A056-5A985F003BDF}" dt="2026-04-20T15:03:08.096" v="3032"/>
          <ac:inkMkLst>
            <pc:docMk/>
            <pc:sldMk cId="1009422686" sldId="260"/>
            <ac:inkMk id="24" creationId="{72B9014D-B09B-6F92-2F1D-12B13B29246B}"/>
          </ac:inkMkLst>
        </pc:inkChg>
        <pc:inkChg chg="add reco">
          <ac:chgData name="植田 篤俊" userId="0d2b3cda-30c1-45e3-9e5c-02c0046d67fa" providerId="ADAL" clId="{A6AB8097-671C-4783-A056-5A985F003BDF}" dt="2026-04-20T15:03:08.096" v="3032"/>
          <ac:inkMkLst>
            <pc:docMk/>
            <pc:sldMk cId="1009422686" sldId="260"/>
            <ac:inkMk id="25" creationId="{3D9E7411-C95F-6AFC-8C24-8F21BF401E6F}"/>
          </ac:inkMkLst>
        </pc:inkChg>
        <pc:inkChg chg="del">
          <ac:chgData name="植田 篤俊" userId="0d2b3cda-30c1-45e3-9e5c-02c0046d67fa" providerId="ADAL" clId="{A6AB8097-671C-4783-A056-5A985F003BDF}" dt="2026-04-20T14:52:06.297" v="2368"/>
          <ac:inkMkLst>
            <pc:docMk/>
            <pc:sldMk cId="1009422686" sldId="260"/>
            <ac:inkMk id="25" creationId="{CB4A1E28-60E6-A985-E919-1F4FFEA0DBC8}"/>
          </ac:inkMkLst>
        </pc:inkChg>
        <pc:inkChg chg="add">
          <ac:chgData name="植田 篤俊" userId="0d2b3cda-30c1-45e3-9e5c-02c0046d67fa" providerId="ADAL" clId="{A6AB8097-671C-4783-A056-5A985F003BDF}" dt="2026-04-20T14:51:35.597" v="2359"/>
          <ac:inkMkLst>
            <pc:docMk/>
            <pc:sldMk cId="1009422686" sldId="260"/>
            <ac:inkMk id="26" creationId="{B4130C10-7994-5ED6-DA3E-4EA653E7B5EE}"/>
          </ac:inkMkLst>
        </pc:inkChg>
        <pc:inkChg chg="add del">
          <ac:chgData name="植田 篤俊" userId="0d2b3cda-30c1-45e3-9e5c-02c0046d67fa" providerId="ADAL" clId="{A6AB8097-671C-4783-A056-5A985F003BDF}" dt="2026-04-20T14:52:20.596" v="2394"/>
          <ac:inkMkLst>
            <pc:docMk/>
            <pc:sldMk cId="1009422686" sldId="260"/>
            <ac:inkMk id="27" creationId="{9CC3D36C-9DBE-E196-1CA3-5DC944F8AC81}"/>
          </ac:inkMkLst>
        </pc:inkChg>
        <pc:inkChg chg="add del">
          <ac:chgData name="植田 篤俊" userId="0d2b3cda-30c1-45e3-9e5c-02c0046d67fa" providerId="ADAL" clId="{A6AB8097-671C-4783-A056-5A985F003BDF}" dt="2026-04-20T15:03:11.151" v="3035"/>
          <ac:inkMkLst>
            <pc:docMk/>
            <pc:sldMk cId="1009422686" sldId="260"/>
            <ac:inkMk id="27" creationId="{B6340FE2-C7A0-BDE6-8032-E60FCCB7CB70}"/>
          </ac:inkMkLst>
        </pc:inkChg>
        <pc:inkChg chg="add del">
          <ac:chgData name="植田 篤俊" userId="0d2b3cda-30c1-45e3-9e5c-02c0046d67fa" providerId="ADAL" clId="{A6AB8097-671C-4783-A056-5A985F003BDF}" dt="2026-04-20T14:52:20.596" v="2394"/>
          <ac:inkMkLst>
            <pc:docMk/>
            <pc:sldMk cId="1009422686" sldId="260"/>
            <ac:inkMk id="28" creationId="{E61BAC6C-E72D-9259-C10A-424434C4217D}"/>
          </ac:inkMkLst>
        </pc:inkChg>
        <pc:inkChg chg="add del">
          <ac:chgData name="植田 篤俊" userId="0d2b3cda-30c1-45e3-9e5c-02c0046d67fa" providerId="ADAL" clId="{A6AB8097-671C-4783-A056-5A985F003BDF}" dt="2026-04-20T15:03:11.151" v="3035"/>
          <ac:inkMkLst>
            <pc:docMk/>
            <pc:sldMk cId="1009422686" sldId="260"/>
            <ac:inkMk id="28" creationId="{EF7AB6C4-1FF9-F657-6F53-48DAD435B799}"/>
          </ac:inkMkLst>
        </pc:inkChg>
        <pc:inkChg chg="add del">
          <ac:chgData name="植田 篤俊" userId="0d2b3cda-30c1-45e3-9e5c-02c0046d67fa" providerId="ADAL" clId="{A6AB8097-671C-4783-A056-5A985F003BDF}" dt="2026-04-20T14:52:20.596" v="2394"/>
          <ac:inkMkLst>
            <pc:docMk/>
            <pc:sldMk cId="1009422686" sldId="260"/>
            <ac:inkMk id="29" creationId="{36E9F236-5520-E684-F8C2-8BF2B0D7A97D}"/>
          </ac:inkMkLst>
        </pc:inkChg>
        <pc:inkChg chg="add del reco">
          <ac:chgData name="植田 篤俊" userId="0d2b3cda-30c1-45e3-9e5c-02c0046d67fa" providerId="ADAL" clId="{A6AB8097-671C-4783-A056-5A985F003BDF}" dt="2026-04-20T15:03:12.252" v="3036"/>
          <ac:inkMkLst>
            <pc:docMk/>
            <pc:sldMk cId="1009422686" sldId="260"/>
            <ac:inkMk id="29" creationId="{8D01E148-7025-A7BC-A2B3-1BECEA61084B}"/>
          </ac:inkMkLst>
        </pc:inkChg>
        <pc:inkChg chg="add del">
          <ac:chgData name="植田 篤俊" userId="0d2b3cda-30c1-45e3-9e5c-02c0046d67fa" providerId="ADAL" clId="{A6AB8097-671C-4783-A056-5A985F003BDF}" dt="2026-04-20T15:03:18.428" v="3047"/>
          <ac:inkMkLst>
            <pc:docMk/>
            <pc:sldMk cId="1009422686" sldId="260"/>
            <ac:inkMk id="30" creationId="{3A2A25A8-E80B-B71F-EA3A-EA298BA4C1A0}"/>
          </ac:inkMkLst>
        </pc:inkChg>
        <pc:inkChg chg="add del">
          <ac:chgData name="植田 篤俊" userId="0d2b3cda-30c1-45e3-9e5c-02c0046d67fa" providerId="ADAL" clId="{A6AB8097-671C-4783-A056-5A985F003BDF}" dt="2026-04-20T14:52:20.596" v="2394"/>
          <ac:inkMkLst>
            <pc:docMk/>
            <pc:sldMk cId="1009422686" sldId="260"/>
            <ac:inkMk id="30" creationId="{71B779D1-58F8-DEBE-69BD-1933D5AB5BF5}"/>
          </ac:inkMkLst>
        </pc:inkChg>
        <pc:inkChg chg="add del">
          <ac:chgData name="植田 篤俊" userId="0d2b3cda-30c1-45e3-9e5c-02c0046d67fa" providerId="ADAL" clId="{A6AB8097-671C-4783-A056-5A985F003BDF}" dt="2026-04-20T15:03:18.428" v="3047"/>
          <ac:inkMkLst>
            <pc:docMk/>
            <pc:sldMk cId="1009422686" sldId="260"/>
            <ac:inkMk id="31" creationId="{4B900452-59B9-66FE-BF77-620E930ECB0F}"/>
          </ac:inkMkLst>
        </pc:inkChg>
        <pc:inkChg chg="add del">
          <ac:chgData name="植田 篤俊" userId="0d2b3cda-30c1-45e3-9e5c-02c0046d67fa" providerId="ADAL" clId="{A6AB8097-671C-4783-A056-5A985F003BDF}" dt="2026-04-20T14:52:20.596" v="2394"/>
          <ac:inkMkLst>
            <pc:docMk/>
            <pc:sldMk cId="1009422686" sldId="260"/>
            <ac:inkMk id="31" creationId="{7211A5F3-0D46-1DE2-7294-105BC512402D}"/>
          </ac:inkMkLst>
        </pc:inkChg>
        <pc:inkChg chg="add del">
          <ac:chgData name="植田 篤俊" userId="0d2b3cda-30c1-45e3-9e5c-02c0046d67fa" providerId="ADAL" clId="{A6AB8097-671C-4783-A056-5A985F003BDF}" dt="2026-04-20T15:03:18.428" v="3047"/>
          <ac:inkMkLst>
            <pc:docMk/>
            <pc:sldMk cId="1009422686" sldId="260"/>
            <ac:inkMk id="32" creationId="{6E2464A0-3A09-C538-C1AA-AF6B7AC841BB}"/>
          </ac:inkMkLst>
        </pc:inkChg>
        <pc:inkChg chg="add del">
          <ac:chgData name="植田 篤俊" userId="0d2b3cda-30c1-45e3-9e5c-02c0046d67fa" providerId="ADAL" clId="{A6AB8097-671C-4783-A056-5A985F003BDF}" dt="2026-04-20T14:52:20.596" v="2394"/>
          <ac:inkMkLst>
            <pc:docMk/>
            <pc:sldMk cId="1009422686" sldId="260"/>
            <ac:inkMk id="32" creationId="{8B0F24D8-5708-1F93-EB0B-9F61F9A5F875}"/>
          </ac:inkMkLst>
        </pc:inkChg>
        <pc:inkChg chg="add">
          <ac:chgData name="植田 篤俊" userId="0d2b3cda-30c1-45e3-9e5c-02c0046d67fa" providerId="ADAL" clId="{A6AB8097-671C-4783-A056-5A985F003BDF}" dt="2026-04-20T14:52:07.186" v="2370"/>
          <ac:inkMkLst>
            <pc:docMk/>
            <pc:sldMk cId="1009422686" sldId="260"/>
            <ac:inkMk id="33" creationId="{2A7C50E3-1B0F-0654-9B8E-B7D5D18261CA}"/>
          </ac:inkMkLst>
        </pc:inkChg>
        <pc:inkChg chg="add">
          <ac:chgData name="植田 篤俊" userId="0d2b3cda-30c1-45e3-9e5c-02c0046d67fa" providerId="ADAL" clId="{A6AB8097-671C-4783-A056-5A985F003BDF}" dt="2026-04-20T15:03:14.468" v="3040"/>
          <ac:inkMkLst>
            <pc:docMk/>
            <pc:sldMk cId="1009422686" sldId="260"/>
            <ac:inkMk id="33" creationId="{D99C936C-8EF3-1525-7273-1D958F205B8B}"/>
          </ac:inkMkLst>
        </pc:inkChg>
        <pc:inkChg chg="add">
          <ac:chgData name="植田 篤俊" userId="0d2b3cda-30c1-45e3-9e5c-02c0046d67fa" providerId="ADAL" clId="{A6AB8097-671C-4783-A056-5A985F003BDF}" dt="2026-04-20T15:03:15.218" v="3041"/>
          <ac:inkMkLst>
            <pc:docMk/>
            <pc:sldMk cId="1009422686" sldId="260"/>
            <ac:inkMk id="34" creationId="{00192119-4FF7-A354-B766-F2884C030A1F}"/>
          </ac:inkMkLst>
        </pc:inkChg>
        <pc:inkChg chg="add del">
          <ac:chgData name="植田 篤俊" userId="0d2b3cda-30c1-45e3-9e5c-02c0046d67fa" providerId="ADAL" clId="{A6AB8097-671C-4783-A056-5A985F003BDF}" dt="2026-04-20T14:52:15.738" v="2392"/>
          <ac:inkMkLst>
            <pc:docMk/>
            <pc:sldMk cId="1009422686" sldId="260"/>
            <ac:inkMk id="34" creationId="{6E81B612-39A2-B1E5-9A14-2DE181181273}"/>
          </ac:inkMkLst>
        </pc:inkChg>
        <pc:inkChg chg="add del">
          <ac:chgData name="植田 篤俊" userId="0d2b3cda-30c1-45e3-9e5c-02c0046d67fa" providerId="ADAL" clId="{A6AB8097-671C-4783-A056-5A985F003BDF}" dt="2026-04-20T14:52:15.738" v="2392"/>
          <ac:inkMkLst>
            <pc:docMk/>
            <pc:sldMk cId="1009422686" sldId="260"/>
            <ac:inkMk id="35" creationId="{2BB37929-FD30-3621-4A9D-D5A96E0335E2}"/>
          </ac:inkMkLst>
        </pc:inkChg>
        <pc:inkChg chg="add">
          <ac:chgData name="植田 篤俊" userId="0d2b3cda-30c1-45e3-9e5c-02c0046d67fa" providerId="ADAL" clId="{A6AB8097-671C-4783-A056-5A985F003BDF}" dt="2026-04-20T15:03:15.684" v="3042"/>
          <ac:inkMkLst>
            <pc:docMk/>
            <pc:sldMk cId="1009422686" sldId="260"/>
            <ac:inkMk id="35" creationId="{9DCB3920-5339-041F-992A-9F71A536D611}"/>
          </ac:inkMkLst>
        </pc:inkChg>
        <pc:inkChg chg="add del">
          <ac:chgData name="植田 篤俊" userId="0d2b3cda-30c1-45e3-9e5c-02c0046d67fa" providerId="ADAL" clId="{A6AB8097-671C-4783-A056-5A985F003BDF}" dt="2026-04-20T15:03:18.428" v="3047"/>
          <ac:inkMkLst>
            <pc:docMk/>
            <pc:sldMk cId="1009422686" sldId="260"/>
            <ac:inkMk id="36" creationId="{A4FE3603-F130-0487-2A96-A32EA234BACF}"/>
          </ac:inkMkLst>
        </pc:inkChg>
        <pc:inkChg chg="add">
          <ac:chgData name="植田 篤俊" userId="0d2b3cda-30c1-45e3-9e5c-02c0046d67fa" providerId="ADAL" clId="{A6AB8097-671C-4783-A056-5A985F003BDF}" dt="2026-04-20T14:52:07.803" v="2373"/>
          <ac:inkMkLst>
            <pc:docMk/>
            <pc:sldMk cId="1009422686" sldId="260"/>
            <ac:inkMk id="36" creationId="{EF642F45-5F3C-BD03-2976-038CE0868AD9}"/>
          </ac:inkMkLst>
        </pc:inkChg>
        <pc:inkChg chg="add del">
          <ac:chgData name="植田 篤俊" userId="0d2b3cda-30c1-45e3-9e5c-02c0046d67fa" providerId="ADAL" clId="{A6AB8097-671C-4783-A056-5A985F003BDF}" dt="2026-04-20T15:03:18.428" v="3047"/>
          <ac:inkMkLst>
            <pc:docMk/>
            <pc:sldMk cId="1009422686" sldId="260"/>
            <ac:inkMk id="37" creationId="{4754DD9D-2882-D412-750C-7D7CBD040B20}"/>
          </ac:inkMkLst>
        </pc:inkChg>
        <pc:inkChg chg="add del">
          <ac:chgData name="植田 篤俊" userId="0d2b3cda-30c1-45e3-9e5c-02c0046d67fa" providerId="ADAL" clId="{A6AB8097-671C-4783-A056-5A985F003BDF}" dt="2026-04-20T14:52:11.453" v="2378"/>
          <ac:inkMkLst>
            <pc:docMk/>
            <pc:sldMk cId="1009422686" sldId="260"/>
            <ac:inkMk id="37" creationId="{8DB62F32-2459-E794-F72B-42205EEFC6D5}"/>
          </ac:inkMkLst>
        </pc:inkChg>
        <pc:inkChg chg="add del">
          <ac:chgData name="植田 篤俊" userId="0d2b3cda-30c1-45e3-9e5c-02c0046d67fa" providerId="ADAL" clId="{A6AB8097-671C-4783-A056-5A985F003BDF}" dt="2026-04-20T14:52:11.467" v="2379"/>
          <ac:inkMkLst>
            <pc:docMk/>
            <pc:sldMk cId="1009422686" sldId="260"/>
            <ac:inkMk id="38" creationId="{1E7E648C-5065-0A53-2416-2487998F9E92}"/>
          </ac:inkMkLst>
        </pc:inkChg>
        <pc:inkChg chg="add del">
          <ac:chgData name="植田 篤俊" userId="0d2b3cda-30c1-45e3-9e5c-02c0046d67fa" providerId="ADAL" clId="{A6AB8097-671C-4783-A056-5A985F003BDF}" dt="2026-04-20T15:03:18.428" v="3047"/>
          <ac:inkMkLst>
            <pc:docMk/>
            <pc:sldMk cId="1009422686" sldId="260"/>
            <ac:inkMk id="38" creationId="{71174959-466C-C86D-02C0-2777DDF1BC9E}"/>
          </ac:inkMkLst>
        </pc:inkChg>
        <pc:inkChg chg="add del">
          <ac:chgData name="植田 篤俊" userId="0d2b3cda-30c1-45e3-9e5c-02c0046d67fa" providerId="ADAL" clId="{A6AB8097-671C-4783-A056-5A985F003BDF}" dt="2026-04-20T15:03:18.428" v="3047"/>
          <ac:inkMkLst>
            <pc:docMk/>
            <pc:sldMk cId="1009422686" sldId="260"/>
            <ac:inkMk id="39" creationId="{15D2294E-1E12-9024-22A8-CEB5FA3DDB65}"/>
          </ac:inkMkLst>
        </pc:inkChg>
        <pc:inkChg chg="add">
          <ac:chgData name="植田 篤俊" userId="0d2b3cda-30c1-45e3-9e5c-02c0046d67fa" providerId="ADAL" clId="{A6AB8097-671C-4783-A056-5A985F003BDF}" dt="2026-04-20T14:52:09.669" v="2376"/>
          <ac:inkMkLst>
            <pc:docMk/>
            <pc:sldMk cId="1009422686" sldId="260"/>
            <ac:inkMk id="39" creationId="{346A5B48-13D9-19A9-221E-F4A9BF94F0F8}"/>
          </ac:inkMkLst>
        </pc:inkChg>
        <pc:inkChg chg="add reco">
          <ac:chgData name="植田 篤俊" userId="0d2b3cda-30c1-45e3-9e5c-02c0046d67fa" providerId="ADAL" clId="{A6AB8097-671C-4783-A056-5A985F003BDF}" dt="2026-04-20T15:03:18.428" v="3047"/>
          <ac:inkMkLst>
            <pc:docMk/>
            <pc:sldMk cId="1009422686" sldId="260"/>
            <ac:inkMk id="40" creationId="{76F0451A-8433-9DB3-A00A-D99FB7335E78}"/>
          </ac:inkMkLst>
        </pc:inkChg>
        <pc:inkChg chg="add del">
          <ac:chgData name="植田 篤俊" userId="0d2b3cda-30c1-45e3-9e5c-02c0046d67fa" providerId="ADAL" clId="{A6AB8097-671C-4783-A056-5A985F003BDF}" dt="2026-04-20T14:52:20.596" v="2394"/>
          <ac:inkMkLst>
            <pc:docMk/>
            <pc:sldMk cId="1009422686" sldId="260"/>
            <ac:inkMk id="40" creationId="{A309647B-79B4-6B64-EA66-BC22E27FE40F}"/>
          </ac:inkMkLst>
        </pc:inkChg>
        <pc:inkChg chg="add del">
          <ac:chgData name="植田 篤俊" userId="0d2b3cda-30c1-45e3-9e5c-02c0046d67fa" providerId="ADAL" clId="{A6AB8097-671C-4783-A056-5A985F003BDF}" dt="2026-04-20T14:52:15.738" v="2392"/>
          <ac:inkMkLst>
            <pc:docMk/>
            <pc:sldMk cId="1009422686" sldId="260"/>
            <ac:inkMk id="41" creationId="{755461E0-0848-A6E1-1BF3-0BA1852C0E85}"/>
          </ac:inkMkLst>
        </pc:inkChg>
        <pc:inkChg chg="add reco">
          <ac:chgData name="植田 篤俊" userId="0d2b3cda-30c1-45e3-9e5c-02c0046d67fa" providerId="ADAL" clId="{A6AB8097-671C-4783-A056-5A985F003BDF}" dt="2026-04-20T15:03:18.428" v="3047"/>
          <ac:inkMkLst>
            <pc:docMk/>
            <pc:sldMk cId="1009422686" sldId="260"/>
            <ac:inkMk id="41" creationId="{90C1FBDE-5CE4-9F58-422F-78FD2B6FDE67}"/>
          </ac:inkMkLst>
        </pc:inkChg>
        <pc:inkChg chg="add del">
          <ac:chgData name="植田 篤俊" userId="0d2b3cda-30c1-45e3-9e5c-02c0046d67fa" providerId="ADAL" clId="{A6AB8097-671C-4783-A056-5A985F003BDF}" dt="2026-04-20T14:52:15.738" v="2392"/>
          <ac:inkMkLst>
            <pc:docMk/>
            <pc:sldMk cId="1009422686" sldId="260"/>
            <ac:inkMk id="42" creationId="{6FD23244-E35E-A8D2-95CB-30D0AC63993D}"/>
          </ac:inkMkLst>
        </pc:inkChg>
        <pc:inkChg chg="add del">
          <ac:chgData name="植田 篤俊" userId="0d2b3cda-30c1-45e3-9e5c-02c0046d67fa" providerId="ADAL" clId="{A6AB8097-671C-4783-A056-5A985F003BDF}" dt="2026-04-20T15:03:24.651" v="3064"/>
          <ac:inkMkLst>
            <pc:docMk/>
            <pc:sldMk cId="1009422686" sldId="260"/>
            <ac:inkMk id="42" creationId="{9DEC3367-368A-5487-DC1E-51A84F507531}"/>
          </ac:inkMkLst>
        </pc:inkChg>
        <pc:inkChg chg="add del">
          <ac:chgData name="植田 篤俊" userId="0d2b3cda-30c1-45e3-9e5c-02c0046d67fa" providerId="ADAL" clId="{A6AB8097-671C-4783-A056-5A985F003BDF}" dt="2026-04-20T14:52:20.596" v="2394"/>
          <ac:inkMkLst>
            <pc:docMk/>
            <pc:sldMk cId="1009422686" sldId="260"/>
            <ac:inkMk id="43" creationId="{2A82FFFA-298D-037B-6B59-BDCDB40ED0F6}"/>
          </ac:inkMkLst>
        </pc:inkChg>
        <pc:inkChg chg="add del">
          <ac:chgData name="植田 篤俊" userId="0d2b3cda-30c1-45e3-9e5c-02c0046d67fa" providerId="ADAL" clId="{A6AB8097-671C-4783-A056-5A985F003BDF}" dt="2026-04-20T15:03:24.651" v="3064"/>
          <ac:inkMkLst>
            <pc:docMk/>
            <pc:sldMk cId="1009422686" sldId="260"/>
            <ac:inkMk id="43" creationId="{94672433-7590-F90D-1D8F-25AF412F62B0}"/>
          </ac:inkMkLst>
        </pc:inkChg>
        <pc:inkChg chg="add">
          <ac:chgData name="植田 篤俊" userId="0d2b3cda-30c1-45e3-9e5c-02c0046d67fa" providerId="ADAL" clId="{A6AB8097-671C-4783-A056-5A985F003BDF}" dt="2026-04-20T14:52:13.619" v="2383"/>
          <ac:inkMkLst>
            <pc:docMk/>
            <pc:sldMk cId="1009422686" sldId="260"/>
            <ac:inkMk id="44" creationId="{956B0940-73A6-36E1-FBFE-5B9D2F18E0AE}"/>
          </ac:inkMkLst>
        </pc:inkChg>
        <pc:inkChg chg="add del">
          <ac:chgData name="植田 篤俊" userId="0d2b3cda-30c1-45e3-9e5c-02c0046d67fa" providerId="ADAL" clId="{A6AB8097-671C-4783-A056-5A985F003BDF}" dt="2026-04-20T15:03:24.651" v="3064"/>
          <ac:inkMkLst>
            <pc:docMk/>
            <pc:sldMk cId="1009422686" sldId="260"/>
            <ac:inkMk id="44" creationId="{966B7FDF-6ED3-9F05-6DB9-4A15A1D9BA23}"/>
          </ac:inkMkLst>
        </pc:inkChg>
        <pc:inkChg chg="add del">
          <ac:chgData name="植田 篤俊" userId="0d2b3cda-30c1-45e3-9e5c-02c0046d67fa" providerId="ADAL" clId="{A6AB8097-671C-4783-A056-5A985F003BDF}" dt="2026-04-20T15:03:24.651" v="3064"/>
          <ac:inkMkLst>
            <pc:docMk/>
            <pc:sldMk cId="1009422686" sldId="260"/>
            <ac:inkMk id="45" creationId="{6E3BD888-B528-0696-F838-EFE7AE48E1CE}"/>
          </ac:inkMkLst>
        </pc:inkChg>
        <pc:inkChg chg="add">
          <ac:chgData name="植田 篤俊" userId="0d2b3cda-30c1-45e3-9e5c-02c0046d67fa" providerId="ADAL" clId="{A6AB8097-671C-4783-A056-5A985F003BDF}" dt="2026-04-20T14:52:13.903" v="2384"/>
          <ac:inkMkLst>
            <pc:docMk/>
            <pc:sldMk cId="1009422686" sldId="260"/>
            <ac:inkMk id="45" creationId="{93DB316F-2295-3D53-D166-38326B50C046}"/>
          </ac:inkMkLst>
        </pc:inkChg>
        <pc:inkChg chg="add">
          <ac:chgData name="植田 篤俊" userId="0d2b3cda-30c1-45e3-9e5c-02c0046d67fa" providerId="ADAL" clId="{A6AB8097-671C-4783-A056-5A985F003BDF}" dt="2026-04-20T14:52:14.036" v="2385"/>
          <ac:inkMkLst>
            <pc:docMk/>
            <pc:sldMk cId="1009422686" sldId="260"/>
            <ac:inkMk id="46" creationId="{238396B5-55BD-0465-DB09-DB00C9C1B2A0}"/>
          </ac:inkMkLst>
        </pc:inkChg>
        <pc:inkChg chg="add del">
          <ac:chgData name="植田 篤俊" userId="0d2b3cda-30c1-45e3-9e5c-02c0046d67fa" providerId="ADAL" clId="{A6AB8097-671C-4783-A056-5A985F003BDF}" dt="2026-04-20T15:03:24.651" v="3064"/>
          <ac:inkMkLst>
            <pc:docMk/>
            <pc:sldMk cId="1009422686" sldId="260"/>
            <ac:inkMk id="46" creationId="{9CACEE2B-A067-F5CD-E85B-3BCD19FB4F16}"/>
          </ac:inkMkLst>
        </pc:inkChg>
        <pc:inkChg chg="add mod reco modStrokes">
          <ac:chgData name="植田 篤俊" userId="0d2b3cda-30c1-45e3-9e5c-02c0046d67fa" providerId="ADAL" clId="{A6AB8097-671C-4783-A056-5A985F003BDF}" dt="2026-04-20T15:03:26.216" v="3065"/>
          <ac:inkMkLst>
            <pc:docMk/>
            <pc:sldMk cId="1009422686" sldId="260"/>
            <ac:inkMk id="47" creationId="{7EFBF990-897D-50B9-06AB-3DA690FE831C}"/>
          </ac:inkMkLst>
        </pc:inkChg>
        <pc:inkChg chg="add">
          <ac:chgData name="植田 篤俊" userId="0d2b3cda-30c1-45e3-9e5c-02c0046d67fa" providerId="ADAL" clId="{A6AB8097-671C-4783-A056-5A985F003BDF}" dt="2026-04-20T14:52:14.155" v="2386"/>
          <ac:inkMkLst>
            <pc:docMk/>
            <pc:sldMk cId="1009422686" sldId="260"/>
            <ac:inkMk id="47" creationId="{85B0CFC2-72D6-788A-8A26-2EFCBCE1272F}"/>
          </ac:inkMkLst>
        </pc:inkChg>
        <pc:inkChg chg="add">
          <ac:chgData name="植田 篤俊" userId="0d2b3cda-30c1-45e3-9e5c-02c0046d67fa" providerId="ADAL" clId="{A6AB8097-671C-4783-A056-5A985F003BDF}" dt="2026-04-20T15:03:26.801" v="3066"/>
          <ac:inkMkLst>
            <pc:docMk/>
            <pc:sldMk cId="1009422686" sldId="260"/>
            <ac:inkMk id="48" creationId="{A53569E3-50E0-0A90-0BEC-2DEA271994F8}"/>
          </ac:inkMkLst>
        </pc:inkChg>
        <pc:inkChg chg="add del">
          <ac:chgData name="植田 篤俊" userId="0d2b3cda-30c1-45e3-9e5c-02c0046d67fa" providerId="ADAL" clId="{A6AB8097-671C-4783-A056-5A985F003BDF}" dt="2026-04-20T14:52:15.738" v="2392"/>
          <ac:inkMkLst>
            <pc:docMk/>
            <pc:sldMk cId="1009422686" sldId="260"/>
            <ac:inkMk id="48" creationId="{EB4676CF-C3B5-FAAC-0F2B-C66A797A7263}"/>
          </ac:inkMkLst>
        </pc:inkChg>
        <pc:inkChg chg="add del">
          <ac:chgData name="植田 篤俊" userId="0d2b3cda-30c1-45e3-9e5c-02c0046d67fa" providerId="ADAL" clId="{A6AB8097-671C-4783-A056-5A985F003BDF}" dt="2026-04-20T15:03:29.469" v="3072"/>
          <ac:inkMkLst>
            <pc:docMk/>
            <pc:sldMk cId="1009422686" sldId="260"/>
            <ac:inkMk id="49" creationId="{20A7D5C7-F62B-2EF2-D97C-97D84F6F0F1B}"/>
          </ac:inkMkLst>
        </pc:inkChg>
        <pc:inkChg chg="add del">
          <ac:chgData name="植田 篤俊" userId="0d2b3cda-30c1-45e3-9e5c-02c0046d67fa" providerId="ADAL" clId="{A6AB8097-671C-4783-A056-5A985F003BDF}" dt="2026-04-20T14:52:15.738" v="2392"/>
          <ac:inkMkLst>
            <pc:docMk/>
            <pc:sldMk cId="1009422686" sldId="260"/>
            <ac:inkMk id="49" creationId="{B1ADBA51-6A79-DED0-C5C4-5352A74ACE1D}"/>
          </ac:inkMkLst>
        </pc:inkChg>
        <pc:inkChg chg="add">
          <ac:chgData name="植田 篤俊" userId="0d2b3cda-30c1-45e3-9e5c-02c0046d67fa" providerId="ADAL" clId="{A6AB8097-671C-4783-A056-5A985F003BDF}" dt="2026-04-20T14:52:14.654" v="2389"/>
          <ac:inkMkLst>
            <pc:docMk/>
            <pc:sldMk cId="1009422686" sldId="260"/>
            <ac:inkMk id="50" creationId="{1C4CD8D7-2B6D-8C13-AF46-9F581F006B18}"/>
          </ac:inkMkLst>
        </pc:inkChg>
        <pc:inkChg chg="add del">
          <ac:chgData name="植田 篤俊" userId="0d2b3cda-30c1-45e3-9e5c-02c0046d67fa" providerId="ADAL" clId="{A6AB8097-671C-4783-A056-5A985F003BDF}" dt="2026-04-20T15:03:29.469" v="3072"/>
          <ac:inkMkLst>
            <pc:docMk/>
            <pc:sldMk cId="1009422686" sldId="260"/>
            <ac:inkMk id="50" creationId="{8F5294D4-E9ED-967C-1BA1-685C103E4CEE}"/>
          </ac:inkMkLst>
        </pc:inkChg>
        <pc:inkChg chg="add del">
          <ac:chgData name="植田 篤俊" userId="0d2b3cda-30c1-45e3-9e5c-02c0046d67fa" providerId="ADAL" clId="{A6AB8097-671C-4783-A056-5A985F003BDF}" dt="2026-04-20T15:03:29.469" v="3072"/>
          <ac:inkMkLst>
            <pc:docMk/>
            <pc:sldMk cId="1009422686" sldId="260"/>
            <ac:inkMk id="51" creationId="{76810CE7-3026-FB4C-BB49-34221ED55387}"/>
          </ac:inkMkLst>
        </pc:inkChg>
        <pc:inkChg chg="add del">
          <ac:chgData name="植田 篤俊" userId="0d2b3cda-30c1-45e3-9e5c-02c0046d67fa" providerId="ADAL" clId="{A6AB8097-671C-4783-A056-5A985F003BDF}" dt="2026-04-20T14:52:15.738" v="2392"/>
          <ac:inkMkLst>
            <pc:docMk/>
            <pc:sldMk cId="1009422686" sldId="260"/>
            <ac:inkMk id="51" creationId="{CB50AA68-228D-9B12-DB69-8ADEC02A98B1}"/>
          </ac:inkMkLst>
        </pc:inkChg>
        <pc:inkChg chg="add del">
          <ac:chgData name="植田 篤俊" userId="0d2b3cda-30c1-45e3-9e5c-02c0046d67fa" providerId="ADAL" clId="{A6AB8097-671C-4783-A056-5A985F003BDF}" dt="2026-04-20T14:52:15.738" v="2392"/>
          <ac:inkMkLst>
            <pc:docMk/>
            <pc:sldMk cId="1009422686" sldId="260"/>
            <ac:inkMk id="52" creationId="{77D78246-BEF8-DAF6-8471-C8B4ED16298D}"/>
          </ac:inkMkLst>
        </pc:inkChg>
        <pc:inkChg chg="add del">
          <ac:chgData name="植田 篤俊" userId="0d2b3cda-30c1-45e3-9e5c-02c0046d67fa" providerId="ADAL" clId="{A6AB8097-671C-4783-A056-5A985F003BDF}" dt="2026-04-20T15:03:29.469" v="3072"/>
          <ac:inkMkLst>
            <pc:docMk/>
            <pc:sldMk cId="1009422686" sldId="260"/>
            <ac:inkMk id="52" creationId="{97D00549-22B4-6A7E-700E-F43F39B5E483}"/>
          </ac:inkMkLst>
        </pc:inkChg>
        <pc:inkChg chg="add reco">
          <ac:chgData name="植田 篤俊" userId="0d2b3cda-30c1-45e3-9e5c-02c0046d67fa" providerId="ADAL" clId="{A6AB8097-671C-4783-A056-5A985F003BDF}" dt="2026-04-20T14:52:15.738" v="2392"/>
          <ac:inkMkLst>
            <pc:docMk/>
            <pc:sldMk cId="1009422686" sldId="260"/>
            <ac:inkMk id="53" creationId="{F6BDC34D-F234-C4E4-0307-94FF302B5EED}"/>
          </ac:inkMkLst>
        </pc:inkChg>
        <pc:inkChg chg="add reco">
          <ac:chgData name="植田 篤俊" userId="0d2b3cda-30c1-45e3-9e5c-02c0046d67fa" providerId="ADAL" clId="{A6AB8097-671C-4783-A056-5A985F003BDF}" dt="2026-04-20T14:52:15.738" v="2392"/>
          <ac:inkMkLst>
            <pc:docMk/>
            <pc:sldMk cId="1009422686" sldId="260"/>
            <ac:inkMk id="54" creationId="{ECDCF07C-F3F1-AB50-EFDA-A37C7583100A}"/>
          </ac:inkMkLst>
        </pc:inkChg>
        <pc:inkChg chg="add del">
          <ac:chgData name="植田 篤俊" userId="0d2b3cda-30c1-45e3-9e5c-02c0046d67fa" providerId="ADAL" clId="{A6AB8097-671C-4783-A056-5A985F003BDF}" dt="2026-04-20T14:52:20.596" v="2394"/>
          <ac:inkMkLst>
            <pc:docMk/>
            <pc:sldMk cId="1009422686" sldId="260"/>
            <ac:inkMk id="56" creationId="{610EC725-4132-3F8C-C2F3-9236DC88FFA9}"/>
          </ac:inkMkLst>
        </pc:inkChg>
        <pc:inkChg chg="add del">
          <ac:chgData name="植田 篤俊" userId="0d2b3cda-30c1-45e3-9e5c-02c0046d67fa" providerId="ADAL" clId="{A6AB8097-671C-4783-A056-5A985F003BDF}" dt="2026-04-20T15:03:29.469" v="3072"/>
          <ac:inkMkLst>
            <pc:docMk/>
            <pc:sldMk cId="1009422686" sldId="260"/>
            <ac:inkMk id="56" creationId="{61CE8521-3ED4-2CC8-918F-9D1C14DCF8C4}"/>
          </ac:inkMkLst>
        </pc:inkChg>
        <pc:inkChg chg="add reco">
          <ac:chgData name="植田 篤俊" userId="0d2b3cda-30c1-45e3-9e5c-02c0046d67fa" providerId="ADAL" clId="{A6AB8097-671C-4783-A056-5A985F003BDF}" dt="2026-04-20T14:52:20.596" v="2394"/>
          <ac:inkMkLst>
            <pc:docMk/>
            <pc:sldMk cId="1009422686" sldId="260"/>
            <ac:inkMk id="57" creationId="{D64ABDD5-9453-BB33-ACBF-74929FDD261B}"/>
          </ac:inkMkLst>
        </pc:inkChg>
        <pc:inkChg chg="add">
          <ac:chgData name="植田 篤俊" userId="0d2b3cda-30c1-45e3-9e5c-02c0046d67fa" providerId="ADAL" clId="{A6AB8097-671C-4783-A056-5A985F003BDF}" dt="2026-04-20T14:52:20.936" v="2395"/>
          <ac:inkMkLst>
            <pc:docMk/>
            <pc:sldMk cId="1009422686" sldId="260"/>
            <ac:inkMk id="58" creationId="{84F28BED-B89A-0D19-7628-A27BF3EA8566}"/>
          </ac:inkMkLst>
        </pc:inkChg>
        <pc:inkChg chg="add">
          <ac:chgData name="植田 篤俊" userId="0d2b3cda-30c1-45e3-9e5c-02c0046d67fa" providerId="ADAL" clId="{A6AB8097-671C-4783-A056-5A985F003BDF}" dt="2026-04-20T14:52:25.073" v="2396"/>
          <ac:inkMkLst>
            <pc:docMk/>
            <pc:sldMk cId="1009422686" sldId="260"/>
            <ac:inkMk id="59" creationId="{F4B0E7D4-3B64-844B-691D-46CF85155905}"/>
          </ac:inkMkLst>
        </pc:inkChg>
        <pc:inkChg chg="add">
          <ac:chgData name="植田 篤俊" userId="0d2b3cda-30c1-45e3-9e5c-02c0046d67fa" providerId="ADAL" clId="{A6AB8097-671C-4783-A056-5A985F003BDF}" dt="2026-04-20T14:52:28.723" v="2397"/>
          <ac:inkMkLst>
            <pc:docMk/>
            <pc:sldMk cId="1009422686" sldId="260"/>
            <ac:inkMk id="60" creationId="{DED43709-3B99-A99D-9E00-02AB389B2D30}"/>
          </ac:inkMkLst>
        </pc:inkChg>
        <pc:inkChg chg="add del">
          <ac:chgData name="植田 篤俊" userId="0d2b3cda-30c1-45e3-9e5c-02c0046d67fa" providerId="ADAL" clId="{A6AB8097-671C-4783-A056-5A985F003BDF}" dt="2026-04-20T14:52:31.568" v="2400"/>
          <ac:inkMkLst>
            <pc:docMk/>
            <pc:sldMk cId="1009422686" sldId="260"/>
            <ac:inkMk id="61" creationId="{32C3C568-3A4B-6BD2-001A-F39295900062}"/>
          </ac:inkMkLst>
        </pc:inkChg>
        <pc:inkChg chg="add mod reco modStrokes">
          <ac:chgData name="植田 篤俊" userId="0d2b3cda-30c1-45e3-9e5c-02c0046d67fa" providerId="ADAL" clId="{A6AB8097-671C-4783-A056-5A985F003BDF}" dt="2026-04-20T15:03:29.734" v="3073"/>
          <ac:inkMkLst>
            <pc:docMk/>
            <pc:sldMk cId="1009422686" sldId="260"/>
            <ac:inkMk id="61" creationId="{6921B016-7675-4710-32EF-1E4055FC7366}"/>
          </ac:inkMkLst>
        </pc:inkChg>
        <pc:inkChg chg="add del">
          <ac:chgData name="植田 篤俊" userId="0d2b3cda-30c1-45e3-9e5c-02c0046d67fa" providerId="ADAL" clId="{A6AB8097-671C-4783-A056-5A985F003BDF}" dt="2026-04-20T14:52:31.568" v="2400"/>
          <ac:inkMkLst>
            <pc:docMk/>
            <pc:sldMk cId="1009422686" sldId="260"/>
            <ac:inkMk id="62" creationId="{9A6555B3-C0BB-AA2B-E94C-3BA9613F671B}"/>
          </ac:inkMkLst>
        </pc:inkChg>
        <pc:inkChg chg="add">
          <ac:chgData name="植田 篤俊" userId="0d2b3cda-30c1-45e3-9e5c-02c0046d67fa" providerId="ADAL" clId="{A6AB8097-671C-4783-A056-5A985F003BDF}" dt="2026-04-20T15:03:30.284" v="3074"/>
          <ac:inkMkLst>
            <pc:docMk/>
            <pc:sldMk cId="1009422686" sldId="260"/>
            <ac:inkMk id="62" creationId="{A90E9561-623B-133E-1AAA-8230FC1756C7}"/>
          </ac:inkMkLst>
        </pc:inkChg>
        <pc:inkChg chg="add del">
          <ac:chgData name="植田 篤俊" userId="0d2b3cda-30c1-45e3-9e5c-02c0046d67fa" providerId="ADAL" clId="{A6AB8097-671C-4783-A056-5A985F003BDF}" dt="2026-04-20T15:03:44.549" v="3085"/>
          <ac:inkMkLst>
            <pc:docMk/>
            <pc:sldMk cId="1009422686" sldId="260"/>
            <ac:inkMk id="63" creationId="{51CE2A42-6C6F-2A10-345C-A08911731D02}"/>
          </ac:inkMkLst>
        </pc:inkChg>
        <pc:inkChg chg="add del reco">
          <ac:chgData name="植田 篤俊" userId="0d2b3cda-30c1-45e3-9e5c-02c0046d67fa" providerId="ADAL" clId="{A6AB8097-671C-4783-A056-5A985F003BDF}" dt="2026-04-20T14:52:34.055" v="2408"/>
          <ac:inkMkLst>
            <pc:docMk/>
            <pc:sldMk cId="1009422686" sldId="260"/>
            <ac:inkMk id="63" creationId="{540FF55E-E263-7984-332B-6ACBFFD0C2ED}"/>
          </ac:inkMkLst>
        </pc:inkChg>
        <pc:inkChg chg="add">
          <ac:chgData name="植田 篤俊" userId="0d2b3cda-30c1-45e3-9e5c-02c0046d67fa" providerId="ADAL" clId="{A6AB8097-671C-4783-A056-5A985F003BDF}" dt="2026-04-20T14:52:32.152" v="2401"/>
          <ac:inkMkLst>
            <pc:docMk/>
            <pc:sldMk cId="1009422686" sldId="260"/>
            <ac:inkMk id="64" creationId="{BD65E416-F17B-5C47-B87D-DB387B50C480}"/>
          </ac:inkMkLst>
        </pc:inkChg>
        <pc:inkChg chg="add del">
          <ac:chgData name="植田 篤俊" userId="0d2b3cda-30c1-45e3-9e5c-02c0046d67fa" providerId="ADAL" clId="{A6AB8097-671C-4783-A056-5A985F003BDF}" dt="2026-04-20T14:52:38.341" v="2419"/>
          <ac:inkMkLst>
            <pc:docMk/>
            <pc:sldMk cId="1009422686" sldId="260"/>
            <ac:inkMk id="65" creationId="{351DEE79-B9D9-E191-D288-5AE43633A821}"/>
          </ac:inkMkLst>
        </pc:inkChg>
        <pc:inkChg chg="add">
          <ac:chgData name="植田 篤俊" userId="0d2b3cda-30c1-45e3-9e5c-02c0046d67fa" providerId="ADAL" clId="{A6AB8097-671C-4783-A056-5A985F003BDF}" dt="2026-04-20T14:52:32.768" v="2403"/>
          <ac:inkMkLst>
            <pc:docMk/>
            <pc:sldMk cId="1009422686" sldId="260"/>
            <ac:inkMk id="66" creationId="{2C7F35A9-F793-6858-684D-64F49601CB91}"/>
          </ac:inkMkLst>
        </pc:inkChg>
        <pc:inkChg chg="add del">
          <ac:chgData name="植田 篤俊" userId="0d2b3cda-30c1-45e3-9e5c-02c0046d67fa" providerId="ADAL" clId="{A6AB8097-671C-4783-A056-5A985F003BDF}" dt="2026-04-20T14:52:33.720" v="2407"/>
          <ac:inkMkLst>
            <pc:docMk/>
            <pc:sldMk cId="1009422686" sldId="260"/>
            <ac:inkMk id="67" creationId="{2C1C1630-77FB-1D51-8E65-F462D0BC7AD0}"/>
          </ac:inkMkLst>
        </pc:inkChg>
        <pc:inkChg chg="add del">
          <ac:chgData name="植田 篤俊" userId="0d2b3cda-30c1-45e3-9e5c-02c0046d67fa" providerId="ADAL" clId="{A6AB8097-671C-4783-A056-5A985F003BDF}" dt="2026-04-20T14:52:33.719" v="2406"/>
          <ac:inkMkLst>
            <pc:docMk/>
            <pc:sldMk cId="1009422686" sldId="260"/>
            <ac:inkMk id="68" creationId="{B4BD9398-0278-18B3-8C71-72E228FBB208}"/>
          </ac:inkMkLst>
        </pc:inkChg>
        <pc:inkChg chg="add del">
          <ac:chgData name="植田 篤俊" userId="0d2b3cda-30c1-45e3-9e5c-02c0046d67fa" providerId="ADAL" clId="{A6AB8097-671C-4783-A056-5A985F003BDF}" dt="2026-04-20T14:52:38.341" v="2419"/>
          <ac:inkMkLst>
            <pc:docMk/>
            <pc:sldMk cId="1009422686" sldId="260"/>
            <ac:inkMk id="69" creationId="{03C62FB7-B0DC-BF55-A0CD-1D6417E75D41}"/>
          </ac:inkMkLst>
        </pc:inkChg>
        <pc:inkChg chg="add del">
          <ac:chgData name="植田 篤俊" userId="0d2b3cda-30c1-45e3-9e5c-02c0046d67fa" providerId="ADAL" clId="{A6AB8097-671C-4783-A056-5A985F003BDF}" dt="2026-04-20T14:52:38.341" v="2419"/>
          <ac:inkMkLst>
            <pc:docMk/>
            <pc:sldMk cId="1009422686" sldId="260"/>
            <ac:inkMk id="70" creationId="{18CD42A7-6A96-A200-C0B0-CBBACBA293B3}"/>
          </ac:inkMkLst>
        </pc:inkChg>
        <pc:inkChg chg="add">
          <ac:chgData name="植田 篤俊" userId="0d2b3cda-30c1-45e3-9e5c-02c0046d67fa" providerId="ADAL" clId="{A6AB8097-671C-4783-A056-5A985F003BDF}" dt="2026-04-20T14:52:35.452" v="2411"/>
          <ac:inkMkLst>
            <pc:docMk/>
            <pc:sldMk cId="1009422686" sldId="260"/>
            <ac:inkMk id="71" creationId="{7E966FC8-11EA-EDEB-FF32-5DCD2AB86F56}"/>
          </ac:inkMkLst>
        </pc:inkChg>
        <pc:inkChg chg="add">
          <ac:chgData name="植田 篤俊" userId="0d2b3cda-30c1-45e3-9e5c-02c0046d67fa" providerId="ADAL" clId="{A6AB8097-671C-4783-A056-5A985F003BDF}" dt="2026-04-20T14:52:35.585" v="2412"/>
          <ac:inkMkLst>
            <pc:docMk/>
            <pc:sldMk cId="1009422686" sldId="260"/>
            <ac:inkMk id="72" creationId="{60B6C947-F838-83C3-605F-2A1EAFDADF20}"/>
          </ac:inkMkLst>
        </pc:inkChg>
        <pc:inkChg chg="add del">
          <ac:chgData name="植田 篤俊" userId="0d2b3cda-30c1-45e3-9e5c-02c0046d67fa" providerId="ADAL" clId="{A6AB8097-671C-4783-A056-5A985F003BDF}" dt="2026-04-20T14:52:38.341" v="2419"/>
          <ac:inkMkLst>
            <pc:docMk/>
            <pc:sldMk cId="1009422686" sldId="260"/>
            <ac:inkMk id="73" creationId="{8319E567-6A80-CDE4-F732-C9697BE28481}"/>
          </ac:inkMkLst>
        </pc:inkChg>
        <pc:inkChg chg="add del">
          <ac:chgData name="植田 篤俊" userId="0d2b3cda-30c1-45e3-9e5c-02c0046d67fa" providerId="ADAL" clId="{A6AB8097-671C-4783-A056-5A985F003BDF}" dt="2026-04-20T14:52:38.341" v="2419"/>
          <ac:inkMkLst>
            <pc:docMk/>
            <pc:sldMk cId="1009422686" sldId="260"/>
            <ac:inkMk id="74" creationId="{EF8CB227-50C4-F939-1893-3474C6F89B3E}"/>
          </ac:inkMkLst>
        </pc:inkChg>
        <pc:inkChg chg="add del">
          <ac:chgData name="植田 篤俊" userId="0d2b3cda-30c1-45e3-9e5c-02c0046d67fa" providerId="ADAL" clId="{A6AB8097-671C-4783-A056-5A985F003BDF}" dt="2026-04-20T14:52:38.341" v="2419"/>
          <ac:inkMkLst>
            <pc:docMk/>
            <pc:sldMk cId="1009422686" sldId="260"/>
            <ac:inkMk id="75" creationId="{996DDD25-8803-6AC7-8E12-3C6124C0BD2F}"/>
          </ac:inkMkLst>
        </pc:inkChg>
        <pc:inkChg chg="add del">
          <ac:chgData name="植田 篤俊" userId="0d2b3cda-30c1-45e3-9e5c-02c0046d67fa" providerId="ADAL" clId="{A6AB8097-671C-4783-A056-5A985F003BDF}" dt="2026-04-20T14:52:38.341" v="2419"/>
          <ac:inkMkLst>
            <pc:docMk/>
            <pc:sldMk cId="1009422686" sldId="260"/>
            <ac:inkMk id="76" creationId="{FA729FCC-677C-F2E5-DBBA-A15E32F40E0F}"/>
          </ac:inkMkLst>
        </pc:inkChg>
        <pc:inkChg chg="add del">
          <ac:chgData name="植田 篤俊" userId="0d2b3cda-30c1-45e3-9e5c-02c0046d67fa" providerId="ADAL" clId="{A6AB8097-671C-4783-A056-5A985F003BDF}" dt="2026-04-20T14:52:38.341" v="2419"/>
          <ac:inkMkLst>
            <pc:docMk/>
            <pc:sldMk cId="1009422686" sldId="260"/>
            <ac:inkMk id="77" creationId="{CE56A612-513E-05C8-DCDD-AD599523B4A5}"/>
          </ac:inkMkLst>
        </pc:inkChg>
        <pc:inkChg chg="add del">
          <ac:chgData name="植田 篤俊" userId="0d2b3cda-30c1-45e3-9e5c-02c0046d67fa" providerId="ADAL" clId="{A6AB8097-671C-4783-A056-5A985F003BDF}" dt="2026-04-20T14:52:38.341" v="2419"/>
          <ac:inkMkLst>
            <pc:docMk/>
            <pc:sldMk cId="1009422686" sldId="260"/>
            <ac:inkMk id="78" creationId="{0513CC70-7295-C3A2-0A4F-A7B6D25D7D7C}"/>
          </ac:inkMkLst>
        </pc:inkChg>
        <pc:inkChg chg="add reco">
          <ac:chgData name="植田 篤俊" userId="0d2b3cda-30c1-45e3-9e5c-02c0046d67fa" providerId="ADAL" clId="{A6AB8097-671C-4783-A056-5A985F003BDF}" dt="2026-04-20T14:52:38.341" v="2419"/>
          <ac:inkMkLst>
            <pc:docMk/>
            <pc:sldMk cId="1009422686" sldId="260"/>
            <ac:inkMk id="81" creationId="{85920DD3-5D62-2B9A-DFC4-9CEA5C0D6A24}"/>
          </ac:inkMkLst>
        </pc:inkChg>
        <pc:inkChg chg="add">
          <ac:chgData name="植田 篤俊" userId="0d2b3cda-30c1-45e3-9e5c-02c0046d67fa" providerId="ADAL" clId="{A6AB8097-671C-4783-A056-5A985F003BDF}" dt="2026-04-20T14:52:39.435" v="2420"/>
          <ac:inkMkLst>
            <pc:docMk/>
            <pc:sldMk cId="1009422686" sldId="260"/>
            <ac:inkMk id="82" creationId="{0CA36D4C-3525-F2C0-DB18-2AF116BB3BB7}"/>
          </ac:inkMkLst>
        </pc:inkChg>
        <pc:inkChg chg="add">
          <ac:chgData name="植田 篤俊" userId="0d2b3cda-30c1-45e3-9e5c-02c0046d67fa" providerId="ADAL" clId="{A6AB8097-671C-4783-A056-5A985F003BDF}" dt="2026-04-20T14:52:39.585" v="2421"/>
          <ac:inkMkLst>
            <pc:docMk/>
            <pc:sldMk cId="1009422686" sldId="260"/>
            <ac:inkMk id="83" creationId="{683870D4-23ED-C477-8BB4-987E20686607}"/>
          </ac:inkMkLst>
        </pc:inkChg>
        <pc:inkChg chg="add">
          <ac:chgData name="植田 篤俊" userId="0d2b3cda-30c1-45e3-9e5c-02c0046d67fa" providerId="ADAL" clId="{A6AB8097-671C-4783-A056-5A985F003BDF}" dt="2026-04-20T14:52:39.701" v="2422"/>
          <ac:inkMkLst>
            <pc:docMk/>
            <pc:sldMk cId="1009422686" sldId="260"/>
            <ac:inkMk id="84" creationId="{6052220C-B25F-82E8-0445-B8CF3BCF46C7}"/>
          </ac:inkMkLst>
        </pc:inkChg>
        <pc:inkChg chg="add del">
          <ac:chgData name="植田 篤俊" userId="0d2b3cda-30c1-45e3-9e5c-02c0046d67fa" providerId="ADAL" clId="{A6AB8097-671C-4783-A056-5A985F003BDF}" dt="2026-04-20T14:52:49.324" v="2445"/>
          <ac:inkMkLst>
            <pc:docMk/>
            <pc:sldMk cId="1009422686" sldId="260"/>
            <ac:inkMk id="85" creationId="{CB29B81A-9BFB-E871-C41B-E3B02EF87A7C}"/>
          </ac:inkMkLst>
        </pc:inkChg>
        <pc:inkChg chg="add">
          <ac:chgData name="植田 篤俊" userId="0d2b3cda-30c1-45e3-9e5c-02c0046d67fa" providerId="ADAL" clId="{A6AB8097-671C-4783-A056-5A985F003BDF}" dt="2026-04-20T14:52:40.735" v="2424"/>
          <ac:inkMkLst>
            <pc:docMk/>
            <pc:sldMk cId="1009422686" sldId="260"/>
            <ac:inkMk id="86" creationId="{AE4F08D8-F6FF-833D-B6DE-8A48C04E1BE7}"/>
          </ac:inkMkLst>
        </pc:inkChg>
        <pc:inkChg chg="add">
          <ac:chgData name="植田 篤俊" userId="0d2b3cda-30c1-45e3-9e5c-02c0046d67fa" providerId="ADAL" clId="{A6AB8097-671C-4783-A056-5A985F003BDF}" dt="2026-04-20T14:52:41.204" v="2425"/>
          <ac:inkMkLst>
            <pc:docMk/>
            <pc:sldMk cId="1009422686" sldId="260"/>
            <ac:inkMk id="87" creationId="{86CAE058-38F2-C0EE-A214-A75517B1F2D4}"/>
          </ac:inkMkLst>
        </pc:inkChg>
        <pc:inkChg chg="add">
          <ac:chgData name="植田 篤俊" userId="0d2b3cda-30c1-45e3-9e5c-02c0046d67fa" providerId="ADAL" clId="{A6AB8097-671C-4783-A056-5A985F003BDF}" dt="2026-04-20T14:52:41.319" v="2426"/>
          <ac:inkMkLst>
            <pc:docMk/>
            <pc:sldMk cId="1009422686" sldId="260"/>
            <ac:inkMk id="88" creationId="{5E0EEFDB-FEBF-12DA-A3D5-8357B70AB90F}"/>
          </ac:inkMkLst>
        </pc:inkChg>
        <pc:inkChg chg="add del">
          <ac:chgData name="植田 篤俊" userId="0d2b3cda-30c1-45e3-9e5c-02c0046d67fa" providerId="ADAL" clId="{A6AB8097-671C-4783-A056-5A985F003BDF}" dt="2026-04-20T14:52:49.324" v="2445"/>
          <ac:inkMkLst>
            <pc:docMk/>
            <pc:sldMk cId="1009422686" sldId="260"/>
            <ac:inkMk id="89" creationId="{20390228-01F6-8919-454B-A6660F77C87A}"/>
          </ac:inkMkLst>
        </pc:inkChg>
        <pc:inkChg chg="add">
          <ac:chgData name="植田 篤俊" userId="0d2b3cda-30c1-45e3-9e5c-02c0046d67fa" providerId="ADAL" clId="{A6AB8097-671C-4783-A056-5A985F003BDF}" dt="2026-04-20T14:52:42.218" v="2428"/>
          <ac:inkMkLst>
            <pc:docMk/>
            <pc:sldMk cId="1009422686" sldId="260"/>
            <ac:inkMk id="90" creationId="{54AEF63B-CAE1-F177-40D1-4E93ED32149D}"/>
          </ac:inkMkLst>
        </pc:inkChg>
        <pc:inkChg chg="add del">
          <ac:chgData name="植田 篤俊" userId="0d2b3cda-30c1-45e3-9e5c-02c0046d67fa" providerId="ADAL" clId="{A6AB8097-671C-4783-A056-5A985F003BDF}" dt="2026-04-20T14:52:49.324" v="2445"/>
          <ac:inkMkLst>
            <pc:docMk/>
            <pc:sldMk cId="1009422686" sldId="260"/>
            <ac:inkMk id="91" creationId="{B699CE28-2D37-A572-F317-660FFE1422CA}"/>
          </ac:inkMkLst>
        </pc:inkChg>
        <pc:inkChg chg="add">
          <ac:chgData name="植田 篤俊" userId="0d2b3cda-30c1-45e3-9e5c-02c0046d67fa" providerId="ADAL" clId="{A6AB8097-671C-4783-A056-5A985F003BDF}" dt="2026-04-20T14:52:42.818" v="2430"/>
          <ac:inkMkLst>
            <pc:docMk/>
            <pc:sldMk cId="1009422686" sldId="260"/>
            <ac:inkMk id="92" creationId="{BA9AAAAD-F56E-5F58-000A-CE7CF8044DB6}"/>
          </ac:inkMkLst>
        </pc:inkChg>
        <pc:inkChg chg="add">
          <ac:chgData name="植田 篤俊" userId="0d2b3cda-30c1-45e3-9e5c-02c0046d67fa" providerId="ADAL" clId="{A6AB8097-671C-4783-A056-5A985F003BDF}" dt="2026-04-20T14:52:42.917" v="2431"/>
          <ac:inkMkLst>
            <pc:docMk/>
            <pc:sldMk cId="1009422686" sldId="260"/>
            <ac:inkMk id="93" creationId="{7E5FA1A4-AD34-52D1-B296-F3A7B3605CD5}"/>
          </ac:inkMkLst>
        </pc:inkChg>
        <pc:inkChg chg="add del">
          <ac:chgData name="植田 篤俊" userId="0d2b3cda-30c1-45e3-9e5c-02c0046d67fa" providerId="ADAL" clId="{A6AB8097-671C-4783-A056-5A985F003BDF}" dt="2026-04-20T14:52:49.324" v="2445"/>
          <ac:inkMkLst>
            <pc:docMk/>
            <pc:sldMk cId="1009422686" sldId="260"/>
            <ac:inkMk id="94" creationId="{82F40FA2-164E-EEBB-A974-DCEA2F54E775}"/>
          </ac:inkMkLst>
        </pc:inkChg>
        <pc:inkChg chg="add del">
          <ac:chgData name="植田 篤俊" userId="0d2b3cda-30c1-45e3-9e5c-02c0046d67fa" providerId="ADAL" clId="{A6AB8097-671C-4783-A056-5A985F003BDF}" dt="2026-04-20T14:52:49.324" v="2445"/>
          <ac:inkMkLst>
            <pc:docMk/>
            <pc:sldMk cId="1009422686" sldId="260"/>
            <ac:inkMk id="95" creationId="{B2046919-A7A5-4185-182D-C1AB405D8124}"/>
          </ac:inkMkLst>
        </pc:inkChg>
        <pc:inkChg chg="add">
          <ac:chgData name="植田 篤俊" userId="0d2b3cda-30c1-45e3-9e5c-02c0046d67fa" providerId="ADAL" clId="{A6AB8097-671C-4783-A056-5A985F003BDF}" dt="2026-04-20T14:52:44.918" v="2434"/>
          <ac:inkMkLst>
            <pc:docMk/>
            <pc:sldMk cId="1009422686" sldId="260"/>
            <ac:inkMk id="96" creationId="{958632A4-B0BC-5989-C56E-D29E9EC5EFD8}"/>
          </ac:inkMkLst>
        </pc:inkChg>
        <pc:inkChg chg="add del">
          <ac:chgData name="植田 篤俊" userId="0d2b3cda-30c1-45e3-9e5c-02c0046d67fa" providerId="ADAL" clId="{A6AB8097-671C-4783-A056-5A985F003BDF}" dt="2026-04-20T14:52:49.324" v="2445"/>
          <ac:inkMkLst>
            <pc:docMk/>
            <pc:sldMk cId="1009422686" sldId="260"/>
            <ac:inkMk id="97" creationId="{348E6E2D-1125-220E-5736-550FEC36C1EE}"/>
          </ac:inkMkLst>
        </pc:inkChg>
        <pc:inkChg chg="add">
          <ac:chgData name="植田 篤俊" userId="0d2b3cda-30c1-45e3-9e5c-02c0046d67fa" providerId="ADAL" clId="{A6AB8097-671C-4783-A056-5A985F003BDF}" dt="2026-04-20T14:52:45.551" v="2436"/>
          <ac:inkMkLst>
            <pc:docMk/>
            <pc:sldMk cId="1009422686" sldId="260"/>
            <ac:inkMk id="98" creationId="{BCC98002-4948-5FFD-1F7C-5C1524EDCFA0}"/>
          </ac:inkMkLst>
        </pc:inkChg>
        <pc:inkChg chg="add del">
          <ac:chgData name="植田 篤俊" userId="0d2b3cda-30c1-45e3-9e5c-02c0046d67fa" providerId="ADAL" clId="{A6AB8097-671C-4783-A056-5A985F003BDF}" dt="2026-04-20T14:52:49.324" v="2445"/>
          <ac:inkMkLst>
            <pc:docMk/>
            <pc:sldMk cId="1009422686" sldId="260"/>
            <ac:inkMk id="99" creationId="{E779BBD9-659B-5DF9-517F-E6D70A0408B7}"/>
          </ac:inkMkLst>
        </pc:inkChg>
        <pc:inkChg chg="add">
          <ac:chgData name="植田 篤俊" userId="0d2b3cda-30c1-45e3-9e5c-02c0046d67fa" providerId="ADAL" clId="{A6AB8097-671C-4783-A056-5A985F003BDF}" dt="2026-04-20T14:52:46.203" v="2438"/>
          <ac:inkMkLst>
            <pc:docMk/>
            <pc:sldMk cId="1009422686" sldId="260"/>
            <ac:inkMk id="100" creationId="{0E83D034-0C61-B095-10C1-CD3301B31778}"/>
          </ac:inkMkLst>
        </pc:inkChg>
        <pc:inkChg chg="add">
          <ac:chgData name="植田 篤俊" userId="0d2b3cda-30c1-45e3-9e5c-02c0046d67fa" providerId="ADAL" clId="{A6AB8097-671C-4783-A056-5A985F003BDF}" dt="2026-04-20T14:52:46.834" v="2439"/>
          <ac:inkMkLst>
            <pc:docMk/>
            <pc:sldMk cId="1009422686" sldId="260"/>
            <ac:inkMk id="101" creationId="{CF5F9A50-8274-05AD-F13D-6E54373AEAFE}"/>
          </ac:inkMkLst>
        </pc:inkChg>
        <pc:inkChg chg="add del">
          <ac:chgData name="植田 篤俊" userId="0d2b3cda-30c1-45e3-9e5c-02c0046d67fa" providerId="ADAL" clId="{A6AB8097-671C-4783-A056-5A985F003BDF}" dt="2026-04-20T14:52:49.324" v="2445"/>
          <ac:inkMkLst>
            <pc:docMk/>
            <pc:sldMk cId="1009422686" sldId="260"/>
            <ac:inkMk id="102" creationId="{D2316FBA-24E6-708E-6E91-DF8312B3F5E9}"/>
          </ac:inkMkLst>
        </pc:inkChg>
        <pc:inkChg chg="add">
          <ac:chgData name="植田 篤俊" userId="0d2b3cda-30c1-45e3-9e5c-02c0046d67fa" providerId="ADAL" clId="{A6AB8097-671C-4783-A056-5A985F003BDF}" dt="2026-04-20T14:52:47.634" v="2441"/>
          <ac:inkMkLst>
            <pc:docMk/>
            <pc:sldMk cId="1009422686" sldId="260"/>
            <ac:inkMk id="103" creationId="{6931F893-AACC-4D0C-0943-F55EC4A83D93}"/>
          </ac:inkMkLst>
        </pc:inkChg>
        <pc:inkChg chg="add">
          <ac:chgData name="植田 篤俊" userId="0d2b3cda-30c1-45e3-9e5c-02c0046d67fa" providerId="ADAL" clId="{A6AB8097-671C-4783-A056-5A985F003BDF}" dt="2026-04-20T14:52:47.884" v="2442"/>
          <ac:inkMkLst>
            <pc:docMk/>
            <pc:sldMk cId="1009422686" sldId="260"/>
            <ac:inkMk id="104" creationId="{B6D20E67-1E92-F776-99CF-4CA1333855F0}"/>
          </ac:inkMkLst>
        </pc:inkChg>
        <pc:inkChg chg="add">
          <ac:chgData name="植田 篤俊" userId="0d2b3cda-30c1-45e3-9e5c-02c0046d67fa" providerId="ADAL" clId="{A6AB8097-671C-4783-A056-5A985F003BDF}" dt="2026-04-20T14:52:48.467" v="2443"/>
          <ac:inkMkLst>
            <pc:docMk/>
            <pc:sldMk cId="1009422686" sldId="260"/>
            <ac:inkMk id="105" creationId="{C1C1CF87-C3D4-0F7D-B15F-84AD08233888}"/>
          </ac:inkMkLst>
        </pc:inkChg>
        <pc:inkChg chg="add">
          <ac:chgData name="植田 篤俊" userId="0d2b3cda-30c1-45e3-9e5c-02c0046d67fa" providerId="ADAL" clId="{A6AB8097-671C-4783-A056-5A985F003BDF}" dt="2026-04-20T14:52:48.667" v="2444"/>
          <ac:inkMkLst>
            <pc:docMk/>
            <pc:sldMk cId="1009422686" sldId="260"/>
            <ac:inkMk id="106" creationId="{4639BE34-9FD6-F0D9-54FA-3AE3B3D70A72}"/>
          </ac:inkMkLst>
        </pc:inkChg>
        <pc:inkChg chg="add reco">
          <ac:chgData name="植田 篤俊" userId="0d2b3cda-30c1-45e3-9e5c-02c0046d67fa" providerId="ADAL" clId="{A6AB8097-671C-4783-A056-5A985F003BDF}" dt="2026-04-20T14:52:49.324" v="2445"/>
          <ac:inkMkLst>
            <pc:docMk/>
            <pc:sldMk cId="1009422686" sldId="260"/>
            <ac:inkMk id="109" creationId="{C7DC1057-6B16-D903-8271-282B4D37E73A}"/>
          </ac:inkMkLst>
        </pc:inkChg>
        <pc:inkChg chg="add reco">
          <ac:chgData name="植田 篤俊" userId="0d2b3cda-30c1-45e3-9e5c-02c0046d67fa" providerId="ADAL" clId="{A6AB8097-671C-4783-A056-5A985F003BDF}" dt="2026-04-20T14:52:49.324" v="2445"/>
          <ac:inkMkLst>
            <pc:docMk/>
            <pc:sldMk cId="1009422686" sldId="260"/>
            <ac:inkMk id="111" creationId="{E8941F9F-1398-8018-FD24-DDB7BF95A3D9}"/>
          </ac:inkMkLst>
        </pc:inkChg>
        <pc:inkChg chg="add">
          <ac:chgData name="植田 篤俊" userId="0d2b3cda-30c1-45e3-9e5c-02c0046d67fa" providerId="ADAL" clId="{A6AB8097-671C-4783-A056-5A985F003BDF}" dt="2026-04-20T14:52:49.534" v="2446"/>
          <ac:inkMkLst>
            <pc:docMk/>
            <pc:sldMk cId="1009422686" sldId="260"/>
            <ac:inkMk id="112" creationId="{94B28B9F-1FD8-ED50-AF56-482715CACC24}"/>
          </ac:inkMkLst>
        </pc:inkChg>
        <pc:inkChg chg="add del">
          <ac:chgData name="植田 篤俊" userId="0d2b3cda-30c1-45e3-9e5c-02c0046d67fa" providerId="ADAL" clId="{A6AB8097-671C-4783-A056-5A985F003BDF}" dt="2026-04-20T14:52:54.750" v="2464"/>
          <ac:inkMkLst>
            <pc:docMk/>
            <pc:sldMk cId="1009422686" sldId="260"/>
            <ac:inkMk id="113" creationId="{037EF278-9410-27F5-D821-C197873A9C9A}"/>
          </ac:inkMkLst>
        </pc:inkChg>
        <pc:inkChg chg="add del">
          <ac:chgData name="植田 篤俊" userId="0d2b3cda-30c1-45e3-9e5c-02c0046d67fa" providerId="ADAL" clId="{A6AB8097-671C-4783-A056-5A985F003BDF}" dt="2026-04-20T14:52:54.750" v="2464"/>
          <ac:inkMkLst>
            <pc:docMk/>
            <pc:sldMk cId="1009422686" sldId="260"/>
            <ac:inkMk id="114" creationId="{1ECE325F-50ED-F5BD-6972-6635D5380179}"/>
          </ac:inkMkLst>
        </pc:inkChg>
        <pc:inkChg chg="add">
          <ac:chgData name="植田 篤俊" userId="0d2b3cda-30c1-45e3-9e5c-02c0046d67fa" providerId="ADAL" clId="{A6AB8097-671C-4783-A056-5A985F003BDF}" dt="2026-04-20T14:52:50.371" v="2449"/>
          <ac:inkMkLst>
            <pc:docMk/>
            <pc:sldMk cId="1009422686" sldId="260"/>
            <ac:inkMk id="115" creationId="{17B74E37-A455-A460-EE7C-6BA3A43E14FF}"/>
          </ac:inkMkLst>
        </pc:inkChg>
        <pc:inkChg chg="add">
          <ac:chgData name="植田 篤俊" userId="0d2b3cda-30c1-45e3-9e5c-02c0046d67fa" providerId="ADAL" clId="{A6AB8097-671C-4783-A056-5A985F003BDF}" dt="2026-04-20T14:52:50.651" v="2450"/>
          <ac:inkMkLst>
            <pc:docMk/>
            <pc:sldMk cId="1009422686" sldId="260"/>
            <ac:inkMk id="116" creationId="{8E3DFDCA-9C8E-3145-246E-57B65EFA48F8}"/>
          </ac:inkMkLst>
        </pc:inkChg>
        <pc:inkChg chg="add del">
          <ac:chgData name="植田 篤俊" userId="0d2b3cda-30c1-45e3-9e5c-02c0046d67fa" providerId="ADAL" clId="{A6AB8097-671C-4783-A056-5A985F003BDF}" dt="2026-04-20T14:52:54.750" v="2464"/>
          <ac:inkMkLst>
            <pc:docMk/>
            <pc:sldMk cId="1009422686" sldId="260"/>
            <ac:inkMk id="117" creationId="{1DE86E04-4901-E830-CCA9-D9DFCBED0506}"/>
          </ac:inkMkLst>
        </pc:inkChg>
        <pc:inkChg chg="add">
          <ac:chgData name="植田 篤俊" userId="0d2b3cda-30c1-45e3-9e5c-02c0046d67fa" providerId="ADAL" clId="{A6AB8097-671C-4783-A056-5A985F003BDF}" dt="2026-04-20T14:52:51.353" v="2452"/>
          <ac:inkMkLst>
            <pc:docMk/>
            <pc:sldMk cId="1009422686" sldId="260"/>
            <ac:inkMk id="118" creationId="{57DA9FBF-85A2-7862-632C-A663FA846683}"/>
          </ac:inkMkLst>
        </pc:inkChg>
        <pc:inkChg chg="add del">
          <ac:chgData name="植田 篤俊" userId="0d2b3cda-30c1-45e3-9e5c-02c0046d67fa" providerId="ADAL" clId="{A6AB8097-671C-4783-A056-5A985F003BDF}" dt="2026-04-20T14:52:54.750" v="2464"/>
          <ac:inkMkLst>
            <pc:docMk/>
            <pc:sldMk cId="1009422686" sldId="260"/>
            <ac:inkMk id="119" creationId="{074B9874-8284-AB9B-48AB-0A03CF509752}"/>
          </ac:inkMkLst>
        </pc:inkChg>
        <pc:inkChg chg="add del">
          <ac:chgData name="植田 篤俊" userId="0d2b3cda-30c1-45e3-9e5c-02c0046d67fa" providerId="ADAL" clId="{A6AB8097-671C-4783-A056-5A985F003BDF}" dt="2026-04-20T14:52:54.750" v="2464"/>
          <ac:inkMkLst>
            <pc:docMk/>
            <pc:sldMk cId="1009422686" sldId="260"/>
            <ac:inkMk id="120" creationId="{4AE93629-FBA7-C196-33C5-51B701E65BFA}"/>
          </ac:inkMkLst>
        </pc:inkChg>
        <pc:inkChg chg="add">
          <ac:chgData name="植田 篤俊" userId="0d2b3cda-30c1-45e3-9e5c-02c0046d67fa" providerId="ADAL" clId="{A6AB8097-671C-4783-A056-5A985F003BDF}" dt="2026-04-20T14:52:52.154" v="2455"/>
          <ac:inkMkLst>
            <pc:docMk/>
            <pc:sldMk cId="1009422686" sldId="260"/>
            <ac:inkMk id="121" creationId="{F0BAED2D-6F27-EDFD-EAAB-A8ADF232571E}"/>
          </ac:inkMkLst>
        </pc:inkChg>
        <pc:inkChg chg="add">
          <ac:chgData name="植田 篤俊" userId="0d2b3cda-30c1-45e3-9e5c-02c0046d67fa" providerId="ADAL" clId="{A6AB8097-671C-4783-A056-5A985F003BDF}" dt="2026-04-20T14:52:52.350" v="2456"/>
          <ac:inkMkLst>
            <pc:docMk/>
            <pc:sldMk cId="1009422686" sldId="260"/>
            <ac:inkMk id="122" creationId="{0DF1A211-7920-C0E7-7F37-F8B630AE80CA}"/>
          </ac:inkMkLst>
        </pc:inkChg>
        <pc:inkChg chg="add del">
          <ac:chgData name="植田 篤俊" userId="0d2b3cda-30c1-45e3-9e5c-02c0046d67fa" providerId="ADAL" clId="{A6AB8097-671C-4783-A056-5A985F003BDF}" dt="2026-04-20T14:52:54.750" v="2464"/>
          <ac:inkMkLst>
            <pc:docMk/>
            <pc:sldMk cId="1009422686" sldId="260"/>
            <ac:inkMk id="123" creationId="{414FC786-4C2E-96F8-B8EF-1E99C91B12C1}"/>
          </ac:inkMkLst>
        </pc:inkChg>
        <pc:inkChg chg="add">
          <ac:chgData name="植田 篤俊" userId="0d2b3cda-30c1-45e3-9e5c-02c0046d67fa" providerId="ADAL" clId="{A6AB8097-671C-4783-A056-5A985F003BDF}" dt="2026-04-20T14:52:52.600" v="2458"/>
          <ac:inkMkLst>
            <pc:docMk/>
            <pc:sldMk cId="1009422686" sldId="260"/>
            <ac:inkMk id="124" creationId="{185FF066-D899-D00A-F1C3-F7B30BA683E9}"/>
          </ac:inkMkLst>
        </pc:inkChg>
        <pc:inkChg chg="add del">
          <ac:chgData name="植田 篤俊" userId="0d2b3cda-30c1-45e3-9e5c-02c0046d67fa" providerId="ADAL" clId="{A6AB8097-671C-4783-A056-5A985F003BDF}" dt="2026-04-20T14:52:54.750" v="2464"/>
          <ac:inkMkLst>
            <pc:docMk/>
            <pc:sldMk cId="1009422686" sldId="260"/>
            <ac:inkMk id="125" creationId="{9EEAE222-490F-FBAF-D056-6B09A73C5C62}"/>
          </ac:inkMkLst>
        </pc:inkChg>
        <pc:inkChg chg="add del">
          <ac:chgData name="植田 篤俊" userId="0d2b3cda-30c1-45e3-9e5c-02c0046d67fa" providerId="ADAL" clId="{A6AB8097-671C-4783-A056-5A985F003BDF}" dt="2026-04-20T14:52:54.750" v="2464"/>
          <ac:inkMkLst>
            <pc:docMk/>
            <pc:sldMk cId="1009422686" sldId="260"/>
            <ac:inkMk id="126" creationId="{5AE29B54-A96D-7177-F2F6-C8906BD37E7D}"/>
          </ac:inkMkLst>
        </pc:inkChg>
        <pc:inkChg chg="add del">
          <ac:chgData name="植田 篤俊" userId="0d2b3cda-30c1-45e3-9e5c-02c0046d67fa" providerId="ADAL" clId="{A6AB8097-671C-4783-A056-5A985F003BDF}" dt="2026-04-20T14:52:54.750" v="2464"/>
          <ac:inkMkLst>
            <pc:docMk/>
            <pc:sldMk cId="1009422686" sldId="260"/>
            <ac:inkMk id="127" creationId="{8EE15D69-4245-ACD4-248C-368BAB1861FF}"/>
          </ac:inkMkLst>
        </pc:inkChg>
        <pc:inkChg chg="add del">
          <ac:chgData name="植田 篤俊" userId="0d2b3cda-30c1-45e3-9e5c-02c0046d67fa" providerId="ADAL" clId="{A6AB8097-671C-4783-A056-5A985F003BDF}" dt="2026-04-20T14:52:54.750" v="2464"/>
          <ac:inkMkLst>
            <pc:docMk/>
            <pc:sldMk cId="1009422686" sldId="260"/>
            <ac:inkMk id="128" creationId="{861A18F6-6B62-8197-8599-099A187E23F9}"/>
          </ac:inkMkLst>
        </pc:inkChg>
        <pc:inkChg chg="add">
          <ac:chgData name="植田 篤俊" userId="0d2b3cda-30c1-45e3-9e5c-02c0046d67fa" providerId="ADAL" clId="{A6AB8097-671C-4783-A056-5A985F003BDF}" dt="2026-04-20T14:52:54.068" v="2463"/>
          <ac:inkMkLst>
            <pc:docMk/>
            <pc:sldMk cId="1009422686" sldId="260"/>
            <ac:inkMk id="129" creationId="{649031CE-81AE-19E1-7382-0F1DABDEAA0B}"/>
          </ac:inkMkLst>
        </pc:inkChg>
        <pc:inkChg chg="add del">
          <ac:chgData name="植田 篤俊" userId="0d2b3cda-30c1-45e3-9e5c-02c0046d67fa" providerId="ADAL" clId="{A6AB8097-671C-4783-A056-5A985F003BDF}" dt="2026-04-20T14:53:48.663" v="2466"/>
          <ac:inkMkLst>
            <pc:docMk/>
            <pc:sldMk cId="1009422686" sldId="260"/>
            <ac:inkMk id="132" creationId="{8F4138BA-619E-1E52-A534-A3651EF12A96}"/>
          </ac:inkMkLst>
        </pc:inkChg>
        <pc:inkChg chg="mod">
          <ac:chgData name="植田 篤俊" userId="0d2b3cda-30c1-45e3-9e5c-02c0046d67fa" providerId="ADAL" clId="{A6AB8097-671C-4783-A056-5A985F003BDF}" dt="2026-04-20T15:02:39.241" v="2988" actId="1076"/>
          <ac:inkMkLst>
            <pc:docMk/>
            <pc:sldMk cId="1009422686" sldId="260"/>
            <ac:inkMk id="132" creationId="{A6C95A89-650F-3816-1127-7AC39C0D345D}"/>
          </ac:inkMkLst>
        </pc:inkChg>
        <pc:inkChg chg="add del">
          <ac:chgData name="植田 篤俊" userId="0d2b3cda-30c1-45e3-9e5c-02c0046d67fa" providerId="ADAL" clId="{A6AB8097-671C-4783-A056-5A985F003BDF}" dt="2026-04-20T14:53:50.916" v="2468"/>
          <ac:inkMkLst>
            <pc:docMk/>
            <pc:sldMk cId="1009422686" sldId="260"/>
            <ac:inkMk id="133" creationId="{0A9F0893-D9D0-DF01-AB23-5FFF44569890}"/>
          </ac:inkMkLst>
        </pc:inkChg>
        <pc:inkChg chg="del">
          <ac:chgData name="植田 篤俊" userId="0d2b3cda-30c1-45e3-9e5c-02c0046d67fa" providerId="ADAL" clId="{A6AB8097-671C-4783-A056-5A985F003BDF}" dt="2026-04-20T15:03:41.633" v="3075"/>
          <ac:inkMkLst>
            <pc:docMk/>
            <pc:sldMk cId="1009422686" sldId="260"/>
            <ac:inkMk id="133" creationId="{F66CD2B5-E242-438B-3C62-F65ECA949307}"/>
          </ac:inkMkLst>
        </pc:inkChg>
        <pc:inkChg chg="mod modStrokes">
          <ac:chgData name="植田 篤俊" userId="0d2b3cda-30c1-45e3-9e5c-02c0046d67fa" providerId="ADAL" clId="{A6AB8097-671C-4783-A056-5A985F003BDF}" dt="2026-04-20T15:03:41.635" v="3076"/>
          <ac:inkMkLst>
            <pc:docMk/>
            <pc:sldMk cId="1009422686" sldId="260"/>
            <ac:inkMk id="134" creationId="{93182874-FAEF-A3C9-DFD5-EDEEDC3419F3}"/>
          </ac:inkMkLst>
        </pc:inkChg>
        <pc:inkChg chg="add del">
          <ac:chgData name="植田 篤俊" userId="0d2b3cda-30c1-45e3-9e5c-02c0046d67fa" providerId="ADAL" clId="{A6AB8097-671C-4783-A056-5A985F003BDF}" dt="2026-04-20T14:53:52.413" v="2470"/>
          <ac:inkMkLst>
            <pc:docMk/>
            <pc:sldMk cId="1009422686" sldId="260"/>
            <ac:inkMk id="134" creationId="{A0111B89-D7A5-BF5E-9A71-2849CEEC6043}"/>
          </ac:inkMkLst>
        </pc:inkChg>
        <pc:inkChg chg="add del">
          <ac:chgData name="植田 篤俊" userId="0d2b3cda-30c1-45e3-9e5c-02c0046d67fa" providerId="ADAL" clId="{A6AB8097-671C-4783-A056-5A985F003BDF}" dt="2026-04-20T14:53:54.978" v="2473"/>
          <ac:inkMkLst>
            <pc:docMk/>
            <pc:sldMk cId="1009422686" sldId="260"/>
            <ac:inkMk id="135" creationId="{D2F40BF1-35DA-26F2-B5F8-18ACC15A3B34}"/>
          </ac:inkMkLst>
        </pc:inkChg>
        <pc:inkChg chg="add del">
          <ac:chgData name="植田 篤俊" userId="0d2b3cda-30c1-45e3-9e5c-02c0046d67fa" providerId="ADAL" clId="{A6AB8097-671C-4783-A056-5A985F003BDF}" dt="2026-04-20T14:53:56.247" v="2478"/>
          <ac:inkMkLst>
            <pc:docMk/>
            <pc:sldMk cId="1009422686" sldId="260"/>
            <ac:inkMk id="136" creationId="{C374C276-EE7B-D6C8-B677-A7D7B1315FC4}"/>
          </ac:inkMkLst>
        </pc:inkChg>
        <pc:inkChg chg="add del">
          <ac:chgData name="植田 篤俊" userId="0d2b3cda-30c1-45e3-9e5c-02c0046d67fa" providerId="ADAL" clId="{A6AB8097-671C-4783-A056-5A985F003BDF}" dt="2026-04-20T14:53:56.247" v="2477"/>
          <ac:inkMkLst>
            <pc:docMk/>
            <pc:sldMk cId="1009422686" sldId="260"/>
            <ac:inkMk id="137" creationId="{72B084A5-2724-9540-0185-D329145A37A0}"/>
          </ac:inkMkLst>
        </pc:inkChg>
        <pc:inkChg chg="add del">
          <ac:chgData name="植田 篤俊" userId="0d2b3cda-30c1-45e3-9e5c-02c0046d67fa" providerId="ADAL" clId="{A6AB8097-671C-4783-A056-5A985F003BDF}" dt="2026-04-20T14:53:56.246" v="2476"/>
          <ac:inkMkLst>
            <pc:docMk/>
            <pc:sldMk cId="1009422686" sldId="260"/>
            <ac:inkMk id="138" creationId="{9361729A-CE94-AD47-9A72-9AF0C95BE61B}"/>
          </ac:inkMkLst>
        </pc:inkChg>
        <pc:inkChg chg="add del">
          <ac:chgData name="植田 篤俊" userId="0d2b3cda-30c1-45e3-9e5c-02c0046d67fa" providerId="ADAL" clId="{A6AB8097-671C-4783-A056-5A985F003BDF}" dt="2026-04-20T14:54:00.501" v="2481"/>
          <ac:inkMkLst>
            <pc:docMk/>
            <pc:sldMk cId="1009422686" sldId="260"/>
            <ac:inkMk id="139" creationId="{A4722A6B-5A3E-DC4E-9128-261D36018DE8}"/>
          </ac:inkMkLst>
        </pc:inkChg>
        <pc:inkChg chg="add del">
          <ac:chgData name="植田 篤俊" userId="0d2b3cda-30c1-45e3-9e5c-02c0046d67fa" providerId="ADAL" clId="{A6AB8097-671C-4783-A056-5A985F003BDF}" dt="2026-04-20T14:54:00.501" v="2481"/>
          <ac:inkMkLst>
            <pc:docMk/>
            <pc:sldMk cId="1009422686" sldId="260"/>
            <ac:inkMk id="140" creationId="{F57A4730-7D59-797B-7BE3-04D814C52367}"/>
          </ac:inkMkLst>
        </pc:inkChg>
        <pc:inkChg chg="add mod reco modStrokes">
          <ac:chgData name="植田 篤俊" userId="0d2b3cda-30c1-45e3-9e5c-02c0046d67fa" providerId="ADAL" clId="{A6AB8097-671C-4783-A056-5A985F003BDF}" dt="2026-04-20T14:54:01.662" v="2482"/>
          <ac:inkMkLst>
            <pc:docMk/>
            <pc:sldMk cId="1009422686" sldId="260"/>
            <ac:inkMk id="141" creationId="{B3398D18-D4B0-B535-D640-51947360946D}"/>
          </ac:inkMkLst>
        </pc:inkChg>
        <pc:inkChg chg="add">
          <ac:chgData name="植田 篤俊" userId="0d2b3cda-30c1-45e3-9e5c-02c0046d67fa" providerId="ADAL" clId="{A6AB8097-671C-4783-A056-5A985F003BDF}" dt="2026-04-20T14:54:03.549" v="2483"/>
          <ac:inkMkLst>
            <pc:docMk/>
            <pc:sldMk cId="1009422686" sldId="260"/>
            <ac:inkMk id="142" creationId="{EE9388AB-2AB8-D05C-6A53-BE05A7DF73F4}"/>
          </ac:inkMkLst>
        </pc:inkChg>
        <pc:inkChg chg="add del">
          <ac:chgData name="植田 篤俊" userId="0d2b3cda-30c1-45e3-9e5c-02c0046d67fa" providerId="ADAL" clId="{A6AB8097-671C-4783-A056-5A985F003BDF}" dt="2026-04-20T14:54:12.162" v="2492"/>
          <ac:inkMkLst>
            <pc:docMk/>
            <pc:sldMk cId="1009422686" sldId="260"/>
            <ac:inkMk id="143" creationId="{491A50EC-44FC-5334-5F1F-C250837599D2}"/>
          </ac:inkMkLst>
        </pc:inkChg>
        <pc:inkChg chg="add del">
          <ac:chgData name="植田 篤俊" userId="0d2b3cda-30c1-45e3-9e5c-02c0046d67fa" providerId="ADAL" clId="{A6AB8097-671C-4783-A056-5A985F003BDF}" dt="2026-04-20T14:54:12.162" v="2492"/>
          <ac:inkMkLst>
            <pc:docMk/>
            <pc:sldMk cId="1009422686" sldId="260"/>
            <ac:inkMk id="144" creationId="{08940857-ECB3-9013-603A-05CCCBCB0D3E}"/>
          </ac:inkMkLst>
        </pc:inkChg>
        <pc:inkChg chg="add del">
          <ac:chgData name="植田 篤俊" userId="0d2b3cda-30c1-45e3-9e5c-02c0046d67fa" providerId="ADAL" clId="{A6AB8097-671C-4783-A056-5A985F003BDF}" dt="2026-04-20T14:54:12.162" v="2492"/>
          <ac:inkMkLst>
            <pc:docMk/>
            <pc:sldMk cId="1009422686" sldId="260"/>
            <ac:inkMk id="145" creationId="{4D033B09-5715-C9B4-CA2E-400CCF8D0391}"/>
          </ac:inkMkLst>
        </pc:inkChg>
        <pc:inkChg chg="add del">
          <ac:chgData name="植田 篤俊" userId="0d2b3cda-30c1-45e3-9e5c-02c0046d67fa" providerId="ADAL" clId="{A6AB8097-671C-4783-A056-5A985F003BDF}" dt="2026-04-20T14:54:12.162" v="2492"/>
          <ac:inkMkLst>
            <pc:docMk/>
            <pc:sldMk cId="1009422686" sldId="260"/>
            <ac:inkMk id="146" creationId="{9E4E690F-E050-78A6-CBEB-CDE22D59CE36}"/>
          </ac:inkMkLst>
        </pc:inkChg>
        <pc:inkChg chg="add del">
          <ac:chgData name="植田 篤俊" userId="0d2b3cda-30c1-45e3-9e5c-02c0046d67fa" providerId="ADAL" clId="{A6AB8097-671C-4783-A056-5A985F003BDF}" dt="2026-04-20T14:54:12.162" v="2492"/>
          <ac:inkMkLst>
            <pc:docMk/>
            <pc:sldMk cId="1009422686" sldId="260"/>
            <ac:inkMk id="147" creationId="{B7C2EAE1-FCA7-6041-3B1D-17FE28D3914A}"/>
          </ac:inkMkLst>
        </pc:inkChg>
        <pc:inkChg chg="add del">
          <ac:chgData name="植田 篤俊" userId="0d2b3cda-30c1-45e3-9e5c-02c0046d67fa" providerId="ADAL" clId="{A6AB8097-671C-4783-A056-5A985F003BDF}" dt="2026-04-20T14:54:12.162" v="2492"/>
          <ac:inkMkLst>
            <pc:docMk/>
            <pc:sldMk cId="1009422686" sldId="260"/>
            <ac:inkMk id="148" creationId="{4DB0F5CA-2380-0622-0BE0-66B0D2AF8F69}"/>
          </ac:inkMkLst>
        </pc:inkChg>
        <pc:inkChg chg="add del">
          <ac:chgData name="植田 篤俊" userId="0d2b3cda-30c1-45e3-9e5c-02c0046d67fa" providerId="ADAL" clId="{A6AB8097-671C-4783-A056-5A985F003BDF}" dt="2026-04-20T14:54:12.162" v="2492"/>
          <ac:inkMkLst>
            <pc:docMk/>
            <pc:sldMk cId="1009422686" sldId="260"/>
            <ac:inkMk id="149" creationId="{51FC6F65-B59F-2494-F03A-CA5352AB00F9}"/>
          </ac:inkMkLst>
        </pc:inkChg>
        <pc:inkChg chg="add del">
          <ac:chgData name="植田 篤俊" userId="0d2b3cda-30c1-45e3-9e5c-02c0046d67fa" providerId="ADAL" clId="{A6AB8097-671C-4783-A056-5A985F003BDF}" dt="2026-04-20T14:54:12.162" v="2492"/>
          <ac:inkMkLst>
            <pc:docMk/>
            <pc:sldMk cId="1009422686" sldId="260"/>
            <ac:inkMk id="150" creationId="{0EF9E279-586B-B995-9D17-7C70225A6E04}"/>
          </ac:inkMkLst>
        </pc:inkChg>
        <pc:inkChg chg="add reco">
          <ac:chgData name="植田 篤俊" userId="0d2b3cda-30c1-45e3-9e5c-02c0046d67fa" providerId="ADAL" clId="{A6AB8097-671C-4783-A056-5A985F003BDF}" dt="2026-04-20T14:54:12.162" v="2492"/>
          <ac:inkMkLst>
            <pc:docMk/>
            <pc:sldMk cId="1009422686" sldId="260"/>
            <ac:inkMk id="151" creationId="{94D2825E-8D1D-1FE1-7991-3BA8EC37E010}"/>
          </ac:inkMkLst>
        </pc:inkChg>
        <pc:inkChg chg="add del">
          <ac:chgData name="植田 篤俊" userId="0d2b3cda-30c1-45e3-9e5c-02c0046d67fa" providerId="ADAL" clId="{A6AB8097-671C-4783-A056-5A985F003BDF}" dt="2026-04-20T14:54:16.198" v="2495"/>
          <ac:inkMkLst>
            <pc:docMk/>
            <pc:sldMk cId="1009422686" sldId="260"/>
            <ac:inkMk id="152" creationId="{38656BF0-191A-E5A6-5A53-20770668CA33}"/>
          </ac:inkMkLst>
        </pc:inkChg>
        <pc:inkChg chg="add del">
          <ac:chgData name="植田 篤俊" userId="0d2b3cda-30c1-45e3-9e5c-02c0046d67fa" providerId="ADAL" clId="{A6AB8097-671C-4783-A056-5A985F003BDF}" dt="2026-04-20T14:54:16.198" v="2495"/>
          <ac:inkMkLst>
            <pc:docMk/>
            <pc:sldMk cId="1009422686" sldId="260"/>
            <ac:inkMk id="153" creationId="{89BFD581-5708-56C9-6204-465A3BF4435A}"/>
          </ac:inkMkLst>
        </pc:inkChg>
        <pc:inkChg chg="add reco">
          <ac:chgData name="植田 篤俊" userId="0d2b3cda-30c1-45e3-9e5c-02c0046d67fa" providerId="ADAL" clId="{A6AB8097-671C-4783-A056-5A985F003BDF}" dt="2026-04-20T14:54:16.198" v="2495"/>
          <ac:inkMkLst>
            <pc:docMk/>
            <pc:sldMk cId="1009422686" sldId="260"/>
            <ac:inkMk id="154" creationId="{980DC7E5-0228-F8D4-38C6-DFB9B85C0307}"/>
          </ac:inkMkLst>
        </pc:inkChg>
        <pc:inkChg chg="add del">
          <ac:chgData name="植田 篤俊" userId="0d2b3cda-30c1-45e3-9e5c-02c0046d67fa" providerId="ADAL" clId="{A6AB8097-671C-4783-A056-5A985F003BDF}" dt="2026-04-20T14:54:21.801" v="2506"/>
          <ac:inkMkLst>
            <pc:docMk/>
            <pc:sldMk cId="1009422686" sldId="260"/>
            <ac:inkMk id="155" creationId="{F9323CF7-A9E9-C6EA-99E5-2837E3A9CB5B}"/>
          </ac:inkMkLst>
        </pc:inkChg>
        <pc:inkChg chg="add del">
          <ac:chgData name="植田 篤俊" userId="0d2b3cda-30c1-45e3-9e5c-02c0046d67fa" providerId="ADAL" clId="{A6AB8097-671C-4783-A056-5A985F003BDF}" dt="2026-04-20T14:54:21.801" v="2506"/>
          <ac:inkMkLst>
            <pc:docMk/>
            <pc:sldMk cId="1009422686" sldId="260"/>
            <ac:inkMk id="156" creationId="{85622713-09E2-1E62-10E6-A0D8342CABD3}"/>
          </ac:inkMkLst>
        </pc:inkChg>
        <pc:inkChg chg="add del">
          <ac:chgData name="植田 篤俊" userId="0d2b3cda-30c1-45e3-9e5c-02c0046d67fa" providerId="ADAL" clId="{A6AB8097-671C-4783-A056-5A985F003BDF}" dt="2026-04-20T14:54:21.801" v="2506"/>
          <ac:inkMkLst>
            <pc:docMk/>
            <pc:sldMk cId="1009422686" sldId="260"/>
            <ac:inkMk id="157" creationId="{2C4E7F6B-DA0F-B004-4C83-413627B1BDAA}"/>
          </ac:inkMkLst>
        </pc:inkChg>
        <pc:inkChg chg="add del">
          <ac:chgData name="植田 篤俊" userId="0d2b3cda-30c1-45e3-9e5c-02c0046d67fa" providerId="ADAL" clId="{A6AB8097-671C-4783-A056-5A985F003BDF}" dt="2026-04-20T14:54:21.801" v="2506"/>
          <ac:inkMkLst>
            <pc:docMk/>
            <pc:sldMk cId="1009422686" sldId="260"/>
            <ac:inkMk id="158" creationId="{F3C5280D-E361-AE09-A75F-0E98BB47537B}"/>
          </ac:inkMkLst>
        </pc:inkChg>
        <pc:inkChg chg="add del">
          <ac:chgData name="植田 篤俊" userId="0d2b3cda-30c1-45e3-9e5c-02c0046d67fa" providerId="ADAL" clId="{A6AB8097-671C-4783-A056-5A985F003BDF}" dt="2026-04-20T14:54:21.801" v="2506"/>
          <ac:inkMkLst>
            <pc:docMk/>
            <pc:sldMk cId="1009422686" sldId="260"/>
            <ac:inkMk id="159" creationId="{BB86001E-B29C-C4A7-D7BB-A3E4AD65518E}"/>
          </ac:inkMkLst>
        </pc:inkChg>
        <pc:inkChg chg="add del">
          <ac:chgData name="植田 篤俊" userId="0d2b3cda-30c1-45e3-9e5c-02c0046d67fa" providerId="ADAL" clId="{A6AB8097-671C-4783-A056-5A985F003BDF}" dt="2026-04-20T14:54:21.801" v="2506"/>
          <ac:inkMkLst>
            <pc:docMk/>
            <pc:sldMk cId="1009422686" sldId="260"/>
            <ac:inkMk id="160" creationId="{6C80BC60-55E2-9FC3-2342-22DE65098158}"/>
          </ac:inkMkLst>
        </pc:inkChg>
        <pc:inkChg chg="add del">
          <ac:chgData name="植田 篤俊" userId="0d2b3cda-30c1-45e3-9e5c-02c0046d67fa" providerId="ADAL" clId="{A6AB8097-671C-4783-A056-5A985F003BDF}" dt="2026-04-20T14:54:20.260" v="2503"/>
          <ac:inkMkLst>
            <pc:docMk/>
            <pc:sldMk cId="1009422686" sldId="260"/>
            <ac:inkMk id="161" creationId="{D4805253-4D10-E675-486B-1414CC34A3AC}"/>
          </ac:inkMkLst>
        </pc:inkChg>
        <pc:inkChg chg="add del">
          <ac:chgData name="植田 篤俊" userId="0d2b3cda-30c1-45e3-9e5c-02c0046d67fa" providerId="ADAL" clId="{A6AB8097-671C-4783-A056-5A985F003BDF}" dt="2026-04-20T14:54:21.801" v="2506"/>
          <ac:inkMkLst>
            <pc:docMk/>
            <pc:sldMk cId="1009422686" sldId="260"/>
            <ac:inkMk id="162" creationId="{DBEDC5E8-C14B-324D-52BE-1E27F97C21CC}"/>
          </ac:inkMkLst>
        </pc:inkChg>
        <pc:inkChg chg="add del">
          <ac:chgData name="植田 篤俊" userId="0d2b3cda-30c1-45e3-9e5c-02c0046d67fa" providerId="ADAL" clId="{A6AB8097-671C-4783-A056-5A985F003BDF}" dt="2026-04-20T14:54:21.801" v="2506"/>
          <ac:inkMkLst>
            <pc:docMk/>
            <pc:sldMk cId="1009422686" sldId="260"/>
            <ac:inkMk id="163" creationId="{12C05215-C95A-E53C-7EC8-7269A09DBDF2}"/>
          </ac:inkMkLst>
        </pc:inkChg>
        <pc:inkChg chg="add mod reco modStrokes">
          <ac:chgData name="植田 篤俊" userId="0d2b3cda-30c1-45e3-9e5c-02c0046d67fa" providerId="ADAL" clId="{A6AB8097-671C-4783-A056-5A985F003BDF}" dt="2026-04-20T15:00:30.584" v="2857"/>
          <ac:inkMkLst>
            <pc:docMk/>
            <pc:sldMk cId="1009422686" sldId="260"/>
            <ac:inkMk id="164" creationId="{9CE31847-D6F2-2782-18CD-FB9A5BE680A3}"/>
          </ac:inkMkLst>
        </pc:inkChg>
        <pc:inkChg chg="add">
          <ac:chgData name="植田 篤俊" userId="0d2b3cda-30c1-45e3-9e5c-02c0046d67fa" providerId="ADAL" clId="{A6AB8097-671C-4783-A056-5A985F003BDF}" dt="2026-04-20T14:54:22.811" v="2507"/>
          <ac:inkMkLst>
            <pc:docMk/>
            <pc:sldMk cId="1009422686" sldId="260"/>
            <ac:inkMk id="165" creationId="{D515697D-CCA0-A6CB-D17F-29885FD39FFF}"/>
          </ac:inkMkLst>
        </pc:inkChg>
        <pc:inkChg chg="add del">
          <ac:chgData name="植田 篤俊" userId="0d2b3cda-30c1-45e3-9e5c-02c0046d67fa" providerId="ADAL" clId="{A6AB8097-671C-4783-A056-5A985F003BDF}" dt="2026-04-20T14:54:27.902" v="2519"/>
          <ac:inkMkLst>
            <pc:docMk/>
            <pc:sldMk cId="1009422686" sldId="260"/>
            <ac:inkMk id="166" creationId="{8FBB517E-3A3C-B9E1-29BF-460D361FF9CB}"/>
          </ac:inkMkLst>
        </pc:inkChg>
        <pc:inkChg chg="add del">
          <ac:chgData name="植田 篤俊" userId="0d2b3cda-30c1-45e3-9e5c-02c0046d67fa" providerId="ADAL" clId="{A6AB8097-671C-4783-A056-5A985F003BDF}" dt="2026-04-20T14:54:27.902" v="2519"/>
          <ac:inkMkLst>
            <pc:docMk/>
            <pc:sldMk cId="1009422686" sldId="260"/>
            <ac:inkMk id="167" creationId="{9FDEE0CE-8761-63AC-C665-4FCD9142DF77}"/>
          </ac:inkMkLst>
        </pc:inkChg>
        <pc:inkChg chg="add del">
          <ac:chgData name="植田 篤俊" userId="0d2b3cda-30c1-45e3-9e5c-02c0046d67fa" providerId="ADAL" clId="{A6AB8097-671C-4783-A056-5A985F003BDF}" dt="2026-04-20T14:54:27.902" v="2519"/>
          <ac:inkMkLst>
            <pc:docMk/>
            <pc:sldMk cId="1009422686" sldId="260"/>
            <ac:inkMk id="168" creationId="{6BC11467-DE72-B787-93FC-4CD4F811E3B9}"/>
          </ac:inkMkLst>
        </pc:inkChg>
        <pc:inkChg chg="add">
          <ac:chgData name="植田 篤俊" userId="0d2b3cda-30c1-45e3-9e5c-02c0046d67fa" providerId="ADAL" clId="{A6AB8097-671C-4783-A056-5A985F003BDF}" dt="2026-04-20T14:54:24.978" v="2511"/>
          <ac:inkMkLst>
            <pc:docMk/>
            <pc:sldMk cId="1009422686" sldId="260"/>
            <ac:inkMk id="169" creationId="{E9C72589-B9C0-BA89-2B5D-1E9B34D02BBA}"/>
          </ac:inkMkLst>
        </pc:inkChg>
        <pc:inkChg chg="add del">
          <ac:chgData name="植田 篤俊" userId="0d2b3cda-30c1-45e3-9e5c-02c0046d67fa" providerId="ADAL" clId="{A6AB8097-671C-4783-A056-5A985F003BDF}" dt="2026-04-20T14:54:27.902" v="2519"/>
          <ac:inkMkLst>
            <pc:docMk/>
            <pc:sldMk cId="1009422686" sldId="260"/>
            <ac:inkMk id="170" creationId="{5D5F7AD6-FB83-00CF-EF11-AB678D6FB143}"/>
          </ac:inkMkLst>
        </pc:inkChg>
        <pc:inkChg chg="add del">
          <ac:chgData name="植田 篤俊" userId="0d2b3cda-30c1-45e3-9e5c-02c0046d67fa" providerId="ADAL" clId="{A6AB8097-671C-4783-A056-5A985F003BDF}" dt="2026-04-20T14:54:27.902" v="2519"/>
          <ac:inkMkLst>
            <pc:docMk/>
            <pc:sldMk cId="1009422686" sldId="260"/>
            <ac:inkMk id="171" creationId="{0B6F2BE3-3326-4E7D-01CB-B1C5E23E86BC}"/>
          </ac:inkMkLst>
        </pc:inkChg>
        <pc:inkChg chg="add del">
          <ac:chgData name="植田 篤俊" userId="0d2b3cda-30c1-45e3-9e5c-02c0046d67fa" providerId="ADAL" clId="{A6AB8097-671C-4783-A056-5A985F003BDF}" dt="2026-04-20T14:54:27.902" v="2519"/>
          <ac:inkMkLst>
            <pc:docMk/>
            <pc:sldMk cId="1009422686" sldId="260"/>
            <ac:inkMk id="172" creationId="{650D0CD7-40A5-8964-0DED-DDE902AE0A9B}"/>
          </ac:inkMkLst>
        </pc:inkChg>
        <pc:inkChg chg="add">
          <ac:chgData name="植田 篤俊" userId="0d2b3cda-30c1-45e3-9e5c-02c0046d67fa" providerId="ADAL" clId="{A6AB8097-671C-4783-A056-5A985F003BDF}" dt="2026-04-20T14:54:26.327" v="2515"/>
          <ac:inkMkLst>
            <pc:docMk/>
            <pc:sldMk cId="1009422686" sldId="260"/>
            <ac:inkMk id="173" creationId="{F321DC8F-CB53-869C-8C46-83CDC6573D7C}"/>
          </ac:inkMkLst>
        </pc:inkChg>
        <pc:inkChg chg="add del">
          <ac:chgData name="植田 篤俊" userId="0d2b3cda-30c1-45e3-9e5c-02c0046d67fa" providerId="ADAL" clId="{A6AB8097-671C-4783-A056-5A985F003BDF}" dt="2026-04-20T14:54:27.902" v="2519"/>
          <ac:inkMkLst>
            <pc:docMk/>
            <pc:sldMk cId="1009422686" sldId="260"/>
            <ac:inkMk id="174" creationId="{BBB45C35-A96D-83AE-95B3-90ECF032B7F6}"/>
          </ac:inkMkLst>
        </pc:inkChg>
        <pc:inkChg chg="add del">
          <ac:chgData name="植田 篤俊" userId="0d2b3cda-30c1-45e3-9e5c-02c0046d67fa" providerId="ADAL" clId="{A6AB8097-671C-4783-A056-5A985F003BDF}" dt="2026-04-20T14:54:27.902" v="2519"/>
          <ac:inkMkLst>
            <pc:docMk/>
            <pc:sldMk cId="1009422686" sldId="260"/>
            <ac:inkMk id="175" creationId="{A4B6541C-4328-792F-6EC7-B550764DD4FE}"/>
          </ac:inkMkLst>
        </pc:inkChg>
        <pc:inkChg chg="add del">
          <ac:chgData name="植田 篤俊" userId="0d2b3cda-30c1-45e3-9e5c-02c0046d67fa" providerId="ADAL" clId="{A6AB8097-671C-4783-A056-5A985F003BDF}" dt="2026-04-20T14:54:27.902" v="2519"/>
          <ac:inkMkLst>
            <pc:docMk/>
            <pc:sldMk cId="1009422686" sldId="260"/>
            <ac:inkMk id="176" creationId="{CC029514-672E-496B-88FE-CA5F34B54202}"/>
          </ac:inkMkLst>
        </pc:inkChg>
        <pc:inkChg chg="add mod reco modStrokes">
          <ac:chgData name="植田 篤俊" userId="0d2b3cda-30c1-45e3-9e5c-02c0046d67fa" providerId="ADAL" clId="{A6AB8097-671C-4783-A056-5A985F003BDF}" dt="2026-04-20T15:00:25.831" v="2850"/>
          <ac:inkMkLst>
            <pc:docMk/>
            <pc:sldMk cId="1009422686" sldId="260"/>
            <ac:inkMk id="177" creationId="{87266F5A-A323-D69D-FFA6-34156EF3D0B9}"/>
          </ac:inkMkLst>
        </pc:inkChg>
        <pc:inkChg chg="add">
          <ac:chgData name="植田 篤俊" userId="0d2b3cda-30c1-45e3-9e5c-02c0046d67fa" providerId="ADAL" clId="{A6AB8097-671C-4783-A056-5A985F003BDF}" dt="2026-04-20T14:54:38.376" v="2520"/>
          <ac:inkMkLst>
            <pc:docMk/>
            <pc:sldMk cId="1009422686" sldId="260"/>
            <ac:inkMk id="178" creationId="{47AC7E25-1308-E03D-7E36-AE557CE419EF}"/>
          </ac:inkMkLst>
        </pc:inkChg>
        <pc:inkChg chg="add del">
          <ac:chgData name="植田 篤俊" userId="0d2b3cda-30c1-45e3-9e5c-02c0046d67fa" providerId="ADAL" clId="{A6AB8097-671C-4783-A056-5A985F003BDF}" dt="2026-04-20T14:54:45.809" v="2525"/>
          <ac:inkMkLst>
            <pc:docMk/>
            <pc:sldMk cId="1009422686" sldId="260"/>
            <ac:inkMk id="179" creationId="{1419B7A6-6E25-614F-70E8-C843B2FB6AE1}"/>
          </ac:inkMkLst>
        </pc:inkChg>
        <pc:inkChg chg="add del">
          <ac:chgData name="植田 篤俊" userId="0d2b3cda-30c1-45e3-9e5c-02c0046d67fa" providerId="ADAL" clId="{A6AB8097-671C-4783-A056-5A985F003BDF}" dt="2026-04-20T14:54:45.809" v="2525"/>
          <ac:inkMkLst>
            <pc:docMk/>
            <pc:sldMk cId="1009422686" sldId="260"/>
            <ac:inkMk id="180" creationId="{8C46C4BA-DE7F-A356-E24B-C6D8FBBBD78D}"/>
          </ac:inkMkLst>
        </pc:inkChg>
        <pc:inkChg chg="add del">
          <ac:chgData name="植田 篤俊" userId="0d2b3cda-30c1-45e3-9e5c-02c0046d67fa" providerId="ADAL" clId="{A6AB8097-671C-4783-A056-5A985F003BDF}" dt="2026-04-20T14:54:45.809" v="2525"/>
          <ac:inkMkLst>
            <pc:docMk/>
            <pc:sldMk cId="1009422686" sldId="260"/>
            <ac:inkMk id="181" creationId="{7078B098-8B57-75D7-3F2A-E58701D927B7}"/>
          </ac:inkMkLst>
        </pc:inkChg>
        <pc:inkChg chg="add del">
          <ac:chgData name="植田 篤俊" userId="0d2b3cda-30c1-45e3-9e5c-02c0046d67fa" providerId="ADAL" clId="{A6AB8097-671C-4783-A056-5A985F003BDF}" dt="2026-04-20T14:54:45.809" v="2525"/>
          <ac:inkMkLst>
            <pc:docMk/>
            <pc:sldMk cId="1009422686" sldId="260"/>
            <ac:inkMk id="182" creationId="{10E02F43-4215-4FA6-F99A-444F6B0B97CB}"/>
          </ac:inkMkLst>
        </pc:inkChg>
        <pc:inkChg chg="add mod reco modStrokes">
          <ac:chgData name="植田 篤俊" userId="0d2b3cda-30c1-45e3-9e5c-02c0046d67fa" providerId="ADAL" clId="{A6AB8097-671C-4783-A056-5A985F003BDF}" dt="2026-04-20T14:54:56.712" v="2527"/>
          <ac:inkMkLst>
            <pc:docMk/>
            <pc:sldMk cId="1009422686" sldId="260"/>
            <ac:inkMk id="183" creationId="{6956B7E3-8AB5-86F2-DEA8-213698BAF86F}"/>
          </ac:inkMkLst>
        </pc:inkChg>
        <pc:inkChg chg="add del">
          <ac:chgData name="植田 篤俊" userId="0d2b3cda-30c1-45e3-9e5c-02c0046d67fa" providerId="ADAL" clId="{A6AB8097-671C-4783-A056-5A985F003BDF}" dt="2026-04-20T14:54:56.714" v="2528"/>
          <ac:inkMkLst>
            <pc:docMk/>
            <pc:sldMk cId="1009422686" sldId="260"/>
            <ac:inkMk id="184" creationId="{FE0BFA75-8E8D-9C47-18CE-A6C3B0540A9E}"/>
          </ac:inkMkLst>
        </pc:inkChg>
        <pc:inkChg chg="add del">
          <ac:chgData name="植田 篤俊" userId="0d2b3cda-30c1-45e3-9e5c-02c0046d67fa" providerId="ADAL" clId="{A6AB8097-671C-4783-A056-5A985F003BDF}" dt="2026-04-20T14:54:59.365" v="2532"/>
          <ac:inkMkLst>
            <pc:docMk/>
            <pc:sldMk cId="1009422686" sldId="260"/>
            <ac:inkMk id="185" creationId="{9AB0A842-3F68-5B1F-7826-5E22FC0FB1DE}"/>
          </ac:inkMkLst>
        </pc:inkChg>
        <pc:inkChg chg="add del">
          <ac:chgData name="植田 篤俊" userId="0d2b3cda-30c1-45e3-9e5c-02c0046d67fa" providerId="ADAL" clId="{A6AB8097-671C-4783-A056-5A985F003BDF}" dt="2026-04-20T14:54:59.365" v="2532"/>
          <ac:inkMkLst>
            <pc:docMk/>
            <pc:sldMk cId="1009422686" sldId="260"/>
            <ac:inkMk id="186" creationId="{3B245384-B7EE-B8DF-2DC9-4B67BEE8107A}"/>
          </ac:inkMkLst>
        </pc:inkChg>
        <pc:inkChg chg="add del">
          <ac:chgData name="植田 篤俊" userId="0d2b3cda-30c1-45e3-9e5c-02c0046d67fa" providerId="ADAL" clId="{A6AB8097-671C-4783-A056-5A985F003BDF}" dt="2026-04-20T14:54:59.365" v="2532"/>
          <ac:inkMkLst>
            <pc:docMk/>
            <pc:sldMk cId="1009422686" sldId="260"/>
            <ac:inkMk id="187" creationId="{499B8B38-BDC2-73B8-F504-58C6D21870E5}"/>
          </ac:inkMkLst>
        </pc:inkChg>
        <pc:inkChg chg="add reco">
          <ac:chgData name="植田 篤俊" userId="0d2b3cda-30c1-45e3-9e5c-02c0046d67fa" providerId="ADAL" clId="{A6AB8097-671C-4783-A056-5A985F003BDF}" dt="2026-04-20T14:54:59.365" v="2532"/>
          <ac:inkMkLst>
            <pc:docMk/>
            <pc:sldMk cId="1009422686" sldId="260"/>
            <ac:inkMk id="188" creationId="{DDA3863B-2203-D47B-49D0-381AEF628937}"/>
          </ac:inkMkLst>
        </pc:inkChg>
        <pc:inkChg chg="add">
          <ac:chgData name="植田 篤俊" userId="0d2b3cda-30c1-45e3-9e5c-02c0046d67fa" providerId="ADAL" clId="{A6AB8097-671C-4783-A056-5A985F003BDF}" dt="2026-04-20T14:55:03.759" v="2533"/>
          <ac:inkMkLst>
            <pc:docMk/>
            <pc:sldMk cId="1009422686" sldId="260"/>
            <ac:inkMk id="189" creationId="{06BAA5F5-10F2-EEB5-6739-97D9F76C5F6D}"/>
          </ac:inkMkLst>
        </pc:inkChg>
        <pc:inkChg chg="add">
          <ac:chgData name="植田 篤俊" userId="0d2b3cda-30c1-45e3-9e5c-02c0046d67fa" providerId="ADAL" clId="{A6AB8097-671C-4783-A056-5A985F003BDF}" dt="2026-04-20T14:55:04.060" v="2534"/>
          <ac:inkMkLst>
            <pc:docMk/>
            <pc:sldMk cId="1009422686" sldId="260"/>
            <ac:inkMk id="190" creationId="{C50C6C27-19E4-0D31-EE54-D8A41DDD7693}"/>
          </ac:inkMkLst>
        </pc:inkChg>
        <pc:inkChg chg="add">
          <ac:chgData name="植田 篤俊" userId="0d2b3cda-30c1-45e3-9e5c-02c0046d67fa" providerId="ADAL" clId="{A6AB8097-671C-4783-A056-5A985F003BDF}" dt="2026-04-20T14:55:04.411" v="2535"/>
          <ac:inkMkLst>
            <pc:docMk/>
            <pc:sldMk cId="1009422686" sldId="260"/>
            <ac:inkMk id="191" creationId="{2971D29B-9BA6-B357-7706-DC7A1FBEB3D2}"/>
          </ac:inkMkLst>
        </pc:inkChg>
        <pc:inkChg chg="add">
          <ac:chgData name="植田 篤俊" userId="0d2b3cda-30c1-45e3-9e5c-02c0046d67fa" providerId="ADAL" clId="{A6AB8097-671C-4783-A056-5A985F003BDF}" dt="2026-04-20T14:55:04.558" v="2536"/>
          <ac:inkMkLst>
            <pc:docMk/>
            <pc:sldMk cId="1009422686" sldId="260"/>
            <ac:inkMk id="192" creationId="{8D79B26D-F558-36B4-03C5-D6FEE767061C}"/>
          </ac:inkMkLst>
        </pc:inkChg>
        <pc:inkChg chg="add del">
          <ac:chgData name="植田 篤俊" userId="0d2b3cda-30c1-45e3-9e5c-02c0046d67fa" providerId="ADAL" clId="{A6AB8097-671C-4783-A056-5A985F003BDF}" dt="2026-04-20T14:55:14.098" v="2566"/>
          <ac:inkMkLst>
            <pc:docMk/>
            <pc:sldMk cId="1009422686" sldId="260"/>
            <ac:inkMk id="193" creationId="{A34EED9A-7502-4D73-657C-1F495984EC52}"/>
          </ac:inkMkLst>
        </pc:inkChg>
        <pc:inkChg chg="add del">
          <ac:chgData name="植田 篤俊" userId="0d2b3cda-30c1-45e3-9e5c-02c0046d67fa" providerId="ADAL" clId="{A6AB8097-671C-4783-A056-5A985F003BDF}" dt="2026-04-20T14:55:14.098" v="2566"/>
          <ac:inkMkLst>
            <pc:docMk/>
            <pc:sldMk cId="1009422686" sldId="260"/>
            <ac:inkMk id="194" creationId="{ED798288-F3DB-4903-BF22-6868FB464EA1}"/>
          </ac:inkMkLst>
        </pc:inkChg>
        <pc:inkChg chg="add">
          <ac:chgData name="植田 篤俊" userId="0d2b3cda-30c1-45e3-9e5c-02c0046d67fa" providerId="ADAL" clId="{A6AB8097-671C-4783-A056-5A985F003BDF}" dt="2026-04-20T14:55:05.907" v="2539"/>
          <ac:inkMkLst>
            <pc:docMk/>
            <pc:sldMk cId="1009422686" sldId="260"/>
            <ac:inkMk id="195" creationId="{DBE5191B-DCC7-4FA6-DF3C-20F100A677B8}"/>
          </ac:inkMkLst>
        </pc:inkChg>
        <pc:inkChg chg="add">
          <ac:chgData name="植田 篤俊" userId="0d2b3cda-30c1-45e3-9e5c-02c0046d67fa" providerId="ADAL" clId="{A6AB8097-671C-4783-A056-5A985F003BDF}" dt="2026-04-20T14:55:06.323" v="2540"/>
          <ac:inkMkLst>
            <pc:docMk/>
            <pc:sldMk cId="1009422686" sldId="260"/>
            <ac:inkMk id="196" creationId="{715589FA-679F-1FC1-7975-AE6158D9029C}"/>
          </ac:inkMkLst>
        </pc:inkChg>
        <pc:inkChg chg="add">
          <ac:chgData name="植田 篤俊" userId="0d2b3cda-30c1-45e3-9e5c-02c0046d67fa" providerId="ADAL" clId="{A6AB8097-671C-4783-A056-5A985F003BDF}" dt="2026-04-20T14:55:06.907" v="2541"/>
          <ac:inkMkLst>
            <pc:docMk/>
            <pc:sldMk cId="1009422686" sldId="260"/>
            <ac:inkMk id="197" creationId="{13DBA488-57BD-6BEA-1EA4-8D14EC4820F2}"/>
          </ac:inkMkLst>
        </pc:inkChg>
        <pc:inkChg chg="add">
          <ac:chgData name="植田 篤俊" userId="0d2b3cda-30c1-45e3-9e5c-02c0046d67fa" providerId="ADAL" clId="{A6AB8097-671C-4783-A056-5A985F003BDF}" dt="2026-04-20T14:55:07.123" v="2542"/>
          <ac:inkMkLst>
            <pc:docMk/>
            <pc:sldMk cId="1009422686" sldId="260"/>
            <ac:inkMk id="198" creationId="{1B05B46A-94B3-ACD5-9AF5-7AC47540C41B}"/>
          </ac:inkMkLst>
        </pc:inkChg>
        <pc:inkChg chg="add">
          <ac:chgData name="植田 篤俊" userId="0d2b3cda-30c1-45e3-9e5c-02c0046d67fa" providerId="ADAL" clId="{A6AB8097-671C-4783-A056-5A985F003BDF}" dt="2026-04-20T14:55:07.290" v="2543"/>
          <ac:inkMkLst>
            <pc:docMk/>
            <pc:sldMk cId="1009422686" sldId="260"/>
            <ac:inkMk id="199" creationId="{1236258D-2E58-3BB4-1712-7734A6C908B4}"/>
          </ac:inkMkLst>
        </pc:inkChg>
        <pc:inkChg chg="add">
          <ac:chgData name="植田 篤俊" userId="0d2b3cda-30c1-45e3-9e5c-02c0046d67fa" providerId="ADAL" clId="{A6AB8097-671C-4783-A056-5A985F003BDF}" dt="2026-04-20T14:55:07.407" v="2544"/>
          <ac:inkMkLst>
            <pc:docMk/>
            <pc:sldMk cId="1009422686" sldId="260"/>
            <ac:inkMk id="200" creationId="{CCCFF210-A4FD-4411-E647-5F859CF3C385}"/>
          </ac:inkMkLst>
        </pc:inkChg>
        <pc:inkChg chg="add del">
          <ac:chgData name="植田 篤俊" userId="0d2b3cda-30c1-45e3-9e5c-02c0046d67fa" providerId="ADAL" clId="{A6AB8097-671C-4783-A056-5A985F003BDF}" dt="2026-04-20T14:55:08.949" v="2548"/>
          <ac:inkMkLst>
            <pc:docMk/>
            <pc:sldMk cId="1009422686" sldId="260"/>
            <ac:inkMk id="201" creationId="{5DEF3722-8A72-A356-4AED-00F1CC599103}"/>
          </ac:inkMkLst>
        </pc:inkChg>
        <pc:inkChg chg="add del">
          <ac:chgData name="植田 篤俊" userId="0d2b3cda-30c1-45e3-9e5c-02c0046d67fa" providerId="ADAL" clId="{A6AB8097-671C-4783-A056-5A985F003BDF}" dt="2026-04-20T14:55:08.924" v="2547"/>
          <ac:inkMkLst>
            <pc:docMk/>
            <pc:sldMk cId="1009422686" sldId="260"/>
            <ac:inkMk id="202" creationId="{665DC452-0E91-87D7-F5D3-CE5AFC22D859}"/>
          </ac:inkMkLst>
        </pc:inkChg>
        <pc:inkChg chg="add">
          <ac:chgData name="植田 篤俊" userId="0d2b3cda-30c1-45e3-9e5c-02c0046d67fa" providerId="ADAL" clId="{A6AB8097-671C-4783-A056-5A985F003BDF}" dt="2026-04-20T14:55:09.440" v="2549"/>
          <ac:inkMkLst>
            <pc:docMk/>
            <pc:sldMk cId="1009422686" sldId="260"/>
            <ac:inkMk id="203" creationId="{D1888A52-F940-94C5-6EB9-5E7F7ACB5645}"/>
          </ac:inkMkLst>
        </pc:inkChg>
        <pc:inkChg chg="add">
          <ac:chgData name="植田 篤俊" userId="0d2b3cda-30c1-45e3-9e5c-02c0046d67fa" providerId="ADAL" clId="{A6AB8097-671C-4783-A056-5A985F003BDF}" dt="2026-04-20T14:55:09.540" v="2550"/>
          <ac:inkMkLst>
            <pc:docMk/>
            <pc:sldMk cId="1009422686" sldId="260"/>
            <ac:inkMk id="204" creationId="{1D0D3CE9-42E8-47D7-8417-B2BDD0C0109E}"/>
          </ac:inkMkLst>
        </pc:inkChg>
        <pc:inkChg chg="add del">
          <ac:chgData name="植田 篤俊" userId="0d2b3cda-30c1-45e3-9e5c-02c0046d67fa" providerId="ADAL" clId="{A6AB8097-671C-4783-A056-5A985F003BDF}" dt="2026-04-20T14:55:14.098" v="2566"/>
          <ac:inkMkLst>
            <pc:docMk/>
            <pc:sldMk cId="1009422686" sldId="260"/>
            <ac:inkMk id="205" creationId="{F93A4B01-8908-F070-2923-91C4BAE61B5A}"/>
          </ac:inkMkLst>
        </pc:inkChg>
        <pc:inkChg chg="add">
          <ac:chgData name="植田 篤俊" userId="0d2b3cda-30c1-45e3-9e5c-02c0046d67fa" providerId="ADAL" clId="{A6AB8097-671C-4783-A056-5A985F003BDF}" dt="2026-04-20T14:55:09.923" v="2552"/>
          <ac:inkMkLst>
            <pc:docMk/>
            <pc:sldMk cId="1009422686" sldId="260"/>
            <ac:inkMk id="206" creationId="{30F8D59F-0514-F60B-156B-2F9D194DBE72}"/>
          </ac:inkMkLst>
        </pc:inkChg>
        <pc:inkChg chg="add del">
          <ac:chgData name="植田 篤俊" userId="0d2b3cda-30c1-45e3-9e5c-02c0046d67fa" providerId="ADAL" clId="{A6AB8097-671C-4783-A056-5A985F003BDF}" dt="2026-04-20T14:55:14.098" v="2566"/>
          <ac:inkMkLst>
            <pc:docMk/>
            <pc:sldMk cId="1009422686" sldId="260"/>
            <ac:inkMk id="207" creationId="{3B319A91-4676-AD75-9F3C-03DFD4B6EE3A}"/>
          </ac:inkMkLst>
        </pc:inkChg>
        <pc:inkChg chg="add del">
          <ac:chgData name="植田 篤俊" userId="0d2b3cda-30c1-45e3-9e5c-02c0046d67fa" providerId="ADAL" clId="{A6AB8097-671C-4783-A056-5A985F003BDF}" dt="2026-04-20T14:55:14.098" v="2566"/>
          <ac:inkMkLst>
            <pc:docMk/>
            <pc:sldMk cId="1009422686" sldId="260"/>
            <ac:inkMk id="208" creationId="{E4396E71-0C2A-1599-90AA-9000477DBCFF}"/>
          </ac:inkMkLst>
        </pc:inkChg>
        <pc:inkChg chg="add">
          <ac:chgData name="植田 篤俊" userId="0d2b3cda-30c1-45e3-9e5c-02c0046d67fa" providerId="ADAL" clId="{A6AB8097-671C-4783-A056-5A985F003BDF}" dt="2026-04-20T14:55:11.173" v="2555"/>
          <ac:inkMkLst>
            <pc:docMk/>
            <pc:sldMk cId="1009422686" sldId="260"/>
            <ac:inkMk id="209" creationId="{33DB91E5-3EE6-B20F-4F3A-A378F369211B}"/>
          </ac:inkMkLst>
        </pc:inkChg>
        <pc:inkChg chg="add">
          <ac:chgData name="植田 篤俊" userId="0d2b3cda-30c1-45e3-9e5c-02c0046d67fa" providerId="ADAL" clId="{A6AB8097-671C-4783-A056-5A985F003BDF}" dt="2026-04-20T14:55:11.357" v="2556"/>
          <ac:inkMkLst>
            <pc:docMk/>
            <pc:sldMk cId="1009422686" sldId="260"/>
            <ac:inkMk id="210" creationId="{6289B0FA-CF0B-FBD3-4460-A2C5F72F8632}"/>
          </ac:inkMkLst>
        </pc:inkChg>
        <pc:inkChg chg="add del">
          <ac:chgData name="植田 篤俊" userId="0d2b3cda-30c1-45e3-9e5c-02c0046d67fa" providerId="ADAL" clId="{A6AB8097-671C-4783-A056-5A985F003BDF}" dt="2026-04-20T14:55:14.098" v="2566"/>
          <ac:inkMkLst>
            <pc:docMk/>
            <pc:sldMk cId="1009422686" sldId="260"/>
            <ac:inkMk id="211" creationId="{81EB5E85-C2A2-011F-437A-CC453BC308AA}"/>
          </ac:inkMkLst>
        </pc:inkChg>
        <pc:inkChg chg="add del">
          <ac:chgData name="植田 篤俊" userId="0d2b3cda-30c1-45e3-9e5c-02c0046d67fa" providerId="ADAL" clId="{A6AB8097-671C-4783-A056-5A985F003BDF}" dt="2026-04-20T14:55:14.098" v="2566"/>
          <ac:inkMkLst>
            <pc:docMk/>
            <pc:sldMk cId="1009422686" sldId="260"/>
            <ac:inkMk id="212" creationId="{F3DCDFAF-86AC-67D8-60AF-4F328838B490}"/>
          </ac:inkMkLst>
        </pc:inkChg>
        <pc:inkChg chg="add del">
          <ac:chgData name="植田 篤俊" userId="0d2b3cda-30c1-45e3-9e5c-02c0046d67fa" providerId="ADAL" clId="{A6AB8097-671C-4783-A056-5A985F003BDF}" dt="2026-04-20T14:55:14.098" v="2566"/>
          <ac:inkMkLst>
            <pc:docMk/>
            <pc:sldMk cId="1009422686" sldId="260"/>
            <ac:inkMk id="213" creationId="{BE0A9B45-EA87-9AC0-1B1C-15D63E52AF90}"/>
          </ac:inkMkLst>
        </pc:inkChg>
        <pc:inkChg chg="add">
          <ac:chgData name="植田 篤俊" userId="0d2b3cda-30c1-45e3-9e5c-02c0046d67fa" providerId="ADAL" clId="{A6AB8097-671C-4783-A056-5A985F003BDF}" dt="2026-04-20T14:55:12.107" v="2560"/>
          <ac:inkMkLst>
            <pc:docMk/>
            <pc:sldMk cId="1009422686" sldId="260"/>
            <ac:inkMk id="214" creationId="{A046921A-B2B3-C59E-4854-396CD0801AF5}"/>
          </ac:inkMkLst>
        </pc:inkChg>
        <pc:inkChg chg="add">
          <ac:chgData name="植田 篤俊" userId="0d2b3cda-30c1-45e3-9e5c-02c0046d67fa" providerId="ADAL" clId="{A6AB8097-671C-4783-A056-5A985F003BDF}" dt="2026-04-20T14:55:12.223" v="2561"/>
          <ac:inkMkLst>
            <pc:docMk/>
            <pc:sldMk cId="1009422686" sldId="260"/>
            <ac:inkMk id="215" creationId="{84A70E69-7F71-6439-02E8-69F80CDC1AF9}"/>
          </ac:inkMkLst>
        </pc:inkChg>
        <pc:inkChg chg="add">
          <ac:chgData name="植田 篤俊" userId="0d2b3cda-30c1-45e3-9e5c-02c0046d67fa" providerId="ADAL" clId="{A6AB8097-671C-4783-A056-5A985F003BDF}" dt="2026-04-20T14:55:13.023" v="2562"/>
          <ac:inkMkLst>
            <pc:docMk/>
            <pc:sldMk cId="1009422686" sldId="260"/>
            <ac:inkMk id="216" creationId="{FA573A1F-63F7-5EDE-356E-9C55D5BD1FAC}"/>
          </ac:inkMkLst>
        </pc:inkChg>
        <pc:inkChg chg="add">
          <ac:chgData name="植田 篤俊" userId="0d2b3cda-30c1-45e3-9e5c-02c0046d67fa" providerId="ADAL" clId="{A6AB8097-671C-4783-A056-5A985F003BDF}" dt="2026-04-20T14:55:13.223" v="2563"/>
          <ac:inkMkLst>
            <pc:docMk/>
            <pc:sldMk cId="1009422686" sldId="260"/>
            <ac:inkMk id="217" creationId="{65EAE599-40BF-6B5F-0DC6-62AFB82BC6CD}"/>
          </ac:inkMkLst>
        </pc:inkChg>
        <pc:inkChg chg="add">
          <ac:chgData name="植田 篤俊" userId="0d2b3cda-30c1-45e3-9e5c-02c0046d67fa" providerId="ADAL" clId="{A6AB8097-671C-4783-A056-5A985F003BDF}" dt="2026-04-20T14:55:13.423" v="2564"/>
          <ac:inkMkLst>
            <pc:docMk/>
            <pc:sldMk cId="1009422686" sldId="260"/>
            <ac:inkMk id="218" creationId="{25F81A07-99E8-D24F-2677-BE026F304BFF}"/>
          </ac:inkMkLst>
        </pc:inkChg>
        <pc:inkChg chg="add del">
          <ac:chgData name="植田 篤俊" userId="0d2b3cda-30c1-45e3-9e5c-02c0046d67fa" providerId="ADAL" clId="{A6AB8097-671C-4783-A056-5A985F003BDF}" dt="2026-04-20T14:55:14.098" v="2566"/>
          <ac:inkMkLst>
            <pc:docMk/>
            <pc:sldMk cId="1009422686" sldId="260"/>
            <ac:inkMk id="219" creationId="{FB88E532-29C9-C665-C78E-DCB4F94A8D5F}"/>
          </ac:inkMkLst>
        </pc:inkChg>
        <pc:inkChg chg="add reco">
          <ac:chgData name="植田 篤俊" userId="0d2b3cda-30c1-45e3-9e5c-02c0046d67fa" providerId="ADAL" clId="{A6AB8097-671C-4783-A056-5A985F003BDF}" dt="2026-04-20T14:55:14.098" v="2566"/>
          <ac:inkMkLst>
            <pc:docMk/>
            <pc:sldMk cId="1009422686" sldId="260"/>
            <ac:inkMk id="220" creationId="{A0F62D30-A498-AC4A-9D90-557172C11CE9}"/>
          </ac:inkMkLst>
        </pc:inkChg>
        <pc:inkChg chg="add del">
          <ac:chgData name="植田 篤俊" userId="0d2b3cda-30c1-45e3-9e5c-02c0046d67fa" providerId="ADAL" clId="{A6AB8097-671C-4783-A056-5A985F003BDF}" dt="2026-04-20T14:55:26.895" v="2576"/>
          <ac:inkMkLst>
            <pc:docMk/>
            <pc:sldMk cId="1009422686" sldId="260"/>
            <ac:inkMk id="221" creationId="{2F875DD3-8B46-CBA7-3369-BA4BD1215D53}"/>
          </ac:inkMkLst>
        </pc:inkChg>
        <pc:inkChg chg="add del">
          <ac:chgData name="植田 篤俊" userId="0d2b3cda-30c1-45e3-9e5c-02c0046d67fa" providerId="ADAL" clId="{A6AB8097-671C-4783-A056-5A985F003BDF}" dt="2026-04-20T14:55:26.895" v="2576"/>
          <ac:inkMkLst>
            <pc:docMk/>
            <pc:sldMk cId="1009422686" sldId="260"/>
            <ac:inkMk id="222" creationId="{8C16A071-A2B6-7947-0698-6AF65E721C3C}"/>
          </ac:inkMkLst>
        </pc:inkChg>
        <pc:inkChg chg="add del">
          <ac:chgData name="植田 篤俊" userId="0d2b3cda-30c1-45e3-9e5c-02c0046d67fa" providerId="ADAL" clId="{A6AB8097-671C-4783-A056-5A985F003BDF}" dt="2026-04-20T14:55:26.895" v="2576"/>
          <ac:inkMkLst>
            <pc:docMk/>
            <pc:sldMk cId="1009422686" sldId="260"/>
            <ac:inkMk id="223" creationId="{9CD099EC-522B-535B-4C24-7D8C64D8FF34}"/>
          </ac:inkMkLst>
        </pc:inkChg>
        <pc:inkChg chg="add del">
          <ac:chgData name="植田 篤俊" userId="0d2b3cda-30c1-45e3-9e5c-02c0046d67fa" providerId="ADAL" clId="{A6AB8097-671C-4783-A056-5A985F003BDF}" dt="2026-04-20T14:55:26.895" v="2576"/>
          <ac:inkMkLst>
            <pc:docMk/>
            <pc:sldMk cId="1009422686" sldId="260"/>
            <ac:inkMk id="224" creationId="{057BC155-4C73-860E-2415-C5541B3C7D61}"/>
          </ac:inkMkLst>
        </pc:inkChg>
        <pc:inkChg chg="add del">
          <ac:chgData name="植田 篤俊" userId="0d2b3cda-30c1-45e3-9e5c-02c0046d67fa" providerId="ADAL" clId="{A6AB8097-671C-4783-A056-5A985F003BDF}" dt="2026-04-20T14:55:26.895" v="2576"/>
          <ac:inkMkLst>
            <pc:docMk/>
            <pc:sldMk cId="1009422686" sldId="260"/>
            <ac:inkMk id="225" creationId="{337A0E6C-D01E-0797-2473-164DA8D22553}"/>
          </ac:inkMkLst>
        </pc:inkChg>
        <pc:inkChg chg="add del">
          <ac:chgData name="植田 篤俊" userId="0d2b3cda-30c1-45e3-9e5c-02c0046d67fa" providerId="ADAL" clId="{A6AB8097-671C-4783-A056-5A985F003BDF}" dt="2026-04-20T14:55:26.895" v="2576"/>
          <ac:inkMkLst>
            <pc:docMk/>
            <pc:sldMk cId="1009422686" sldId="260"/>
            <ac:inkMk id="226" creationId="{F4D3D46B-5DB0-0FF9-791A-836406705971}"/>
          </ac:inkMkLst>
        </pc:inkChg>
        <pc:inkChg chg="add del">
          <ac:chgData name="植田 篤俊" userId="0d2b3cda-30c1-45e3-9e5c-02c0046d67fa" providerId="ADAL" clId="{A6AB8097-671C-4783-A056-5A985F003BDF}" dt="2026-04-20T14:55:26.895" v="2576"/>
          <ac:inkMkLst>
            <pc:docMk/>
            <pc:sldMk cId="1009422686" sldId="260"/>
            <ac:inkMk id="227" creationId="{6E45FEFF-0BF3-7480-E7E3-5D66A7FA7B26}"/>
          </ac:inkMkLst>
        </pc:inkChg>
        <pc:inkChg chg="add del">
          <ac:chgData name="植田 篤俊" userId="0d2b3cda-30c1-45e3-9e5c-02c0046d67fa" providerId="ADAL" clId="{A6AB8097-671C-4783-A056-5A985F003BDF}" dt="2026-04-20T14:55:26.895" v="2576"/>
          <ac:inkMkLst>
            <pc:docMk/>
            <pc:sldMk cId="1009422686" sldId="260"/>
            <ac:inkMk id="228" creationId="{A9B22A7A-2C20-A111-9A19-ACEEAB0F5AEA}"/>
          </ac:inkMkLst>
        </pc:inkChg>
        <pc:inkChg chg="add del">
          <ac:chgData name="植田 篤俊" userId="0d2b3cda-30c1-45e3-9e5c-02c0046d67fa" providerId="ADAL" clId="{A6AB8097-671C-4783-A056-5A985F003BDF}" dt="2026-04-20T14:55:26.895" v="2576"/>
          <ac:inkMkLst>
            <pc:docMk/>
            <pc:sldMk cId="1009422686" sldId="260"/>
            <ac:inkMk id="229" creationId="{6CCF0673-8A66-CB56-F707-56EE4CAF9ED0}"/>
          </ac:inkMkLst>
        </pc:inkChg>
        <pc:inkChg chg="add mod reco">
          <ac:chgData name="植田 篤俊" userId="0d2b3cda-30c1-45e3-9e5c-02c0046d67fa" providerId="ADAL" clId="{A6AB8097-671C-4783-A056-5A985F003BDF}" dt="2026-04-20T14:55:44.025" v="2620" actId="1076"/>
          <ac:inkMkLst>
            <pc:docMk/>
            <pc:sldMk cId="1009422686" sldId="260"/>
            <ac:inkMk id="230" creationId="{62B9AE2F-9EF1-73C5-2452-A1836C0F5E7A}"/>
          </ac:inkMkLst>
        </pc:inkChg>
        <pc:inkChg chg="add del">
          <ac:chgData name="植田 篤俊" userId="0d2b3cda-30c1-45e3-9e5c-02c0046d67fa" providerId="ADAL" clId="{A6AB8097-671C-4783-A056-5A985F003BDF}" dt="2026-04-20T14:55:37.427" v="2619"/>
          <ac:inkMkLst>
            <pc:docMk/>
            <pc:sldMk cId="1009422686" sldId="260"/>
            <ac:inkMk id="231" creationId="{CF4F47D3-654B-646D-B20D-813959F4533C}"/>
          </ac:inkMkLst>
        </pc:inkChg>
        <pc:inkChg chg="add">
          <ac:chgData name="植田 篤俊" userId="0d2b3cda-30c1-45e3-9e5c-02c0046d67fa" providerId="ADAL" clId="{A6AB8097-671C-4783-A056-5A985F003BDF}" dt="2026-04-20T14:55:27.805" v="2578"/>
          <ac:inkMkLst>
            <pc:docMk/>
            <pc:sldMk cId="1009422686" sldId="260"/>
            <ac:inkMk id="232" creationId="{A2DF8773-6B76-779F-B992-223265C66082}"/>
          </ac:inkMkLst>
        </pc:inkChg>
        <pc:inkChg chg="add del">
          <ac:chgData name="植田 篤俊" userId="0d2b3cda-30c1-45e3-9e5c-02c0046d67fa" providerId="ADAL" clId="{A6AB8097-671C-4783-A056-5A985F003BDF}" dt="2026-04-20T14:55:37.427" v="2619"/>
          <ac:inkMkLst>
            <pc:docMk/>
            <pc:sldMk cId="1009422686" sldId="260"/>
            <ac:inkMk id="233" creationId="{A3981172-6838-5CAD-1467-10143FA1085F}"/>
          </ac:inkMkLst>
        </pc:inkChg>
        <pc:inkChg chg="add">
          <ac:chgData name="植田 篤俊" userId="0d2b3cda-30c1-45e3-9e5c-02c0046d67fa" providerId="ADAL" clId="{A6AB8097-671C-4783-A056-5A985F003BDF}" dt="2026-04-20T14:55:28.089" v="2580"/>
          <ac:inkMkLst>
            <pc:docMk/>
            <pc:sldMk cId="1009422686" sldId="260"/>
            <ac:inkMk id="234" creationId="{4989EEE0-0BFD-22FD-A76A-F86061C87FF8}"/>
          </ac:inkMkLst>
        </pc:inkChg>
        <pc:inkChg chg="add">
          <ac:chgData name="植田 篤俊" userId="0d2b3cda-30c1-45e3-9e5c-02c0046d67fa" providerId="ADAL" clId="{A6AB8097-671C-4783-A056-5A985F003BDF}" dt="2026-04-20T14:55:28.206" v="2581"/>
          <ac:inkMkLst>
            <pc:docMk/>
            <pc:sldMk cId="1009422686" sldId="260"/>
            <ac:inkMk id="235" creationId="{A95A6D23-DDFB-3F54-5D7E-214BCD978B4D}"/>
          </ac:inkMkLst>
        </pc:inkChg>
        <pc:inkChg chg="add">
          <ac:chgData name="植田 篤俊" userId="0d2b3cda-30c1-45e3-9e5c-02c0046d67fa" providerId="ADAL" clId="{A6AB8097-671C-4783-A056-5A985F003BDF}" dt="2026-04-20T14:55:28.388" v="2582"/>
          <ac:inkMkLst>
            <pc:docMk/>
            <pc:sldMk cId="1009422686" sldId="260"/>
            <ac:inkMk id="236" creationId="{2BEDFC5C-6E02-EF9A-597F-D3AA8BA74BE5}"/>
          </ac:inkMkLst>
        </pc:inkChg>
        <pc:inkChg chg="add">
          <ac:chgData name="植田 篤俊" userId="0d2b3cda-30c1-45e3-9e5c-02c0046d67fa" providerId="ADAL" clId="{A6AB8097-671C-4783-A056-5A985F003BDF}" dt="2026-04-20T14:55:28.539" v="2583"/>
          <ac:inkMkLst>
            <pc:docMk/>
            <pc:sldMk cId="1009422686" sldId="260"/>
            <ac:inkMk id="237" creationId="{65C399BD-99BA-7924-8C32-01983342C8A1}"/>
          </ac:inkMkLst>
        </pc:inkChg>
        <pc:inkChg chg="add del">
          <ac:chgData name="植田 篤俊" userId="0d2b3cda-30c1-45e3-9e5c-02c0046d67fa" providerId="ADAL" clId="{A6AB8097-671C-4783-A056-5A985F003BDF}" dt="2026-04-20T14:55:37.427" v="2619"/>
          <ac:inkMkLst>
            <pc:docMk/>
            <pc:sldMk cId="1009422686" sldId="260"/>
            <ac:inkMk id="238" creationId="{7D13DCA8-5681-97B2-2DCE-4CB65F4C7FD1}"/>
          </ac:inkMkLst>
        </pc:inkChg>
        <pc:inkChg chg="add">
          <ac:chgData name="植田 篤俊" userId="0d2b3cda-30c1-45e3-9e5c-02c0046d67fa" providerId="ADAL" clId="{A6AB8097-671C-4783-A056-5A985F003BDF}" dt="2026-04-20T14:55:28.824" v="2585"/>
          <ac:inkMkLst>
            <pc:docMk/>
            <pc:sldMk cId="1009422686" sldId="260"/>
            <ac:inkMk id="239" creationId="{36D4E33F-4708-D264-8018-1E72A37FCAF3}"/>
          </ac:inkMkLst>
        </pc:inkChg>
        <pc:inkChg chg="add">
          <ac:chgData name="植田 篤俊" userId="0d2b3cda-30c1-45e3-9e5c-02c0046d67fa" providerId="ADAL" clId="{A6AB8097-671C-4783-A056-5A985F003BDF}" dt="2026-04-20T14:55:28.955" v="2586"/>
          <ac:inkMkLst>
            <pc:docMk/>
            <pc:sldMk cId="1009422686" sldId="260"/>
            <ac:inkMk id="240" creationId="{BD456006-AB1C-B3AC-662B-A7DE2B397945}"/>
          </ac:inkMkLst>
        </pc:inkChg>
        <pc:inkChg chg="add">
          <ac:chgData name="植田 篤俊" userId="0d2b3cda-30c1-45e3-9e5c-02c0046d67fa" providerId="ADAL" clId="{A6AB8097-671C-4783-A056-5A985F003BDF}" dt="2026-04-20T14:55:29.072" v="2587"/>
          <ac:inkMkLst>
            <pc:docMk/>
            <pc:sldMk cId="1009422686" sldId="260"/>
            <ac:inkMk id="241" creationId="{426BCE9C-2DDF-BD01-0F3C-D7D2EA113524}"/>
          </ac:inkMkLst>
        </pc:inkChg>
        <pc:inkChg chg="add">
          <ac:chgData name="植田 篤俊" userId="0d2b3cda-30c1-45e3-9e5c-02c0046d67fa" providerId="ADAL" clId="{A6AB8097-671C-4783-A056-5A985F003BDF}" dt="2026-04-20T14:55:29.558" v="2588"/>
          <ac:inkMkLst>
            <pc:docMk/>
            <pc:sldMk cId="1009422686" sldId="260"/>
            <ac:inkMk id="242" creationId="{9F30ED5D-CA08-FDD0-DDAA-0F3B7945E91D}"/>
          </ac:inkMkLst>
        </pc:inkChg>
        <pc:inkChg chg="add">
          <ac:chgData name="植田 篤俊" userId="0d2b3cda-30c1-45e3-9e5c-02c0046d67fa" providerId="ADAL" clId="{A6AB8097-671C-4783-A056-5A985F003BDF}" dt="2026-04-20T14:55:29.724" v="2589"/>
          <ac:inkMkLst>
            <pc:docMk/>
            <pc:sldMk cId="1009422686" sldId="260"/>
            <ac:inkMk id="243" creationId="{4196719C-BD6B-2B10-148B-C5484CB14766}"/>
          </ac:inkMkLst>
        </pc:inkChg>
        <pc:inkChg chg="add">
          <ac:chgData name="植田 篤俊" userId="0d2b3cda-30c1-45e3-9e5c-02c0046d67fa" providerId="ADAL" clId="{A6AB8097-671C-4783-A056-5A985F003BDF}" dt="2026-04-20T14:55:29.856" v="2590"/>
          <ac:inkMkLst>
            <pc:docMk/>
            <pc:sldMk cId="1009422686" sldId="260"/>
            <ac:inkMk id="244" creationId="{2172D53D-30B1-8567-4537-88F5EF22A1D4}"/>
          </ac:inkMkLst>
        </pc:inkChg>
        <pc:inkChg chg="add del">
          <ac:chgData name="植田 篤俊" userId="0d2b3cda-30c1-45e3-9e5c-02c0046d67fa" providerId="ADAL" clId="{A6AB8097-671C-4783-A056-5A985F003BDF}" dt="2026-04-20T14:55:37.427" v="2619"/>
          <ac:inkMkLst>
            <pc:docMk/>
            <pc:sldMk cId="1009422686" sldId="260"/>
            <ac:inkMk id="245" creationId="{DFF39266-6BC5-44DF-7307-CECD405A36BD}"/>
          </ac:inkMkLst>
        </pc:inkChg>
        <pc:inkChg chg="add">
          <ac:chgData name="植田 篤俊" userId="0d2b3cda-30c1-45e3-9e5c-02c0046d67fa" providerId="ADAL" clId="{A6AB8097-671C-4783-A056-5A985F003BDF}" dt="2026-04-20T14:55:30.559" v="2592"/>
          <ac:inkMkLst>
            <pc:docMk/>
            <pc:sldMk cId="1009422686" sldId="260"/>
            <ac:inkMk id="246" creationId="{8802B72B-0A78-42BC-7D27-54FBAC004AB9}"/>
          </ac:inkMkLst>
        </pc:inkChg>
        <pc:inkChg chg="add">
          <ac:chgData name="植田 篤俊" userId="0d2b3cda-30c1-45e3-9e5c-02c0046d67fa" providerId="ADAL" clId="{A6AB8097-671C-4783-A056-5A985F003BDF}" dt="2026-04-20T14:55:31.057" v="2593"/>
          <ac:inkMkLst>
            <pc:docMk/>
            <pc:sldMk cId="1009422686" sldId="260"/>
            <ac:inkMk id="247" creationId="{A77F6FF5-BC24-FE39-FB53-8EC1C62F7CDF}"/>
          </ac:inkMkLst>
        </pc:inkChg>
        <pc:inkChg chg="add">
          <ac:chgData name="植田 篤俊" userId="0d2b3cda-30c1-45e3-9e5c-02c0046d67fa" providerId="ADAL" clId="{A6AB8097-671C-4783-A056-5A985F003BDF}" dt="2026-04-20T14:55:31.341" v="2594"/>
          <ac:inkMkLst>
            <pc:docMk/>
            <pc:sldMk cId="1009422686" sldId="260"/>
            <ac:inkMk id="248" creationId="{4B381119-14FD-F0F3-C951-8490458D8A21}"/>
          </ac:inkMkLst>
        </pc:inkChg>
        <pc:inkChg chg="add del">
          <ac:chgData name="植田 篤俊" userId="0d2b3cda-30c1-45e3-9e5c-02c0046d67fa" providerId="ADAL" clId="{A6AB8097-671C-4783-A056-5A985F003BDF}" dt="2026-04-20T14:55:37.427" v="2619"/>
          <ac:inkMkLst>
            <pc:docMk/>
            <pc:sldMk cId="1009422686" sldId="260"/>
            <ac:inkMk id="249" creationId="{0B2499A1-57E9-C975-1081-D66A9C59E8A5}"/>
          </ac:inkMkLst>
        </pc:inkChg>
        <pc:inkChg chg="add">
          <ac:chgData name="植田 篤俊" userId="0d2b3cda-30c1-45e3-9e5c-02c0046d67fa" providerId="ADAL" clId="{A6AB8097-671C-4783-A056-5A985F003BDF}" dt="2026-04-20T14:55:31.606" v="2596"/>
          <ac:inkMkLst>
            <pc:docMk/>
            <pc:sldMk cId="1009422686" sldId="260"/>
            <ac:inkMk id="250" creationId="{2503D4F7-2D84-FFDB-4800-B81B9C0B32DE}"/>
          </ac:inkMkLst>
        </pc:inkChg>
        <pc:inkChg chg="add del">
          <ac:chgData name="植田 篤俊" userId="0d2b3cda-30c1-45e3-9e5c-02c0046d67fa" providerId="ADAL" clId="{A6AB8097-671C-4783-A056-5A985F003BDF}" dt="2026-04-20T14:55:37.427" v="2619"/>
          <ac:inkMkLst>
            <pc:docMk/>
            <pc:sldMk cId="1009422686" sldId="260"/>
            <ac:inkMk id="251" creationId="{18BDDC07-FD49-6237-CDFF-84440B660B71}"/>
          </ac:inkMkLst>
        </pc:inkChg>
        <pc:inkChg chg="add del">
          <ac:chgData name="植田 篤俊" userId="0d2b3cda-30c1-45e3-9e5c-02c0046d67fa" providerId="ADAL" clId="{A6AB8097-671C-4783-A056-5A985F003BDF}" dt="2026-04-20T14:55:37.427" v="2619"/>
          <ac:inkMkLst>
            <pc:docMk/>
            <pc:sldMk cId="1009422686" sldId="260"/>
            <ac:inkMk id="252" creationId="{D2B67214-E6F0-187E-ED5A-26B5385440E0}"/>
          </ac:inkMkLst>
        </pc:inkChg>
        <pc:inkChg chg="add">
          <ac:chgData name="植田 篤俊" userId="0d2b3cda-30c1-45e3-9e5c-02c0046d67fa" providerId="ADAL" clId="{A6AB8097-671C-4783-A056-5A985F003BDF}" dt="2026-04-20T14:55:32.072" v="2599"/>
          <ac:inkMkLst>
            <pc:docMk/>
            <pc:sldMk cId="1009422686" sldId="260"/>
            <ac:inkMk id="253" creationId="{8C59B966-17E4-F457-8E3B-8C00357A4D04}"/>
          </ac:inkMkLst>
        </pc:inkChg>
        <pc:inkChg chg="add del">
          <ac:chgData name="植田 篤俊" userId="0d2b3cda-30c1-45e3-9e5c-02c0046d67fa" providerId="ADAL" clId="{A6AB8097-671C-4783-A056-5A985F003BDF}" dt="2026-04-20T14:55:37.427" v="2619"/>
          <ac:inkMkLst>
            <pc:docMk/>
            <pc:sldMk cId="1009422686" sldId="260"/>
            <ac:inkMk id="254" creationId="{5256EC00-8F42-BF2F-1759-1EBD7C90B3AA}"/>
          </ac:inkMkLst>
        </pc:inkChg>
        <pc:inkChg chg="add">
          <ac:chgData name="植田 篤俊" userId="0d2b3cda-30c1-45e3-9e5c-02c0046d67fa" providerId="ADAL" clId="{A6AB8097-671C-4783-A056-5A985F003BDF}" dt="2026-04-20T14:55:32.674" v="2601"/>
          <ac:inkMkLst>
            <pc:docMk/>
            <pc:sldMk cId="1009422686" sldId="260"/>
            <ac:inkMk id="255" creationId="{70759C00-2D6E-9885-4786-82B6DEC062FD}"/>
          </ac:inkMkLst>
        </pc:inkChg>
        <pc:inkChg chg="add">
          <ac:chgData name="植田 篤俊" userId="0d2b3cda-30c1-45e3-9e5c-02c0046d67fa" providerId="ADAL" clId="{A6AB8097-671C-4783-A056-5A985F003BDF}" dt="2026-04-20T14:55:32.805" v="2602"/>
          <ac:inkMkLst>
            <pc:docMk/>
            <pc:sldMk cId="1009422686" sldId="260"/>
            <ac:inkMk id="256" creationId="{27AB42CC-483A-54A4-5450-E76445B9CA8D}"/>
          </ac:inkMkLst>
        </pc:inkChg>
        <pc:inkChg chg="add">
          <ac:chgData name="植田 篤俊" userId="0d2b3cda-30c1-45e3-9e5c-02c0046d67fa" providerId="ADAL" clId="{A6AB8097-671C-4783-A056-5A985F003BDF}" dt="2026-04-20T14:55:32.938" v="2603"/>
          <ac:inkMkLst>
            <pc:docMk/>
            <pc:sldMk cId="1009422686" sldId="260"/>
            <ac:inkMk id="257" creationId="{F99EE8AC-799A-14BF-2019-8D209C5CBEBA}"/>
          </ac:inkMkLst>
        </pc:inkChg>
        <pc:inkChg chg="add">
          <ac:chgData name="植田 篤俊" userId="0d2b3cda-30c1-45e3-9e5c-02c0046d67fa" providerId="ADAL" clId="{A6AB8097-671C-4783-A056-5A985F003BDF}" dt="2026-04-20T14:55:33.505" v="2604"/>
          <ac:inkMkLst>
            <pc:docMk/>
            <pc:sldMk cId="1009422686" sldId="260"/>
            <ac:inkMk id="258" creationId="{BAD0F7BB-D68A-0954-FF33-7384A760E7BF}"/>
          </ac:inkMkLst>
        </pc:inkChg>
        <pc:inkChg chg="add">
          <ac:chgData name="植田 篤俊" userId="0d2b3cda-30c1-45e3-9e5c-02c0046d67fa" providerId="ADAL" clId="{A6AB8097-671C-4783-A056-5A985F003BDF}" dt="2026-04-20T14:55:33.656" v="2605"/>
          <ac:inkMkLst>
            <pc:docMk/>
            <pc:sldMk cId="1009422686" sldId="260"/>
            <ac:inkMk id="259" creationId="{A2C3D683-CC64-966C-935E-EBD29AA80F29}"/>
          </ac:inkMkLst>
        </pc:inkChg>
        <pc:inkChg chg="add">
          <ac:chgData name="植田 篤俊" userId="0d2b3cda-30c1-45e3-9e5c-02c0046d67fa" providerId="ADAL" clId="{A6AB8097-671C-4783-A056-5A985F003BDF}" dt="2026-04-20T14:55:34.270" v="2606"/>
          <ac:inkMkLst>
            <pc:docMk/>
            <pc:sldMk cId="1009422686" sldId="260"/>
            <ac:inkMk id="260" creationId="{F9BA1676-F73A-99BB-850B-5EB71C87DBBC}"/>
          </ac:inkMkLst>
        </pc:inkChg>
        <pc:inkChg chg="add">
          <ac:chgData name="植田 篤俊" userId="0d2b3cda-30c1-45e3-9e5c-02c0046d67fa" providerId="ADAL" clId="{A6AB8097-671C-4783-A056-5A985F003BDF}" dt="2026-04-20T14:55:34.421" v="2607"/>
          <ac:inkMkLst>
            <pc:docMk/>
            <pc:sldMk cId="1009422686" sldId="260"/>
            <ac:inkMk id="261" creationId="{F9134C11-249F-1717-FF3D-6F01C7FB8816}"/>
          </ac:inkMkLst>
        </pc:inkChg>
        <pc:inkChg chg="add del">
          <ac:chgData name="植田 篤俊" userId="0d2b3cda-30c1-45e3-9e5c-02c0046d67fa" providerId="ADAL" clId="{A6AB8097-671C-4783-A056-5A985F003BDF}" dt="2026-04-20T14:55:37.427" v="2619"/>
          <ac:inkMkLst>
            <pc:docMk/>
            <pc:sldMk cId="1009422686" sldId="260"/>
            <ac:inkMk id="262" creationId="{21932398-5919-049E-23C1-4DD853E0E7EB}"/>
          </ac:inkMkLst>
        </pc:inkChg>
        <pc:inkChg chg="add">
          <ac:chgData name="植田 篤俊" userId="0d2b3cda-30c1-45e3-9e5c-02c0046d67fa" providerId="ADAL" clId="{A6AB8097-671C-4783-A056-5A985F003BDF}" dt="2026-04-20T14:55:34.888" v="2609"/>
          <ac:inkMkLst>
            <pc:docMk/>
            <pc:sldMk cId="1009422686" sldId="260"/>
            <ac:inkMk id="263" creationId="{376D911A-A8B0-FEA1-ADA7-83F0486960C9}"/>
          </ac:inkMkLst>
        </pc:inkChg>
        <pc:inkChg chg="add">
          <ac:chgData name="植田 篤俊" userId="0d2b3cda-30c1-45e3-9e5c-02c0046d67fa" providerId="ADAL" clId="{A6AB8097-671C-4783-A056-5A985F003BDF}" dt="2026-04-20T14:55:35.054" v="2610"/>
          <ac:inkMkLst>
            <pc:docMk/>
            <pc:sldMk cId="1009422686" sldId="260"/>
            <ac:inkMk id="264" creationId="{248DA41F-6296-2E59-AA92-3F73A588D26F}"/>
          </ac:inkMkLst>
        </pc:inkChg>
        <pc:inkChg chg="add">
          <ac:chgData name="植田 篤俊" userId="0d2b3cda-30c1-45e3-9e5c-02c0046d67fa" providerId="ADAL" clId="{A6AB8097-671C-4783-A056-5A985F003BDF}" dt="2026-04-20T14:55:35.391" v="2611"/>
          <ac:inkMkLst>
            <pc:docMk/>
            <pc:sldMk cId="1009422686" sldId="260"/>
            <ac:inkMk id="265" creationId="{30CD1035-517B-23B7-BFA1-6E62B76683D8}"/>
          </ac:inkMkLst>
        </pc:inkChg>
        <pc:inkChg chg="add">
          <ac:chgData name="植田 篤俊" userId="0d2b3cda-30c1-45e3-9e5c-02c0046d67fa" providerId="ADAL" clId="{A6AB8097-671C-4783-A056-5A985F003BDF}" dt="2026-04-20T14:55:35.522" v="2612"/>
          <ac:inkMkLst>
            <pc:docMk/>
            <pc:sldMk cId="1009422686" sldId="260"/>
            <ac:inkMk id="266" creationId="{27798B45-0F88-6BDE-03A3-FA6207627177}"/>
          </ac:inkMkLst>
        </pc:inkChg>
        <pc:inkChg chg="add">
          <ac:chgData name="植田 篤俊" userId="0d2b3cda-30c1-45e3-9e5c-02c0046d67fa" providerId="ADAL" clId="{A6AB8097-671C-4783-A056-5A985F003BDF}" dt="2026-04-20T14:55:35.704" v="2613"/>
          <ac:inkMkLst>
            <pc:docMk/>
            <pc:sldMk cId="1009422686" sldId="260"/>
            <ac:inkMk id="267" creationId="{47C52694-6896-72EB-8EAB-35B03305C280}"/>
          </ac:inkMkLst>
        </pc:inkChg>
        <pc:inkChg chg="add">
          <ac:chgData name="植田 篤俊" userId="0d2b3cda-30c1-45e3-9e5c-02c0046d67fa" providerId="ADAL" clId="{A6AB8097-671C-4783-A056-5A985F003BDF}" dt="2026-04-20T14:55:36.041" v="2614"/>
          <ac:inkMkLst>
            <pc:docMk/>
            <pc:sldMk cId="1009422686" sldId="260"/>
            <ac:inkMk id="268" creationId="{5D1D60E1-0E66-00B9-F6F3-27579012D723}"/>
          </ac:inkMkLst>
        </pc:inkChg>
        <pc:inkChg chg="add">
          <ac:chgData name="植田 篤俊" userId="0d2b3cda-30c1-45e3-9e5c-02c0046d67fa" providerId="ADAL" clId="{A6AB8097-671C-4783-A056-5A985F003BDF}" dt="2026-04-20T14:55:36.223" v="2615"/>
          <ac:inkMkLst>
            <pc:docMk/>
            <pc:sldMk cId="1009422686" sldId="260"/>
            <ac:inkMk id="269" creationId="{C08338D7-AC44-25FC-0073-2DCF282853E1}"/>
          </ac:inkMkLst>
        </pc:inkChg>
        <pc:inkChg chg="add">
          <ac:chgData name="植田 篤俊" userId="0d2b3cda-30c1-45e3-9e5c-02c0046d67fa" providerId="ADAL" clId="{A6AB8097-671C-4783-A056-5A985F003BDF}" dt="2026-04-20T14:55:36.507" v="2616"/>
          <ac:inkMkLst>
            <pc:docMk/>
            <pc:sldMk cId="1009422686" sldId="260"/>
            <ac:inkMk id="270" creationId="{0BC2F35A-3DB9-2794-E6D6-853D7ACD06F1}"/>
          </ac:inkMkLst>
        </pc:inkChg>
        <pc:inkChg chg="add">
          <ac:chgData name="植田 篤俊" userId="0d2b3cda-30c1-45e3-9e5c-02c0046d67fa" providerId="ADAL" clId="{A6AB8097-671C-4783-A056-5A985F003BDF}" dt="2026-04-20T14:55:36.655" v="2617"/>
          <ac:inkMkLst>
            <pc:docMk/>
            <pc:sldMk cId="1009422686" sldId="260"/>
            <ac:inkMk id="271" creationId="{857A60DD-4D12-0BDC-097E-B72529121CB9}"/>
          </ac:inkMkLst>
        </pc:inkChg>
        <pc:inkChg chg="add del">
          <ac:chgData name="植田 篤俊" userId="0d2b3cda-30c1-45e3-9e5c-02c0046d67fa" providerId="ADAL" clId="{A6AB8097-671C-4783-A056-5A985F003BDF}" dt="2026-04-20T14:55:37.427" v="2619"/>
          <ac:inkMkLst>
            <pc:docMk/>
            <pc:sldMk cId="1009422686" sldId="260"/>
            <ac:inkMk id="272" creationId="{93325BBA-B75C-5660-269D-6AC408F08E04}"/>
          </ac:inkMkLst>
        </pc:inkChg>
        <pc:inkChg chg="mod modStrokes">
          <ac:chgData name="植田 篤俊" userId="0d2b3cda-30c1-45e3-9e5c-02c0046d67fa" providerId="ADAL" clId="{A6AB8097-671C-4783-A056-5A985F003BDF}" dt="2026-04-20T14:55:45.555" v="2621"/>
          <ac:inkMkLst>
            <pc:docMk/>
            <pc:sldMk cId="1009422686" sldId="260"/>
            <ac:inkMk id="273" creationId="{A9A137C8-8ECE-BF27-C8CF-FEA5EF958044}"/>
          </ac:inkMkLst>
        </pc:inkChg>
        <pc:inkChg chg="add">
          <ac:chgData name="植田 篤俊" userId="0d2b3cda-30c1-45e3-9e5c-02c0046d67fa" providerId="ADAL" clId="{A6AB8097-671C-4783-A056-5A985F003BDF}" dt="2026-04-20T14:55:47.222" v="2622"/>
          <ac:inkMkLst>
            <pc:docMk/>
            <pc:sldMk cId="1009422686" sldId="260"/>
            <ac:inkMk id="274" creationId="{FC5391B4-248B-B4AB-5CE0-E0ACB8BE07B8}"/>
          </ac:inkMkLst>
        </pc:inkChg>
        <pc:inkChg chg="add">
          <ac:chgData name="植田 篤俊" userId="0d2b3cda-30c1-45e3-9e5c-02c0046d67fa" providerId="ADAL" clId="{A6AB8097-671C-4783-A056-5A985F003BDF}" dt="2026-04-20T14:55:50.108" v="2623"/>
          <ac:inkMkLst>
            <pc:docMk/>
            <pc:sldMk cId="1009422686" sldId="260"/>
            <ac:inkMk id="275" creationId="{749B5811-E100-D3D9-F07D-E760CC12F356}"/>
          </ac:inkMkLst>
        </pc:inkChg>
        <pc:inkChg chg="add del">
          <ac:chgData name="植田 篤俊" userId="0d2b3cda-30c1-45e3-9e5c-02c0046d67fa" providerId="ADAL" clId="{A6AB8097-671C-4783-A056-5A985F003BDF}" dt="2026-04-20T14:55:57.428" v="2644"/>
          <ac:inkMkLst>
            <pc:docMk/>
            <pc:sldMk cId="1009422686" sldId="260"/>
            <ac:inkMk id="276" creationId="{E92A2BE9-0AA4-B51E-B00A-610E00A61DC9}"/>
          </ac:inkMkLst>
        </pc:inkChg>
        <pc:inkChg chg="add">
          <ac:chgData name="植田 篤俊" userId="0d2b3cda-30c1-45e3-9e5c-02c0046d67fa" providerId="ADAL" clId="{A6AB8097-671C-4783-A056-5A985F003BDF}" dt="2026-04-20T14:55:51.003" v="2625"/>
          <ac:inkMkLst>
            <pc:docMk/>
            <pc:sldMk cId="1009422686" sldId="260"/>
            <ac:inkMk id="277" creationId="{54E22F53-A167-23CE-E3E0-E240E9ED4AA0}"/>
          </ac:inkMkLst>
        </pc:inkChg>
        <pc:inkChg chg="add del">
          <ac:chgData name="植田 篤俊" userId="0d2b3cda-30c1-45e3-9e5c-02c0046d67fa" providerId="ADAL" clId="{A6AB8097-671C-4783-A056-5A985F003BDF}" dt="2026-04-20T14:55:57.428" v="2644"/>
          <ac:inkMkLst>
            <pc:docMk/>
            <pc:sldMk cId="1009422686" sldId="260"/>
            <ac:inkMk id="278" creationId="{B2CBFBD1-660F-673E-F58C-250363EF0406}"/>
          </ac:inkMkLst>
        </pc:inkChg>
        <pc:inkChg chg="add del">
          <ac:chgData name="植田 篤俊" userId="0d2b3cda-30c1-45e3-9e5c-02c0046d67fa" providerId="ADAL" clId="{A6AB8097-671C-4783-A056-5A985F003BDF}" dt="2026-04-20T14:55:57.428" v="2644"/>
          <ac:inkMkLst>
            <pc:docMk/>
            <pc:sldMk cId="1009422686" sldId="260"/>
            <ac:inkMk id="279" creationId="{36CB171E-FE68-9CE1-9533-C4079A1E9B60}"/>
          </ac:inkMkLst>
        </pc:inkChg>
        <pc:inkChg chg="add">
          <ac:chgData name="植田 篤俊" userId="0d2b3cda-30c1-45e3-9e5c-02c0046d67fa" providerId="ADAL" clId="{A6AB8097-671C-4783-A056-5A985F003BDF}" dt="2026-04-20T14:55:51.770" v="2628"/>
          <ac:inkMkLst>
            <pc:docMk/>
            <pc:sldMk cId="1009422686" sldId="260"/>
            <ac:inkMk id="280" creationId="{4F89CFA7-5174-EFEC-CCC7-BE3C7AEC6E99}"/>
          </ac:inkMkLst>
        </pc:inkChg>
        <pc:inkChg chg="add del">
          <ac:chgData name="植田 篤俊" userId="0d2b3cda-30c1-45e3-9e5c-02c0046d67fa" providerId="ADAL" clId="{A6AB8097-671C-4783-A056-5A985F003BDF}" dt="2026-04-20T14:55:57.428" v="2644"/>
          <ac:inkMkLst>
            <pc:docMk/>
            <pc:sldMk cId="1009422686" sldId="260"/>
            <ac:inkMk id="281" creationId="{6ED9DE32-3AAE-DC73-800E-FC08BDCDAE5C}"/>
          </ac:inkMkLst>
        </pc:inkChg>
        <pc:inkChg chg="add del">
          <ac:chgData name="植田 篤俊" userId="0d2b3cda-30c1-45e3-9e5c-02c0046d67fa" providerId="ADAL" clId="{A6AB8097-671C-4783-A056-5A985F003BDF}" dt="2026-04-20T14:55:57.428" v="2644"/>
          <ac:inkMkLst>
            <pc:docMk/>
            <pc:sldMk cId="1009422686" sldId="260"/>
            <ac:inkMk id="282" creationId="{FA5001CC-AF37-038B-8BDC-4DC878CF17F1}"/>
          </ac:inkMkLst>
        </pc:inkChg>
        <pc:inkChg chg="add">
          <ac:chgData name="植田 篤俊" userId="0d2b3cda-30c1-45e3-9e5c-02c0046d67fa" providerId="ADAL" clId="{A6AB8097-671C-4783-A056-5A985F003BDF}" dt="2026-04-20T14:55:52.606" v="2631"/>
          <ac:inkMkLst>
            <pc:docMk/>
            <pc:sldMk cId="1009422686" sldId="260"/>
            <ac:inkMk id="283" creationId="{36DEA6AE-2B76-C16A-35ED-127B6BDC63CE}"/>
          </ac:inkMkLst>
        </pc:inkChg>
        <pc:inkChg chg="add">
          <ac:chgData name="植田 篤俊" userId="0d2b3cda-30c1-45e3-9e5c-02c0046d67fa" providerId="ADAL" clId="{A6AB8097-671C-4783-A056-5A985F003BDF}" dt="2026-04-20T14:55:52.738" v="2632"/>
          <ac:inkMkLst>
            <pc:docMk/>
            <pc:sldMk cId="1009422686" sldId="260"/>
            <ac:inkMk id="284" creationId="{B2C2FF0F-6A69-9F14-E2A5-EA9375E63DDD}"/>
          </ac:inkMkLst>
        </pc:inkChg>
        <pc:inkChg chg="add">
          <ac:chgData name="植田 篤俊" userId="0d2b3cda-30c1-45e3-9e5c-02c0046d67fa" providerId="ADAL" clId="{A6AB8097-671C-4783-A056-5A985F003BDF}" dt="2026-04-20T14:55:52.955" v="2633"/>
          <ac:inkMkLst>
            <pc:docMk/>
            <pc:sldMk cId="1009422686" sldId="260"/>
            <ac:inkMk id="285" creationId="{A637172D-12AA-BA1D-1D2A-6DA750F06A84}"/>
          </ac:inkMkLst>
        </pc:inkChg>
        <pc:inkChg chg="add del">
          <ac:chgData name="植田 篤俊" userId="0d2b3cda-30c1-45e3-9e5c-02c0046d67fa" providerId="ADAL" clId="{A6AB8097-671C-4783-A056-5A985F003BDF}" dt="2026-04-20T14:55:57.428" v="2644"/>
          <ac:inkMkLst>
            <pc:docMk/>
            <pc:sldMk cId="1009422686" sldId="260"/>
            <ac:inkMk id="286" creationId="{7A355C8F-09A5-DE7A-AC27-F8F52A99D42E}"/>
          </ac:inkMkLst>
        </pc:inkChg>
        <pc:inkChg chg="add">
          <ac:chgData name="植田 篤俊" userId="0d2b3cda-30c1-45e3-9e5c-02c0046d67fa" providerId="ADAL" clId="{A6AB8097-671C-4783-A056-5A985F003BDF}" dt="2026-04-20T14:55:53.221" v="2635"/>
          <ac:inkMkLst>
            <pc:docMk/>
            <pc:sldMk cId="1009422686" sldId="260"/>
            <ac:inkMk id="287" creationId="{A855F295-96A2-07B7-43B2-996673C95EDF}"/>
          </ac:inkMkLst>
        </pc:inkChg>
        <pc:inkChg chg="add">
          <ac:chgData name="植田 篤俊" userId="0d2b3cda-30c1-45e3-9e5c-02c0046d67fa" providerId="ADAL" clId="{A6AB8097-671C-4783-A056-5A985F003BDF}" dt="2026-04-20T14:55:53.758" v="2636"/>
          <ac:inkMkLst>
            <pc:docMk/>
            <pc:sldMk cId="1009422686" sldId="260"/>
            <ac:inkMk id="288" creationId="{C858F10D-B959-B5A1-251B-537812BB1D29}"/>
          </ac:inkMkLst>
        </pc:inkChg>
        <pc:inkChg chg="add del">
          <ac:chgData name="植田 篤俊" userId="0d2b3cda-30c1-45e3-9e5c-02c0046d67fa" providerId="ADAL" clId="{A6AB8097-671C-4783-A056-5A985F003BDF}" dt="2026-04-20T14:55:57.428" v="2644"/>
          <ac:inkMkLst>
            <pc:docMk/>
            <pc:sldMk cId="1009422686" sldId="260"/>
            <ac:inkMk id="289" creationId="{DDCC5004-1CBA-899A-5D5B-747E631796FD}"/>
          </ac:inkMkLst>
        </pc:inkChg>
        <pc:inkChg chg="add">
          <ac:chgData name="植田 篤俊" userId="0d2b3cda-30c1-45e3-9e5c-02c0046d67fa" providerId="ADAL" clId="{A6AB8097-671C-4783-A056-5A985F003BDF}" dt="2026-04-20T14:55:54.853" v="2638"/>
          <ac:inkMkLst>
            <pc:docMk/>
            <pc:sldMk cId="1009422686" sldId="260"/>
            <ac:inkMk id="290" creationId="{979F273C-C956-872E-A109-E00791AA7395}"/>
          </ac:inkMkLst>
        </pc:inkChg>
        <pc:inkChg chg="add">
          <ac:chgData name="植田 篤俊" userId="0d2b3cda-30c1-45e3-9e5c-02c0046d67fa" providerId="ADAL" clId="{A6AB8097-671C-4783-A056-5A985F003BDF}" dt="2026-04-20T14:55:55.420" v="2639"/>
          <ac:inkMkLst>
            <pc:docMk/>
            <pc:sldMk cId="1009422686" sldId="260"/>
            <ac:inkMk id="291" creationId="{7F2019FE-1D3D-1EF1-A327-2B8045B6E80A}"/>
          </ac:inkMkLst>
        </pc:inkChg>
        <pc:inkChg chg="add del">
          <ac:chgData name="植田 篤俊" userId="0d2b3cda-30c1-45e3-9e5c-02c0046d67fa" providerId="ADAL" clId="{A6AB8097-671C-4783-A056-5A985F003BDF}" dt="2026-04-20T14:55:57.428" v="2644"/>
          <ac:inkMkLst>
            <pc:docMk/>
            <pc:sldMk cId="1009422686" sldId="260"/>
            <ac:inkMk id="292" creationId="{67CA7EA7-9553-BA11-5135-B4F185A4FB59}"/>
          </ac:inkMkLst>
        </pc:inkChg>
        <pc:inkChg chg="add del">
          <ac:chgData name="植田 篤俊" userId="0d2b3cda-30c1-45e3-9e5c-02c0046d67fa" providerId="ADAL" clId="{A6AB8097-671C-4783-A056-5A985F003BDF}" dt="2026-04-20T14:55:57.428" v="2644"/>
          <ac:inkMkLst>
            <pc:docMk/>
            <pc:sldMk cId="1009422686" sldId="260"/>
            <ac:inkMk id="293" creationId="{01DC4FF5-45E6-ECD6-3102-1A9DEB9C3E01}"/>
          </ac:inkMkLst>
        </pc:inkChg>
        <pc:inkChg chg="add del">
          <ac:chgData name="植田 篤俊" userId="0d2b3cda-30c1-45e3-9e5c-02c0046d67fa" providerId="ADAL" clId="{A6AB8097-671C-4783-A056-5A985F003BDF}" dt="2026-04-20T14:55:57.428" v="2644"/>
          <ac:inkMkLst>
            <pc:docMk/>
            <pc:sldMk cId="1009422686" sldId="260"/>
            <ac:inkMk id="294" creationId="{A77DB9E1-4397-CDC5-34F7-21C33E634522}"/>
          </ac:inkMkLst>
        </pc:inkChg>
        <pc:inkChg chg="add">
          <ac:chgData name="植田 篤俊" userId="0d2b3cda-30c1-45e3-9e5c-02c0046d67fa" providerId="ADAL" clId="{A6AB8097-671C-4783-A056-5A985F003BDF}" dt="2026-04-20T14:55:56.420" v="2643"/>
          <ac:inkMkLst>
            <pc:docMk/>
            <pc:sldMk cId="1009422686" sldId="260"/>
            <ac:inkMk id="295" creationId="{DD934212-B4DB-16BC-37FB-53C925FE4953}"/>
          </ac:inkMkLst>
        </pc:inkChg>
        <pc:inkChg chg="add del">
          <ac:chgData name="植田 篤俊" userId="0d2b3cda-30c1-45e3-9e5c-02c0046d67fa" providerId="ADAL" clId="{A6AB8097-671C-4783-A056-5A985F003BDF}" dt="2026-04-20T14:56:06.586" v="2651"/>
          <ac:inkMkLst>
            <pc:docMk/>
            <pc:sldMk cId="1009422686" sldId="260"/>
            <ac:inkMk id="297" creationId="{F06714BC-C9E1-28DC-C698-32132161813F}"/>
          </ac:inkMkLst>
        </pc:inkChg>
        <pc:inkChg chg="add del">
          <ac:chgData name="植田 篤俊" userId="0d2b3cda-30c1-45e3-9e5c-02c0046d67fa" providerId="ADAL" clId="{A6AB8097-671C-4783-A056-5A985F003BDF}" dt="2026-04-20T14:56:06.586" v="2651"/>
          <ac:inkMkLst>
            <pc:docMk/>
            <pc:sldMk cId="1009422686" sldId="260"/>
            <ac:inkMk id="298" creationId="{0B6E74E6-43F4-3569-44E2-6E16032FD7C0}"/>
          </ac:inkMkLst>
        </pc:inkChg>
        <pc:inkChg chg="add del">
          <ac:chgData name="植田 篤俊" userId="0d2b3cda-30c1-45e3-9e5c-02c0046d67fa" providerId="ADAL" clId="{A6AB8097-671C-4783-A056-5A985F003BDF}" dt="2026-04-20T14:56:06.586" v="2651"/>
          <ac:inkMkLst>
            <pc:docMk/>
            <pc:sldMk cId="1009422686" sldId="260"/>
            <ac:inkMk id="299" creationId="{CAEF7B05-1DB4-703C-F22F-B05AB59C82B6}"/>
          </ac:inkMkLst>
        </pc:inkChg>
        <pc:inkChg chg="add del">
          <ac:chgData name="植田 篤俊" userId="0d2b3cda-30c1-45e3-9e5c-02c0046d67fa" providerId="ADAL" clId="{A6AB8097-671C-4783-A056-5A985F003BDF}" dt="2026-04-20T14:56:06.586" v="2651"/>
          <ac:inkMkLst>
            <pc:docMk/>
            <pc:sldMk cId="1009422686" sldId="260"/>
            <ac:inkMk id="300" creationId="{35DF574E-8B4F-74D4-D2B5-4CD4C03E338D}"/>
          </ac:inkMkLst>
        </pc:inkChg>
        <pc:inkChg chg="add del">
          <ac:chgData name="植田 篤俊" userId="0d2b3cda-30c1-45e3-9e5c-02c0046d67fa" providerId="ADAL" clId="{A6AB8097-671C-4783-A056-5A985F003BDF}" dt="2026-04-20T14:56:06.586" v="2651"/>
          <ac:inkMkLst>
            <pc:docMk/>
            <pc:sldMk cId="1009422686" sldId="260"/>
            <ac:inkMk id="301" creationId="{A28183CE-107C-5D0A-4068-413129A91AC9}"/>
          </ac:inkMkLst>
        </pc:inkChg>
        <pc:inkChg chg="add del">
          <ac:chgData name="植田 篤俊" userId="0d2b3cda-30c1-45e3-9e5c-02c0046d67fa" providerId="ADAL" clId="{A6AB8097-671C-4783-A056-5A985F003BDF}" dt="2026-04-20T14:56:06.586" v="2651"/>
          <ac:inkMkLst>
            <pc:docMk/>
            <pc:sldMk cId="1009422686" sldId="260"/>
            <ac:inkMk id="302" creationId="{1666BCA9-79FD-7CED-48E6-5FA43C535687}"/>
          </ac:inkMkLst>
        </pc:inkChg>
        <pc:inkChg chg="add reco">
          <ac:chgData name="植田 篤俊" userId="0d2b3cda-30c1-45e3-9e5c-02c0046d67fa" providerId="ADAL" clId="{A6AB8097-671C-4783-A056-5A985F003BDF}" dt="2026-04-20T14:56:06.586" v="2651"/>
          <ac:inkMkLst>
            <pc:docMk/>
            <pc:sldMk cId="1009422686" sldId="260"/>
            <ac:inkMk id="303" creationId="{2A74090B-433F-D8C6-86F5-A4D0586594AB}"/>
          </ac:inkMkLst>
        </pc:inkChg>
        <pc:inkChg chg="add del">
          <ac:chgData name="植田 篤俊" userId="0d2b3cda-30c1-45e3-9e5c-02c0046d67fa" providerId="ADAL" clId="{A6AB8097-671C-4783-A056-5A985F003BDF}" dt="2026-04-20T14:56:18.063" v="2660"/>
          <ac:inkMkLst>
            <pc:docMk/>
            <pc:sldMk cId="1009422686" sldId="260"/>
            <ac:inkMk id="304" creationId="{4AB0B356-6301-D62F-5366-C1A371764DC6}"/>
          </ac:inkMkLst>
        </pc:inkChg>
        <pc:inkChg chg="add del">
          <ac:chgData name="植田 篤俊" userId="0d2b3cda-30c1-45e3-9e5c-02c0046d67fa" providerId="ADAL" clId="{A6AB8097-671C-4783-A056-5A985F003BDF}" dt="2026-04-20T14:56:18.063" v="2660"/>
          <ac:inkMkLst>
            <pc:docMk/>
            <pc:sldMk cId="1009422686" sldId="260"/>
            <ac:inkMk id="305" creationId="{3E4E8E5A-F27F-50EB-0CD7-04927C3FCF7F}"/>
          </ac:inkMkLst>
        </pc:inkChg>
        <pc:inkChg chg="add del">
          <ac:chgData name="植田 篤俊" userId="0d2b3cda-30c1-45e3-9e5c-02c0046d67fa" providerId="ADAL" clId="{A6AB8097-671C-4783-A056-5A985F003BDF}" dt="2026-04-20T14:56:16.374" v="2657"/>
          <ac:inkMkLst>
            <pc:docMk/>
            <pc:sldMk cId="1009422686" sldId="260"/>
            <ac:inkMk id="306" creationId="{1275F1B4-F1CD-3877-2BB0-3251A6D3E338}"/>
          </ac:inkMkLst>
        </pc:inkChg>
        <pc:inkChg chg="add del">
          <ac:chgData name="植田 篤俊" userId="0d2b3cda-30c1-45e3-9e5c-02c0046d67fa" providerId="ADAL" clId="{A6AB8097-671C-4783-A056-5A985F003BDF}" dt="2026-04-20T14:56:16.374" v="2657"/>
          <ac:inkMkLst>
            <pc:docMk/>
            <pc:sldMk cId="1009422686" sldId="260"/>
            <ac:inkMk id="307" creationId="{E2F6296C-4C52-7896-99AF-AB74B69EEEFC}"/>
          </ac:inkMkLst>
        </pc:inkChg>
        <pc:inkChg chg="mod modStrokes">
          <ac:chgData name="植田 篤俊" userId="0d2b3cda-30c1-45e3-9e5c-02c0046d67fa" providerId="ADAL" clId="{A6AB8097-671C-4783-A056-5A985F003BDF}" dt="2026-04-20T15:02:43.988" v="2990"/>
          <ac:inkMkLst>
            <pc:docMk/>
            <pc:sldMk cId="1009422686" sldId="260"/>
            <ac:inkMk id="308" creationId="{3F88F5E0-091D-3B7A-46E6-C80AC7B01959}"/>
          </ac:inkMkLst>
        </pc:inkChg>
        <pc:inkChg chg="add del">
          <ac:chgData name="植田 篤俊" userId="0d2b3cda-30c1-45e3-9e5c-02c0046d67fa" providerId="ADAL" clId="{A6AB8097-671C-4783-A056-5A985F003BDF}" dt="2026-04-20T14:56:16.374" v="2657"/>
          <ac:inkMkLst>
            <pc:docMk/>
            <pc:sldMk cId="1009422686" sldId="260"/>
            <ac:inkMk id="310" creationId="{061D6ADB-A76F-21C6-DDFE-96A85856A0D2}"/>
          </ac:inkMkLst>
        </pc:inkChg>
        <pc:inkChg chg="add reco">
          <ac:chgData name="植田 篤俊" userId="0d2b3cda-30c1-45e3-9e5c-02c0046d67fa" providerId="ADAL" clId="{A6AB8097-671C-4783-A056-5A985F003BDF}" dt="2026-04-20T14:56:16.374" v="2657"/>
          <ac:inkMkLst>
            <pc:docMk/>
            <pc:sldMk cId="1009422686" sldId="260"/>
            <ac:inkMk id="311" creationId="{388D908A-C4FF-9B36-62DA-F473B3B001BD}"/>
          </ac:inkMkLst>
        </pc:inkChg>
        <pc:inkChg chg="add del">
          <ac:chgData name="植田 篤俊" userId="0d2b3cda-30c1-45e3-9e5c-02c0046d67fa" providerId="ADAL" clId="{A6AB8097-671C-4783-A056-5A985F003BDF}" dt="2026-04-20T14:56:18.063" v="2660"/>
          <ac:inkMkLst>
            <pc:docMk/>
            <pc:sldMk cId="1009422686" sldId="260"/>
            <ac:inkMk id="312" creationId="{E18D639B-2BD5-CAC2-58A9-5D530B19E8E0}"/>
          </ac:inkMkLst>
        </pc:inkChg>
        <pc:inkChg chg="add del">
          <ac:chgData name="植田 篤俊" userId="0d2b3cda-30c1-45e3-9e5c-02c0046d67fa" providerId="ADAL" clId="{A6AB8097-671C-4783-A056-5A985F003BDF}" dt="2026-04-20T14:56:18.063" v="2660"/>
          <ac:inkMkLst>
            <pc:docMk/>
            <pc:sldMk cId="1009422686" sldId="260"/>
            <ac:inkMk id="313" creationId="{54DA6606-7DF6-265D-E458-9D62E673D3CD}"/>
          </ac:inkMkLst>
        </pc:inkChg>
        <pc:inkChg chg="add reco">
          <ac:chgData name="植田 篤俊" userId="0d2b3cda-30c1-45e3-9e5c-02c0046d67fa" providerId="ADAL" clId="{A6AB8097-671C-4783-A056-5A985F003BDF}" dt="2026-04-20T14:56:18.063" v="2660"/>
          <ac:inkMkLst>
            <pc:docMk/>
            <pc:sldMk cId="1009422686" sldId="260"/>
            <ac:inkMk id="314" creationId="{992F85DF-8249-7618-BFBB-7162390AB538}"/>
          </ac:inkMkLst>
        </pc:inkChg>
        <pc:inkChg chg="add del">
          <ac:chgData name="植田 篤俊" userId="0d2b3cda-30c1-45e3-9e5c-02c0046d67fa" providerId="ADAL" clId="{A6AB8097-671C-4783-A056-5A985F003BDF}" dt="2026-04-20T14:56:25.080" v="2666"/>
          <ac:inkMkLst>
            <pc:docMk/>
            <pc:sldMk cId="1009422686" sldId="260"/>
            <ac:inkMk id="315" creationId="{2CBD938F-E4AA-C13A-190C-6FAB61880277}"/>
          </ac:inkMkLst>
        </pc:inkChg>
        <pc:inkChg chg="add del">
          <ac:chgData name="植田 篤俊" userId="0d2b3cda-30c1-45e3-9e5c-02c0046d67fa" providerId="ADAL" clId="{A6AB8097-671C-4783-A056-5A985F003BDF}" dt="2026-04-20T14:56:25.080" v="2666"/>
          <ac:inkMkLst>
            <pc:docMk/>
            <pc:sldMk cId="1009422686" sldId="260"/>
            <ac:inkMk id="316" creationId="{13D22C66-97EB-5F25-3E1C-56CB3BA54A39}"/>
          </ac:inkMkLst>
        </pc:inkChg>
        <pc:inkChg chg="add del">
          <ac:chgData name="植田 篤俊" userId="0d2b3cda-30c1-45e3-9e5c-02c0046d67fa" providerId="ADAL" clId="{A6AB8097-671C-4783-A056-5A985F003BDF}" dt="2026-04-20T14:56:25.080" v="2666"/>
          <ac:inkMkLst>
            <pc:docMk/>
            <pc:sldMk cId="1009422686" sldId="260"/>
            <ac:inkMk id="317" creationId="{608A54D2-E76E-1A74-F9D5-45506878A3E8}"/>
          </ac:inkMkLst>
        </pc:inkChg>
        <pc:inkChg chg="add del">
          <ac:chgData name="植田 篤俊" userId="0d2b3cda-30c1-45e3-9e5c-02c0046d67fa" providerId="ADAL" clId="{A6AB8097-671C-4783-A056-5A985F003BDF}" dt="2026-04-20T14:56:25.080" v="2666"/>
          <ac:inkMkLst>
            <pc:docMk/>
            <pc:sldMk cId="1009422686" sldId="260"/>
            <ac:inkMk id="318" creationId="{C37DDCD2-C8E6-826D-BE5C-C2737372A032}"/>
          </ac:inkMkLst>
        </pc:inkChg>
        <pc:inkChg chg="add del">
          <ac:chgData name="植田 篤俊" userId="0d2b3cda-30c1-45e3-9e5c-02c0046d67fa" providerId="ADAL" clId="{A6AB8097-671C-4783-A056-5A985F003BDF}" dt="2026-04-20T14:56:25.080" v="2666"/>
          <ac:inkMkLst>
            <pc:docMk/>
            <pc:sldMk cId="1009422686" sldId="260"/>
            <ac:inkMk id="319" creationId="{F5C3A728-9C09-9921-B364-2A5B1833F9F6}"/>
          </ac:inkMkLst>
        </pc:inkChg>
        <pc:inkChg chg="add reco">
          <ac:chgData name="植田 篤俊" userId="0d2b3cda-30c1-45e3-9e5c-02c0046d67fa" providerId="ADAL" clId="{A6AB8097-671C-4783-A056-5A985F003BDF}" dt="2026-04-20T14:56:25.080" v="2666"/>
          <ac:inkMkLst>
            <pc:docMk/>
            <pc:sldMk cId="1009422686" sldId="260"/>
            <ac:inkMk id="320" creationId="{FEBF70D1-2CA5-5397-064B-64552B8D3F77}"/>
          </ac:inkMkLst>
        </pc:inkChg>
        <pc:inkChg chg="add del">
          <ac:chgData name="植田 篤俊" userId="0d2b3cda-30c1-45e3-9e5c-02c0046d67fa" providerId="ADAL" clId="{A6AB8097-671C-4783-A056-5A985F003BDF}" dt="2026-04-20T14:56:26.708" v="2670"/>
          <ac:inkMkLst>
            <pc:docMk/>
            <pc:sldMk cId="1009422686" sldId="260"/>
            <ac:inkMk id="321" creationId="{A16ADA48-1BC5-963F-63EA-C0FDBA61BA6D}"/>
          </ac:inkMkLst>
        </pc:inkChg>
        <pc:inkChg chg="add del">
          <ac:chgData name="植田 篤俊" userId="0d2b3cda-30c1-45e3-9e5c-02c0046d67fa" providerId="ADAL" clId="{A6AB8097-671C-4783-A056-5A985F003BDF}" dt="2026-04-20T14:56:26.708" v="2670"/>
          <ac:inkMkLst>
            <pc:docMk/>
            <pc:sldMk cId="1009422686" sldId="260"/>
            <ac:inkMk id="322" creationId="{44EDB286-A81E-6EA6-761F-DEAB99CC1FB3}"/>
          </ac:inkMkLst>
        </pc:inkChg>
        <pc:inkChg chg="add del">
          <ac:chgData name="植田 篤俊" userId="0d2b3cda-30c1-45e3-9e5c-02c0046d67fa" providerId="ADAL" clId="{A6AB8097-671C-4783-A056-5A985F003BDF}" dt="2026-04-20T14:56:26.708" v="2670"/>
          <ac:inkMkLst>
            <pc:docMk/>
            <pc:sldMk cId="1009422686" sldId="260"/>
            <ac:inkMk id="323" creationId="{2C91DB60-534B-5ADD-1ED6-F478D237C283}"/>
          </ac:inkMkLst>
        </pc:inkChg>
        <pc:inkChg chg="add reco">
          <ac:chgData name="植田 篤俊" userId="0d2b3cda-30c1-45e3-9e5c-02c0046d67fa" providerId="ADAL" clId="{A6AB8097-671C-4783-A056-5A985F003BDF}" dt="2026-04-20T14:56:26.708" v="2670"/>
          <ac:inkMkLst>
            <pc:docMk/>
            <pc:sldMk cId="1009422686" sldId="260"/>
            <ac:inkMk id="324" creationId="{47B45A5F-9E59-9C91-E572-0A63349889F6}"/>
          </ac:inkMkLst>
        </pc:inkChg>
        <pc:inkChg chg="add">
          <ac:chgData name="植田 篤俊" userId="0d2b3cda-30c1-45e3-9e5c-02c0046d67fa" providerId="ADAL" clId="{A6AB8097-671C-4783-A056-5A985F003BDF}" dt="2026-04-20T14:56:27.167" v="2671"/>
          <ac:inkMkLst>
            <pc:docMk/>
            <pc:sldMk cId="1009422686" sldId="260"/>
            <ac:inkMk id="325" creationId="{61A372B5-8A44-7B8D-5EE7-88DA2EDA2BF0}"/>
          </ac:inkMkLst>
        </pc:inkChg>
        <pc:inkChg chg="add del">
          <ac:chgData name="植田 篤俊" userId="0d2b3cda-30c1-45e3-9e5c-02c0046d67fa" providerId="ADAL" clId="{A6AB8097-671C-4783-A056-5A985F003BDF}" dt="2026-04-20T15:03:19.991" v="3050"/>
          <ac:inkMkLst>
            <pc:docMk/>
            <pc:sldMk cId="1009422686" sldId="260"/>
            <ac:inkMk id="326" creationId="{BCFF9355-5F5C-9094-7EB9-7013DB1BFDE0}"/>
          </ac:inkMkLst>
        </pc:inkChg>
        <pc:inkChg chg="add del">
          <ac:chgData name="植田 篤俊" userId="0d2b3cda-30c1-45e3-9e5c-02c0046d67fa" providerId="ADAL" clId="{A6AB8097-671C-4783-A056-5A985F003BDF}" dt="2026-04-20T15:03:19.992" v="3051"/>
          <ac:inkMkLst>
            <pc:docMk/>
            <pc:sldMk cId="1009422686" sldId="260"/>
            <ac:inkMk id="327" creationId="{F971C269-61E8-39A9-9CF9-837EF81BE64F}"/>
          </ac:inkMkLst>
        </pc:inkChg>
        <pc:inkChg chg="add del">
          <ac:chgData name="植田 篤俊" userId="0d2b3cda-30c1-45e3-9e5c-02c0046d67fa" providerId="ADAL" clId="{A6AB8097-671C-4783-A056-5A985F003BDF}" dt="2026-04-20T15:03:19.988" v="3048"/>
          <ac:inkMkLst>
            <pc:docMk/>
            <pc:sldMk cId="1009422686" sldId="260"/>
            <ac:inkMk id="328" creationId="{649B83E7-37F6-90B9-6FA9-D68997E44C6A}"/>
          </ac:inkMkLst>
        </pc:inkChg>
        <pc:inkChg chg="add del">
          <ac:chgData name="植田 篤俊" userId="0d2b3cda-30c1-45e3-9e5c-02c0046d67fa" providerId="ADAL" clId="{A6AB8097-671C-4783-A056-5A985F003BDF}" dt="2026-04-20T15:03:19.990" v="3049"/>
          <ac:inkMkLst>
            <pc:docMk/>
            <pc:sldMk cId="1009422686" sldId="260"/>
            <ac:inkMk id="329" creationId="{D947072E-062D-2B40-7EAD-2F0EF0F8867F}"/>
          </ac:inkMkLst>
        </pc:inkChg>
        <pc:inkChg chg="add del">
          <ac:chgData name="植田 篤俊" userId="0d2b3cda-30c1-45e3-9e5c-02c0046d67fa" providerId="ADAL" clId="{A6AB8097-671C-4783-A056-5A985F003BDF}" dt="2026-04-20T15:03:19.992" v="3052"/>
          <ac:inkMkLst>
            <pc:docMk/>
            <pc:sldMk cId="1009422686" sldId="260"/>
            <ac:inkMk id="330" creationId="{8503A885-8D89-145E-00C7-3B60761FEF73}"/>
          </ac:inkMkLst>
        </pc:inkChg>
        <pc:inkChg chg="add">
          <ac:chgData name="植田 篤俊" userId="0d2b3cda-30c1-45e3-9e5c-02c0046d67fa" providerId="ADAL" clId="{A6AB8097-671C-4783-A056-5A985F003BDF}" dt="2026-04-20T14:56:43.749" v="2677"/>
          <ac:inkMkLst>
            <pc:docMk/>
            <pc:sldMk cId="1009422686" sldId="260"/>
            <ac:inkMk id="331" creationId="{178ADB83-B24D-DC13-69FE-C19C9C073ABB}"/>
          </ac:inkMkLst>
        </pc:inkChg>
        <pc:inkChg chg="add">
          <ac:chgData name="植田 篤俊" userId="0d2b3cda-30c1-45e3-9e5c-02c0046d67fa" providerId="ADAL" clId="{A6AB8097-671C-4783-A056-5A985F003BDF}" dt="2026-04-20T14:56:44.366" v="2678"/>
          <ac:inkMkLst>
            <pc:docMk/>
            <pc:sldMk cId="1009422686" sldId="260"/>
            <ac:inkMk id="332" creationId="{60097FED-A0AA-727A-8BB3-CE923C2052D1}"/>
          </ac:inkMkLst>
        </pc:inkChg>
        <pc:inkChg chg="add">
          <ac:chgData name="植田 篤俊" userId="0d2b3cda-30c1-45e3-9e5c-02c0046d67fa" providerId="ADAL" clId="{A6AB8097-671C-4783-A056-5A985F003BDF}" dt="2026-04-20T14:56:44.949" v="2679"/>
          <ac:inkMkLst>
            <pc:docMk/>
            <pc:sldMk cId="1009422686" sldId="260"/>
            <ac:inkMk id="333" creationId="{82EED8CD-F141-642F-6DDE-D36B79FD9752}"/>
          </ac:inkMkLst>
        </pc:inkChg>
        <pc:inkChg chg="add del">
          <ac:chgData name="植田 篤俊" userId="0d2b3cda-30c1-45e3-9e5c-02c0046d67fa" providerId="ADAL" clId="{A6AB8097-671C-4783-A056-5A985F003BDF}" dt="2026-04-20T15:03:20.869" v="3055"/>
          <ac:inkMkLst>
            <pc:docMk/>
            <pc:sldMk cId="1009422686" sldId="260"/>
            <ac:inkMk id="334" creationId="{1DC7C400-03D7-3FD2-B58C-29B7DE545912}"/>
          </ac:inkMkLst>
        </pc:inkChg>
        <pc:inkChg chg="add del">
          <ac:chgData name="植田 篤俊" userId="0d2b3cda-30c1-45e3-9e5c-02c0046d67fa" providerId="ADAL" clId="{A6AB8097-671C-4783-A056-5A985F003BDF}" dt="2026-04-20T15:03:20.870" v="3056"/>
          <ac:inkMkLst>
            <pc:docMk/>
            <pc:sldMk cId="1009422686" sldId="260"/>
            <ac:inkMk id="335" creationId="{325190C4-8C23-20F6-F10D-235A981C3EC1}"/>
          </ac:inkMkLst>
        </pc:inkChg>
        <pc:inkChg chg="add del">
          <ac:chgData name="植田 篤俊" userId="0d2b3cda-30c1-45e3-9e5c-02c0046d67fa" providerId="ADAL" clId="{A6AB8097-671C-4783-A056-5A985F003BDF}" dt="2026-04-20T15:03:20.869" v="3054"/>
          <ac:inkMkLst>
            <pc:docMk/>
            <pc:sldMk cId="1009422686" sldId="260"/>
            <ac:inkMk id="336" creationId="{28A132AD-A91B-CB81-2046-2FB6B6685641}"/>
          </ac:inkMkLst>
        </pc:inkChg>
        <pc:inkChg chg="add del">
          <ac:chgData name="植田 篤俊" userId="0d2b3cda-30c1-45e3-9e5c-02c0046d67fa" providerId="ADAL" clId="{A6AB8097-671C-4783-A056-5A985F003BDF}" dt="2026-04-20T15:03:20.871" v="3058"/>
          <ac:inkMkLst>
            <pc:docMk/>
            <pc:sldMk cId="1009422686" sldId="260"/>
            <ac:inkMk id="337" creationId="{B068B223-C22A-C4A3-1AAE-6AA103AD2508}"/>
          </ac:inkMkLst>
        </pc:inkChg>
        <pc:inkChg chg="add del">
          <ac:chgData name="植田 篤俊" userId="0d2b3cda-30c1-45e3-9e5c-02c0046d67fa" providerId="ADAL" clId="{A6AB8097-671C-4783-A056-5A985F003BDF}" dt="2026-04-20T15:03:20.868" v="3053"/>
          <ac:inkMkLst>
            <pc:docMk/>
            <pc:sldMk cId="1009422686" sldId="260"/>
            <ac:inkMk id="338" creationId="{E29DE1C9-D1BA-3BA8-F827-52E52B085524}"/>
          </ac:inkMkLst>
        </pc:inkChg>
        <pc:inkChg chg="add del">
          <ac:chgData name="植田 篤俊" userId="0d2b3cda-30c1-45e3-9e5c-02c0046d67fa" providerId="ADAL" clId="{A6AB8097-671C-4783-A056-5A985F003BDF}" dt="2026-04-20T15:03:20.870" v="3057"/>
          <ac:inkMkLst>
            <pc:docMk/>
            <pc:sldMk cId="1009422686" sldId="260"/>
            <ac:inkMk id="339" creationId="{46E405BD-4E51-C457-4465-D6C03E5BE2B7}"/>
          </ac:inkMkLst>
        </pc:inkChg>
        <pc:inkChg chg="add">
          <ac:chgData name="植田 篤俊" userId="0d2b3cda-30c1-45e3-9e5c-02c0046d67fa" providerId="ADAL" clId="{A6AB8097-671C-4783-A056-5A985F003BDF}" dt="2026-04-20T14:57:14.200" v="2686"/>
          <ac:inkMkLst>
            <pc:docMk/>
            <pc:sldMk cId="1009422686" sldId="260"/>
            <ac:inkMk id="343" creationId="{58872C42-BF31-DA09-380B-CAE08AD2CA7B}"/>
          </ac:inkMkLst>
        </pc:inkChg>
        <pc:inkChg chg="add del">
          <ac:chgData name="植田 篤俊" userId="0d2b3cda-30c1-45e3-9e5c-02c0046d67fa" providerId="ADAL" clId="{A6AB8097-671C-4783-A056-5A985F003BDF}" dt="2026-04-20T14:57:20.447" v="2707"/>
          <ac:inkMkLst>
            <pc:docMk/>
            <pc:sldMk cId="1009422686" sldId="260"/>
            <ac:inkMk id="344" creationId="{0E66C10E-1CE8-1704-FDDE-8AE2FFD4B8C0}"/>
          </ac:inkMkLst>
        </pc:inkChg>
        <pc:inkChg chg="add del">
          <ac:chgData name="植田 篤俊" userId="0d2b3cda-30c1-45e3-9e5c-02c0046d67fa" providerId="ADAL" clId="{A6AB8097-671C-4783-A056-5A985F003BDF}" dt="2026-04-20T14:57:20.447" v="2707"/>
          <ac:inkMkLst>
            <pc:docMk/>
            <pc:sldMk cId="1009422686" sldId="260"/>
            <ac:inkMk id="345" creationId="{95D85467-8198-9F78-7BCD-C44E089A3D8A}"/>
          </ac:inkMkLst>
        </pc:inkChg>
        <pc:inkChg chg="add">
          <ac:chgData name="植田 篤俊" userId="0d2b3cda-30c1-45e3-9e5c-02c0046d67fa" providerId="ADAL" clId="{A6AB8097-671C-4783-A056-5A985F003BDF}" dt="2026-04-20T14:57:14.763" v="2689"/>
          <ac:inkMkLst>
            <pc:docMk/>
            <pc:sldMk cId="1009422686" sldId="260"/>
            <ac:inkMk id="346" creationId="{97560050-D6BA-E1DF-6BAC-309B774AB68A}"/>
          </ac:inkMkLst>
        </pc:inkChg>
        <pc:inkChg chg="add del">
          <ac:chgData name="植田 篤俊" userId="0d2b3cda-30c1-45e3-9e5c-02c0046d67fa" providerId="ADAL" clId="{A6AB8097-671C-4783-A056-5A985F003BDF}" dt="2026-04-20T14:57:20.447" v="2707"/>
          <ac:inkMkLst>
            <pc:docMk/>
            <pc:sldMk cId="1009422686" sldId="260"/>
            <ac:inkMk id="347" creationId="{B020BDE5-6F8F-86DC-A3FB-B48A82F357F1}"/>
          </ac:inkMkLst>
        </pc:inkChg>
        <pc:inkChg chg="add">
          <ac:chgData name="植田 篤俊" userId="0d2b3cda-30c1-45e3-9e5c-02c0046d67fa" providerId="ADAL" clId="{A6AB8097-671C-4783-A056-5A985F003BDF}" dt="2026-04-20T14:57:15.299" v="2691"/>
          <ac:inkMkLst>
            <pc:docMk/>
            <pc:sldMk cId="1009422686" sldId="260"/>
            <ac:inkMk id="348" creationId="{22A85917-A604-1557-9BF5-67CF587DC647}"/>
          </ac:inkMkLst>
        </pc:inkChg>
        <pc:inkChg chg="add">
          <ac:chgData name="植田 篤俊" userId="0d2b3cda-30c1-45e3-9e5c-02c0046d67fa" providerId="ADAL" clId="{A6AB8097-671C-4783-A056-5A985F003BDF}" dt="2026-04-20T14:57:16.063" v="2692"/>
          <ac:inkMkLst>
            <pc:docMk/>
            <pc:sldMk cId="1009422686" sldId="260"/>
            <ac:inkMk id="349" creationId="{1977D117-E830-4B9A-800A-6F3F3B5B7D46}"/>
          </ac:inkMkLst>
        </pc:inkChg>
        <pc:inkChg chg="add">
          <ac:chgData name="植田 篤俊" userId="0d2b3cda-30c1-45e3-9e5c-02c0046d67fa" providerId="ADAL" clId="{A6AB8097-671C-4783-A056-5A985F003BDF}" dt="2026-04-20T14:57:16.296" v="2693"/>
          <ac:inkMkLst>
            <pc:docMk/>
            <pc:sldMk cId="1009422686" sldId="260"/>
            <ac:inkMk id="350" creationId="{58BC0FD6-148F-62C7-379C-801EF7052B15}"/>
          </ac:inkMkLst>
        </pc:inkChg>
        <pc:inkChg chg="add">
          <ac:chgData name="植田 篤俊" userId="0d2b3cda-30c1-45e3-9e5c-02c0046d67fa" providerId="ADAL" clId="{A6AB8097-671C-4783-A056-5A985F003BDF}" dt="2026-04-20T14:57:16.580" v="2694"/>
          <ac:inkMkLst>
            <pc:docMk/>
            <pc:sldMk cId="1009422686" sldId="260"/>
            <ac:inkMk id="351" creationId="{8C990603-332B-9BB3-EA49-203C00D95182}"/>
          </ac:inkMkLst>
        </pc:inkChg>
        <pc:inkChg chg="add">
          <ac:chgData name="植田 篤俊" userId="0d2b3cda-30c1-45e3-9e5c-02c0046d67fa" providerId="ADAL" clId="{A6AB8097-671C-4783-A056-5A985F003BDF}" dt="2026-04-20T14:57:16.730" v="2695"/>
          <ac:inkMkLst>
            <pc:docMk/>
            <pc:sldMk cId="1009422686" sldId="260"/>
            <ac:inkMk id="352" creationId="{3B5D7CA7-6D5E-91C9-8174-F4D1A29FD3F8}"/>
          </ac:inkMkLst>
        </pc:inkChg>
        <pc:inkChg chg="add">
          <ac:chgData name="植田 篤俊" userId="0d2b3cda-30c1-45e3-9e5c-02c0046d67fa" providerId="ADAL" clId="{A6AB8097-671C-4783-A056-5A985F003BDF}" dt="2026-04-20T14:57:17.330" v="2696"/>
          <ac:inkMkLst>
            <pc:docMk/>
            <pc:sldMk cId="1009422686" sldId="260"/>
            <ac:inkMk id="353" creationId="{E6682FCE-098A-2D3E-0835-D4C0CECDF3B3}"/>
          </ac:inkMkLst>
        </pc:inkChg>
        <pc:inkChg chg="add del">
          <ac:chgData name="植田 篤俊" userId="0d2b3cda-30c1-45e3-9e5c-02c0046d67fa" providerId="ADAL" clId="{A6AB8097-671C-4783-A056-5A985F003BDF}" dt="2026-04-20T14:57:20.447" v="2707"/>
          <ac:inkMkLst>
            <pc:docMk/>
            <pc:sldMk cId="1009422686" sldId="260"/>
            <ac:inkMk id="354" creationId="{2B8984E7-376E-41A8-FA22-CE2A570EFE43}"/>
          </ac:inkMkLst>
        </pc:inkChg>
        <pc:inkChg chg="add del">
          <ac:chgData name="植田 篤俊" userId="0d2b3cda-30c1-45e3-9e5c-02c0046d67fa" providerId="ADAL" clId="{A6AB8097-671C-4783-A056-5A985F003BDF}" dt="2026-04-20T14:57:20.447" v="2707"/>
          <ac:inkMkLst>
            <pc:docMk/>
            <pc:sldMk cId="1009422686" sldId="260"/>
            <ac:inkMk id="355" creationId="{E6D650C0-F39B-CAEF-1DE2-1972BC5D6A3F}"/>
          </ac:inkMkLst>
        </pc:inkChg>
        <pc:inkChg chg="add del">
          <ac:chgData name="植田 篤俊" userId="0d2b3cda-30c1-45e3-9e5c-02c0046d67fa" providerId="ADAL" clId="{A6AB8097-671C-4783-A056-5A985F003BDF}" dt="2026-04-20T14:57:20.447" v="2707"/>
          <ac:inkMkLst>
            <pc:docMk/>
            <pc:sldMk cId="1009422686" sldId="260"/>
            <ac:inkMk id="356" creationId="{FB7A7C25-A3C9-E1AC-30F6-DC97BB52C904}"/>
          </ac:inkMkLst>
        </pc:inkChg>
        <pc:inkChg chg="add">
          <ac:chgData name="植田 篤俊" userId="0d2b3cda-30c1-45e3-9e5c-02c0046d67fa" providerId="ADAL" clId="{A6AB8097-671C-4783-A056-5A985F003BDF}" dt="2026-04-20T14:57:18.597" v="2700"/>
          <ac:inkMkLst>
            <pc:docMk/>
            <pc:sldMk cId="1009422686" sldId="260"/>
            <ac:inkMk id="357" creationId="{EAEE6D6D-96DD-38B9-DA1C-B5DBEB14798E}"/>
          </ac:inkMkLst>
        </pc:inkChg>
        <pc:inkChg chg="add del">
          <ac:chgData name="植田 篤俊" userId="0d2b3cda-30c1-45e3-9e5c-02c0046d67fa" providerId="ADAL" clId="{A6AB8097-671C-4783-A056-5A985F003BDF}" dt="2026-04-20T14:57:20.447" v="2707"/>
          <ac:inkMkLst>
            <pc:docMk/>
            <pc:sldMk cId="1009422686" sldId="260"/>
            <ac:inkMk id="358" creationId="{014B3DA9-10C3-7DAE-D676-4428B7DCF129}"/>
          </ac:inkMkLst>
        </pc:inkChg>
        <pc:inkChg chg="add">
          <ac:chgData name="植田 篤俊" userId="0d2b3cda-30c1-45e3-9e5c-02c0046d67fa" providerId="ADAL" clId="{A6AB8097-671C-4783-A056-5A985F003BDF}" dt="2026-04-20T14:57:18.964" v="2702"/>
          <ac:inkMkLst>
            <pc:docMk/>
            <pc:sldMk cId="1009422686" sldId="260"/>
            <ac:inkMk id="359" creationId="{FF3E4949-6FD7-C2EF-EA8B-6C6677C1C3B7}"/>
          </ac:inkMkLst>
        </pc:inkChg>
        <pc:inkChg chg="add">
          <ac:chgData name="植田 篤俊" userId="0d2b3cda-30c1-45e3-9e5c-02c0046d67fa" providerId="ADAL" clId="{A6AB8097-671C-4783-A056-5A985F003BDF}" dt="2026-04-20T14:57:19.182" v="2703"/>
          <ac:inkMkLst>
            <pc:docMk/>
            <pc:sldMk cId="1009422686" sldId="260"/>
            <ac:inkMk id="360" creationId="{E20FD638-E4F2-5DF9-C2B5-56D2BAA38AE1}"/>
          </ac:inkMkLst>
        </pc:inkChg>
        <pc:inkChg chg="add del">
          <ac:chgData name="植田 篤俊" userId="0d2b3cda-30c1-45e3-9e5c-02c0046d67fa" providerId="ADAL" clId="{A6AB8097-671C-4783-A056-5A985F003BDF}" dt="2026-04-20T14:57:20.447" v="2707"/>
          <ac:inkMkLst>
            <pc:docMk/>
            <pc:sldMk cId="1009422686" sldId="260"/>
            <ac:inkMk id="361" creationId="{1E451B7F-565C-0B86-23F7-67368622CED3}"/>
          </ac:inkMkLst>
        </pc:inkChg>
        <pc:inkChg chg="add del">
          <ac:chgData name="植田 篤俊" userId="0d2b3cda-30c1-45e3-9e5c-02c0046d67fa" providerId="ADAL" clId="{A6AB8097-671C-4783-A056-5A985F003BDF}" dt="2026-04-20T14:57:20.447" v="2707"/>
          <ac:inkMkLst>
            <pc:docMk/>
            <pc:sldMk cId="1009422686" sldId="260"/>
            <ac:inkMk id="362" creationId="{58C3B0AC-6779-E902-25AE-33FDAD040ED0}"/>
          </ac:inkMkLst>
        </pc:inkChg>
        <pc:inkChg chg="add">
          <ac:chgData name="植田 篤俊" userId="0d2b3cda-30c1-45e3-9e5c-02c0046d67fa" providerId="ADAL" clId="{A6AB8097-671C-4783-A056-5A985F003BDF}" dt="2026-04-20T14:57:19.763" v="2706"/>
          <ac:inkMkLst>
            <pc:docMk/>
            <pc:sldMk cId="1009422686" sldId="260"/>
            <ac:inkMk id="363" creationId="{8E79782A-EAF7-097C-CC85-7B06896392E5}"/>
          </ac:inkMkLst>
        </pc:inkChg>
        <pc:inkChg chg="add reco">
          <ac:chgData name="植田 篤俊" userId="0d2b3cda-30c1-45e3-9e5c-02c0046d67fa" providerId="ADAL" clId="{A6AB8097-671C-4783-A056-5A985F003BDF}" dt="2026-04-20T14:57:20.447" v="2707"/>
          <ac:inkMkLst>
            <pc:docMk/>
            <pc:sldMk cId="1009422686" sldId="260"/>
            <ac:inkMk id="364" creationId="{5F2014B9-0AC0-42B6-6F28-F3578D286FFD}"/>
          </ac:inkMkLst>
        </pc:inkChg>
        <pc:inkChg chg="add del">
          <ac:chgData name="植田 篤俊" userId="0d2b3cda-30c1-45e3-9e5c-02c0046d67fa" providerId="ADAL" clId="{A6AB8097-671C-4783-A056-5A985F003BDF}" dt="2026-04-20T14:57:29.921" v="2710"/>
          <ac:inkMkLst>
            <pc:docMk/>
            <pc:sldMk cId="1009422686" sldId="260"/>
            <ac:inkMk id="365" creationId="{BE06FDE7-F3B9-0B0F-896A-7B6F108A462D}"/>
          </ac:inkMkLst>
        </pc:inkChg>
        <pc:inkChg chg="add del">
          <ac:chgData name="植田 篤俊" userId="0d2b3cda-30c1-45e3-9e5c-02c0046d67fa" providerId="ADAL" clId="{A6AB8097-671C-4783-A056-5A985F003BDF}" dt="2026-04-20T14:57:29.921" v="2710"/>
          <ac:inkMkLst>
            <pc:docMk/>
            <pc:sldMk cId="1009422686" sldId="260"/>
            <ac:inkMk id="366" creationId="{13757FB3-7A18-CD04-1A5B-8154FF60BA5C}"/>
          </ac:inkMkLst>
        </pc:inkChg>
        <pc:inkChg chg="add reco">
          <ac:chgData name="植田 篤俊" userId="0d2b3cda-30c1-45e3-9e5c-02c0046d67fa" providerId="ADAL" clId="{A6AB8097-671C-4783-A056-5A985F003BDF}" dt="2026-04-20T14:57:29.921" v="2710"/>
          <ac:inkMkLst>
            <pc:docMk/>
            <pc:sldMk cId="1009422686" sldId="260"/>
            <ac:inkMk id="367" creationId="{BB7ABA43-8B07-E6D6-D947-CAF9FD90F43C}"/>
          </ac:inkMkLst>
        </pc:inkChg>
        <pc:inkChg chg="add">
          <ac:chgData name="植田 篤俊" userId="0d2b3cda-30c1-45e3-9e5c-02c0046d67fa" providerId="ADAL" clId="{A6AB8097-671C-4783-A056-5A985F003BDF}" dt="2026-04-20T14:57:36.317" v="2711"/>
          <ac:inkMkLst>
            <pc:docMk/>
            <pc:sldMk cId="1009422686" sldId="260"/>
            <ac:inkMk id="368" creationId="{89C4D8F0-6C1C-B966-A2E9-2F9D0BEF982C}"/>
          </ac:inkMkLst>
        </pc:inkChg>
        <pc:inkChg chg="add">
          <ac:chgData name="植田 篤俊" userId="0d2b3cda-30c1-45e3-9e5c-02c0046d67fa" providerId="ADAL" clId="{A6AB8097-671C-4783-A056-5A985F003BDF}" dt="2026-04-20T14:57:43.215" v="2712"/>
          <ac:inkMkLst>
            <pc:docMk/>
            <pc:sldMk cId="1009422686" sldId="260"/>
            <ac:inkMk id="369" creationId="{4BD9A95B-24C9-6380-42CC-7761710A790C}"/>
          </ac:inkMkLst>
        </pc:inkChg>
        <pc:inkChg chg="add">
          <ac:chgData name="植田 篤俊" userId="0d2b3cda-30c1-45e3-9e5c-02c0046d67fa" providerId="ADAL" clId="{A6AB8097-671C-4783-A056-5A985F003BDF}" dt="2026-04-20T14:57:50.750" v="2713"/>
          <ac:inkMkLst>
            <pc:docMk/>
            <pc:sldMk cId="1009422686" sldId="260"/>
            <ac:inkMk id="370" creationId="{8BC6639F-B0ED-5FA9-6235-415B4E5F9E1D}"/>
          </ac:inkMkLst>
        </pc:inkChg>
        <pc:inkChg chg="add">
          <ac:chgData name="植田 篤俊" userId="0d2b3cda-30c1-45e3-9e5c-02c0046d67fa" providerId="ADAL" clId="{A6AB8097-671C-4783-A056-5A985F003BDF}" dt="2026-04-20T14:57:53.948" v="2714"/>
          <ac:inkMkLst>
            <pc:docMk/>
            <pc:sldMk cId="1009422686" sldId="260"/>
            <ac:inkMk id="371" creationId="{44999408-46B5-18F6-E663-9FDCFA2DA9C1}"/>
          </ac:inkMkLst>
        </pc:inkChg>
        <pc:inkChg chg="add">
          <ac:chgData name="植田 篤俊" userId="0d2b3cda-30c1-45e3-9e5c-02c0046d67fa" providerId="ADAL" clId="{A6AB8097-671C-4783-A056-5A985F003BDF}" dt="2026-04-20T14:58:00.131" v="2715"/>
          <ac:inkMkLst>
            <pc:docMk/>
            <pc:sldMk cId="1009422686" sldId="260"/>
            <ac:inkMk id="372" creationId="{DAA310D6-D995-46EC-FB06-A669112938A1}"/>
          </ac:inkMkLst>
        </pc:inkChg>
        <pc:inkChg chg="add">
          <ac:chgData name="植田 篤俊" userId="0d2b3cda-30c1-45e3-9e5c-02c0046d67fa" providerId="ADAL" clId="{A6AB8097-671C-4783-A056-5A985F003BDF}" dt="2026-04-20T14:58:05.847" v="2716"/>
          <ac:inkMkLst>
            <pc:docMk/>
            <pc:sldMk cId="1009422686" sldId="260"/>
            <ac:inkMk id="373" creationId="{5675B0AA-4D4D-03BB-49D1-16AF9F23D99C}"/>
          </ac:inkMkLst>
        </pc:inkChg>
        <pc:inkChg chg="add">
          <ac:chgData name="植田 篤俊" userId="0d2b3cda-30c1-45e3-9e5c-02c0046d67fa" providerId="ADAL" clId="{A6AB8097-671C-4783-A056-5A985F003BDF}" dt="2026-04-20T14:58:09.215" v="2717"/>
          <ac:inkMkLst>
            <pc:docMk/>
            <pc:sldMk cId="1009422686" sldId="260"/>
            <ac:inkMk id="374" creationId="{6D27FEC8-010D-0F49-90F6-6A0A666630EE}"/>
          </ac:inkMkLst>
        </pc:inkChg>
        <pc:inkChg chg="add del">
          <ac:chgData name="植田 篤俊" userId="0d2b3cda-30c1-45e3-9e5c-02c0046d67fa" providerId="ADAL" clId="{A6AB8097-671C-4783-A056-5A985F003BDF}" dt="2026-04-20T14:58:18.216" v="2731"/>
          <ac:inkMkLst>
            <pc:docMk/>
            <pc:sldMk cId="1009422686" sldId="260"/>
            <ac:inkMk id="375" creationId="{768930F7-08A3-45B5-0DA8-C43682C7FA26}"/>
          </ac:inkMkLst>
        </pc:inkChg>
        <pc:inkChg chg="add">
          <ac:chgData name="植田 篤俊" userId="0d2b3cda-30c1-45e3-9e5c-02c0046d67fa" providerId="ADAL" clId="{A6AB8097-671C-4783-A056-5A985F003BDF}" dt="2026-04-20T14:58:13.092" v="2719"/>
          <ac:inkMkLst>
            <pc:docMk/>
            <pc:sldMk cId="1009422686" sldId="260"/>
            <ac:inkMk id="376" creationId="{B96DB256-A9AC-C62E-9AA0-ABAB61362497}"/>
          </ac:inkMkLst>
        </pc:inkChg>
        <pc:inkChg chg="add">
          <ac:chgData name="植田 篤俊" userId="0d2b3cda-30c1-45e3-9e5c-02c0046d67fa" providerId="ADAL" clId="{A6AB8097-671C-4783-A056-5A985F003BDF}" dt="2026-04-20T14:58:14.242" v="2720"/>
          <ac:inkMkLst>
            <pc:docMk/>
            <pc:sldMk cId="1009422686" sldId="260"/>
            <ac:inkMk id="377" creationId="{A8596A5E-5830-CCEB-CBDF-07B2A46FC94C}"/>
          </ac:inkMkLst>
        </pc:inkChg>
        <pc:inkChg chg="add">
          <ac:chgData name="植田 篤俊" userId="0d2b3cda-30c1-45e3-9e5c-02c0046d67fa" providerId="ADAL" clId="{A6AB8097-671C-4783-A056-5A985F003BDF}" dt="2026-04-20T14:58:14.459" v="2721"/>
          <ac:inkMkLst>
            <pc:docMk/>
            <pc:sldMk cId="1009422686" sldId="260"/>
            <ac:inkMk id="378" creationId="{98D8A3CD-38C1-DC80-ACB0-6B8ECDC517A0}"/>
          </ac:inkMkLst>
        </pc:inkChg>
        <pc:inkChg chg="add">
          <ac:chgData name="植田 篤俊" userId="0d2b3cda-30c1-45e3-9e5c-02c0046d67fa" providerId="ADAL" clId="{A6AB8097-671C-4783-A056-5A985F003BDF}" dt="2026-04-20T14:58:14.829" v="2722"/>
          <ac:inkMkLst>
            <pc:docMk/>
            <pc:sldMk cId="1009422686" sldId="260"/>
            <ac:inkMk id="379" creationId="{175665DE-9B0D-BAA7-97B7-8A680371387B}"/>
          </ac:inkMkLst>
        </pc:inkChg>
        <pc:inkChg chg="add del">
          <ac:chgData name="植田 篤俊" userId="0d2b3cda-30c1-45e3-9e5c-02c0046d67fa" providerId="ADAL" clId="{A6AB8097-671C-4783-A056-5A985F003BDF}" dt="2026-04-20T14:58:18.216" v="2731"/>
          <ac:inkMkLst>
            <pc:docMk/>
            <pc:sldMk cId="1009422686" sldId="260"/>
            <ac:inkMk id="380" creationId="{0273A21E-70BB-C6C3-B088-27587A09F8A5}"/>
          </ac:inkMkLst>
        </pc:inkChg>
        <pc:inkChg chg="add del">
          <ac:chgData name="植田 篤俊" userId="0d2b3cda-30c1-45e3-9e5c-02c0046d67fa" providerId="ADAL" clId="{A6AB8097-671C-4783-A056-5A985F003BDF}" dt="2026-04-20T14:58:18.216" v="2731"/>
          <ac:inkMkLst>
            <pc:docMk/>
            <pc:sldMk cId="1009422686" sldId="260"/>
            <ac:inkMk id="381" creationId="{62FCB031-1A76-20B1-F839-68EA3AA82C95}"/>
          </ac:inkMkLst>
        </pc:inkChg>
        <pc:inkChg chg="add del">
          <ac:chgData name="植田 篤俊" userId="0d2b3cda-30c1-45e3-9e5c-02c0046d67fa" providerId="ADAL" clId="{A6AB8097-671C-4783-A056-5A985F003BDF}" dt="2026-04-20T14:58:18.216" v="2731"/>
          <ac:inkMkLst>
            <pc:docMk/>
            <pc:sldMk cId="1009422686" sldId="260"/>
            <ac:inkMk id="382" creationId="{84FE508D-7C45-0326-AA7F-1E85167B9FDA}"/>
          </ac:inkMkLst>
        </pc:inkChg>
        <pc:inkChg chg="add del">
          <ac:chgData name="植田 篤俊" userId="0d2b3cda-30c1-45e3-9e5c-02c0046d67fa" providerId="ADAL" clId="{A6AB8097-671C-4783-A056-5A985F003BDF}" dt="2026-04-20T14:58:18.216" v="2731"/>
          <ac:inkMkLst>
            <pc:docMk/>
            <pc:sldMk cId="1009422686" sldId="260"/>
            <ac:inkMk id="383" creationId="{F282E6F0-7EF0-5B5D-670B-456EAA95FDA3}"/>
          </ac:inkMkLst>
        </pc:inkChg>
        <pc:inkChg chg="add">
          <ac:chgData name="植田 篤俊" userId="0d2b3cda-30c1-45e3-9e5c-02c0046d67fa" providerId="ADAL" clId="{A6AB8097-671C-4783-A056-5A985F003BDF}" dt="2026-04-20T14:58:16.792" v="2727"/>
          <ac:inkMkLst>
            <pc:docMk/>
            <pc:sldMk cId="1009422686" sldId="260"/>
            <ac:inkMk id="384" creationId="{5E405967-95AD-8160-81D3-9E8AD2C1E28C}"/>
          </ac:inkMkLst>
        </pc:inkChg>
        <pc:inkChg chg="add del">
          <ac:chgData name="植田 篤俊" userId="0d2b3cda-30c1-45e3-9e5c-02c0046d67fa" providerId="ADAL" clId="{A6AB8097-671C-4783-A056-5A985F003BDF}" dt="2026-04-20T14:58:18.216" v="2731"/>
          <ac:inkMkLst>
            <pc:docMk/>
            <pc:sldMk cId="1009422686" sldId="260"/>
            <ac:inkMk id="385" creationId="{3FF44ACF-AD46-6962-B2F0-1114DE22DCBF}"/>
          </ac:inkMkLst>
        </pc:inkChg>
        <pc:inkChg chg="add del">
          <ac:chgData name="植田 篤俊" userId="0d2b3cda-30c1-45e3-9e5c-02c0046d67fa" providerId="ADAL" clId="{A6AB8097-671C-4783-A056-5A985F003BDF}" dt="2026-04-20T14:58:18.216" v="2731"/>
          <ac:inkMkLst>
            <pc:docMk/>
            <pc:sldMk cId="1009422686" sldId="260"/>
            <ac:inkMk id="386" creationId="{F64B4CF9-B764-EE28-3563-5B7D5DF762AB}"/>
          </ac:inkMkLst>
        </pc:inkChg>
        <pc:inkChg chg="add del">
          <ac:chgData name="植田 篤俊" userId="0d2b3cda-30c1-45e3-9e5c-02c0046d67fa" providerId="ADAL" clId="{A6AB8097-671C-4783-A056-5A985F003BDF}" dt="2026-04-20T14:58:18.216" v="2731"/>
          <ac:inkMkLst>
            <pc:docMk/>
            <pc:sldMk cId="1009422686" sldId="260"/>
            <ac:inkMk id="387" creationId="{22149B2C-35F8-4F03-7C48-33F72902B712}"/>
          </ac:inkMkLst>
        </pc:inkChg>
        <pc:inkChg chg="add reco">
          <ac:chgData name="植田 篤俊" userId="0d2b3cda-30c1-45e3-9e5c-02c0046d67fa" providerId="ADAL" clId="{A6AB8097-671C-4783-A056-5A985F003BDF}" dt="2026-04-20T14:58:18.216" v="2731"/>
          <ac:inkMkLst>
            <pc:docMk/>
            <pc:sldMk cId="1009422686" sldId="260"/>
            <ac:inkMk id="388" creationId="{4C111F52-EAE2-2042-1512-70F8D644F20C}"/>
          </ac:inkMkLst>
        </pc:inkChg>
        <pc:inkChg chg="add reco">
          <ac:chgData name="植田 篤俊" userId="0d2b3cda-30c1-45e3-9e5c-02c0046d67fa" providerId="ADAL" clId="{A6AB8097-671C-4783-A056-5A985F003BDF}" dt="2026-04-20T14:58:18.216" v="2731"/>
          <ac:inkMkLst>
            <pc:docMk/>
            <pc:sldMk cId="1009422686" sldId="260"/>
            <ac:inkMk id="389" creationId="{1BD0B261-5457-25E8-5262-B1C1093735D9}"/>
          </ac:inkMkLst>
        </pc:inkChg>
        <pc:inkChg chg="add del">
          <ac:chgData name="植田 篤俊" userId="0d2b3cda-30c1-45e3-9e5c-02c0046d67fa" providerId="ADAL" clId="{A6AB8097-671C-4783-A056-5A985F003BDF}" dt="2026-04-20T14:58:24.462" v="2748"/>
          <ac:inkMkLst>
            <pc:docMk/>
            <pc:sldMk cId="1009422686" sldId="260"/>
            <ac:inkMk id="391" creationId="{1B4E8C8C-7960-ABA7-7883-3CF892C1DC65}"/>
          </ac:inkMkLst>
        </pc:inkChg>
        <pc:inkChg chg="add del">
          <ac:chgData name="植田 篤俊" userId="0d2b3cda-30c1-45e3-9e5c-02c0046d67fa" providerId="ADAL" clId="{A6AB8097-671C-4783-A056-5A985F003BDF}" dt="2026-04-20T14:58:24.462" v="2748"/>
          <ac:inkMkLst>
            <pc:docMk/>
            <pc:sldMk cId="1009422686" sldId="260"/>
            <ac:inkMk id="392" creationId="{451781E5-8A90-F9AB-3FC7-694D1DB5B99A}"/>
          </ac:inkMkLst>
        </pc:inkChg>
        <pc:inkChg chg="add del">
          <ac:chgData name="植田 篤俊" userId="0d2b3cda-30c1-45e3-9e5c-02c0046d67fa" providerId="ADAL" clId="{A6AB8097-671C-4783-A056-5A985F003BDF}" dt="2026-04-20T14:58:24.462" v="2748"/>
          <ac:inkMkLst>
            <pc:docMk/>
            <pc:sldMk cId="1009422686" sldId="260"/>
            <ac:inkMk id="393" creationId="{CA68152D-95E1-D544-1D68-B2D25A8FD70E}"/>
          </ac:inkMkLst>
        </pc:inkChg>
        <pc:inkChg chg="add del">
          <ac:chgData name="植田 篤俊" userId="0d2b3cda-30c1-45e3-9e5c-02c0046d67fa" providerId="ADAL" clId="{A6AB8097-671C-4783-A056-5A985F003BDF}" dt="2026-04-20T14:58:24.462" v="2748"/>
          <ac:inkMkLst>
            <pc:docMk/>
            <pc:sldMk cId="1009422686" sldId="260"/>
            <ac:inkMk id="394" creationId="{1C8729D7-E033-DD95-1538-CFEBF2AC450E}"/>
          </ac:inkMkLst>
        </pc:inkChg>
        <pc:inkChg chg="add">
          <ac:chgData name="植田 篤俊" userId="0d2b3cda-30c1-45e3-9e5c-02c0046d67fa" providerId="ADAL" clId="{A6AB8097-671C-4783-A056-5A985F003BDF}" dt="2026-04-20T14:58:20.191" v="2736"/>
          <ac:inkMkLst>
            <pc:docMk/>
            <pc:sldMk cId="1009422686" sldId="260"/>
            <ac:inkMk id="395" creationId="{AA099339-2001-168D-F1BC-4CB69F33032E}"/>
          </ac:inkMkLst>
        </pc:inkChg>
        <pc:inkChg chg="add">
          <ac:chgData name="植田 篤俊" userId="0d2b3cda-30c1-45e3-9e5c-02c0046d67fa" providerId="ADAL" clId="{A6AB8097-671C-4783-A056-5A985F003BDF}" dt="2026-04-20T14:58:20.325" v="2737"/>
          <ac:inkMkLst>
            <pc:docMk/>
            <pc:sldMk cId="1009422686" sldId="260"/>
            <ac:inkMk id="396" creationId="{7056F32E-FC82-60DC-B475-618DBAF6531C}"/>
          </ac:inkMkLst>
        </pc:inkChg>
        <pc:inkChg chg="add">
          <ac:chgData name="植田 篤俊" userId="0d2b3cda-30c1-45e3-9e5c-02c0046d67fa" providerId="ADAL" clId="{A6AB8097-671C-4783-A056-5A985F003BDF}" dt="2026-04-20T14:58:20.458" v="2738"/>
          <ac:inkMkLst>
            <pc:docMk/>
            <pc:sldMk cId="1009422686" sldId="260"/>
            <ac:inkMk id="397" creationId="{FB36AE93-BAD0-171D-A870-1CBD8F99735B}"/>
          </ac:inkMkLst>
        </pc:inkChg>
        <pc:inkChg chg="add">
          <ac:chgData name="植田 篤俊" userId="0d2b3cda-30c1-45e3-9e5c-02c0046d67fa" providerId="ADAL" clId="{A6AB8097-671C-4783-A056-5A985F003BDF}" dt="2026-04-20T14:58:21.108" v="2739"/>
          <ac:inkMkLst>
            <pc:docMk/>
            <pc:sldMk cId="1009422686" sldId="260"/>
            <ac:inkMk id="398" creationId="{B45E2667-85E5-3BC7-B884-3177EF63C512}"/>
          </ac:inkMkLst>
        </pc:inkChg>
        <pc:inkChg chg="add del">
          <ac:chgData name="植田 篤俊" userId="0d2b3cda-30c1-45e3-9e5c-02c0046d67fa" providerId="ADAL" clId="{A6AB8097-671C-4783-A056-5A985F003BDF}" dt="2026-04-20T14:58:24.462" v="2748"/>
          <ac:inkMkLst>
            <pc:docMk/>
            <pc:sldMk cId="1009422686" sldId="260"/>
            <ac:inkMk id="399" creationId="{2D016032-B0DF-24BA-AA47-AA17F2EC09F6}"/>
          </ac:inkMkLst>
        </pc:inkChg>
        <pc:inkChg chg="add">
          <ac:chgData name="植田 篤俊" userId="0d2b3cda-30c1-45e3-9e5c-02c0046d67fa" providerId="ADAL" clId="{A6AB8097-671C-4783-A056-5A985F003BDF}" dt="2026-04-20T14:58:21.775" v="2741"/>
          <ac:inkMkLst>
            <pc:docMk/>
            <pc:sldMk cId="1009422686" sldId="260"/>
            <ac:inkMk id="400" creationId="{FA026640-F3FA-8F8B-4E6A-22F6B354FB8D}"/>
          </ac:inkMkLst>
        </pc:inkChg>
        <pc:inkChg chg="add">
          <ac:chgData name="植田 篤俊" userId="0d2b3cda-30c1-45e3-9e5c-02c0046d67fa" providerId="ADAL" clId="{A6AB8097-671C-4783-A056-5A985F003BDF}" dt="2026-04-20T14:58:22.241" v="2742"/>
          <ac:inkMkLst>
            <pc:docMk/>
            <pc:sldMk cId="1009422686" sldId="260"/>
            <ac:inkMk id="401" creationId="{870885A3-582C-C8D0-6096-13A1A446287D}"/>
          </ac:inkMkLst>
        </pc:inkChg>
        <pc:inkChg chg="add">
          <ac:chgData name="植田 篤俊" userId="0d2b3cda-30c1-45e3-9e5c-02c0046d67fa" providerId="ADAL" clId="{A6AB8097-671C-4783-A056-5A985F003BDF}" dt="2026-04-20T14:58:22.390" v="2743"/>
          <ac:inkMkLst>
            <pc:docMk/>
            <pc:sldMk cId="1009422686" sldId="260"/>
            <ac:inkMk id="402" creationId="{9C4C5480-039B-6338-8B28-0724538AE05B}"/>
          </ac:inkMkLst>
        </pc:inkChg>
        <pc:inkChg chg="add del">
          <ac:chgData name="植田 篤俊" userId="0d2b3cda-30c1-45e3-9e5c-02c0046d67fa" providerId="ADAL" clId="{A6AB8097-671C-4783-A056-5A985F003BDF}" dt="2026-04-20T14:58:24.462" v="2748"/>
          <ac:inkMkLst>
            <pc:docMk/>
            <pc:sldMk cId="1009422686" sldId="260"/>
            <ac:inkMk id="403" creationId="{872324E7-6AF9-8681-CA8D-4BFEA47F66FD}"/>
          </ac:inkMkLst>
        </pc:inkChg>
        <pc:inkChg chg="add">
          <ac:chgData name="植田 篤俊" userId="0d2b3cda-30c1-45e3-9e5c-02c0046d67fa" providerId="ADAL" clId="{A6AB8097-671C-4783-A056-5A985F003BDF}" dt="2026-04-20T14:58:23.158" v="2745"/>
          <ac:inkMkLst>
            <pc:docMk/>
            <pc:sldMk cId="1009422686" sldId="260"/>
            <ac:inkMk id="404" creationId="{CCF0C405-59A1-D04E-F3AD-2D86BAF32B4F}"/>
          </ac:inkMkLst>
        </pc:inkChg>
        <pc:inkChg chg="add">
          <ac:chgData name="植田 篤俊" userId="0d2b3cda-30c1-45e3-9e5c-02c0046d67fa" providerId="ADAL" clId="{A6AB8097-671C-4783-A056-5A985F003BDF}" dt="2026-04-20T14:58:23.725" v="2746"/>
          <ac:inkMkLst>
            <pc:docMk/>
            <pc:sldMk cId="1009422686" sldId="260"/>
            <ac:inkMk id="405" creationId="{D6408263-1DB3-538E-DB22-5E2389F72017}"/>
          </ac:inkMkLst>
        </pc:inkChg>
        <pc:inkChg chg="add del">
          <ac:chgData name="植田 篤俊" userId="0d2b3cda-30c1-45e3-9e5c-02c0046d67fa" providerId="ADAL" clId="{A6AB8097-671C-4783-A056-5A985F003BDF}" dt="2026-04-20T14:58:24.462" v="2748"/>
          <ac:inkMkLst>
            <pc:docMk/>
            <pc:sldMk cId="1009422686" sldId="260"/>
            <ac:inkMk id="406" creationId="{5FF798A2-CAB4-2196-3F11-8F72E388D9D0}"/>
          </ac:inkMkLst>
        </pc:inkChg>
        <pc:inkChg chg="add reco">
          <ac:chgData name="植田 篤俊" userId="0d2b3cda-30c1-45e3-9e5c-02c0046d67fa" providerId="ADAL" clId="{A6AB8097-671C-4783-A056-5A985F003BDF}" dt="2026-04-20T14:58:24.462" v="2748"/>
          <ac:inkMkLst>
            <pc:docMk/>
            <pc:sldMk cId="1009422686" sldId="260"/>
            <ac:inkMk id="408" creationId="{B19DC7A7-7B5E-70A1-99D2-47B34E326C5F}"/>
          </ac:inkMkLst>
        </pc:inkChg>
        <pc:inkChg chg="add reco">
          <ac:chgData name="植田 篤俊" userId="0d2b3cda-30c1-45e3-9e5c-02c0046d67fa" providerId="ADAL" clId="{A6AB8097-671C-4783-A056-5A985F003BDF}" dt="2026-04-20T14:58:24.462" v="2748"/>
          <ac:inkMkLst>
            <pc:docMk/>
            <pc:sldMk cId="1009422686" sldId="260"/>
            <ac:inkMk id="409" creationId="{2D947F08-AE2A-A0C9-A24E-1D6F6C18B219}"/>
          </ac:inkMkLst>
        </pc:inkChg>
        <pc:inkChg chg="add reco">
          <ac:chgData name="植田 篤俊" userId="0d2b3cda-30c1-45e3-9e5c-02c0046d67fa" providerId="ADAL" clId="{A6AB8097-671C-4783-A056-5A985F003BDF}" dt="2026-04-20T14:58:24.462" v="2748"/>
          <ac:inkMkLst>
            <pc:docMk/>
            <pc:sldMk cId="1009422686" sldId="260"/>
            <ac:inkMk id="410" creationId="{7A3F07B4-1965-B1EA-F5A8-B653CBA7B466}"/>
          </ac:inkMkLst>
        </pc:inkChg>
        <pc:inkChg chg="add del">
          <ac:chgData name="植田 篤俊" userId="0d2b3cda-30c1-45e3-9e5c-02c0046d67fa" providerId="ADAL" clId="{A6AB8097-671C-4783-A056-5A985F003BDF}" dt="2026-04-20T14:58:40.047" v="2751"/>
          <ac:inkMkLst>
            <pc:docMk/>
            <pc:sldMk cId="1009422686" sldId="260"/>
            <ac:inkMk id="411" creationId="{2E7D0D30-E614-33F3-4C34-1C5458BB66D7}"/>
          </ac:inkMkLst>
        </pc:inkChg>
        <pc:inkChg chg="add del">
          <ac:chgData name="植田 篤俊" userId="0d2b3cda-30c1-45e3-9e5c-02c0046d67fa" providerId="ADAL" clId="{A6AB8097-671C-4783-A056-5A985F003BDF}" dt="2026-04-20T14:58:40.047" v="2751"/>
          <ac:inkMkLst>
            <pc:docMk/>
            <pc:sldMk cId="1009422686" sldId="260"/>
            <ac:inkMk id="412" creationId="{B84D7A48-9DC7-D92E-EA49-D6B94188E324}"/>
          </ac:inkMkLst>
        </pc:inkChg>
        <pc:inkChg chg="add reco">
          <ac:chgData name="植田 篤俊" userId="0d2b3cda-30c1-45e3-9e5c-02c0046d67fa" providerId="ADAL" clId="{A6AB8097-671C-4783-A056-5A985F003BDF}" dt="2026-04-20T14:58:40.047" v="2751"/>
          <ac:inkMkLst>
            <pc:docMk/>
            <pc:sldMk cId="1009422686" sldId="260"/>
            <ac:inkMk id="413" creationId="{DFF66763-E4AD-6786-4B5D-EAA5BC82386F}"/>
          </ac:inkMkLst>
        </pc:inkChg>
        <pc:inkChg chg="add del">
          <ac:chgData name="植田 篤俊" userId="0d2b3cda-30c1-45e3-9e5c-02c0046d67fa" providerId="ADAL" clId="{A6AB8097-671C-4783-A056-5A985F003BDF}" dt="2026-04-20T14:58:43.057" v="2757"/>
          <ac:inkMkLst>
            <pc:docMk/>
            <pc:sldMk cId="1009422686" sldId="260"/>
            <ac:inkMk id="414" creationId="{F5550E0B-F2E2-13F3-44FA-12DF96085B2D}"/>
          </ac:inkMkLst>
        </pc:inkChg>
        <pc:inkChg chg="add del">
          <ac:chgData name="植田 篤俊" userId="0d2b3cda-30c1-45e3-9e5c-02c0046d67fa" providerId="ADAL" clId="{A6AB8097-671C-4783-A056-5A985F003BDF}" dt="2026-04-20T14:58:43.057" v="2757"/>
          <ac:inkMkLst>
            <pc:docMk/>
            <pc:sldMk cId="1009422686" sldId="260"/>
            <ac:inkMk id="415" creationId="{C69B395F-929C-A2E3-DCE8-2C793293F83A}"/>
          </ac:inkMkLst>
        </pc:inkChg>
        <pc:inkChg chg="add del">
          <ac:chgData name="植田 篤俊" userId="0d2b3cda-30c1-45e3-9e5c-02c0046d67fa" providerId="ADAL" clId="{A6AB8097-671C-4783-A056-5A985F003BDF}" dt="2026-04-20T14:58:43.057" v="2757"/>
          <ac:inkMkLst>
            <pc:docMk/>
            <pc:sldMk cId="1009422686" sldId="260"/>
            <ac:inkMk id="416" creationId="{B85D0EC4-1C82-B37C-5025-39B24380B700}"/>
          </ac:inkMkLst>
        </pc:inkChg>
        <pc:inkChg chg="add del">
          <ac:chgData name="植田 篤俊" userId="0d2b3cda-30c1-45e3-9e5c-02c0046d67fa" providerId="ADAL" clId="{A6AB8097-671C-4783-A056-5A985F003BDF}" dt="2026-04-20T14:58:43.057" v="2757"/>
          <ac:inkMkLst>
            <pc:docMk/>
            <pc:sldMk cId="1009422686" sldId="260"/>
            <ac:inkMk id="417" creationId="{4439A652-C315-4715-E311-B89B48641679}"/>
          </ac:inkMkLst>
        </pc:inkChg>
        <pc:inkChg chg="add del">
          <ac:chgData name="植田 篤俊" userId="0d2b3cda-30c1-45e3-9e5c-02c0046d67fa" providerId="ADAL" clId="{A6AB8097-671C-4783-A056-5A985F003BDF}" dt="2026-04-20T14:58:43.057" v="2757"/>
          <ac:inkMkLst>
            <pc:docMk/>
            <pc:sldMk cId="1009422686" sldId="260"/>
            <ac:inkMk id="418" creationId="{A493A016-E350-1D96-342E-C21577E6726B}"/>
          </ac:inkMkLst>
        </pc:inkChg>
        <pc:inkChg chg="add mod reco modStrokes">
          <ac:chgData name="植田 篤俊" userId="0d2b3cda-30c1-45e3-9e5c-02c0046d67fa" providerId="ADAL" clId="{A6AB8097-671C-4783-A056-5A985F003BDF}" dt="2026-04-20T14:58:43.473" v="2758"/>
          <ac:inkMkLst>
            <pc:docMk/>
            <pc:sldMk cId="1009422686" sldId="260"/>
            <ac:inkMk id="419" creationId="{C2A3FF91-8BC2-4154-9B84-EEC08D9F3867}"/>
          </ac:inkMkLst>
        </pc:inkChg>
        <pc:inkChg chg="add del">
          <ac:chgData name="植田 篤俊" userId="0d2b3cda-30c1-45e3-9e5c-02c0046d67fa" providerId="ADAL" clId="{A6AB8097-671C-4783-A056-5A985F003BDF}" dt="2026-04-20T14:58:45.975" v="2762"/>
          <ac:inkMkLst>
            <pc:docMk/>
            <pc:sldMk cId="1009422686" sldId="260"/>
            <ac:inkMk id="420" creationId="{7A315436-684E-6C90-7CB7-B29F0C64F93E}"/>
          </ac:inkMkLst>
        </pc:inkChg>
        <pc:inkChg chg="add del">
          <ac:chgData name="植田 篤俊" userId="0d2b3cda-30c1-45e3-9e5c-02c0046d67fa" providerId="ADAL" clId="{A6AB8097-671C-4783-A056-5A985F003BDF}" dt="2026-04-20T14:58:45.940" v="2761"/>
          <ac:inkMkLst>
            <pc:docMk/>
            <pc:sldMk cId="1009422686" sldId="260"/>
            <ac:inkMk id="421" creationId="{91C7174F-B252-EFB6-9DB9-E6F3981C6540}"/>
          </ac:inkMkLst>
        </pc:inkChg>
        <pc:inkChg chg="add del">
          <ac:chgData name="植田 篤俊" userId="0d2b3cda-30c1-45e3-9e5c-02c0046d67fa" providerId="ADAL" clId="{A6AB8097-671C-4783-A056-5A985F003BDF}" dt="2026-04-20T14:58:50.323" v="2774"/>
          <ac:inkMkLst>
            <pc:docMk/>
            <pc:sldMk cId="1009422686" sldId="260"/>
            <ac:inkMk id="422" creationId="{5651383B-CEF4-A383-2AFD-8DFC9AF310A1}"/>
          </ac:inkMkLst>
        </pc:inkChg>
        <pc:inkChg chg="add del">
          <ac:chgData name="植田 篤俊" userId="0d2b3cda-30c1-45e3-9e5c-02c0046d67fa" providerId="ADAL" clId="{A6AB8097-671C-4783-A056-5A985F003BDF}" dt="2026-04-20T14:58:50.323" v="2774"/>
          <ac:inkMkLst>
            <pc:docMk/>
            <pc:sldMk cId="1009422686" sldId="260"/>
            <ac:inkMk id="423" creationId="{7FE8AA6C-2D2B-36CC-A9B6-35EA789CD84B}"/>
          </ac:inkMkLst>
        </pc:inkChg>
        <pc:inkChg chg="add del">
          <ac:chgData name="植田 篤俊" userId="0d2b3cda-30c1-45e3-9e5c-02c0046d67fa" providerId="ADAL" clId="{A6AB8097-671C-4783-A056-5A985F003BDF}" dt="2026-04-20T14:58:50.323" v="2774"/>
          <ac:inkMkLst>
            <pc:docMk/>
            <pc:sldMk cId="1009422686" sldId="260"/>
            <ac:inkMk id="424" creationId="{B896B380-DC9A-1BBA-3C1D-85CE4D1CD10C}"/>
          </ac:inkMkLst>
        </pc:inkChg>
        <pc:inkChg chg="add del">
          <ac:chgData name="植田 篤俊" userId="0d2b3cda-30c1-45e3-9e5c-02c0046d67fa" providerId="ADAL" clId="{A6AB8097-671C-4783-A056-5A985F003BDF}" dt="2026-04-20T14:58:50.323" v="2774"/>
          <ac:inkMkLst>
            <pc:docMk/>
            <pc:sldMk cId="1009422686" sldId="260"/>
            <ac:inkMk id="425" creationId="{13C17224-84A6-1BB6-D4DA-A50C26DF89FF}"/>
          </ac:inkMkLst>
        </pc:inkChg>
        <pc:inkChg chg="add del">
          <ac:chgData name="植田 篤俊" userId="0d2b3cda-30c1-45e3-9e5c-02c0046d67fa" providerId="ADAL" clId="{A6AB8097-671C-4783-A056-5A985F003BDF}" dt="2026-04-20T14:58:48.556" v="2769"/>
          <ac:inkMkLst>
            <pc:docMk/>
            <pc:sldMk cId="1009422686" sldId="260"/>
            <ac:inkMk id="426" creationId="{C3F77C7D-99EE-EACD-D2C4-A0BBC9407F3D}"/>
          </ac:inkMkLst>
        </pc:inkChg>
        <pc:inkChg chg="add del">
          <ac:chgData name="植田 篤俊" userId="0d2b3cda-30c1-45e3-9e5c-02c0046d67fa" providerId="ADAL" clId="{A6AB8097-671C-4783-A056-5A985F003BDF}" dt="2026-04-20T14:58:48.557" v="2770"/>
          <ac:inkMkLst>
            <pc:docMk/>
            <pc:sldMk cId="1009422686" sldId="260"/>
            <ac:inkMk id="427" creationId="{EB3210A1-2076-B8F0-4BD5-D79FA75B083B}"/>
          </ac:inkMkLst>
        </pc:inkChg>
        <pc:inkChg chg="add del">
          <ac:chgData name="植田 篤俊" userId="0d2b3cda-30c1-45e3-9e5c-02c0046d67fa" providerId="ADAL" clId="{A6AB8097-671C-4783-A056-5A985F003BDF}" dt="2026-04-20T14:58:50.323" v="2774"/>
          <ac:inkMkLst>
            <pc:docMk/>
            <pc:sldMk cId="1009422686" sldId="260"/>
            <ac:inkMk id="428" creationId="{F51309B5-F88D-3E0B-68DF-6C78917AF3B1}"/>
          </ac:inkMkLst>
        </pc:inkChg>
        <pc:inkChg chg="add del">
          <ac:chgData name="植田 篤俊" userId="0d2b3cda-30c1-45e3-9e5c-02c0046d67fa" providerId="ADAL" clId="{A6AB8097-671C-4783-A056-5A985F003BDF}" dt="2026-04-20T14:58:50.323" v="2774"/>
          <ac:inkMkLst>
            <pc:docMk/>
            <pc:sldMk cId="1009422686" sldId="260"/>
            <ac:inkMk id="429" creationId="{BA0B55BB-1C96-CB64-27E8-EBF8BED6FA34}"/>
          </ac:inkMkLst>
        </pc:inkChg>
        <pc:inkChg chg="add del">
          <ac:chgData name="植田 篤俊" userId="0d2b3cda-30c1-45e3-9e5c-02c0046d67fa" providerId="ADAL" clId="{A6AB8097-671C-4783-A056-5A985F003BDF}" dt="2026-04-20T14:58:50.323" v="2774"/>
          <ac:inkMkLst>
            <pc:docMk/>
            <pc:sldMk cId="1009422686" sldId="260"/>
            <ac:inkMk id="430" creationId="{2AA81E9D-E81B-ACEA-EAE8-7A0E6172AA8E}"/>
          </ac:inkMkLst>
        </pc:inkChg>
        <pc:inkChg chg="add reco">
          <ac:chgData name="植田 篤俊" userId="0d2b3cda-30c1-45e3-9e5c-02c0046d67fa" providerId="ADAL" clId="{A6AB8097-671C-4783-A056-5A985F003BDF}" dt="2026-04-20T14:58:50.323" v="2774"/>
          <ac:inkMkLst>
            <pc:docMk/>
            <pc:sldMk cId="1009422686" sldId="260"/>
            <ac:inkMk id="431" creationId="{FDAF14A5-40B3-2A98-67D2-B360E0D43636}"/>
          </ac:inkMkLst>
        </pc:inkChg>
        <pc:inkChg chg="add del">
          <ac:chgData name="植田 篤俊" userId="0d2b3cda-30c1-45e3-9e5c-02c0046d67fa" providerId="ADAL" clId="{A6AB8097-671C-4783-A056-5A985F003BDF}" dt="2026-04-20T14:58:55.768" v="2785"/>
          <ac:inkMkLst>
            <pc:docMk/>
            <pc:sldMk cId="1009422686" sldId="260"/>
            <ac:inkMk id="432" creationId="{3F1A4B9D-05EF-A3CF-3790-39B73BC984CC}"/>
          </ac:inkMkLst>
        </pc:inkChg>
        <pc:inkChg chg="add del">
          <ac:chgData name="植田 篤俊" userId="0d2b3cda-30c1-45e3-9e5c-02c0046d67fa" providerId="ADAL" clId="{A6AB8097-671C-4783-A056-5A985F003BDF}" dt="2026-04-20T14:58:55.768" v="2785"/>
          <ac:inkMkLst>
            <pc:docMk/>
            <pc:sldMk cId="1009422686" sldId="260"/>
            <ac:inkMk id="433" creationId="{8E469715-3A41-B380-47CD-43D81AEC89DC}"/>
          </ac:inkMkLst>
        </pc:inkChg>
        <pc:inkChg chg="add">
          <ac:chgData name="植田 篤俊" userId="0d2b3cda-30c1-45e3-9e5c-02c0046d67fa" providerId="ADAL" clId="{A6AB8097-671C-4783-A056-5A985F003BDF}" dt="2026-04-20T14:58:52.602" v="2777"/>
          <ac:inkMkLst>
            <pc:docMk/>
            <pc:sldMk cId="1009422686" sldId="260"/>
            <ac:inkMk id="434" creationId="{EF950DB2-F53A-BCA8-0A27-B66EC4EB853B}"/>
          </ac:inkMkLst>
        </pc:inkChg>
        <pc:inkChg chg="add del">
          <ac:chgData name="植田 篤俊" userId="0d2b3cda-30c1-45e3-9e5c-02c0046d67fa" providerId="ADAL" clId="{A6AB8097-671C-4783-A056-5A985F003BDF}" dt="2026-04-20T14:58:55.768" v="2785"/>
          <ac:inkMkLst>
            <pc:docMk/>
            <pc:sldMk cId="1009422686" sldId="260"/>
            <ac:inkMk id="435" creationId="{744E4E36-564D-0E22-D2D6-9E6255308093}"/>
          </ac:inkMkLst>
        </pc:inkChg>
        <pc:inkChg chg="add del">
          <ac:chgData name="植田 篤俊" userId="0d2b3cda-30c1-45e3-9e5c-02c0046d67fa" providerId="ADAL" clId="{A6AB8097-671C-4783-A056-5A985F003BDF}" dt="2026-04-20T14:58:55.768" v="2785"/>
          <ac:inkMkLst>
            <pc:docMk/>
            <pc:sldMk cId="1009422686" sldId="260"/>
            <ac:inkMk id="436" creationId="{2E24A8FC-30DF-8061-5E92-4261EC26AD26}"/>
          </ac:inkMkLst>
        </pc:inkChg>
        <pc:inkChg chg="add del">
          <ac:chgData name="植田 篤俊" userId="0d2b3cda-30c1-45e3-9e5c-02c0046d67fa" providerId="ADAL" clId="{A6AB8097-671C-4783-A056-5A985F003BDF}" dt="2026-04-20T14:58:55.768" v="2785"/>
          <ac:inkMkLst>
            <pc:docMk/>
            <pc:sldMk cId="1009422686" sldId="260"/>
            <ac:inkMk id="437" creationId="{0196A7C6-DD8A-4A9F-C4C5-BB2DEF49BA86}"/>
          </ac:inkMkLst>
        </pc:inkChg>
        <pc:inkChg chg="add del">
          <ac:chgData name="植田 篤俊" userId="0d2b3cda-30c1-45e3-9e5c-02c0046d67fa" providerId="ADAL" clId="{A6AB8097-671C-4783-A056-5A985F003BDF}" dt="2026-04-20T14:58:55.768" v="2785"/>
          <ac:inkMkLst>
            <pc:docMk/>
            <pc:sldMk cId="1009422686" sldId="260"/>
            <ac:inkMk id="438" creationId="{66D57762-8D46-0B34-2BA8-34F68FC913AA}"/>
          </ac:inkMkLst>
        </pc:inkChg>
        <pc:inkChg chg="add del">
          <ac:chgData name="植田 篤俊" userId="0d2b3cda-30c1-45e3-9e5c-02c0046d67fa" providerId="ADAL" clId="{A6AB8097-671C-4783-A056-5A985F003BDF}" dt="2026-04-20T14:58:55.768" v="2785"/>
          <ac:inkMkLst>
            <pc:docMk/>
            <pc:sldMk cId="1009422686" sldId="260"/>
            <ac:inkMk id="439" creationId="{F14FF320-E32B-C8A7-5A7D-F95FF7E855B2}"/>
          </ac:inkMkLst>
        </pc:inkChg>
        <pc:inkChg chg="add del">
          <ac:chgData name="植田 篤俊" userId="0d2b3cda-30c1-45e3-9e5c-02c0046d67fa" providerId="ADAL" clId="{A6AB8097-671C-4783-A056-5A985F003BDF}" dt="2026-04-20T14:58:55.768" v="2785"/>
          <ac:inkMkLst>
            <pc:docMk/>
            <pc:sldMk cId="1009422686" sldId="260"/>
            <ac:inkMk id="440" creationId="{F6851F46-01EA-803D-0AFA-E4398A5E54AE}"/>
          </ac:inkMkLst>
        </pc:inkChg>
        <pc:inkChg chg="add del">
          <ac:chgData name="植田 篤俊" userId="0d2b3cda-30c1-45e3-9e5c-02c0046d67fa" providerId="ADAL" clId="{A6AB8097-671C-4783-A056-5A985F003BDF}" dt="2026-04-20T14:58:55.768" v="2785"/>
          <ac:inkMkLst>
            <pc:docMk/>
            <pc:sldMk cId="1009422686" sldId="260"/>
            <ac:inkMk id="441" creationId="{16B78A50-B7DD-F2D8-4C96-66419ACC8A75}"/>
          </ac:inkMkLst>
        </pc:inkChg>
        <pc:inkChg chg="add mod reco modStrokes">
          <ac:chgData name="植田 篤俊" userId="0d2b3cda-30c1-45e3-9e5c-02c0046d67fa" providerId="ADAL" clId="{A6AB8097-671C-4783-A056-5A985F003BDF}" dt="2026-04-20T15:00:34.631" v="2864"/>
          <ac:inkMkLst>
            <pc:docMk/>
            <pc:sldMk cId="1009422686" sldId="260"/>
            <ac:inkMk id="442" creationId="{C8ABE87E-AF1A-87EC-A1FB-02667590E543}"/>
          </ac:inkMkLst>
        </pc:inkChg>
        <pc:inkChg chg="add del">
          <ac:chgData name="植田 篤俊" userId="0d2b3cda-30c1-45e3-9e5c-02c0046d67fa" providerId="ADAL" clId="{A6AB8097-671C-4783-A056-5A985F003BDF}" dt="2026-04-20T14:59:00.772" v="2787"/>
          <ac:inkMkLst>
            <pc:docMk/>
            <pc:sldMk cId="1009422686" sldId="260"/>
            <ac:inkMk id="443" creationId="{45783025-3F33-2B77-3D95-6A07247FFE14}"/>
          </ac:inkMkLst>
        </pc:inkChg>
        <pc:inkChg chg="add del">
          <ac:chgData name="植田 篤俊" userId="0d2b3cda-30c1-45e3-9e5c-02c0046d67fa" providerId="ADAL" clId="{A6AB8097-671C-4783-A056-5A985F003BDF}" dt="2026-04-20T14:59:11.663" v="2798"/>
          <ac:inkMkLst>
            <pc:docMk/>
            <pc:sldMk cId="1009422686" sldId="260"/>
            <ac:inkMk id="444" creationId="{BBE7F883-7E47-B606-A7A2-1E76F7468D52}"/>
          </ac:inkMkLst>
        </pc:inkChg>
        <pc:inkChg chg="add del">
          <ac:chgData name="植田 篤俊" userId="0d2b3cda-30c1-45e3-9e5c-02c0046d67fa" providerId="ADAL" clId="{A6AB8097-671C-4783-A056-5A985F003BDF}" dt="2026-04-20T14:59:11.663" v="2798"/>
          <ac:inkMkLst>
            <pc:docMk/>
            <pc:sldMk cId="1009422686" sldId="260"/>
            <ac:inkMk id="445" creationId="{7AD190E2-A97F-2B0C-6C18-11F5F6A3876C}"/>
          </ac:inkMkLst>
        </pc:inkChg>
        <pc:inkChg chg="add del">
          <ac:chgData name="植田 篤俊" userId="0d2b3cda-30c1-45e3-9e5c-02c0046d67fa" providerId="ADAL" clId="{A6AB8097-671C-4783-A056-5A985F003BDF}" dt="2026-04-20T14:59:11.663" v="2798"/>
          <ac:inkMkLst>
            <pc:docMk/>
            <pc:sldMk cId="1009422686" sldId="260"/>
            <ac:inkMk id="446" creationId="{FBD31E6C-4F3D-24C7-6131-C49245A78AFD}"/>
          </ac:inkMkLst>
        </pc:inkChg>
        <pc:inkChg chg="add del">
          <ac:chgData name="植田 篤俊" userId="0d2b3cda-30c1-45e3-9e5c-02c0046d67fa" providerId="ADAL" clId="{A6AB8097-671C-4783-A056-5A985F003BDF}" dt="2026-04-20T14:59:11.663" v="2798"/>
          <ac:inkMkLst>
            <pc:docMk/>
            <pc:sldMk cId="1009422686" sldId="260"/>
            <ac:inkMk id="447" creationId="{C2460784-9962-30DE-9E9B-244FE0BACE2A}"/>
          </ac:inkMkLst>
        </pc:inkChg>
        <pc:inkChg chg="add del">
          <ac:chgData name="植田 篤俊" userId="0d2b3cda-30c1-45e3-9e5c-02c0046d67fa" providerId="ADAL" clId="{A6AB8097-671C-4783-A056-5A985F003BDF}" dt="2026-04-20T15:03:44.549" v="3085"/>
          <ac:inkMkLst>
            <pc:docMk/>
            <pc:sldMk cId="1009422686" sldId="260"/>
            <ac:inkMk id="448" creationId="{068520E7-204E-4C61-64D9-DA1E6C3DB5DE}"/>
          </ac:inkMkLst>
        </pc:inkChg>
        <pc:inkChg chg="add del">
          <ac:chgData name="植田 篤俊" userId="0d2b3cda-30c1-45e3-9e5c-02c0046d67fa" providerId="ADAL" clId="{A6AB8097-671C-4783-A056-5A985F003BDF}" dt="2026-04-20T14:59:11.663" v="2798"/>
          <ac:inkMkLst>
            <pc:docMk/>
            <pc:sldMk cId="1009422686" sldId="260"/>
            <ac:inkMk id="448" creationId="{FA77112D-60D3-E6F7-20C4-C3D888240985}"/>
          </ac:inkMkLst>
        </pc:inkChg>
        <pc:inkChg chg="add del">
          <ac:chgData name="植田 篤俊" userId="0d2b3cda-30c1-45e3-9e5c-02c0046d67fa" providerId="ADAL" clId="{A6AB8097-671C-4783-A056-5A985F003BDF}" dt="2026-04-20T14:59:11.663" v="2798"/>
          <ac:inkMkLst>
            <pc:docMk/>
            <pc:sldMk cId="1009422686" sldId="260"/>
            <ac:inkMk id="449" creationId="{3402F571-A761-A2AC-9156-6A7046C704E4}"/>
          </ac:inkMkLst>
        </pc:inkChg>
        <pc:inkChg chg="add del">
          <ac:chgData name="植田 篤俊" userId="0d2b3cda-30c1-45e3-9e5c-02c0046d67fa" providerId="ADAL" clId="{A6AB8097-671C-4783-A056-5A985F003BDF}" dt="2026-04-20T15:03:44.549" v="3085"/>
          <ac:inkMkLst>
            <pc:docMk/>
            <pc:sldMk cId="1009422686" sldId="260"/>
            <ac:inkMk id="449" creationId="{41FE5622-DE3C-48D3-F5DD-676408B2E828}"/>
          </ac:inkMkLst>
        </pc:inkChg>
        <pc:inkChg chg="add del">
          <ac:chgData name="植田 篤俊" userId="0d2b3cda-30c1-45e3-9e5c-02c0046d67fa" providerId="ADAL" clId="{A6AB8097-671C-4783-A056-5A985F003BDF}" dt="2026-04-20T15:03:44.549" v="3085"/>
          <ac:inkMkLst>
            <pc:docMk/>
            <pc:sldMk cId="1009422686" sldId="260"/>
            <ac:inkMk id="450" creationId="{A7E5D936-20C3-FBC3-3F15-9DA04301616F}"/>
          </ac:inkMkLst>
        </pc:inkChg>
        <pc:inkChg chg="add del">
          <ac:chgData name="植田 篤俊" userId="0d2b3cda-30c1-45e3-9e5c-02c0046d67fa" providerId="ADAL" clId="{A6AB8097-671C-4783-A056-5A985F003BDF}" dt="2026-04-20T14:59:11.663" v="2798"/>
          <ac:inkMkLst>
            <pc:docMk/>
            <pc:sldMk cId="1009422686" sldId="260"/>
            <ac:inkMk id="450" creationId="{D5F5E4DF-0406-D414-DD39-A00D7B0058EA}"/>
          </ac:inkMkLst>
        </pc:inkChg>
        <pc:inkChg chg="add del">
          <ac:chgData name="植田 篤俊" userId="0d2b3cda-30c1-45e3-9e5c-02c0046d67fa" providerId="ADAL" clId="{A6AB8097-671C-4783-A056-5A985F003BDF}" dt="2026-04-20T15:03:44.549" v="3085"/>
          <ac:inkMkLst>
            <pc:docMk/>
            <pc:sldMk cId="1009422686" sldId="260"/>
            <ac:inkMk id="451" creationId="{0E95DA91-5338-AE82-6CEC-37557796C7A5}"/>
          </ac:inkMkLst>
        </pc:inkChg>
        <pc:inkChg chg="add del">
          <ac:chgData name="植田 篤俊" userId="0d2b3cda-30c1-45e3-9e5c-02c0046d67fa" providerId="ADAL" clId="{A6AB8097-671C-4783-A056-5A985F003BDF}" dt="2026-04-20T14:59:11.663" v="2798"/>
          <ac:inkMkLst>
            <pc:docMk/>
            <pc:sldMk cId="1009422686" sldId="260"/>
            <ac:inkMk id="451" creationId="{D6FACA64-036D-4313-1027-D16C4279B0C5}"/>
          </ac:inkMkLst>
        </pc:inkChg>
        <pc:inkChg chg="add del">
          <ac:chgData name="植田 篤俊" userId="0d2b3cda-30c1-45e3-9e5c-02c0046d67fa" providerId="ADAL" clId="{A6AB8097-671C-4783-A056-5A985F003BDF}" dt="2026-04-20T15:03:44.549" v="3085"/>
          <ac:inkMkLst>
            <pc:docMk/>
            <pc:sldMk cId="1009422686" sldId="260"/>
            <ac:inkMk id="452" creationId="{151BCE4F-B17D-E970-3B32-B577FFCE9C31}"/>
          </ac:inkMkLst>
        </pc:inkChg>
        <pc:inkChg chg="add del">
          <ac:chgData name="植田 篤俊" userId="0d2b3cda-30c1-45e3-9e5c-02c0046d67fa" providerId="ADAL" clId="{A6AB8097-671C-4783-A056-5A985F003BDF}" dt="2026-04-20T14:59:11.663" v="2798"/>
          <ac:inkMkLst>
            <pc:docMk/>
            <pc:sldMk cId="1009422686" sldId="260"/>
            <ac:inkMk id="452" creationId="{C7B0DE01-5684-03FF-913B-3964D9BA871D}"/>
          </ac:inkMkLst>
        </pc:inkChg>
        <pc:inkChg chg="add del">
          <ac:chgData name="植田 篤俊" userId="0d2b3cda-30c1-45e3-9e5c-02c0046d67fa" providerId="ADAL" clId="{A6AB8097-671C-4783-A056-5A985F003BDF}" dt="2026-04-20T15:03:44.549" v="3085"/>
          <ac:inkMkLst>
            <pc:docMk/>
            <pc:sldMk cId="1009422686" sldId="260"/>
            <ac:inkMk id="453" creationId="{0083C775-8B02-6F3C-76B5-BD25CBDA7FEF}"/>
          </ac:inkMkLst>
        </pc:inkChg>
        <pc:inkChg chg="add">
          <ac:chgData name="植田 篤俊" userId="0d2b3cda-30c1-45e3-9e5c-02c0046d67fa" providerId="ADAL" clId="{A6AB8097-671C-4783-A056-5A985F003BDF}" dt="2026-04-20T14:59:11.074" v="2797"/>
          <ac:inkMkLst>
            <pc:docMk/>
            <pc:sldMk cId="1009422686" sldId="260"/>
            <ac:inkMk id="453" creationId="{D17F6F10-CA51-45AE-7294-2DAC2EAAAAFC}"/>
          </ac:inkMkLst>
        </pc:inkChg>
        <pc:inkChg chg="add reco">
          <ac:chgData name="植田 篤俊" userId="0d2b3cda-30c1-45e3-9e5c-02c0046d67fa" providerId="ADAL" clId="{A6AB8097-671C-4783-A056-5A985F003BDF}" dt="2026-04-20T14:59:11.663" v="2798"/>
          <ac:inkMkLst>
            <pc:docMk/>
            <pc:sldMk cId="1009422686" sldId="260"/>
            <ac:inkMk id="454" creationId="{CB40D306-B22D-208A-CFC9-50897688749C}"/>
          </ac:inkMkLst>
        </pc:inkChg>
        <pc:inkChg chg="add">
          <ac:chgData name="植田 篤俊" userId="0d2b3cda-30c1-45e3-9e5c-02c0046d67fa" providerId="ADAL" clId="{A6AB8097-671C-4783-A056-5A985F003BDF}" dt="2026-04-20T14:59:14.521" v="2799"/>
          <ac:inkMkLst>
            <pc:docMk/>
            <pc:sldMk cId="1009422686" sldId="260"/>
            <ac:inkMk id="455" creationId="{140DADF8-AE95-DAFB-5172-9BDDFC72924C}"/>
          </ac:inkMkLst>
        </pc:inkChg>
        <pc:inkChg chg="add del">
          <ac:chgData name="植田 篤俊" userId="0d2b3cda-30c1-45e3-9e5c-02c0046d67fa" providerId="ADAL" clId="{A6AB8097-671C-4783-A056-5A985F003BDF}" dt="2026-04-20T14:59:19.650" v="2804"/>
          <ac:inkMkLst>
            <pc:docMk/>
            <pc:sldMk cId="1009422686" sldId="260"/>
            <ac:inkMk id="456" creationId="{1BA15650-4ACC-6280-A2F2-ABAF6F7680A5}"/>
          </ac:inkMkLst>
        </pc:inkChg>
        <pc:inkChg chg="add del">
          <ac:chgData name="植田 篤俊" userId="0d2b3cda-30c1-45e3-9e5c-02c0046d67fa" providerId="ADAL" clId="{A6AB8097-671C-4783-A056-5A985F003BDF}" dt="2026-04-20T15:03:44.549" v="3085"/>
          <ac:inkMkLst>
            <pc:docMk/>
            <pc:sldMk cId="1009422686" sldId="260"/>
            <ac:inkMk id="456" creationId="{FE2DF863-4F64-7AF1-AE2F-2A7B78446DB3}"/>
          </ac:inkMkLst>
        </pc:inkChg>
        <pc:inkChg chg="add reco">
          <ac:chgData name="植田 篤俊" userId="0d2b3cda-30c1-45e3-9e5c-02c0046d67fa" providerId="ADAL" clId="{A6AB8097-671C-4783-A056-5A985F003BDF}" dt="2026-04-20T15:03:44.549" v="3085"/>
          <ac:inkMkLst>
            <pc:docMk/>
            <pc:sldMk cId="1009422686" sldId="260"/>
            <ac:inkMk id="457" creationId="{0D354AEA-B17C-C3D9-D07B-8B17DBB7AB6C}"/>
          </ac:inkMkLst>
        </pc:inkChg>
        <pc:inkChg chg="add del">
          <ac:chgData name="植田 篤俊" userId="0d2b3cda-30c1-45e3-9e5c-02c0046d67fa" providerId="ADAL" clId="{A6AB8097-671C-4783-A056-5A985F003BDF}" dt="2026-04-20T14:59:19.650" v="2804"/>
          <ac:inkMkLst>
            <pc:docMk/>
            <pc:sldMk cId="1009422686" sldId="260"/>
            <ac:inkMk id="457" creationId="{9C0351CA-368D-4EC5-2C37-BBDDB1D2E3D1}"/>
          </ac:inkMkLst>
        </pc:inkChg>
        <pc:inkChg chg="add del">
          <ac:chgData name="植田 篤俊" userId="0d2b3cda-30c1-45e3-9e5c-02c0046d67fa" providerId="ADAL" clId="{A6AB8097-671C-4783-A056-5A985F003BDF}" dt="2026-04-20T14:59:19.650" v="2804"/>
          <ac:inkMkLst>
            <pc:docMk/>
            <pc:sldMk cId="1009422686" sldId="260"/>
            <ac:inkMk id="458" creationId="{159C1EF0-E2FA-A649-8521-373AD53FFCCD}"/>
          </ac:inkMkLst>
        </pc:inkChg>
        <pc:inkChg chg="add del">
          <ac:chgData name="植田 篤俊" userId="0d2b3cda-30c1-45e3-9e5c-02c0046d67fa" providerId="ADAL" clId="{A6AB8097-671C-4783-A056-5A985F003BDF}" dt="2026-04-20T14:59:19.650" v="2804"/>
          <ac:inkMkLst>
            <pc:docMk/>
            <pc:sldMk cId="1009422686" sldId="260"/>
            <ac:inkMk id="459" creationId="{0BB73923-F01E-9F7C-73A5-A1F5F092C91F}"/>
          </ac:inkMkLst>
        </pc:inkChg>
        <pc:inkChg chg="add reco">
          <ac:chgData name="植田 篤俊" userId="0d2b3cda-30c1-45e3-9e5c-02c0046d67fa" providerId="ADAL" clId="{A6AB8097-671C-4783-A056-5A985F003BDF}" dt="2026-04-20T14:59:19.650" v="2804"/>
          <ac:inkMkLst>
            <pc:docMk/>
            <pc:sldMk cId="1009422686" sldId="260"/>
            <ac:inkMk id="460" creationId="{5C3C38AA-05DA-671C-3A02-96CE56830A7F}"/>
          </ac:inkMkLst>
        </pc:inkChg>
        <pc:inkChg chg="add">
          <ac:chgData name="植田 篤俊" userId="0d2b3cda-30c1-45e3-9e5c-02c0046d67fa" providerId="ADAL" clId="{A6AB8097-671C-4783-A056-5A985F003BDF}" dt="2026-04-20T14:59:20.487" v="2805"/>
          <ac:inkMkLst>
            <pc:docMk/>
            <pc:sldMk cId="1009422686" sldId="260"/>
            <ac:inkMk id="461" creationId="{FD5E6970-CAB2-FC84-D45A-4E0C9491540B}"/>
          </ac:inkMkLst>
        </pc:inkChg>
        <pc:inkChg chg="add">
          <ac:chgData name="植田 篤俊" userId="0d2b3cda-30c1-45e3-9e5c-02c0046d67fa" providerId="ADAL" clId="{A6AB8097-671C-4783-A056-5A985F003BDF}" dt="2026-04-20T14:59:20.803" v="2806"/>
          <ac:inkMkLst>
            <pc:docMk/>
            <pc:sldMk cId="1009422686" sldId="260"/>
            <ac:inkMk id="462" creationId="{9D355DFD-4462-04C2-7AE8-B06891492C50}"/>
          </ac:inkMkLst>
        </pc:inkChg>
        <pc:inkChg chg="add del">
          <ac:chgData name="植田 篤俊" userId="0d2b3cda-30c1-45e3-9e5c-02c0046d67fa" providerId="ADAL" clId="{A6AB8097-671C-4783-A056-5A985F003BDF}" dt="2026-04-20T14:59:27.976" v="2829"/>
          <ac:inkMkLst>
            <pc:docMk/>
            <pc:sldMk cId="1009422686" sldId="260"/>
            <ac:inkMk id="463" creationId="{F75B15AE-1359-9084-6DC9-FFC7EDD8A12E}"/>
          </ac:inkMkLst>
        </pc:inkChg>
        <pc:inkChg chg="add del">
          <ac:chgData name="植田 篤俊" userId="0d2b3cda-30c1-45e3-9e5c-02c0046d67fa" providerId="ADAL" clId="{A6AB8097-671C-4783-A056-5A985F003BDF}" dt="2026-04-20T14:59:27.976" v="2829"/>
          <ac:inkMkLst>
            <pc:docMk/>
            <pc:sldMk cId="1009422686" sldId="260"/>
            <ac:inkMk id="464" creationId="{C1F8A14A-72C5-0E6B-5DE8-064F719A63FA}"/>
          </ac:inkMkLst>
        </pc:inkChg>
        <pc:inkChg chg="add">
          <ac:chgData name="植田 篤俊" userId="0d2b3cda-30c1-45e3-9e5c-02c0046d67fa" providerId="ADAL" clId="{A6AB8097-671C-4783-A056-5A985F003BDF}" dt="2026-04-20T14:59:22.189" v="2809"/>
          <ac:inkMkLst>
            <pc:docMk/>
            <pc:sldMk cId="1009422686" sldId="260"/>
            <ac:inkMk id="465" creationId="{3AF49B6F-441B-C939-B226-E8F552048592}"/>
          </ac:inkMkLst>
        </pc:inkChg>
        <pc:inkChg chg="add">
          <ac:chgData name="植田 篤俊" userId="0d2b3cda-30c1-45e3-9e5c-02c0046d67fa" providerId="ADAL" clId="{A6AB8097-671C-4783-A056-5A985F003BDF}" dt="2026-04-20T14:59:22.456" v="2810"/>
          <ac:inkMkLst>
            <pc:docMk/>
            <pc:sldMk cId="1009422686" sldId="260"/>
            <ac:inkMk id="466" creationId="{28E140B9-4575-45B1-DC5F-251BAFAC33BC}"/>
          </ac:inkMkLst>
        </pc:inkChg>
        <pc:inkChg chg="add">
          <ac:chgData name="植田 篤俊" userId="0d2b3cda-30c1-45e3-9e5c-02c0046d67fa" providerId="ADAL" clId="{A6AB8097-671C-4783-A056-5A985F003BDF}" dt="2026-04-20T14:59:22.621" v="2811"/>
          <ac:inkMkLst>
            <pc:docMk/>
            <pc:sldMk cId="1009422686" sldId="260"/>
            <ac:inkMk id="467" creationId="{EA02D832-76B9-7FFA-1985-0E6C025F737B}"/>
          </ac:inkMkLst>
        </pc:inkChg>
        <pc:inkChg chg="add">
          <ac:chgData name="植田 篤俊" userId="0d2b3cda-30c1-45e3-9e5c-02c0046d67fa" providerId="ADAL" clId="{A6AB8097-671C-4783-A056-5A985F003BDF}" dt="2026-04-20T14:59:22.737" v="2812"/>
          <ac:inkMkLst>
            <pc:docMk/>
            <pc:sldMk cId="1009422686" sldId="260"/>
            <ac:inkMk id="468" creationId="{106F8E53-6AA7-68C3-04E7-6AC99AAFE52E}"/>
          </ac:inkMkLst>
        </pc:inkChg>
        <pc:inkChg chg="add del">
          <ac:chgData name="植田 篤俊" userId="0d2b3cda-30c1-45e3-9e5c-02c0046d67fa" providerId="ADAL" clId="{A6AB8097-671C-4783-A056-5A985F003BDF}" dt="2026-04-20T14:59:27.976" v="2829"/>
          <ac:inkMkLst>
            <pc:docMk/>
            <pc:sldMk cId="1009422686" sldId="260"/>
            <ac:inkMk id="469" creationId="{39C6AECD-DCFD-8462-8926-91EBFB5D1EC6}"/>
          </ac:inkMkLst>
        </pc:inkChg>
        <pc:inkChg chg="add">
          <ac:chgData name="植田 篤俊" userId="0d2b3cda-30c1-45e3-9e5c-02c0046d67fa" providerId="ADAL" clId="{A6AB8097-671C-4783-A056-5A985F003BDF}" dt="2026-04-20T14:59:23.442" v="2814"/>
          <ac:inkMkLst>
            <pc:docMk/>
            <pc:sldMk cId="1009422686" sldId="260"/>
            <ac:inkMk id="470" creationId="{F67FFEDE-E342-5E3B-593E-3A62051322CE}"/>
          </ac:inkMkLst>
        </pc:inkChg>
        <pc:inkChg chg="add del">
          <ac:chgData name="植田 篤俊" userId="0d2b3cda-30c1-45e3-9e5c-02c0046d67fa" providerId="ADAL" clId="{A6AB8097-671C-4783-A056-5A985F003BDF}" dt="2026-04-20T14:59:27.976" v="2829"/>
          <ac:inkMkLst>
            <pc:docMk/>
            <pc:sldMk cId="1009422686" sldId="260"/>
            <ac:inkMk id="471" creationId="{6F9C2D00-42F1-387B-C776-8FCD09C8DDD4}"/>
          </ac:inkMkLst>
        </pc:inkChg>
        <pc:inkChg chg="add">
          <ac:chgData name="植田 篤俊" userId="0d2b3cda-30c1-45e3-9e5c-02c0046d67fa" providerId="ADAL" clId="{A6AB8097-671C-4783-A056-5A985F003BDF}" dt="2026-04-20T14:59:24.253" v="2816"/>
          <ac:inkMkLst>
            <pc:docMk/>
            <pc:sldMk cId="1009422686" sldId="260"/>
            <ac:inkMk id="472" creationId="{5C45B360-6077-3E18-2F94-C648F4202198}"/>
          </ac:inkMkLst>
        </pc:inkChg>
        <pc:inkChg chg="add del">
          <ac:chgData name="植田 篤俊" userId="0d2b3cda-30c1-45e3-9e5c-02c0046d67fa" providerId="ADAL" clId="{A6AB8097-671C-4783-A056-5A985F003BDF}" dt="2026-04-20T14:59:27.976" v="2829"/>
          <ac:inkMkLst>
            <pc:docMk/>
            <pc:sldMk cId="1009422686" sldId="260"/>
            <ac:inkMk id="473" creationId="{7B5B944A-DC55-811F-C844-D3183C290868}"/>
          </ac:inkMkLst>
        </pc:inkChg>
        <pc:inkChg chg="add del">
          <ac:chgData name="植田 篤俊" userId="0d2b3cda-30c1-45e3-9e5c-02c0046d67fa" providerId="ADAL" clId="{A6AB8097-671C-4783-A056-5A985F003BDF}" dt="2026-04-20T14:59:27.976" v="2829"/>
          <ac:inkMkLst>
            <pc:docMk/>
            <pc:sldMk cId="1009422686" sldId="260"/>
            <ac:inkMk id="474" creationId="{C9DB53E5-83F2-7BED-9081-AFFA78930A11}"/>
          </ac:inkMkLst>
        </pc:inkChg>
        <pc:inkChg chg="add">
          <ac:chgData name="植田 篤俊" userId="0d2b3cda-30c1-45e3-9e5c-02c0046d67fa" providerId="ADAL" clId="{A6AB8097-671C-4783-A056-5A985F003BDF}" dt="2026-04-20T14:59:25.263" v="2819"/>
          <ac:inkMkLst>
            <pc:docMk/>
            <pc:sldMk cId="1009422686" sldId="260"/>
            <ac:inkMk id="475" creationId="{C8546961-7058-507D-6379-915C3CE3CBDB}"/>
          </ac:inkMkLst>
        </pc:inkChg>
        <pc:inkChg chg="add">
          <ac:chgData name="植田 篤俊" userId="0d2b3cda-30c1-45e3-9e5c-02c0046d67fa" providerId="ADAL" clId="{A6AB8097-671C-4783-A056-5A985F003BDF}" dt="2026-04-20T14:59:25.322" v="2820"/>
          <ac:inkMkLst>
            <pc:docMk/>
            <pc:sldMk cId="1009422686" sldId="260"/>
            <ac:inkMk id="476" creationId="{AFD077C7-4C00-9191-C53F-969154E805DF}"/>
          </ac:inkMkLst>
        </pc:inkChg>
        <pc:inkChg chg="add">
          <ac:chgData name="植田 篤俊" userId="0d2b3cda-30c1-45e3-9e5c-02c0046d67fa" providerId="ADAL" clId="{A6AB8097-671C-4783-A056-5A985F003BDF}" dt="2026-04-20T14:59:25.520" v="2821"/>
          <ac:inkMkLst>
            <pc:docMk/>
            <pc:sldMk cId="1009422686" sldId="260"/>
            <ac:inkMk id="477" creationId="{425A23E1-9672-CCB4-7D94-284F90A54BA1}"/>
          </ac:inkMkLst>
        </pc:inkChg>
        <pc:inkChg chg="add">
          <ac:chgData name="植田 篤俊" userId="0d2b3cda-30c1-45e3-9e5c-02c0046d67fa" providerId="ADAL" clId="{A6AB8097-671C-4783-A056-5A985F003BDF}" dt="2026-04-20T14:59:25.670" v="2822"/>
          <ac:inkMkLst>
            <pc:docMk/>
            <pc:sldMk cId="1009422686" sldId="260"/>
            <ac:inkMk id="478" creationId="{B709CAA9-2DAB-000D-193E-4BEBCBBB1B50}"/>
          </ac:inkMkLst>
        </pc:inkChg>
        <pc:inkChg chg="add del">
          <ac:chgData name="植田 篤俊" userId="0d2b3cda-30c1-45e3-9e5c-02c0046d67fa" providerId="ADAL" clId="{A6AB8097-671C-4783-A056-5A985F003BDF}" dt="2026-04-20T14:59:27.976" v="2829"/>
          <ac:inkMkLst>
            <pc:docMk/>
            <pc:sldMk cId="1009422686" sldId="260"/>
            <ac:inkMk id="479" creationId="{E3819FE4-5E25-5D41-6736-064EC079CA7E}"/>
          </ac:inkMkLst>
        </pc:inkChg>
        <pc:inkChg chg="add del">
          <ac:chgData name="植田 篤俊" userId="0d2b3cda-30c1-45e3-9e5c-02c0046d67fa" providerId="ADAL" clId="{A6AB8097-671C-4783-A056-5A985F003BDF}" dt="2026-04-20T14:59:27.976" v="2829"/>
          <ac:inkMkLst>
            <pc:docMk/>
            <pc:sldMk cId="1009422686" sldId="260"/>
            <ac:inkMk id="480" creationId="{DA3FFCDE-0AC2-F442-FC43-381A92E2B111}"/>
          </ac:inkMkLst>
        </pc:inkChg>
        <pc:inkChg chg="add">
          <ac:chgData name="植田 篤俊" userId="0d2b3cda-30c1-45e3-9e5c-02c0046d67fa" providerId="ADAL" clId="{A6AB8097-671C-4783-A056-5A985F003BDF}" dt="2026-04-20T14:59:26.524" v="2825"/>
          <ac:inkMkLst>
            <pc:docMk/>
            <pc:sldMk cId="1009422686" sldId="260"/>
            <ac:inkMk id="481" creationId="{70BE1D5C-FC3A-0A45-0266-77E960784B46}"/>
          </ac:inkMkLst>
        </pc:inkChg>
        <pc:inkChg chg="add">
          <ac:chgData name="植田 篤俊" userId="0d2b3cda-30c1-45e3-9e5c-02c0046d67fa" providerId="ADAL" clId="{A6AB8097-671C-4783-A056-5A985F003BDF}" dt="2026-04-20T14:59:26.703" v="2826"/>
          <ac:inkMkLst>
            <pc:docMk/>
            <pc:sldMk cId="1009422686" sldId="260"/>
            <ac:inkMk id="482" creationId="{7B961D0A-79DF-A634-05F6-AFF3EC97CF49}"/>
          </ac:inkMkLst>
        </pc:inkChg>
        <pc:inkChg chg="add">
          <ac:chgData name="植田 篤俊" userId="0d2b3cda-30c1-45e3-9e5c-02c0046d67fa" providerId="ADAL" clId="{A6AB8097-671C-4783-A056-5A985F003BDF}" dt="2026-04-20T14:59:26.938" v="2827"/>
          <ac:inkMkLst>
            <pc:docMk/>
            <pc:sldMk cId="1009422686" sldId="260"/>
            <ac:inkMk id="483" creationId="{6872988B-18FD-1DF5-C4D1-A1D9D3FDEBC0}"/>
          </ac:inkMkLst>
        </pc:inkChg>
        <pc:inkChg chg="add del">
          <ac:chgData name="植田 篤俊" userId="0d2b3cda-30c1-45e3-9e5c-02c0046d67fa" providerId="ADAL" clId="{A6AB8097-671C-4783-A056-5A985F003BDF}" dt="2026-04-20T14:59:27.976" v="2829"/>
          <ac:inkMkLst>
            <pc:docMk/>
            <pc:sldMk cId="1009422686" sldId="260"/>
            <ac:inkMk id="484" creationId="{D6DC8755-0E14-6D36-1DD7-F57EA1177238}"/>
          </ac:inkMkLst>
        </pc:inkChg>
        <pc:inkChg chg="add reco">
          <ac:chgData name="植田 篤俊" userId="0d2b3cda-30c1-45e3-9e5c-02c0046d67fa" providerId="ADAL" clId="{A6AB8097-671C-4783-A056-5A985F003BDF}" dt="2026-04-20T14:59:27.976" v="2829"/>
          <ac:inkMkLst>
            <pc:docMk/>
            <pc:sldMk cId="1009422686" sldId="260"/>
            <ac:inkMk id="485" creationId="{7DE206CE-A0AC-2954-0EE0-2DCECA9EB94A}"/>
          </ac:inkMkLst>
        </pc:inkChg>
        <pc:inkChg chg="add del">
          <ac:chgData name="植田 篤俊" userId="0d2b3cda-30c1-45e3-9e5c-02c0046d67fa" providerId="ADAL" clId="{A6AB8097-671C-4783-A056-5A985F003BDF}" dt="2026-04-20T14:59:33.701" v="2843"/>
          <ac:inkMkLst>
            <pc:docMk/>
            <pc:sldMk cId="1009422686" sldId="260"/>
            <ac:inkMk id="486" creationId="{17945AFE-4B33-6AC6-26B5-03DF9FD73280}"/>
          </ac:inkMkLst>
        </pc:inkChg>
        <pc:inkChg chg="add">
          <ac:chgData name="植田 篤俊" userId="0d2b3cda-30c1-45e3-9e5c-02c0046d67fa" providerId="ADAL" clId="{A6AB8097-671C-4783-A056-5A985F003BDF}" dt="2026-04-20T14:59:30.070" v="2831"/>
          <ac:inkMkLst>
            <pc:docMk/>
            <pc:sldMk cId="1009422686" sldId="260"/>
            <ac:inkMk id="487" creationId="{B276FF7A-38C9-E234-B6BB-67B11F59EE7A}"/>
          </ac:inkMkLst>
        </pc:inkChg>
        <pc:inkChg chg="add">
          <ac:chgData name="植田 篤俊" userId="0d2b3cda-30c1-45e3-9e5c-02c0046d67fa" providerId="ADAL" clId="{A6AB8097-671C-4783-A056-5A985F003BDF}" dt="2026-04-20T14:59:30.369" v="2832"/>
          <ac:inkMkLst>
            <pc:docMk/>
            <pc:sldMk cId="1009422686" sldId="260"/>
            <ac:inkMk id="488" creationId="{57B5F9B2-092B-49D5-C574-35D216817B82}"/>
          </ac:inkMkLst>
        </pc:inkChg>
        <pc:inkChg chg="add del">
          <ac:chgData name="植田 篤俊" userId="0d2b3cda-30c1-45e3-9e5c-02c0046d67fa" providerId="ADAL" clId="{A6AB8097-671C-4783-A056-5A985F003BDF}" dt="2026-04-20T14:59:33.701" v="2843"/>
          <ac:inkMkLst>
            <pc:docMk/>
            <pc:sldMk cId="1009422686" sldId="260"/>
            <ac:inkMk id="489" creationId="{BCE5B8CA-3A64-8747-B0DB-661E789C04FF}"/>
          </ac:inkMkLst>
        </pc:inkChg>
        <pc:inkChg chg="add del">
          <ac:chgData name="植田 篤俊" userId="0d2b3cda-30c1-45e3-9e5c-02c0046d67fa" providerId="ADAL" clId="{A6AB8097-671C-4783-A056-5A985F003BDF}" dt="2026-04-20T14:59:33.701" v="2843"/>
          <ac:inkMkLst>
            <pc:docMk/>
            <pc:sldMk cId="1009422686" sldId="260"/>
            <ac:inkMk id="490" creationId="{FF45A907-1F91-D895-041E-49CC105B9C23}"/>
          </ac:inkMkLst>
        </pc:inkChg>
        <pc:inkChg chg="add">
          <ac:chgData name="植田 篤俊" userId="0d2b3cda-30c1-45e3-9e5c-02c0046d67fa" providerId="ADAL" clId="{A6AB8097-671C-4783-A056-5A985F003BDF}" dt="2026-04-20T14:59:31.190" v="2835"/>
          <ac:inkMkLst>
            <pc:docMk/>
            <pc:sldMk cId="1009422686" sldId="260"/>
            <ac:inkMk id="491" creationId="{7D0AF839-F4A0-41D7-EDE8-D5BA7DC15A22}"/>
          </ac:inkMkLst>
        </pc:inkChg>
        <pc:inkChg chg="add del">
          <ac:chgData name="植田 篤俊" userId="0d2b3cda-30c1-45e3-9e5c-02c0046d67fa" providerId="ADAL" clId="{A6AB8097-671C-4783-A056-5A985F003BDF}" dt="2026-04-20T14:59:33.701" v="2843"/>
          <ac:inkMkLst>
            <pc:docMk/>
            <pc:sldMk cId="1009422686" sldId="260"/>
            <ac:inkMk id="492" creationId="{3EAEB00B-EA66-AFF3-2A68-C7DBB967F6AD}"/>
          </ac:inkMkLst>
        </pc:inkChg>
        <pc:inkChg chg="add del">
          <ac:chgData name="植田 篤俊" userId="0d2b3cda-30c1-45e3-9e5c-02c0046d67fa" providerId="ADAL" clId="{A6AB8097-671C-4783-A056-5A985F003BDF}" dt="2026-04-20T14:59:33.701" v="2843"/>
          <ac:inkMkLst>
            <pc:docMk/>
            <pc:sldMk cId="1009422686" sldId="260"/>
            <ac:inkMk id="493" creationId="{5F465C11-3BDA-9404-4602-791AE1090F76}"/>
          </ac:inkMkLst>
        </pc:inkChg>
        <pc:inkChg chg="add del">
          <ac:chgData name="植田 篤俊" userId="0d2b3cda-30c1-45e3-9e5c-02c0046d67fa" providerId="ADAL" clId="{A6AB8097-671C-4783-A056-5A985F003BDF}" dt="2026-04-20T14:59:33.701" v="2843"/>
          <ac:inkMkLst>
            <pc:docMk/>
            <pc:sldMk cId="1009422686" sldId="260"/>
            <ac:inkMk id="494" creationId="{CA4D0BE9-B7C0-5912-B30F-D81E65FD488F}"/>
          </ac:inkMkLst>
        </pc:inkChg>
        <pc:inkChg chg="add del">
          <ac:chgData name="植田 篤俊" userId="0d2b3cda-30c1-45e3-9e5c-02c0046d67fa" providerId="ADAL" clId="{A6AB8097-671C-4783-A056-5A985F003BDF}" dt="2026-04-20T14:59:33.701" v="2843"/>
          <ac:inkMkLst>
            <pc:docMk/>
            <pc:sldMk cId="1009422686" sldId="260"/>
            <ac:inkMk id="495" creationId="{834FF1D1-4A87-34A1-8A46-CA978E9848C0}"/>
          </ac:inkMkLst>
        </pc:inkChg>
        <pc:inkChg chg="add del">
          <ac:chgData name="植田 篤俊" userId="0d2b3cda-30c1-45e3-9e5c-02c0046d67fa" providerId="ADAL" clId="{A6AB8097-671C-4783-A056-5A985F003BDF}" dt="2026-04-20T14:59:33.701" v="2843"/>
          <ac:inkMkLst>
            <pc:docMk/>
            <pc:sldMk cId="1009422686" sldId="260"/>
            <ac:inkMk id="496" creationId="{5B2C4845-D76B-761F-D781-167DCC3A0F7A}"/>
          </ac:inkMkLst>
        </pc:inkChg>
        <pc:inkChg chg="add del">
          <ac:chgData name="植田 篤俊" userId="0d2b3cda-30c1-45e3-9e5c-02c0046d67fa" providerId="ADAL" clId="{A6AB8097-671C-4783-A056-5A985F003BDF}" dt="2026-04-20T14:59:33.701" v="2843"/>
          <ac:inkMkLst>
            <pc:docMk/>
            <pc:sldMk cId="1009422686" sldId="260"/>
            <ac:inkMk id="497" creationId="{867E3ADA-8FF2-5E14-D0A5-80154E9A9420}"/>
          </ac:inkMkLst>
        </pc:inkChg>
        <pc:inkChg chg="add del">
          <ac:chgData name="植田 篤俊" userId="0d2b3cda-30c1-45e3-9e5c-02c0046d67fa" providerId="ADAL" clId="{A6AB8097-671C-4783-A056-5A985F003BDF}" dt="2026-04-20T14:59:33.701" v="2843"/>
          <ac:inkMkLst>
            <pc:docMk/>
            <pc:sldMk cId="1009422686" sldId="260"/>
            <ac:inkMk id="498" creationId="{126AE9AE-A20C-B0B6-C08E-0B5CF45BD546}"/>
          </ac:inkMkLst>
        </pc:inkChg>
        <pc:inkChg chg="mod modStrokes">
          <ac:chgData name="植田 篤俊" userId="0d2b3cda-30c1-45e3-9e5c-02c0046d67fa" providerId="ADAL" clId="{A6AB8097-671C-4783-A056-5A985F003BDF}" dt="2026-04-20T14:59:34.288" v="2844"/>
          <ac:inkMkLst>
            <pc:docMk/>
            <pc:sldMk cId="1009422686" sldId="260"/>
            <ac:inkMk id="499" creationId="{430E955A-1A77-5498-3079-721485F22ABF}"/>
          </ac:inkMkLst>
        </pc:inkChg>
        <pc:inkChg chg="add del">
          <ac:chgData name="植田 篤俊" userId="0d2b3cda-30c1-45e3-9e5c-02c0046d67fa" providerId="ADAL" clId="{A6AB8097-671C-4783-A056-5A985F003BDF}" dt="2026-04-20T14:59:36.066" v="2848"/>
          <ac:inkMkLst>
            <pc:docMk/>
            <pc:sldMk cId="1009422686" sldId="260"/>
            <ac:inkMk id="500" creationId="{2B6BF1E9-75FD-8B2C-4B39-7552E59BB22F}"/>
          </ac:inkMkLst>
        </pc:inkChg>
        <pc:inkChg chg="add del">
          <ac:chgData name="植田 篤俊" userId="0d2b3cda-30c1-45e3-9e5c-02c0046d67fa" providerId="ADAL" clId="{A6AB8097-671C-4783-A056-5A985F003BDF}" dt="2026-04-20T14:59:36.066" v="2848"/>
          <ac:inkMkLst>
            <pc:docMk/>
            <pc:sldMk cId="1009422686" sldId="260"/>
            <ac:inkMk id="501" creationId="{0063E71A-A3B6-24BA-B583-E7BC14B6EC44}"/>
          </ac:inkMkLst>
        </pc:inkChg>
        <pc:inkChg chg="add del">
          <ac:chgData name="植田 篤俊" userId="0d2b3cda-30c1-45e3-9e5c-02c0046d67fa" providerId="ADAL" clId="{A6AB8097-671C-4783-A056-5A985F003BDF}" dt="2026-04-20T14:59:36.066" v="2848"/>
          <ac:inkMkLst>
            <pc:docMk/>
            <pc:sldMk cId="1009422686" sldId="260"/>
            <ac:inkMk id="502" creationId="{1388FEDC-9D36-2BF5-4554-CBEFCE44D50F}"/>
          </ac:inkMkLst>
        </pc:inkChg>
        <pc:inkChg chg="add reco">
          <ac:chgData name="植田 篤俊" userId="0d2b3cda-30c1-45e3-9e5c-02c0046d67fa" providerId="ADAL" clId="{A6AB8097-671C-4783-A056-5A985F003BDF}" dt="2026-04-20T14:59:36.066" v="2848"/>
          <ac:inkMkLst>
            <pc:docMk/>
            <pc:sldMk cId="1009422686" sldId="260"/>
            <ac:inkMk id="503" creationId="{DE680E8C-9E10-AE7C-FEE8-F6EB6B4F5065}"/>
          </ac:inkMkLst>
        </pc:inkChg>
        <pc:inkChg chg="add del">
          <ac:chgData name="植田 篤俊" userId="0d2b3cda-30c1-45e3-9e5c-02c0046d67fa" providerId="ADAL" clId="{A6AB8097-671C-4783-A056-5A985F003BDF}" dt="2026-04-20T15:00:29.142" v="2856"/>
          <ac:inkMkLst>
            <pc:docMk/>
            <pc:sldMk cId="1009422686" sldId="260"/>
            <ac:inkMk id="504" creationId="{CE795204-7333-9B93-3F1E-48D7898F42F6}"/>
          </ac:inkMkLst>
        </pc:inkChg>
        <pc:inkChg chg="add del">
          <ac:chgData name="植田 篤俊" userId="0d2b3cda-30c1-45e3-9e5c-02c0046d67fa" providerId="ADAL" clId="{A6AB8097-671C-4783-A056-5A985F003BDF}" dt="2026-04-20T15:00:29.142" v="2856"/>
          <ac:inkMkLst>
            <pc:docMk/>
            <pc:sldMk cId="1009422686" sldId="260"/>
            <ac:inkMk id="505" creationId="{9E2FC2C5-F7DD-2874-F1D5-28CD3C77032F}"/>
          </ac:inkMkLst>
        </pc:inkChg>
        <pc:inkChg chg="add del">
          <ac:chgData name="植田 篤俊" userId="0d2b3cda-30c1-45e3-9e5c-02c0046d67fa" providerId="ADAL" clId="{A6AB8097-671C-4783-A056-5A985F003BDF}" dt="2026-04-20T15:00:29.142" v="2856"/>
          <ac:inkMkLst>
            <pc:docMk/>
            <pc:sldMk cId="1009422686" sldId="260"/>
            <ac:inkMk id="506" creationId="{FBECD55E-D80F-F09B-015C-76F7858BDF93}"/>
          </ac:inkMkLst>
        </pc:inkChg>
        <pc:inkChg chg="add del">
          <ac:chgData name="植田 篤俊" userId="0d2b3cda-30c1-45e3-9e5c-02c0046d67fa" providerId="ADAL" clId="{A6AB8097-671C-4783-A056-5A985F003BDF}" dt="2026-04-20T15:00:29.142" v="2856"/>
          <ac:inkMkLst>
            <pc:docMk/>
            <pc:sldMk cId="1009422686" sldId="260"/>
            <ac:inkMk id="507" creationId="{C20D8B9A-4437-ED8E-B680-492FA7E65529}"/>
          </ac:inkMkLst>
        </pc:inkChg>
        <pc:inkChg chg="add del">
          <ac:chgData name="植田 篤俊" userId="0d2b3cda-30c1-45e3-9e5c-02c0046d67fa" providerId="ADAL" clId="{A6AB8097-671C-4783-A056-5A985F003BDF}" dt="2026-04-20T15:00:29.142" v="2856"/>
          <ac:inkMkLst>
            <pc:docMk/>
            <pc:sldMk cId="1009422686" sldId="260"/>
            <ac:inkMk id="508" creationId="{45543656-40A8-40A9-6321-E79050872270}"/>
          </ac:inkMkLst>
        </pc:inkChg>
        <pc:inkChg chg="add reco">
          <ac:chgData name="植田 篤俊" userId="0d2b3cda-30c1-45e3-9e5c-02c0046d67fa" providerId="ADAL" clId="{A6AB8097-671C-4783-A056-5A985F003BDF}" dt="2026-04-20T15:00:29.142" v="2856"/>
          <ac:inkMkLst>
            <pc:docMk/>
            <pc:sldMk cId="1009422686" sldId="260"/>
            <ac:inkMk id="509" creationId="{E4DDE504-A443-EC44-EEF0-D93377B20701}"/>
          </ac:inkMkLst>
        </pc:inkChg>
        <pc:inkChg chg="add del">
          <ac:chgData name="植田 篤俊" userId="0d2b3cda-30c1-45e3-9e5c-02c0046d67fa" providerId="ADAL" clId="{A6AB8097-671C-4783-A056-5A985F003BDF}" dt="2026-04-20T15:00:33.467" v="2862"/>
          <ac:inkMkLst>
            <pc:docMk/>
            <pc:sldMk cId="1009422686" sldId="260"/>
            <ac:inkMk id="510" creationId="{43EE53D5-4FD9-A2B4-74B8-7A8EF23A4D2A}"/>
          </ac:inkMkLst>
        </pc:inkChg>
        <pc:inkChg chg="add del">
          <ac:chgData name="植田 篤俊" userId="0d2b3cda-30c1-45e3-9e5c-02c0046d67fa" providerId="ADAL" clId="{A6AB8097-671C-4783-A056-5A985F003BDF}" dt="2026-04-20T15:00:33.467" v="2862"/>
          <ac:inkMkLst>
            <pc:docMk/>
            <pc:sldMk cId="1009422686" sldId="260"/>
            <ac:inkMk id="511" creationId="{19DF7840-7902-2401-A785-869C02E471CF}"/>
          </ac:inkMkLst>
        </pc:inkChg>
        <pc:inkChg chg="add del">
          <ac:chgData name="植田 篤俊" userId="0d2b3cda-30c1-45e3-9e5c-02c0046d67fa" providerId="ADAL" clId="{A6AB8097-671C-4783-A056-5A985F003BDF}" dt="2026-04-20T15:00:33.467" v="2862"/>
          <ac:inkMkLst>
            <pc:docMk/>
            <pc:sldMk cId="1009422686" sldId="260"/>
            <ac:inkMk id="512" creationId="{7CA76D3A-266C-478B-D602-CE94C9BD99A2}"/>
          </ac:inkMkLst>
        </pc:inkChg>
        <pc:inkChg chg="add del">
          <ac:chgData name="植田 篤俊" userId="0d2b3cda-30c1-45e3-9e5c-02c0046d67fa" providerId="ADAL" clId="{A6AB8097-671C-4783-A056-5A985F003BDF}" dt="2026-04-20T15:00:33.467" v="2862"/>
          <ac:inkMkLst>
            <pc:docMk/>
            <pc:sldMk cId="1009422686" sldId="260"/>
            <ac:inkMk id="513" creationId="{91838BBB-A3D3-8A83-FF6A-9735C6F43656}"/>
          </ac:inkMkLst>
        </pc:inkChg>
        <pc:inkChg chg="add reco">
          <ac:chgData name="植田 篤俊" userId="0d2b3cda-30c1-45e3-9e5c-02c0046d67fa" providerId="ADAL" clId="{A6AB8097-671C-4783-A056-5A985F003BDF}" dt="2026-04-20T15:00:33.467" v="2862"/>
          <ac:inkMkLst>
            <pc:docMk/>
            <pc:sldMk cId="1009422686" sldId="260"/>
            <ac:inkMk id="514" creationId="{14D40AAF-43AB-D47F-FE6A-8750F54542CD}"/>
          </ac:inkMkLst>
        </pc:inkChg>
        <pc:inkChg chg="add del">
          <ac:chgData name="植田 篤俊" userId="0d2b3cda-30c1-45e3-9e5c-02c0046d67fa" providerId="ADAL" clId="{A6AB8097-671C-4783-A056-5A985F003BDF}" dt="2026-04-20T15:00:40.963" v="2869"/>
          <ac:inkMkLst>
            <pc:docMk/>
            <pc:sldMk cId="1009422686" sldId="260"/>
            <ac:inkMk id="515" creationId="{FE7CB082-3558-CA35-F2E0-8C06B28490CE}"/>
          </ac:inkMkLst>
        </pc:inkChg>
        <pc:inkChg chg="add del">
          <ac:chgData name="植田 篤俊" userId="0d2b3cda-30c1-45e3-9e5c-02c0046d67fa" providerId="ADAL" clId="{A6AB8097-671C-4783-A056-5A985F003BDF}" dt="2026-04-20T15:00:40.963" v="2869"/>
          <ac:inkMkLst>
            <pc:docMk/>
            <pc:sldMk cId="1009422686" sldId="260"/>
            <ac:inkMk id="516" creationId="{F528C90E-FD20-494A-657D-9C1E9FFD680B}"/>
          </ac:inkMkLst>
        </pc:inkChg>
        <pc:inkChg chg="add del">
          <ac:chgData name="植田 篤俊" userId="0d2b3cda-30c1-45e3-9e5c-02c0046d67fa" providerId="ADAL" clId="{A6AB8097-671C-4783-A056-5A985F003BDF}" dt="2026-04-20T15:00:40.963" v="2869"/>
          <ac:inkMkLst>
            <pc:docMk/>
            <pc:sldMk cId="1009422686" sldId="260"/>
            <ac:inkMk id="517" creationId="{94D5CF01-9FBC-9624-F768-2C5FDDAFEE1E}"/>
          </ac:inkMkLst>
        </pc:inkChg>
        <pc:inkChg chg="add del">
          <ac:chgData name="植田 篤俊" userId="0d2b3cda-30c1-45e3-9e5c-02c0046d67fa" providerId="ADAL" clId="{A6AB8097-671C-4783-A056-5A985F003BDF}" dt="2026-04-20T15:00:40.963" v="2869"/>
          <ac:inkMkLst>
            <pc:docMk/>
            <pc:sldMk cId="1009422686" sldId="260"/>
            <ac:inkMk id="518" creationId="{DC309E0A-8718-3B0C-AC33-4E4628791D66}"/>
          </ac:inkMkLst>
        </pc:inkChg>
        <pc:inkChg chg="add reco">
          <ac:chgData name="植田 篤俊" userId="0d2b3cda-30c1-45e3-9e5c-02c0046d67fa" providerId="ADAL" clId="{A6AB8097-671C-4783-A056-5A985F003BDF}" dt="2026-04-20T15:00:40.963" v="2869"/>
          <ac:inkMkLst>
            <pc:docMk/>
            <pc:sldMk cId="1009422686" sldId="260"/>
            <ac:inkMk id="519" creationId="{8C6448F1-D22E-E015-F8DF-FBE6F3C320AD}"/>
          </ac:inkMkLst>
        </pc:inkChg>
        <pc:inkChg chg="add">
          <ac:chgData name="植田 篤俊" userId="0d2b3cda-30c1-45e3-9e5c-02c0046d67fa" providerId="ADAL" clId="{A6AB8097-671C-4783-A056-5A985F003BDF}" dt="2026-04-20T15:01:00.650" v="2870"/>
          <ac:inkMkLst>
            <pc:docMk/>
            <pc:sldMk cId="1009422686" sldId="260"/>
            <ac:inkMk id="520" creationId="{071D872C-3F34-06DE-7A56-E6DF1A193397}"/>
          </ac:inkMkLst>
        </pc:inkChg>
        <pc:inkChg chg="add del">
          <ac:chgData name="植田 篤俊" userId="0d2b3cda-30c1-45e3-9e5c-02c0046d67fa" providerId="ADAL" clId="{A6AB8097-671C-4783-A056-5A985F003BDF}" dt="2026-04-20T15:01:08.382" v="2893"/>
          <ac:inkMkLst>
            <pc:docMk/>
            <pc:sldMk cId="1009422686" sldId="260"/>
            <ac:inkMk id="521" creationId="{B01AC279-B29F-527F-17A3-159C97B7FDA5}"/>
          </ac:inkMkLst>
        </pc:inkChg>
        <pc:inkChg chg="add del">
          <ac:chgData name="植田 篤俊" userId="0d2b3cda-30c1-45e3-9e5c-02c0046d67fa" providerId="ADAL" clId="{A6AB8097-671C-4783-A056-5A985F003BDF}" dt="2026-04-20T15:01:08.382" v="2893"/>
          <ac:inkMkLst>
            <pc:docMk/>
            <pc:sldMk cId="1009422686" sldId="260"/>
            <ac:inkMk id="522" creationId="{F16DD7FA-168C-CAE6-C825-30D54AB69EB0}"/>
          </ac:inkMkLst>
        </pc:inkChg>
        <pc:inkChg chg="add">
          <ac:chgData name="植田 篤俊" userId="0d2b3cda-30c1-45e3-9e5c-02c0046d67fa" providerId="ADAL" clId="{A6AB8097-671C-4783-A056-5A985F003BDF}" dt="2026-04-20T15:01:02.128" v="2873"/>
          <ac:inkMkLst>
            <pc:docMk/>
            <pc:sldMk cId="1009422686" sldId="260"/>
            <ac:inkMk id="523" creationId="{8B6B8F3C-7A64-564E-6EBD-630C25DC303B}"/>
          </ac:inkMkLst>
        </pc:inkChg>
        <pc:inkChg chg="add">
          <ac:chgData name="植田 篤俊" userId="0d2b3cda-30c1-45e3-9e5c-02c0046d67fa" providerId="ADAL" clId="{A6AB8097-671C-4783-A056-5A985F003BDF}" dt="2026-04-20T15:01:02.295" v="2874"/>
          <ac:inkMkLst>
            <pc:docMk/>
            <pc:sldMk cId="1009422686" sldId="260"/>
            <ac:inkMk id="524" creationId="{C87A30BC-155C-1476-97CE-011AEE79C7F1}"/>
          </ac:inkMkLst>
        </pc:inkChg>
        <pc:inkChg chg="add del">
          <ac:chgData name="植田 篤俊" userId="0d2b3cda-30c1-45e3-9e5c-02c0046d67fa" providerId="ADAL" clId="{A6AB8097-671C-4783-A056-5A985F003BDF}" dt="2026-04-20T15:01:08.382" v="2893"/>
          <ac:inkMkLst>
            <pc:docMk/>
            <pc:sldMk cId="1009422686" sldId="260"/>
            <ac:inkMk id="525" creationId="{C24FB741-392D-5759-3D91-1BA192B19899}"/>
          </ac:inkMkLst>
        </pc:inkChg>
        <pc:inkChg chg="add">
          <ac:chgData name="植田 篤俊" userId="0d2b3cda-30c1-45e3-9e5c-02c0046d67fa" providerId="ADAL" clId="{A6AB8097-671C-4783-A056-5A985F003BDF}" dt="2026-04-20T15:01:02.715" v="2876"/>
          <ac:inkMkLst>
            <pc:docMk/>
            <pc:sldMk cId="1009422686" sldId="260"/>
            <ac:inkMk id="526" creationId="{F4E86653-3699-7758-FB12-3544C70EC268}"/>
          </ac:inkMkLst>
        </pc:inkChg>
        <pc:inkChg chg="add del">
          <ac:chgData name="植田 篤俊" userId="0d2b3cda-30c1-45e3-9e5c-02c0046d67fa" providerId="ADAL" clId="{A6AB8097-671C-4783-A056-5A985F003BDF}" dt="2026-04-20T15:01:08.382" v="2893"/>
          <ac:inkMkLst>
            <pc:docMk/>
            <pc:sldMk cId="1009422686" sldId="260"/>
            <ac:inkMk id="527" creationId="{FF802ABD-4848-ED27-E11F-7958D1057861}"/>
          </ac:inkMkLst>
        </pc:inkChg>
        <pc:inkChg chg="add">
          <ac:chgData name="植田 篤俊" userId="0d2b3cda-30c1-45e3-9e5c-02c0046d67fa" providerId="ADAL" clId="{A6AB8097-671C-4783-A056-5A985F003BDF}" dt="2026-04-20T15:01:03.445" v="2878"/>
          <ac:inkMkLst>
            <pc:docMk/>
            <pc:sldMk cId="1009422686" sldId="260"/>
            <ac:inkMk id="528" creationId="{F274CAC6-78BE-B8D9-FE17-51C2C7AA0A41}"/>
          </ac:inkMkLst>
        </pc:inkChg>
        <pc:inkChg chg="add">
          <ac:chgData name="植田 篤俊" userId="0d2b3cda-30c1-45e3-9e5c-02c0046d67fa" providerId="ADAL" clId="{A6AB8097-671C-4783-A056-5A985F003BDF}" dt="2026-04-20T15:01:03.678" v="2879"/>
          <ac:inkMkLst>
            <pc:docMk/>
            <pc:sldMk cId="1009422686" sldId="260"/>
            <ac:inkMk id="529" creationId="{68D05B4D-6A7C-D649-60C2-5568B8A1E78A}"/>
          </ac:inkMkLst>
        </pc:inkChg>
        <pc:inkChg chg="add">
          <ac:chgData name="植田 篤俊" userId="0d2b3cda-30c1-45e3-9e5c-02c0046d67fa" providerId="ADAL" clId="{A6AB8097-671C-4783-A056-5A985F003BDF}" dt="2026-04-20T15:01:03.828" v="2880"/>
          <ac:inkMkLst>
            <pc:docMk/>
            <pc:sldMk cId="1009422686" sldId="260"/>
            <ac:inkMk id="530" creationId="{E169518E-1D3D-DDA5-782C-47440A7BC36B}"/>
          </ac:inkMkLst>
        </pc:inkChg>
        <pc:inkChg chg="add del">
          <ac:chgData name="植田 篤俊" userId="0d2b3cda-30c1-45e3-9e5c-02c0046d67fa" providerId="ADAL" clId="{A6AB8097-671C-4783-A056-5A985F003BDF}" dt="2026-04-20T15:01:08.382" v="2893"/>
          <ac:inkMkLst>
            <pc:docMk/>
            <pc:sldMk cId="1009422686" sldId="260"/>
            <ac:inkMk id="531" creationId="{9EC5D477-3DB7-E4CE-99D0-D72109EA3F6E}"/>
          </ac:inkMkLst>
        </pc:inkChg>
        <pc:inkChg chg="add del">
          <ac:chgData name="植田 篤俊" userId="0d2b3cda-30c1-45e3-9e5c-02c0046d67fa" providerId="ADAL" clId="{A6AB8097-671C-4783-A056-5A985F003BDF}" dt="2026-04-20T15:01:08.382" v="2893"/>
          <ac:inkMkLst>
            <pc:docMk/>
            <pc:sldMk cId="1009422686" sldId="260"/>
            <ac:inkMk id="532" creationId="{24CB0DAC-5EAC-1493-748A-97A04332F7A6}"/>
          </ac:inkMkLst>
        </pc:inkChg>
        <pc:inkChg chg="add del">
          <ac:chgData name="植田 篤俊" userId="0d2b3cda-30c1-45e3-9e5c-02c0046d67fa" providerId="ADAL" clId="{A6AB8097-671C-4783-A056-5A985F003BDF}" dt="2026-04-20T15:01:08.382" v="2893"/>
          <ac:inkMkLst>
            <pc:docMk/>
            <pc:sldMk cId="1009422686" sldId="260"/>
            <ac:inkMk id="533" creationId="{9C5C7143-C579-6B3E-A7EA-20519BB91A6B}"/>
          </ac:inkMkLst>
        </pc:inkChg>
        <pc:inkChg chg="add del">
          <ac:chgData name="植田 篤俊" userId="0d2b3cda-30c1-45e3-9e5c-02c0046d67fa" providerId="ADAL" clId="{A6AB8097-671C-4783-A056-5A985F003BDF}" dt="2026-04-20T15:01:08.382" v="2893"/>
          <ac:inkMkLst>
            <pc:docMk/>
            <pc:sldMk cId="1009422686" sldId="260"/>
            <ac:inkMk id="534" creationId="{9E719EC4-E994-BD5A-D7C0-C483CD74F5A8}"/>
          </ac:inkMkLst>
        </pc:inkChg>
        <pc:inkChg chg="add">
          <ac:chgData name="植田 篤俊" userId="0d2b3cda-30c1-45e3-9e5c-02c0046d67fa" providerId="ADAL" clId="{A6AB8097-671C-4783-A056-5A985F003BDF}" dt="2026-04-20T15:01:05.528" v="2885"/>
          <ac:inkMkLst>
            <pc:docMk/>
            <pc:sldMk cId="1009422686" sldId="260"/>
            <ac:inkMk id="535" creationId="{FED2C5C3-EE28-874A-E911-5709FF2DE043}"/>
          </ac:inkMkLst>
        </pc:inkChg>
        <pc:inkChg chg="add">
          <ac:chgData name="植田 篤俊" userId="0d2b3cda-30c1-45e3-9e5c-02c0046d67fa" providerId="ADAL" clId="{A6AB8097-671C-4783-A056-5A985F003BDF}" dt="2026-04-20T15:01:05.677" v="2886"/>
          <ac:inkMkLst>
            <pc:docMk/>
            <pc:sldMk cId="1009422686" sldId="260"/>
            <ac:inkMk id="536" creationId="{5B1C5CBA-A653-DD79-1E35-3BBFC980A909}"/>
          </ac:inkMkLst>
        </pc:inkChg>
        <pc:inkChg chg="add">
          <ac:chgData name="植田 篤俊" userId="0d2b3cda-30c1-45e3-9e5c-02c0046d67fa" providerId="ADAL" clId="{A6AB8097-671C-4783-A056-5A985F003BDF}" dt="2026-04-20T15:01:05.845" v="2887"/>
          <ac:inkMkLst>
            <pc:docMk/>
            <pc:sldMk cId="1009422686" sldId="260"/>
            <ac:inkMk id="537" creationId="{64F2EDCF-6FFB-228E-159E-3D3E9C395BDD}"/>
          </ac:inkMkLst>
        </pc:inkChg>
        <pc:inkChg chg="add">
          <ac:chgData name="植田 篤俊" userId="0d2b3cda-30c1-45e3-9e5c-02c0046d67fa" providerId="ADAL" clId="{A6AB8097-671C-4783-A056-5A985F003BDF}" dt="2026-04-20T15:01:06.367" v="2888"/>
          <ac:inkMkLst>
            <pc:docMk/>
            <pc:sldMk cId="1009422686" sldId="260"/>
            <ac:inkMk id="538" creationId="{7265788D-64CC-8788-6018-FA3DAE2B43DF}"/>
          </ac:inkMkLst>
        </pc:inkChg>
        <pc:inkChg chg="add">
          <ac:chgData name="植田 篤俊" userId="0d2b3cda-30c1-45e3-9e5c-02c0046d67fa" providerId="ADAL" clId="{A6AB8097-671C-4783-A056-5A985F003BDF}" dt="2026-04-20T15:01:06.495" v="2889"/>
          <ac:inkMkLst>
            <pc:docMk/>
            <pc:sldMk cId="1009422686" sldId="260"/>
            <ac:inkMk id="539" creationId="{9441F685-D74C-E796-DEA3-04097CF760B3}"/>
          </ac:inkMkLst>
        </pc:inkChg>
        <pc:inkChg chg="add del">
          <ac:chgData name="植田 篤俊" userId="0d2b3cda-30c1-45e3-9e5c-02c0046d67fa" providerId="ADAL" clId="{A6AB8097-671C-4783-A056-5A985F003BDF}" dt="2026-04-20T15:01:08.382" v="2893"/>
          <ac:inkMkLst>
            <pc:docMk/>
            <pc:sldMk cId="1009422686" sldId="260"/>
            <ac:inkMk id="540" creationId="{6DA6E7DF-F544-B438-A025-02022B72011C}"/>
          </ac:inkMkLst>
        </pc:inkChg>
        <pc:inkChg chg="add">
          <ac:chgData name="植田 篤俊" userId="0d2b3cda-30c1-45e3-9e5c-02c0046d67fa" providerId="ADAL" clId="{A6AB8097-671C-4783-A056-5A985F003BDF}" dt="2026-04-20T15:01:07.312" v="2891"/>
          <ac:inkMkLst>
            <pc:docMk/>
            <pc:sldMk cId="1009422686" sldId="260"/>
            <ac:inkMk id="541" creationId="{2BB2AA54-F194-60C3-A7FE-F1B8973F6327}"/>
          </ac:inkMkLst>
        </pc:inkChg>
        <pc:inkChg chg="add del">
          <ac:chgData name="植田 篤俊" userId="0d2b3cda-30c1-45e3-9e5c-02c0046d67fa" providerId="ADAL" clId="{A6AB8097-671C-4783-A056-5A985F003BDF}" dt="2026-04-20T15:01:08.382" v="2893"/>
          <ac:inkMkLst>
            <pc:docMk/>
            <pc:sldMk cId="1009422686" sldId="260"/>
            <ac:inkMk id="542" creationId="{53734384-86F5-882C-C999-4E8277681C1A}"/>
          </ac:inkMkLst>
        </pc:inkChg>
        <pc:inkChg chg="add">
          <ac:chgData name="植田 篤俊" userId="0d2b3cda-30c1-45e3-9e5c-02c0046d67fa" providerId="ADAL" clId="{A6AB8097-671C-4783-A056-5A985F003BDF}" dt="2026-04-20T15:01:20.431" v="2894"/>
          <ac:inkMkLst>
            <pc:docMk/>
            <pc:sldMk cId="1009422686" sldId="260"/>
            <ac:inkMk id="544" creationId="{10D21313-ECB2-6690-2D7E-EEFA9E34A1BF}"/>
          </ac:inkMkLst>
        </pc:inkChg>
        <pc:inkChg chg="add">
          <ac:chgData name="植田 篤俊" userId="0d2b3cda-30c1-45e3-9e5c-02c0046d67fa" providerId="ADAL" clId="{A6AB8097-671C-4783-A056-5A985F003BDF}" dt="2026-04-20T15:01:20.764" v="2895"/>
          <ac:inkMkLst>
            <pc:docMk/>
            <pc:sldMk cId="1009422686" sldId="260"/>
            <ac:inkMk id="545" creationId="{CD3DC894-E894-90F5-BB97-1D66EF1CB604}"/>
          </ac:inkMkLst>
        </pc:inkChg>
        <pc:inkChg chg="add">
          <ac:chgData name="植田 篤俊" userId="0d2b3cda-30c1-45e3-9e5c-02c0046d67fa" providerId="ADAL" clId="{A6AB8097-671C-4783-A056-5A985F003BDF}" dt="2026-04-20T15:01:21.214" v="2896"/>
          <ac:inkMkLst>
            <pc:docMk/>
            <pc:sldMk cId="1009422686" sldId="260"/>
            <ac:inkMk id="546" creationId="{5DFF8AB6-F72D-EAB7-3287-601CCB052BA3}"/>
          </ac:inkMkLst>
        </pc:inkChg>
        <pc:inkChg chg="add">
          <ac:chgData name="植田 篤俊" userId="0d2b3cda-30c1-45e3-9e5c-02c0046d67fa" providerId="ADAL" clId="{A6AB8097-671C-4783-A056-5A985F003BDF}" dt="2026-04-20T15:01:21.927" v="2897"/>
          <ac:inkMkLst>
            <pc:docMk/>
            <pc:sldMk cId="1009422686" sldId="260"/>
            <ac:inkMk id="547" creationId="{41878488-94E4-167F-A9AA-E7F24A45E623}"/>
          </ac:inkMkLst>
        </pc:inkChg>
        <pc:inkChg chg="add del">
          <ac:chgData name="植田 篤俊" userId="0d2b3cda-30c1-45e3-9e5c-02c0046d67fa" providerId="ADAL" clId="{A6AB8097-671C-4783-A056-5A985F003BDF}" dt="2026-04-20T15:01:26.748" v="2917"/>
          <ac:inkMkLst>
            <pc:docMk/>
            <pc:sldMk cId="1009422686" sldId="260"/>
            <ac:inkMk id="548" creationId="{5A4FD1E1-ED37-5A8A-6827-35937578EA85}"/>
          </ac:inkMkLst>
        </pc:inkChg>
        <pc:inkChg chg="add">
          <ac:chgData name="植田 篤俊" userId="0d2b3cda-30c1-45e3-9e5c-02c0046d67fa" providerId="ADAL" clId="{A6AB8097-671C-4783-A056-5A985F003BDF}" dt="2026-04-20T15:01:22.294" v="2899"/>
          <ac:inkMkLst>
            <pc:docMk/>
            <pc:sldMk cId="1009422686" sldId="260"/>
            <ac:inkMk id="549" creationId="{1968572A-AE7B-9A36-B676-A650CE94DA35}"/>
          </ac:inkMkLst>
        </pc:inkChg>
        <pc:inkChg chg="add del">
          <ac:chgData name="植田 篤俊" userId="0d2b3cda-30c1-45e3-9e5c-02c0046d67fa" providerId="ADAL" clId="{A6AB8097-671C-4783-A056-5A985F003BDF}" dt="2026-04-20T15:01:26.748" v="2917"/>
          <ac:inkMkLst>
            <pc:docMk/>
            <pc:sldMk cId="1009422686" sldId="260"/>
            <ac:inkMk id="550" creationId="{EC12218C-F58B-7923-B2D2-1B4D9D0202F5}"/>
          </ac:inkMkLst>
        </pc:inkChg>
        <pc:inkChg chg="add del">
          <ac:chgData name="植田 篤俊" userId="0d2b3cda-30c1-45e3-9e5c-02c0046d67fa" providerId="ADAL" clId="{A6AB8097-671C-4783-A056-5A985F003BDF}" dt="2026-04-20T15:01:26.748" v="2917"/>
          <ac:inkMkLst>
            <pc:docMk/>
            <pc:sldMk cId="1009422686" sldId="260"/>
            <ac:inkMk id="551" creationId="{F5D2E43E-01E4-94B8-A05B-43BD97113731}"/>
          </ac:inkMkLst>
        </pc:inkChg>
        <pc:inkChg chg="add">
          <ac:chgData name="植田 篤俊" userId="0d2b3cda-30c1-45e3-9e5c-02c0046d67fa" providerId="ADAL" clId="{A6AB8097-671C-4783-A056-5A985F003BDF}" dt="2026-04-20T15:01:22.844" v="2902"/>
          <ac:inkMkLst>
            <pc:docMk/>
            <pc:sldMk cId="1009422686" sldId="260"/>
            <ac:inkMk id="552" creationId="{CB5D2402-6B99-9351-4043-787A7A173590}"/>
          </ac:inkMkLst>
        </pc:inkChg>
        <pc:inkChg chg="add">
          <ac:chgData name="植田 篤俊" userId="0d2b3cda-30c1-45e3-9e5c-02c0046d67fa" providerId="ADAL" clId="{A6AB8097-671C-4783-A056-5A985F003BDF}" dt="2026-04-20T15:01:22.977" v="2903"/>
          <ac:inkMkLst>
            <pc:docMk/>
            <pc:sldMk cId="1009422686" sldId="260"/>
            <ac:inkMk id="553" creationId="{642039DA-AF18-6369-1DE9-479BC508EBF4}"/>
          </ac:inkMkLst>
        </pc:inkChg>
        <pc:inkChg chg="add del">
          <ac:chgData name="植田 篤俊" userId="0d2b3cda-30c1-45e3-9e5c-02c0046d67fa" providerId="ADAL" clId="{A6AB8097-671C-4783-A056-5A985F003BDF}" dt="2026-04-20T15:01:26.748" v="2917"/>
          <ac:inkMkLst>
            <pc:docMk/>
            <pc:sldMk cId="1009422686" sldId="260"/>
            <ac:inkMk id="554" creationId="{68CF9CB8-2C6E-59DE-C956-3B85FF46FAFF}"/>
          </ac:inkMkLst>
        </pc:inkChg>
        <pc:inkChg chg="add del">
          <ac:chgData name="植田 篤俊" userId="0d2b3cda-30c1-45e3-9e5c-02c0046d67fa" providerId="ADAL" clId="{A6AB8097-671C-4783-A056-5A985F003BDF}" dt="2026-04-20T15:01:26.748" v="2917"/>
          <ac:inkMkLst>
            <pc:docMk/>
            <pc:sldMk cId="1009422686" sldId="260"/>
            <ac:inkMk id="555" creationId="{9A9F74EC-B093-CA2C-46FF-D825AF2A0FB8}"/>
          </ac:inkMkLst>
        </pc:inkChg>
        <pc:inkChg chg="add del">
          <ac:chgData name="植田 篤俊" userId="0d2b3cda-30c1-45e3-9e5c-02c0046d67fa" providerId="ADAL" clId="{A6AB8097-671C-4783-A056-5A985F003BDF}" dt="2026-04-20T15:01:26.748" v="2917"/>
          <ac:inkMkLst>
            <pc:docMk/>
            <pc:sldMk cId="1009422686" sldId="260"/>
            <ac:inkMk id="556" creationId="{0FE31679-619D-A6A5-F846-2C434997B043}"/>
          </ac:inkMkLst>
        </pc:inkChg>
        <pc:inkChg chg="add">
          <ac:chgData name="植田 篤俊" userId="0d2b3cda-30c1-45e3-9e5c-02c0046d67fa" providerId="ADAL" clId="{A6AB8097-671C-4783-A056-5A985F003BDF}" dt="2026-04-20T15:01:23.894" v="2907"/>
          <ac:inkMkLst>
            <pc:docMk/>
            <pc:sldMk cId="1009422686" sldId="260"/>
            <ac:inkMk id="557" creationId="{EB26D8C8-CF3A-E96D-0F23-2659717E8202}"/>
          </ac:inkMkLst>
        </pc:inkChg>
        <pc:inkChg chg="add del">
          <ac:chgData name="植田 篤俊" userId="0d2b3cda-30c1-45e3-9e5c-02c0046d67fa" providerId="ADAL" clId="{A6AB8097-671C-4783-A056-5A985F003BDF}" dt="2026-04-20T15:01:26.748" v="2917"/>
          <ac:inkMkLst>
            <pc:docMk/>
            <pc:sldMk cId="1009422686" sldId="260"/>
            <ac:inkMk id="558" creationId="{459DED01-06E9-B0B8-131C-33AD0D6AE671}"/>
          </ac:inkMkLst>
        </pc:inkChg>
        <pc:inkChg chg="add">
          <ac:chgData name="植田 篤俊" userId="0d2b3cda-30c1-45e3-9e5c-02c0046d67fa" providerId="ADAL" clId="{A6AB8097-671C-4783-A056-5A985F003BDF}" dt="2026-04-20T15:01:24.660" v="2909"/>
          <ac:inkMkLst>
            <pc:docMk/>
            <pc:sldMk cId="1009422686" sldId="260"/>
            <ac:inkMk id="559" creationId="{D89B2A52-1056-A648-D46E-DE04B36E6904}"/>
          </ac:inkMkLst>
        </pc:inkChg>
        <pc:inkChg chg="add">
          <ac:chgData name="植田 篤俊" userId="0d2b3cda-30c1-45e3-9e5c-02c0046d67fa" providerId="ADAL" clId="{A6AB8097-671C-4783-A056-5A985F003BDF}" dt="2026-04-20T15:01:24.794" v="2910"/>
          <ac:inkMkLst>
            <pc:docMk/>
            <pc:sldMk cId="1009422686" sldId="260"/>
            <ac:inkMk id="560" creationId="{FF239C3F-46D4-8E3F-4760-9DCE40E95B6A}"/>
          </ac:inkMkLst>
        </pc:inkChg>
        <pc:inkChg chg="add">
          <ac:chgData name="植田 篤俊" userId="0d2b3cda-30c1-45e3-9e5c-02c0046d67fa" providerId="ADAL" clId="{A6AB8097-671C-4783-A056-5A985F003BDF}" dt="2026-04-20T15:01:24.994" v="2911"/>
          <ac:inkMkLst>
            <pc:docMk/>
            <pc:sldMk cId="1009422686" sldId="260"/>
            <ac:inkMk id="561" creationId="{DBBAB733-9CB8-8C33-343D-4F010E2B0BF2}"/>
          </ac:inkMkLst>
        </pc:inkChg>
        <pc:inkChg chg="add">
          <ac:chgData name="植田 篤俊" userId="0d2b3cda-30c1-45e3-9e5c-02c0046d67fa" providerId="ADAL" clId="{A6AB8097-671C-4783-A056-5A985F003BDF}" dt="2026-04-20T15:01:25.293" v="2912"/>
          <ac:inkMkLst>
            <pc:docMk/>
            <pc:sldMk cId="1009422686" sldId="260"/>
            <ac:inkMk id="562" creationId="{35E9A44E-D4FE-1D90-8605-0221EEF92B13}"/>
          </ac:inkMkLst>
        </pc:inkChg>
        <pc:inkChg chg="add">
          <ac:chgData name="植田 篤俊" userId="0d2b3cda-30c1-45e3-9e5c-02c0046d67fa" providerId="ADAL" clId="{A6AB8097-671C-4783-A056-5A985F003BDF}" dt="2026-04-20T15:01:25.443" v="2913"/>
          <ac:inkMkLst>
            <pc:docMk/>
            <pc:sldMk cId="1009422686" sldId="260"/>
            <ac:inkMk id="563" creationId="{CD615B94-34DF-650B-54F9-6F99C8307970}"/>
          </ac:inkMkLst>
        </pc:inkChg>
        <pc:inkChg chg="add del">
          <ac:chgData name="植田 篤俊" userId="0d2b3cda-30c1-45e3-9e5c-02c0046d67fa" providerId="ADAL" clId="{A6AB8097-671C-4783-A056-5A985F003BDF}" dt="2026-04-20T15:01:26.748" v="2917"/>
          <ac:inkMkLst>
            <pc:docMk/>
            <pc:sldMk cId="1009422686" sldId="260"/>
            <ac:inkMk id="564" creationId="{82939177-3628-7572-624D-CD291E3E4C8E}"/>
          </ac:inkMkLst>
        </pc:inkChg>
        <pc:inkChg chg="add del">
          <ac:chgData name="植田 篤俊" userId="0d2b3cda-30c1-45e3-9e5c-02c0046d67fa" providerId="ADAL" clId="{A6AB8097-671C-4783-A056-5A985F003BDF}" dt="2026-04-20T15:01:26.748" v="2917"/>
          <ac:inkMkLst>
            <pc:docMk/>
            <pc:sldMk cId="1009422686" sldId="260"/>
            <ac:inkMk id="565" creationId="{75DC27ED-7C07-71C0-2DE0-E414BB05ED4E}"/>
          </ac:inkMkLst>
        </pc:inkChg>
        <pc:inkChg chg="add">
          <ac:chgData name="植田 篤俊" userId="0d2b3cda-30c1-45e3-9e5c-02c0046d67fa" providerId="ADAL" clId="{A6AB8097-671C-4783-A056-5A985F003BDF}" dt="2026-04-20T15:01:26.197" v="2916"/>
          <ac:inkMkLst>
            <pc:docMk/>
            <pc:sldMk cId="1009422686" sldId="260"/>
            <ac:inkMk id="566" creationId="{595A2DCF-0D98-AD42-E95E-C703D17A437C}"/>
          </ac:inkMkLst>
        </pc:inkChg>
        <pc:inkChg chg="add reco">
          <ac:chgData name="植田 篤俊" userId="0d2b3cda-30c1-45e3-9e5c-02c0046d67fa" providerId="ADAL" clId="{A6AB8097-671C-4783-A056-5A985F003BDF}" dt="2026-04-20T15:01:26.748" v="2917"/>
          <ac:inkMkLst>
            <pc:docMk/>
            <pc:sldMk cId="1009422686" sldId="260"/>
            <ac:inkMk id="567" creationId="{EBED19F4-00DB-E20E-82F5-C748BC651DB6}"/>
          </ac:inkMkLst>
        </pc:inkChg>
        <pc:inkChg chg="add del">
          <ac:chgData name="植田 篤俊" userId="0d2b3cda-30c1-45e3-9e5c-02c0046d67fa" providerId="ADAL" clId="{A6AB8097-671C-4783-A056-5A985F003BDF}" dt="2026-04-20T15:01:29.727" v="2926"/>
          <ac:inkMkLst>
            <pc:docMk/>
            <pc:sldMk cId="1009422686" sldId="260"/>
            <ac:inkMk id="568" creationId="{D1CD0367-C81D-A90B-CB7D-43B7ED1FAFB4}"/>
          </ac:inkMkLst>
        </pc:inkChg>
        <pc:inkChg chg="add del">
          <ac:chgData name="植田 篤俊" userId="0d2b3cda-30c1-45e3-9e5c-02c0046d67fa" providerId="ADAL" clId="{A6AB8097-671C-4783-A056-5A985F003BDF}" dt="2026-04-20T15:01:29.727" v="2926"/>
          <ac:inkMkLst>
            <pc:docMk/>
            <pc:sldMk cId="1009422686" sldId="260"/>
            <ac:inkMk id="569" creationId="{0C7D98BB-8CD3-A4B0-2541-B6F09516FA07}"/>
          </ac:inkMkLst>
        </pc:inkChg>
        <pc:inkChg chg="add del">
          <ac:chgData name="植田 篤俊" userId="0d2b3cda-30c1-45e3-9e5c-02c0046d67fa" providerId="ADAL" clId="{A6AB8097-671C-4783-A056-5A985F003BDF}" dt="2026-04-20T15:01:29.727" v="2926"/>
          <ac:inkMkLst>
            <pc:docMk/>
            <pc:sldMk cId="1009422686" sldId="260"/>
            <ac:inkMk id="570" creationId="{CCFC87D3-4C53-8D7C-D944-0BE97F9636F7}"/>
          </ac:inkMkLst>
        </pc:inkChg>
        <pc:inkChg chg="add del">
          <ac:chgData name="植田 篤俊" userId="0d2b3cda-30c1-45e3-9e5c-02c0046d67fa" providerId="ADAL" clId="{A6AB8097-671C-4783-A056-5A985F003BDF}" dt="2026-04-20T15:01:29.727" v="2926"/>
          <ac:inkMkLst>
            <pc:docMk/>
            <pc:sldMk cId="1009422686" sldId="260"/>
            <ac:inkMk id="571" creationId="{1D2773DB-A6E2-BDAB-DDE9-6571AE2104AA}"/>
          </ac:inkMkLst>
        </pc:inkChg>
        <pc:inkChg chg="add del">
          <ac:chgData name="植田 篤俊" userId="0d2b3cda-30c1-45e3-9e5c-02c0046d67fa" providerId="ADAL" clId="{A6AB8097-671C-4783-A056-5A985F003BDF}" dt="2026-04-20T15:01:29.727" v="2926"/>
          <ac:inkMkLst>
            <pc:docMk/>
            <pc:sldMk cId="1009422686" sldId="260"/>
            <ac:inkMk id="572" creationId="{2DC70624-B524-7B17-B978-FF9DEFE42CE4}"/>
          </ac:inkMkLst>
        </pc:inkChg>
        <pc:inkChg chg="add del">
          <ac:chgData name="植田 篤俊" userId="0d2b3cda-30c1-45e3-9e5c-02c0046d67fa" providerId="ADAL" clId="{A6AB8097-671C-4783-A056-5A985F003BDF}" dt="2026-04-20T15:01:29.727" v="2926"/>
          <ac:inkMkLst>
            <pc:docMk/>
            <pc:sldMk cId="1009422686" sldId="260"/>
            <ac:inkMk id="573" creationId="{4C807B99-D705-6C7D-DACF-6AE07F5CB61B}"/>
          </ac:inkMkLst>
        </pc:inkChg>
        <pc:inkChg chg="add del">
          <ac:chgData name="植田 篤俊" userId="0d2b3cda-30c1-45e3-9e5c-02c0046d67fa" providerId="ADAL" clId="{A6AB8097-671C-4783-A056-5A985F003BDF}" dt="2026-04-20T15:01:29.727" v="2926"/>
          <ac:inkMkLst>
            <pc:docMk/>
            <pc:sldMk cId="1009422686" sldId="260"/>
            <ac:inkMk id="574" creationId="{67D3C592-FA75-047F-41E5-8A4E2F9BA26E}"/>
          </ac:inkMkLst>
        </pc:inkChg>
        <pc:inkChg chg="add del">
          <ac:chgData name="植田 篤俊" userId="0d2b3cda-30c1-45e3-9e5c-02c0046d67fa" providerId="ADAL" clId="{A6AB8097-671C-4783-A056-5A985F003BDF}" dt="2026-04-20T15:01:29.727" v="2926"/>
          <ac:inkMkLst>
            <pc:docMk/>
            <pc:sldMk cId="1009422686" sldId="260"/>
            <ac:inkMk id="575" creationId="{95D9EFB5-285C-3A50-89AD-B8AAD29A9DE8}"/>
          </ac:inkMkLst>
        </pc:inkChg>
        <pc:inkChg chg="add reco">
          <ac:chgData name="植田 篤俊" userId="0d2b3cda-30c1-45e3-9e5c-02c0046d67fa" providerId="ADAL" clId="{A6AB8097-671C-4783-A056-5A985F003BDF}" dt="2026-04-20T15:01:29.727" v="2926"/>
          <ac:inkMkLst>
            <pc:docMk/>
            <pc:sldMk cId="1009422686" sldId="260"/>
            <ac:inkMk id="576" creationId="{9AE51A64-4A82-1DAA-E408-D6C87823A9ED}"/>
          </ac:inkMkLst>
        </pc:inkChg>
        <pc:inkChg chg="add">
          <ac:chgData name="植田 篤俊" userId="0d2b3cda-30c1-45e3-9e5c-02c0046d67fa" providerId="ADAL" clId="{A6AB8097-671C-4783-A056-5A985F003BDF}" dt="2026-04-20T15:01:31.330" v="2927"/>
          <ac:inkMkLst>
            <pc:docMk/>
            <pc:sldMk cId="1009422686" sldId="260"/>
            <ac:inkMk id="577" creationId="{FBE3BAFF-6ECB-B42B-F516-401E93ED1F01}"/>
          </ac:inkMkLst>
        </pc:inkChg>
        <pc:inkChg chg="add del">
          <ac:chgData name="植田 篤俊" userId="0d2b3cda-30c1-45e3-9e5c-02c0046d67fa" providerId="ADAL" clId="{A6AB8097-671C-4783-A056-5A985F003BDF}" dt="2026-04-20T15:01:38.558" v="2946"/>
          <ac:inkMkLst>
            <pc:docMk/>
            <pc:sldMk cId="1009422686" sldId="260"/>
            <ac:inkMk id="578" creationId="{89E10657-B34A-1140-A513-D1B1C26E56A6}"/>
          </ac:inkMkLst>
        </pc:inkChg>
        <pc:inkChg chg="add del">
          <ac:chgData name="植田 篤俊" userId="0d2b3cda-30c1-45e3-9e5c-02c0046d67fa" providerId="ADAL" clId="{A6AB8097-671C-4783-A056-5A985F003BDF}" dt="2026-04-20T15:01:38.558" v="2946"/>
          <ac:inkMkLst>
            <pc:docMk/>
            <pc:sldMk cId="1009422686" sldId="260"/>
            <ac:inkMk id="579" creationId="{B23508AF-E121-453E-DA42-4C148BD00545}"/>
          </ac:inkMkLst>
        </pc:inkChg>
        <pc:inkChg chg="add del">
          <ac:chgData name="植田 篤俊" userId="0d2b3cda-30c1-45e3-9e5c-02c0046d67fa" providerId="ADAL" clId="{A6AB8097-671C-4783-A056-5A985F003BDF}" dt="2026-04-20T15:01:38.558" v="2946"/>
          <ac:inkMkLst>
            <pc:docMk/>
            <pc:sldMk cId="1009422686" sldId="260"/>
            <ac:inkMk id="580" creationId="{33E848E5-471A-EF43-6480-13A1A4DD2D02}"/>
          </ac:inkMkLst>
        </pc:inkChg>
        <pc:inkChg chg="add del">
          <ac:chgData name="植田 篤俊" userId="0d2b3cda-30c1-45e3-9e5c-02c0046d67fa" providerId="ADAL" clId="{A6AB8097-671C-4783-A056-5A985F003BDF}" dt="2026-04-20T15:01:38.558" v="2946"/>
          <ac:inkMkLst>
            <pc:docMk/>
            <pc:sldMk cId="1009422686" sldId="260"/>
            <ac:inkMk id="581" creationId="{CB220382-2E4F-5029-14B7-72F33A7818C3}"/>
          </ac:inkMkLst>
        </pc:inkChg>
        <pc:inkChg chg="add">
          <ac:chgData name="植田 篤俊" userId="0d2b3cda-30c1-45e3-9e5c-02c0046d67fa" providerId="ADAL" clId="{A6AB8097-671C-4783-A056-5A985F003BDF}" dt="2026-04-20T15:01:33.117" v="2932"/>
          <ac:inkMkLst>
            <pc:docMk/>
            <pc:sldMk cId="1009422686" sldId="260"/>
            <ac:inkMk id="582" creationId="{E7E396E9-2363-280A-CC71-4D970268F744}"/>
          </ac:inkMkLst>
        </pc:inkChg>
        <pc:inkChg chg="add del">
          <ac:chgData name="植田 篤俊" userId="0d2b3cda-30c1-45e3-9e5c-02c0046d67fa" providerId="ADAL" clId="{A6AB8097-671C-4783-A056-5A985F003BDF}" dt="2026-04-20T15:01:38.558" v="2946"/>
          <ac:inkMkLst>
            <pc:docMk/>
            <pc:sldMk cId="1009422686" sldId="260"/>
            <ac:inkMk id="583" creationId="{46B112DF-9298-779D-70DE-1ABDC217648F}"/>
          </ac:inkMkLst>
        </pc:inkChg>
        <pc:inkChg chg="add del">
          <ac:chgData name="植田 篤俊" userId="0d2b3cda-30c1-45e3-9e5c-02c0046d67fa" providerId="ADAL" clId="{A6AB8097-671C-4783-A056-5A985F003BDF}" dt="2026-04-20T15:01:38.558" v="2946"/>
          <ac:inkMkLst>
            <pc:docMk/>
            <pc:sldMk cId="1009422686" sldId="260"/>
            <ac:inkMk id="584" creationId="{8DE531B9-E217-9AE1-6AED-EA01354D28BB}"/>
          </ac:inkMkLst>
        </pc:inkChg>
        <pc:inkChg chg="add del">
          <ac:chgData name="植田 篤俊" userId="0d2b3cda-30c1-45e3-9e5c-02c0046d67fa" providerId="ADAL" clId="{A6AB8097-671C-4783-A056-5A985F003BDF}" dt="2026-04-20T15:01:38.558" v="2946"/>
          <ac:inkMkLst>
            <pc:docMk/>
            <pc:sldMk cId="1009422686" sldId="260"/>
            <ac:inkMk id="585" creationId="{2C445863-64C8-3028-8AA8-2B40C9CD49F0}"/>
          </ac:inkMkLst>
        </pc:inkChg>
        <pc:inkChg chg="add">
          <ac:chgData name="植田 篤俊" userId="0d2b3cda-30c1-45e3-9e5c-02c0046d67fa" providerId="ADAL" clId="{A6AB8097-671C-4783-A056-5A985F003BDF}" dt="2026-04-20T15:01:34.626" v="2936"/>
          <ac:inkMkLst>
            <pc:docMk/>
            <pc:sldMk cId="1009422686" sldId="260"/>
            <ac:inkMk id="586" creationId="{7BFCDF19-F8B9-6F68-3D2A-A17325956B23}"/>
          </ac:inkMkLst>
        </pc:inkChg>
        <pc:inkChg chg="add">
          <ac:chgData name="植田 篤俊" userId="0d2b3cda-30c1-45e3-9e5c-02c0046d67fa" providerId="ADAL" clId="{A6AB8097-671C-4783-A056-5A985F003BDF}" dt="2026-04-20T15:01:34.943" v="2937"/>
          <ac:inkMkLst>
            <pc:docMk/>
            <pc:sldMk cId="1009422686" sldId="260"/>
            <ac:inkMk id="587" creationId="{E672F8E4-14F7-ACBA-DFB8-85B2FB513E6B}"/>
          </ac:inkMkLst>
        </pc:inkChg>
        <pc:inkChg chg="add">
          <ac:chgData name="植田 篤俊" userId="0d2b3cda-30c1-45e3-9e5c-02c0046d67fa" providerId="ADAL" clId="{A6AB8097-671C-4783-A056-5A985F003BDF}" dt="2026-04-20T15:01:35.126" v="2938"/>
          <ac:inkMkLst>
            <pc:docMk/>
            <pc:sldMk cId="1009422686" sldId="260"/>
            <ac:inkMk id="588" creationId="{51E221D9-873C-A2C7-9424-F5C90AA6A39D}"/>
          </ac:inkMkLst>
        </pc:inkChg>
        <pc:inkChg chg="add">
          <ac:chgData name="植田 篤俊" userId="0d2b3cda-30c1-45e3-9e5c-02c0046d67fa" providerId="ADAL" clId="{A6AB8097-671C-4783-A056-5A985F003BDF}" dt="2026-04-20T15:01:35.376" v="2939"/>
          <ac:inkMkLst>
            <pc:docMk/>
            <pc:sldMk cId="1009422686" sldId="260"/>
            <ac:inkMk id="589" creationId="{0A3FB8DE-AB1D-49B7-21D0-431C3E2F2A46}"/>
          </ac:inkMkLst>
        </pc:inkChg>
        <pc:inkChg chg="add">
          <ac:chgData name="植田 篤俊" userId="0d2b3cda-30c1-45e3-9e5c-02c0046d67fa" providerId="ADAL" clId="{A6AB8097-671C-4783-A056-5A985F003BDF}" dt="2026-04-20T15:01:36.142" v="2940"/>
          <ac:inkMkLst>
            <pc:docMk/>
            <pc:sldMk cId="1009422686" sldId="260"/>
            <ac:inkMk id="590" creationId="{54552BAB-9943-356C-9792-83C97BADD522}"/>
          </ac:inkMkLst>
        </pc:inkChg>
        <pc:inkChg chg="add">
          <ac:chgData name="植田 篤俊" userId="0d2b3cda-30c1-45e3-9e5c-02c0046d67fa" providerId="ADAL" clId="{A6AB8097-671C-4783-A056-5A985F003BDF}" dt="2026-04-20T15:01:36.576" v="2941"/>
          <ac:inkMkLst>
            <pc:docMk/>
            <pc:sldMk cId="1009422686" sldId="260"/>
            <ac:inkMk id="591" creationId="{C28C0CC4-A54C-F302-505B-5138F59A29BD}"/>
          </ac:inkMkLst>
        </pc:inkChg>
        <pc:inkChg chg="add del">
          <ac:chgData name="植田 篤俊" userId="0d2b3cda-30c1-45e3-9e5c-02c0046d67fa" providerId="ADAL" clId="{A6AB8097-671C-4783-A056-5A985F003BDF}" dt="2026-04-20T15:01:38.558" v="2946"/>
          <ac:inkMkLst>
            <pc:docMk/>
            <pc:sldMk cId="1009422686" sldId="260"/>
            <ac:inkMk id="592" creationId="{D007D2BE-89CA-4525-E05B-0CA7A715D15D}"/>
          </ac:inkMkLst>
        </pc:inkChg>
        <pc:inkChg chg="add">
          <ac:chgData name="植田 篤俊" userId="0d2b3cda-30c1-45e3-9e5c-02c0046d67fa" providerId="ADAL" clId="{A6AB8097-671C-4783-A056-5A985F003BDF}" dt="2026-04-20T15:01:37.210" v="2943"/>
          <ac:inkMkLst>
            <pc:docMk/>
            <pc:sldMk cId="1009422686" sldId="260"/>
            <ac:inkMk id="593" creationId="{2B97DFD0-9241-8030-C869-04FBA74E99F8}"/>
          </ac:inkMkLst>
        </pc:inkChg>
        <pc:inkChg chg="add">
          <ac:chgData name="植田 篤俊" userId="0d2b3cda-30c1-45e3-9e5c-02c0046d67fa" providerId="ADAL" clId="{A6AB8097-671C-4783-A056-5A985F003BDF}" dt="2026-04-20T15:01:37.326" v="2944"/>
          <ac:inkMkLst>
            <pc:docMk/>
            <pc:sldMk cId="1009422686" sldId="260"/>
            <ac:inkMk id="594" creationId="{4D9582BF-1FEE-FBC7-ACB7-8F412FEB8ED7}"/>
          </ac:inkMkLst>
        </pc:inkChg>
        <pc:inkChg chg="add del">
          <ac:chgData name="植田 篤俊" userId="0d2b3cda-30c1-45e3-9e5c-02c0046d67fa" providerId="ADAL" clId="{A6AB8097-671C-4783-A056-5A985F003BDF}" dt="2026-04-20T15:01:38.558" v="2946"/>
          <ac:inkMkLst>
            <pc:docMk/>
            <pc:sldMk cId="1009422686" sldId="260"/>
            <ac:inkMk id="595" creationId="{F70FF094-590A-D0AA-DAB7-63A1F3D41B57}"/>
          </ac:inkMkLst>
        </pc:inkChg>
        <pc:inkChg chg="add reco">
          <ac:chgData name="植田 篤俊" userId="0d2b3cda-30c1-45e3-9e5c-02c0046d67fa" providerId="ADAL" clId="{A6AB8097-671C-4783-A056-5A985F003BDF}" dt="2026-04-20T15:01:38.558" v="2946"/>
          <ac:inkMkLst>
            <pc:docMk/>
            <pc:sldMk cId="1009422686" sldId="260"/>
            <ac:inkMk id="596" creationId="{61C7614F-FF94-7E48-A11B-4E9472FF3ABF}"/>
          </ac:inkMkLst>
        </pc:inkChg>
        <pc:inkChg chg="add del">
          <ac:chgData name="植田 篤俊" userId="0d2b3cda-30c1-45e3-9e5c-02c0046d67fa" providerId="ADAL" clId="{A6AB8097-671C-4783-A056-5A985F003BDF}" dt="2026-04-20T15:01:49.511" v="2983"/>
          <ac:inkMkLst>
            <pc:docMk/>
            <pc:sldMk cId="1009422686" sldId="260"/>
            <ac:inkMk id="597" creationId="{47D86D89-5582-407F-7B95-B36D80EB421F}"/>
          </ac:inkMkLst>
        </pc:inkChg>
        <pc:inkChg chg="add">
          <ac:chgData name="植田 篤俊" userId="0d2b3cda-30c1-45e3-9e5c-02c0046d67fa" providerId="ADAL" clId="{A6AB8097-671C-4783-A056-5A985F003BDF}" dt="2026-04-20T15:01:40.963" v="2948"/>
          <ac:inkMkLst>
            <pc:docMk/>
            <pc:sldMk cId="1009422686" sldId="260"/>
            <ac:inkMk id="598" creationId="{644B68EE-9600-3DE7-724D-F02EF63F7D4A}"/>
          </ac:inkMkLst>
        </pc:inkChg>
        <pc:inkChg chg="add">
          <ac:chgData name="植田 篤俊" userId="0d2b3cda-30c1-45e3-9e5c-02c0046d67fa" providerId="ADAL" clId="{A6AB8097-671C-4783-A056-5A985F003BDF}" dt="2026-04-20T15:01:41.109" v="2949"/>
          <ac:inkMkLst>
            <pc:docMk/>
            <pc:sldMk cId="1009422686" sldId="260"/>
            <ac:inkMk id="599" creationId="{36696C8D-C71E-7BE9-45E2-BFE4A9D5F901}"/>
          </ac:inkMkLst>
        </pc:inkChg>
        <pc:inkChg chg="add">
          <ac:chgData name="植田 篤俊" userId="0d2b3cda-30c1-45e3-9e5c-02c0046d67fa" providerId="ADAL" clId="{A6AB8097-671C-4783-A056-5A985F003BDF}" dt="2026-04-20T15:01:41.328" v="2950"/>
          <ac:inkMkLst>
            <pc:docMk/>
            <pc:sldMk cId="1009422686" sldId="260"/>
            <ac:inkMk id="600" creationId="{B67F4BAF-86DA-5583-CA0D-D03BCC3CBB28}"/>
          </ac:inkMkLst>
        </pc:inkChg>
        <pc:inkChg chg="add">
          <ac:chgData name="植田 篤俊" userId="0d2b3cda-30c1-45e3-9e5c-02c0046d67fa" providerId="ADAL" clId="{A6AB8097-671C-4783-A056-5A985F003BDF}" dt="2026-04-20T15:01:41.528" v="2951"/>
          <ac:inkMkLst>
            <pc:docMk/>
            <pc:sldMk cId="1009422686" sldId="260"/>
            <ac:inkMk id="601" creationId="{D1E7B0A5-EF0E-371A-3767-B06469D1A16F}"/>
          </ac:inkMkLst>
        </pc:inkChg>
        <pc:inkChg chg="add">
          <ac:chgData name="植田 篤俊" userId="0d2b3cda-30c1-45e3-9e5c-02c0046d67fa" providerId="ADAL" clId="{A6AB8097-671C-4783-A056-5A985F003BDF}" dt="2026-04-20T15:01:41.642" v="2952"/>
          <ac:inkMkLst>
            <pc:docMk/>
            <pc:sldMk cId="1009422686" sldId="260"/>
            <ac:inkMk id="602" creationId="{453BBAC3-D69F-E699-5780-E1C60BAB22BE}"/>
          </ac:inkMkLst>
        </pc:inkChg>
        <pc:inkChg chg="add">
          <ac:chgData name="植田 篤俊" userId="0d2b3cda-30c1-45e3-9e5c-02c0046d67fa" providerId="ADAL" clId="{A6AB8097-671C-4783-A056-5A985F003BDF}" dt="2026-04-20T15:01:41.776" v="2953"/>
          <ac:inkMkLst>
            <pc:docMk/>
            <pc:sldMk cId="1009422686" sldId="260"/>
            <ac:inkMk id="603" creationId="{2BA58473-C38D-0052-5017-C460954655E8}"/>
          </ac:inkMkLst>
        </pc:inkChg>
        <pc:inkChg chg="add">
          <ac:chgData name="植田 篤俊" userId="0d2b3cda-30c1-45e3-9e5c-02c0046d67fa" providerId="ADAL" clId="{A6AB8097-671C-4783-A056-5A985F003BDF}" dt="2026-04-20T15:01:42.409" v="2954"/>
          <ac:inkMkLst>
            <pc:docMk/>
            <pc:sldMk cId="1009422686" sldId="260"/>
            <ac:inkMk id="604" creationId="{DD467738-0E7D-A8E8-CBBF-8C44A6261D26}"/>
          </ac:inkMkLst>
        </pc:inkChg>
        <pc:inkChg chg="add">
          <ac:chgData name="植田 篤俊" userId="0d2b3cda-30c1-45e3-9e5c-02c0046d67fa" providerId="ADAL" clId="{A6AB8097-671C-4783-A056-5A985F003BDF}" dt="2026-04-20T15:01:42.675" v="2955"/>
          <ac:inkMkLst>
            <pc:docMk/>
            <pc:sldMk cId="1009422686" sldId="260"/>
            <ac:inkMk id="605" creationId="{91083763-11B4-1E4D-9BF9-776427B76427}"/>
          </ac:inkMkLst>
        </pc:inkChg>
        <pc:inkChg chg="add">
          <ac:chgData name="植田 篤俊" userId="0d2b3cda-30c1-45e3-9e5c-02c0046d67fa" providerId="ADAL" clId="{A6AB8097-671C-4783-A056-5A985F003BDF}" dt="2026-04-20T15:01:42.824" v="2956"/>
          <ac:inkMkLst>
            <pc:docMk/>
            <pc:sldMk cId="1009422686" sldId="260"/>
            <ac:inkMk id="606" creationId="{8B6BFD21-F9E5-62B6-DC3D-24EA3123C37A}"/>
          </ac:inkMkLst>
        </pc:inkChg>
        <pc:inkChg chg="add del">
          <ac:chgData name="植田 篤俊" userId="0d2b3cda-30c1-45e3-9e5c-02c0046d67fa" providerId="ADAL" clId="{A6AB8097-671C-4783-A056-5A985F003BDF}" dt="2026-04-20T15:01:49.511" v="2983"/>
          <ac:inkMkLst>
            <pc:docMk/>
            <pc:sldMk cId="1009422686" sldId="260"/>
            <ac:inkMk id="607" creationId="{B6C1AE97-7AA2-CC37-61D4-C5F469AD6DD4}"/>
          </ac:inkMkLst>
        </pc:inkChg>
        <pc:inkChg chg="add">
          <ac:chgData name="植田 篤俊" userId="0d2b3cda-30c1-45e3-9e5c-02c0046d67fa" providerId="ADAL" clId="{A6AB8097-671C-4783-A056-5A985F003BDF}" dt="2026-04-20T15:01:43.842" v="2958"/>
          <ac:inkMkLst>
            <pc:docMk/>
            <pc:sldMk cId="1009422686" sldId="260"/>
            <ac:inkMk id="608" creationId="{C643FBA6-A608-B634-47B7-3ED2A91AABA4}"/>
          </ac:inkMkLst>
        </pc:inkChg>
        <pc:inkChg chg="add">
          <ac:chgData name="植田 篤俊" userId="0d2b3cda-30c1-45e3-9e5c-02c0046d67fa" providerId="ADAL" clId="{A6AB8097-671C-4783-A056-5A985F003BDF}" dt="2026-04-20T15:01:44.275" v="2959"/>
          <ac:inkMkLst>
            <pc:docMk/>
            <pc:sldMk cId="1009422686" sldId="260"/>
            <ac:inkMk id="609" creationId="{E4DF0F43-99E6-5D8D-1DAB-906E6D21B67E}"/>
          </ac:inkMkLst>
        </pc:inkChg>
        <pc:inkChg chg="add">
          <ac:chgData name="植田 篤俊" userId="0d2b3cda-30c1-45e3-9e5c-02c0046d67fa" providerId="ADAL" clId="{A6AB8097-671C-4783-A056-5A985F003BDF}" dt="2026-04-20T15:01:44.408" v="2960"/>
          <ac:inkMkLst>
            <pc:docMk/>
            <pc:sldMk cId="1009422686" sldId="260"/>
            <ac:inkMk id="610" creationId="{B0B26FA1-D16A-84E5-1259-AD0224E06EB9}"/>
          </ac:inkMkLst>
        </pc:inkChg>
        <pc:inkChg chg="add">
          <ac:chgData name="植田 篤俊" userId="0d2b3cda-30c1-45e3-9e5c-02c0046d67fa" providerId="ADAL" clId="{A6AB8097-671C-4783-A056-5A985F003BDF}" dt="2026-04-20T15:01:44.576" v="2961"/>
          <ac:inkMkLst>
            <pc:docMk/>
            <pc:sldMk cId="1009422686" sldId="260"/>
            <ac:inkMk id="611" creationId="{382C8291-598D-F795-8C3E-609E4B11E256}"/>
          </ac:inkMkLst>
        </pc:inkChg>
        <pc:inkChg chg="add del">
          <ac:chgData name="植田 篤俊" userId="0d2b3cda-30c1-45e3-9e5c-02c0046d67fa" providerId="ADAL" clId="{A6AB8097-671C-4783-A056-5A985F003BDF}" dt="2026-04-20T15:01:49.511" v="2983"/>
          <ac:inkMkLst>
            <pc:docMk/>
            <pc:sldMk cId="1009422686" sldId="260"/>
            <ac:inkMk id="612" creationId="{CD18B144-5E40-3330-A2E5-C661F5320A4A}"/>
          </ac:inkMkLst>
        </pc:inkChg>
        <pc:inkChg chg="add">
          <ac:chgData name="植田 篤俊" userId="0d2b3cda-30c1-45e3-9e5c-02c0046d67fa" providerId="ADAL" clId="{A6AB8097-671C-4783-A056-5A985F003BDF}" dt="2026-04-20T15:01:44.993" v="2963"/>
          <ac:inkMkLst>
            <pc:docMk/>
            <pc:sldMk cId="1009422686" sldId="260"/>
            <ac:inkMk id="613" creationId="{9B75E591-2BA5-E1BA-6917-4CBD47421B29}"/>
          </ac:inkMkLst>
        </pc:inkChg>
        <pc:inkChg chg="add">
          <ac:chgData name="植田 篤俊" userId="0d2b3cda-30c1-45e3-9e5c-02c0046d67fa" providerId="ADAL" clId="{A6AB8097-671C-4783-A056-5A985F003BDF}" dt="2026-04-20T15:01:45.126" v="2964"/>
          <ac:inkMkLst>
            <pc:docMk/>
            <pc:sldMk cId="1009422686" sldId="260"/>
            <ac:inkMk id="614" creationId="{99541653-91E1-6165-EFEA-1FC052F8DA84}"/>
          </ac:inkMkLst>
        </pc:inkChg>
        <pc:inkChg chg="add">
          <ac:chgData name="植田 篤俊" userId="0d2b3cda-30c1-45e3-9e5c-02c0046d67fa" providerId="ADAL" clId="{A6AB8097-671C-4783-A056-5A985F003BDF}" dt="2026-04-20T15:01:45.259" v="2965"/>
          <ac:inkMkLst>
            <pc:docMk/>
            <pc:sldMk cId="1009422686" sldId="260"/>
            <ac:inkMk id="615" creationId="{80CC1C80-79DD-E79A-AD76-89DD70E36B08}"/>
          </ac:inkMkLst>
        </pc:inkChg>
        <pc:inkChg chg="add del">
          <ac:chgData name="植田 篤俊" userId="0d2b3cda-30c1-45e3-9e5c-02c0046d67fa" providerId="ADAL" clId="{A6AB8097-671C-4783-A056-5A985F003BDF}" dt="2026-04-20T15:01:49.511" v="2983"/>
          <ac:inkMkLst>
            <pc:docMk/>
            <pc:sldMk cId="1009422686" sldId="260"/>
            <ac:inkMk id="616" creationId="{0AEDAD98-712A-D30A-2352-7E1094394420}"/>
          </ac:inkMkLst>
        </pc:inkChg>
        <pc:inkChg chg="add del">
          <ac:chgData name="植田 篤俊" userId="0d2b3cda-30c1-45e3-9e5c-02c0046d67fa" providerId="ADAL" clId="{A6AB8097-671C-4783-A056-5A985F003BDF}" dt="2026-04-20T15:01:49.511" v="2983"/>
          <ac:inkMkLst>
            <pc:docMk/>
            <pc:sldMk cId="1009422686" sldId="260"/>
            <ac:inkMk id="617" creationId="{40C4D320-1267-551A-073E-A3AE9482EE34}"/>
          </ac:inkMkLst>
        </pc:inkChg>
        <pc:inkChg chg="add del">
          <ac:chgData name="植田 篤俊" userId="0d2b3cda-30c1-45e3-9e5c-02c0046d67fa" providerId="ADAL" clId="{A6AB8097-671C-4783-A056-5A985F003BDF}" dt="2026-04-20T15:01:49.511" v="2983"/>
          <ac:inkMkLst>
            <pc:docMk/>
            <pc:sldMk cId="1009422686" sldId="260"/>
            <ac:inkMk id="618" creationId="{E200DFA0-29E2-FBF5-B3F8-B560DBFB6A0A}"/>
          </ac:inkMkLst>
        </pc:inkChg>
        <pc:inkChg chg="add">
          <ac:chgData name="植田 篤俊" userId="0d2b3cda-30c1-45e3-9e5c-02c0046d67fa" providerId="ADAL" clId="{A6AB8097-671C-4783-A056-5A985F003BDF}" dt="2026-04-20T15:01:46.309" v="2969"/>
          <ac:inkMkLst>
            <pc:docMk/>
            <pc:sldMk cId="1009422686" sldId="260"/>
            <ac:inkMk id="619" creationId="{7D64380D-54E2-5CE4-231A-9E890AFE994F}"/>
          </ac:inkMkLst>
        </pc:inkChg>
        <pc:inkChg chg="add">
          <ac:chgData name="植田 篤俊" userId="0d2b3cda-30c1-45e3-9e5c-02c0046d67fa" providerId="ADAL" clId="{A6AB8097-671C-4783-A056-5A985F003BDF}" dt="2026-04-20T15:01:46.493" v="2970"/>
          <ac:inkMkLst>
            <pc:docMk/>
            <pc:sldMk cId="1009422686" sldId="260"/>
            <ac:inkMk id="620" creationId="{32178CFB-10A9-870D-3953-14ADBE1122BD}"/>
          </ac:inkMkLst>
        </pc:inkChg>
        <pc:inkChg chg="add">
          <ac:chgData name="植田 篤俊" userId="0d2b3cda-30c1-45e3-9e5c-02c0046d67fa" providerId="ADAL" clId="{A6AB8097-671C-4783-A056-5A985F003BDF}" dt="2026-04-20T15:01:46.592" v="2971"/>
          <ac:inkMkLst>
            <pc:docMk/>
            <pc:sldMk cId="1009422686" sldId="260"/>
            <ac:inkMk id="621" creationId="{594C042A-41C3-4CEA-59E2-CE224B6C6FEA}"/>
          </ac:inkMkLst>
        </pc:inkChg>
        <pc:inkChg chg="add">
          <ac:chgData name="植田 篤俊" userId="0d2b3cda-30c1-45e3-9e5c-02c0046d67fa" providerId="ADAL" clId="{A6AB8097-671C-4783-A056-5A985F003BDF}" dt="2026-04-20T15:01:46.692" v="2972"/>
          <ac:inkMkLst>
            <pc:docMk/>
            <pc:sldMk cId="1009422686" sldId="260"/>
            <ac:inkMk id="622" creationId="{F272CD34-16BE-7D35-07D1-2CF6E41C59B3}"/>
          </ac:inkMkLst>
        </pc:inkChg>
        <pc:inkChg chg="add">
          <ac:chgData name="植田 篤俊" userId="0d2b3cda-30c1-45e3-9e5c-02c0046d67fa" providerId="ADAL" clId="{A6AB8097-671C-4783-A056-5A985F003BDF}" dt="2026-04-20T15:01:47.145" v="2973"/>
          <ac:inkMkLst>
            <pc:docMk/>
            <pc:sldMk cId="1009422686" sldId="260"/>
            <ac:inkMk id="623" creationId="{CB2CB7A4-A900-2533-8100-445A175AD03A}"/>
          </ac:inkMkLst>
        </pc:inkChg>
        <pc:inkChg chg="add del">
          <ac:chgData name="植田 篤俊" userId="0d2b3cda-30c1-45e3-9e5c-02c0046d67fa" providerId="ADAL" clId="{A6AB8097-671C-4783-A056-5A985F003BDF}" dt="2026-04-20T15:01:49.511" v="2983"/>
          <ac:inkMkLst>
            <pc:docMk/>
            <pc:sldMk cId="1009422686" sldId="260"/>
            <ac:inkMk id="624" creationId="{6FC68B01-4C56-C1CB-2F9B-B6B36FAAA087}"/>
          </ac:inkMkLst>
        </pc:inkChg>
        <pc:inkChg chg="add">
          <ac:chgData name="植田 篤俊" userId="0d2b3cda-30c1-45e3-9e5c-02c0046d67fa" providerId="ADAL" clId="{A6AB8097-671C-4783-A056-5A985F003BDF}" dt="2026-04-20T15:01:47.409" v="2975"/>
          <ac:inkMkLst>
            <pc:docMk/>
            <pc:sldMk cId="1009422686" sldId="260"/>
            <ac:inkMk id="625" creationId="{B7BBB7C5-14BC-58C7-1677-473F26283BBA}"/>
          </ac:inkMkLst>
        </pc:inkChg>
        <pc:inkChg chg="add del">
          <ac:chgData name="植田 篤俊" userId="0d2b3cda-30c1-45e3-9e5c-02c0046d67fa" providerId="ADAL" clId="{A6AB8097-671C-4783-A056-5A985F003BDF}" dt="2026-04-20T15:01:49.511" v="2983"/>
          <ac:inkMkLst>
            <pc:docMk/>
            <pc:sldMk cId="1009422686" sldId="260"/>
            <ac:inkMk id="626" creationId="{E9FAAFAF-E418-6803-4C56-51BCA5606E92}"/>
          </ac:inkMkLst>
        </pc:inkChg>
        <pc:inkChg chg="add del">
          <ac:chgData name="植田 篤俊" userId="0d2b3cda-30c1-45e3-9e5c-02c0046d67fa" providerId="ADAL" clId="{A6AB8097-671C-4783-A056-5A985F003BDF}" dt="2026-04-20T15:01:49.511" v="2983"/>
          <ac:inkMkLst>
            <pc:docMk/>
            <pc:sldMk cId="1009422686" sldId="260"/>
            <ac:inkMk id="627" creationId="{9C6B5E20-EA6E-FEC5-8EE0-EE534A79A801}"/>
          </ac:inkMkLst>
        </pc:inkChg>
        <pc:inkChg chg="add">
          <ac:chgData name="植田 篤俊" userId="0d2b3cda-30c1-45e3-9e5c-02c0046d67fa" providerId="ADAL" clId="{A6AB8097-671C-4783-A056-5A985F003BDF}" dt="2026-04-20T15:01:48.091" v="2978"/>
          <ac:inkMkLst>
            <pc:docMk/>
            <pc:sldMk cId="1009422686" sldId="260"/>
            <ac:inkMk id="628" creationId="{537B8890-4B09-D122-5DE8-910FB2CAEADC}"/>
          </ac:inkMkLst>
        </pc:inkChg>
        <pc:inkChg chg="add del">
          <ac:chgData name="植田 篤俊" userId="0d2b3cda-30c1-45e3-9e5c-02c0046d67fa" providerId="ADAL" clId="{A6AB8097-671C-4783-A056-5A985F003BDF}" dt="2026-04-20T15:01:49.511" v="2983"/>
          <ac:inkMkLst>
            <pc:docMk/>
            <pc:sldMk cId="1009422686" sldId="260"/>
            <ac:inkMk id="629" creationId="{E67B1FD3-42B2-5664-05D3-989F6D391F2D}"/>
          </ac:inkMkLst>
        </pc:inkChg>
        <pc:inkChg chg="add">
          <ac:chgData name="植田 篤俊" userId="0d2b3cda-30c1-45e3-9e5c-02c0046d67fa" providerId="ADAL" clId="{A6AB8097-671C-4783-A056-5A985F003BDF}" dt="2026-04-20T15:01:48.509" v="2980"/>
          <ac:inkMkLst>
            <pc:docMk/>
            <pc:sldMk cId="1009422686" sldId="260"/>
            <ac:inkMk id="630" creationId="{A16A67D8-0512-9C78-9241-E939F4F1B4E1}"/>
          </ac:inkMkLst>
        </pc:inkChg>
        <pc:inkChg chg="add">
          <ac:chgData name="植田 篤俊" userId="0d2b3cda-30c1-45e3-9e5c-02c0046d67fa" providerId="ADAL" clId="{A6AB8097-671C-4783-A056-5A985F003BDF}" dt="2026-04-20T15:01:48.624" v="2981"/>
          <ac:inkMkLst>
            <pc:docMk/>
            <pc:sldMk cId="1009422686" sldId="260"/>
            <ac:inkMk id="631" creationId="{66F7B880-6967-3A87-42D7-AA8DEBC9BB7B}"/>
          </ac:inkMkLst>
        </pc:inkChg>
        <pc:inkChg chg="add">
          <ac:chgData name="植田 篤俊" userId="0d2b3cda-30c1-45e3-9e5c-02c0046d67fa" providerId="ADAL" clId="{A6AB8097-671C-4783-A056-5A985F003BDF}" dt="2026-04-20T15:01:48.946" v="2982"/>
          <ac:inkMkLst>
            <pc:docMk/>
            <pc:sldMk cId="1009422686" sldId="260"/>
            <ac:inkMk id="632" creationId="{D1727BF2-78B4-CD37-2F56-AA0430AD8163}"/>
          </ac:inkMkLst>
        </pc:inkChg>
        <pc:inkChg chg="mod modStrokes">
          <ac:chgData name="植田 篤俊" userId="0d2b3cda-30c1-45e3-9e5c-02c0046d67fa" providerId="ADAL" clId="{A6AB8097-671C-4783-A056-5A985F003BDF}" dt="2026-04-20T15:02:56.606" v="3008"/>
          <ac:inkMkLst>
            <pc:docMk/>
            <pc:sldMk cId="1009422686" sldId="260"/>
            <ac:inkMk id="642" creationId="{128F398B-66AD-E884-0349-52BA4BE973EB}"/>
          </ac:inkMkLst>
        </pc:inkChg>
        <pc:inkChg chg="mod modStrokes">
          <ac:chgData name="植田 篤俊" userId="0d2b3cda-30c1-45e3-9e5c-02c0046d67fa" providerId="ADAL" clId="{A6AB8097-671C-4783-A056-5A985F003BDF}" dt="2026-04-20T15:02:49.170" v="2995"/>
          <ac:inkMkLst>
            <pc:docMk/>
            <pc:sldMk cId="1009422686" sldId="260"/>
            <ac:inkMk id="643" creationId="{60D9EFDA-4153-0B18-C4F6-6478CFF2E588}"/>
          </ac:inkMkLst>
        </pc:inkChg>
        <pc:inkChg chg="mod modStrokes">
          <ac:chgData name="植田 篤俊" userId="0d2b3cda-30c1-45e3-9e5c-02c0046d67fa" providerId="ADAL" clId="{A6AB8097-671C-4783-A056-5A985F003BDF}" dt="2026-04-20T15:02:54.285" v="3003"/>
          <ac:inkMkLst>
            <pc:docMk/>
            <pc:sldMk cId="1009422686" sldId="260"/>
            <ac:inkMk id="655" creationId="{4CB64F80-F66F-4F67-DCCA-8BA0AF004344}"/>
          </ac:inkMkLst>
        </pc:inkChg>
        <pc:inkChg chg="del">
          <ac:chgData name="植田 篤俊" userId="0d2b3cda-30c1-45e3-9e5c-02c0046d67fa" providerId="ADAL" clId="{A6AB8097-671C-4783-A056-5A985F003BDF}" dt="2026-04-20T15:02:55.387" v="3005"/>
          <ac:inkMkLst>
            <pc:docMk/>
            <pc:sldMk cId="1009422686" sldId="260"/>
            <ac:inkMk id="657" creationId="{29CC9092-529C-CBD4-5976-7B99CF01ED4C}"/>
          </ac:inkMkLst>
        </pc:inkChg>
        <pc:inkChg chg="del">
          <ac:chgData name="植田 篤俊" userId="0d2b3cda-30c1-45e3-9e5c-02c0046d67fa" providerId="ADAL" clId="{A6AB8097-671C-4783-A056-5A985F003BDF}" dt="2026-04-20T15:03:02.531" v="3018"/>
          <ac:inkMkLst>
            <pc:docMk/>
            <pc:sldMk cId="1009422686" sldId="260"/>
            <ac:inkMk id="658" creationId="{8FD46A30-57C0-F55E-D8FF-5ACB32AD015F}"/>
          </ac:inkMkLst>
        </pc:inkChg>
        <pc:inkChg chg="del">
          <ac:chgData name="植田 篤俊" userId="0d2b3cda-30c1-45e3-9e5c-02c0046d67fa" providerId="ADAL" clId="{A6AB8097-671C-4783-A056-5A985F003BDF}" dt="2026-04-20T15:03:02.533" v="3020"/>
          <ac:inkMkLst>
            <pc:docMk/>
            <pc:sldMk cId="1009422686" sldId="260"/>
            <ac:inkMk id="659" creationId="{397DA275-9A7B-F510-4737-DBDE17961E5B}"/>
          </ac:inkMkLst>
        </pc:inkChg>
        <pc:inkChg chg="del">
          <ac:chgData name="植田 篤俊" userId="0d2b3cda-30c1-45e3-9e5c-02c0046d67fa" providerId="ADAL" clId="{A6AB8097-671C-4783-A056-5A985F003BDF}" dt="2026-04-20T15:03:02.532" v="3019"/>
          <ac:inkMkLst>
            <pc:docMk/>
            <pc:sldMk cId="1009422686" sldId="260"/>
            <ac:inkMk id="660" creationId="{E1395B67-570A-9D75-B946-275C5AF4B1A3}"/>
          </ac:inkMkLst>
        </pc:inkChg>
        <pc:inkChg chg="del">
          <ac:chgData name="植田 篤俊" userId="0d2b3cda-30c1-45e3-9e5c-02c0046d67fa" providerId="ADAL" clId="{A6AB8097-671C-4783-A056-5A985F003BDF}" dt="2026-04-20T15:03:02.529" v="3017"/>
          <ac:inkMkLst>
            <pc:docMk/>
            <pc:sldMk cId="1009422686" sldId="260"/>
            <ac:inkMk id="661" creationId="{A6D388B5-7E2D-76E3-A85A-6E44428CEEEF}"/>
          </ac:inkMkLst>
        </pc:inkChg>
        <pc:inkChg chg="del">
          <ac:chgData name="植田 篤俊" userId="0d2b3cda-30c1-45e3-9e5c-02c0046d67fa" providerId="ADAL" clId="{A6AB8097-671C-4783-A056-5A985F003BDF}" dt="2026-04-20T15:03:02.527" v="3016"/>
          <ac:inkMkLst>
            <pc:docMk/>
            <pc:sldMk cId="1009422686" sldId="260"/>
            <ac:inkMk id="662" creationId="{8E8299A1-4FA3-8C93-B2F3-A8C392CBF5FD}"/>
          </ac:inkMkLst>
        </pc:inkChg>
        <pc:inkChg chg="del">
          <ac:chgData name="植田 篤俊" userId="0d2b3cda-30c1-45e3-9e5c-02c0046d67fa" providerId="ADAL" clId="{A6AB8097-671C-4783-A056-5A985F003BDF}" dt="2026-04-20T15:03:05.023" v="3028"/>
          <ac:inkMkLst>
            <pc:docMk/>
            <pc:sldMk cId="1009422686" sldId="260"/>
            <ac:inkMk id="663" creationId="{B79D993B-372D-3623-FF5E-3EC26F674E7F}"/>
          </ac:inkMkLst>
        </pc:inkChg>
        <pc:inkChg chg="del">
          <ac:chgData name="植田 篤俊" userId="0d2b3cda-30c1-45e3-9e5c-02c0046d67fa" providerId="ADAL" clId="{A6AB8097-671C-4783-A056-5A985F003BDF}" dt="2026-04-20T15:03:04.937" v="3026"/>
          <ac:inkMkLst>
            <pc:docMk/>
            <pc:sldMk cId="1009422686" sldId="260"/>
            <ac:inkMk id="664" creationId="{EF001B16-6E9D-2EB5-A74F-7E0DA427B101}"/>
          </ac:inkMkLst>
        </pc:inkChg>
        <pc:inkChg chg="del">
          <ac:chgData name="植田 篤俊" userId="0d2b3cda-30c1-45e3-9e5c-02c0046d67fa" providerId="ADAL" clId="{A6AB8097-671C-4783-A056-5A985F003BDF}" dt="2026-04-20T15:03:04.960" v="3027"/>
          <ac:inkMkLst>
            <pc:docMk/>
            <pc:sldMk cId="1009422686" sldId="260"/>
            <ac:inkMk id="665" creationId="{DBFD1AAB-C19B-768E-95A3-026F1AA5CBBC}"/>
          </ac:inkMkLst>
        </pc:inkChg>
        <pc:inkChg chg="del">
          <ac:chgData name="植田 篤俊" userId="0d2b3cda-30c1-45e3-9e5c-02c0046d67fa" providerId="ADAL" clId="{A6AB8097-671C-4783-A056-5A985F003BDF}" dt="2026-04-20T15:03:03.579" v="3022"/>
          <ac:inkMkLst>
            <pc:docMk/>
            <pc:sldMk cId="1009422686" sldId="260"/>
            <ac:inkMk id="666" creationId="{B32FF5DC-35D6-DDE9-E27B-9439F32B0E4B}"/>
          </ac:inkMkLst>
        </pc:inkChg>
        <pc:inkChg chg="del">
          <ac:chgData name="植田 篤俊" userId="0d2b3cda-30c1-45e3-9e5c-02c0046d67fa" providerId="ADAL" clId="{A6AB8097-671C-4783-A056-5A985F003BDF}" dt="2026-04-20T15:03:03.503" v="3021"/>
          <ac:inkMkLst>
            <pc:docMk/>
            <pc:sldMk cId="1009422686" sldId="260"/>
            <ac:inkMk id="667" creationId="{832E3D49-14DA-7AD6-5E5D-6E701C006245}"/>
          </ac:inkMkLst>
        </pc:inkChg>
        <pc:inkChg chg="del">
          <ac:chgData name="植田 篤俊" userId="0d2b3cda-30c1-45e3-9e5c-02c0046d67fa" providerId="ADAL" clId="{A6AB8097-671C-4783-A056-5A985F003BDF}" dt="2026-04-20T15:03:03.896" v="3025"/>
          <ac:inkMkLst>
            <pc:docMk/>
            <pc:sldMk cId="1009422686" sldId="260"/>
            <ac:inkMk id="668" creationId="{85CE8A9E-7A61-4ECC-3B5C-D1F67FBF6E4D}"/>
          </ac:inkMkLst>
        </pc:inkChg>
        <pc:inkChg chg="del">
          <ac:chgData name="植田 篤俊" userId="0d2b3cda-30c1-45e3-9e5c-02c0046d67fa" providerId="ADAL" clId="{A6AB8097-671C-4783-A056-5A985F003BDF}" dt="2026-04-20T15:03:03.642" v="3023"/>
          <ac:inkMkLst>
            <pc:docMk/>
            <pc:sldMk cId="1009422686" sldId="260"/>
            <ac:inkMk id="669" creationId="{EE845611-EBAD-4FC1-6B35-36C80BA418FD}"/>
          </ac:inkMkLst>
        </pc:inkChg>
        <pc:inkChg chg="del">
          <ac:chgData name="植田 篤俊" userId="0d2b3cda-30c1-45e3-9e5c-02c0046d67fa" providerId="ADAL" clId="{A6AB8097-671C-4783-A056-5A985F003BDF}" dt="2026-04-20T15:03:03.832" v="3024"/>
          <ac:inkMkLst>
            <pc:docMk/>
            <pc:sldMk cId="1009422686" sldId="260"/>
            <ac:inkMk id="670" creationId="{E2E8C101-02F5-BC9F-34CE-2475EFF58AF2}"/>
          </ac:inkMkLst>
        </pc:inkChg>
        <pc:inkChg chg="del">
          <ac:chgData name="植田 篤俊" userId="0d2b3cda-30c1-45e3-9e5c-02c0046d67fa" providerId="ADAL" clId="{A6AB8097-671C-4783-A056-5A985F003BDF}" dt="2026-04-20T15:03:05.214" v="3029"/>
          <ac:inkMkLst>
            <pc:docMk/>
            <pc:sldMk cId="1009422686" sldId="260"/>
            <ac:inkMk id="671" creationId="{64FB4C05-B3F0-4D17-E007-9D2B9C7505D7}"/>
          </ac:inkMkLst>
        </pc:inkChg>
        <pc:inkChg chg="del mod modStrokes">
          <ac:chgData name="植田 篤俊" userId="0d2b3cda-30c1-45e3-9e5c-02c0046d67fa" providerId="ADAL" clId="{A6AB8097-671C-4783-A056-5A985F003BDF}" dt="2026-04-20T15:02:50.403" v="2997"/>
          <ac:inkMkLst>
            <pc:docMk/>
            <pc:sldMk cId="1009422686" sldId="260"/>
            <ac:inkMk id="672" creationId="{AA0A42DC-4584-336C-494D-3B1F92CD0F95}"/>
          </ac:inkMkLst>
        </pc:inkChg>
        <pc:inkChg chg="mod modStrokes">
          <ac:chgData name="植田 篤俊" userId="0d2b3cda-30c1-45e3-9e5c-02c0046d67fa" providerId="ADAL" clId="{A6AB8097-671C-4783-A056-5A985F003BDF}" dt="2026-04-20T15:02:57.036" v="3010"/>
          <ac:inkMkLst>
            <pc:docMk/>
            <pc:sldMk cId="1009422686" sldId="260"/>
            <ac:inkMk id="673" creationId="{6A670FD4-3C2B-735D-E935-F24673687EA8}"/>
          </ac:inkMkLst>
        </pc:inkChg>
      </pc:sldChg>
      <pc:sldChg chg="addSp delSp modSp mod">
        <pc:chgData name="植田 篤俊" userId="0d2b3cda-30c1-45e3-9e5c-02c0046d67fa" providerId="ADAL" clId="{A6AB8097-671C-4783-A056-5A985F003BDF}" dt="2026-04-20T15:22:30.571" v="4015"/>
        <pc:sldMkLst>
          <pc:docMk/>
          <pc:sldMk cId="942900471" sldId="261"/>
        </pc:sldMkLst>
        <pc:inkChg chg="add">
          <ac:chgData name="植田 篤俊" userId="0d2b3cda-30c1-45e3-9e5c-02c0046d67fa" providerId="ADAL" clId="{A6AB8097-671C-4783-A056-5A985F003BDF}" dt="2026-04-20T15:04:03.450" v="3086"/>
          <ac:inkMkLst>
            <pc:docMk/>
            <pc:sldMk cId="942900471" sldId="261"/>
            <ac:inkMk id="2" creationId="{A70D1F26-046F-CC66-8162-A9A87029B410}"/>
          </ac:inkMkLst>
        </pc:inkChg>
        <pc:inkChg chg="add">
          <ac:chgData name="植田 篤俊" userId="0d2b3cda-30c1-45e3-9e5c-02c0046d67fa" providerId="ADAL" clId="{A6AB8097-671C-4783-A056-5A985F003BDF}" dt="2026-04-20T15:04:03.716" v="3087"/>
          <ac:inkMkLst>
            <pc:docMk/>
            <pc:sldMk cId="942900471" sldId="261"/>
            <ac:inkMk id="3" creationId="{7B9C7C4B-2C0A-3533-1D4C-1285BD576FCD}"/>
          </ac:inkMkLst>
        </pc:inkChg>
        <pc:inkChg chg="add del">
          <ac:chgData name="植田 篤俊" userId="0d2b3cda-30c1-45e3-9e5c-02c0046d67fa" providerId="ADAL" clId="{A6AB8097-671C-4783-A056-5A985F003BDF}" dt="2026-04-20T15:04:08.673" v="3104"/>
          <ac:inkMkLst>
            <pc:docMk/>
            <pc:sldMk cId="942900471" sldId="261"/>
            <ac:inkMk id="4" creationId="{49DD1E4F-7384-C4FC-79B6-3115F0BB4593}"/>
          </ac:inkMkLst>
        </pc:inkChg>
        <pc:inkChg chg="add">
          <ac:chgData name="植田 篤俊" userId="0d2b3cda-30c1-45e3-9e5c-02c0046d67fa" providerId="ADAL" clId="{A6AB8097-671C-4783-A056-5A985F003BDF}" dt="2026-04-20T15:04:04.182" v="3089"/>
          <ac:inkMkLst>
            <pc:docMk/>
            <pc:sldMk cId="942900471" sldId="261"/>
            <ac:inkMk id="5" creationId="{15064E25-3E88-F92D-F411-FD2C3281FF34}"/>
          </ac:inkMkLst>
        </pc:inkChg>
        <pc:inkChg chg="add del">
          <ac:chgData name="植田 篤俊" userId="0d2b3cda-30c1-45e3-9e5c-02c0046d67fa" providerId="ADAL" clId="{A6AB8097-671C-4783-A056-5A985F003BDF}" dt="2026-04-20T15:05:11.331" v="3105"/>
          <ac:inkMkLst>
            <pc:docMk/>
            <pc:sldMk cId="942900471" sldId="261"/>
            <ac:inkMk id="6" creationId="{14B58D61-1211-144E-D32D-4FE2A2379042}"/>
          </ac:inkMkLst>
        </pc:inkChg>
        <pc:inkChg chg="add del">
          <ac:chgData name="植田 篤俊" userId="0d2b3cda-30c1-45e3-9e5c-02c0046d67fa" providerId="ADAL" clId="{A6AB8097-671C-4783-A056-5A985F003BDF}" dt="2026-04-20T15:04:08.673" v="3104"/>
          <ac:inkMkLst>
            <pc:docMk/>
            <pc:sldMk cId="942900471" sldId="261"/>
            <ac:inkMk id="7" creationId="{A2DD3E5C-D851-8040-DF15-CD351D8F7065}"/>
          </ac:inkMkLst>
        </pc:inkChg>
        <pc:inkChg chg="add">
          <ac:chgData name="植田 篤俊" userId="0d2b3cda-30c1-45e3-9e5c-02c0046d67fa" providerId="ADAL" clId="{A6AB8097-671C-4783-A056-5A985F003BDF}" dt="2026-04-20T15:04:05.630" v="3092"/>
          <ac:inkMkLst>
            <pc:docMk/>
            <pc:sldMk cId="942900471" sldId="261"/>
            <ac:inkMk id="8" creationId="{3C4F7B5B-7EB7-EAD8-30C0-CA366C16F2FC}"/>
          </ac:inkMkLst>
        </pc:inkChg>
        <pc:inkChg chg="add del">
          <ac:chgData name="植田 篤俊" userId="0d2b3cda-30c1-45e3-9e5c-02c0046d67fa" providerId="ADAL" clId="{A6AB8097-671C-4783-A056-5A985F003BDF}" dt="2026-04-20T15:04:08.673" v="3104"/>
          <ac:inkMkLst>
            <pc:docMk/>
            <pc:sldMk cId="942900471" sldId="261"/>
            <ac:inkMk id="9" creationId="{62F023B1-6AC7-1685-A6F6-219625066C68}"/>
          </ac:inkMkLst>
        </pc:inkChg>
        <pc:inkChg chg="add del">
          <ac:chgData name="植田 篤俊" userId="0d2b3cda-30c1-45e3-9e5c-02c0046d67fa" providerId="ADAL" clId="{A6AB8097-671C-4783-A056-5A985F003BDF}" dt="2026-04-20T15:04:08.673" v="3104"/>
          <ac:inkMkLst>
            <pc:docMk/>
            <pc:sldMk cId="942900471" sldId="261"/>
            <ac:inkMk id="10" creationId="{71D35D98-E10E-0B49-DE8A-1F5800FDD4A1}"/>
          </ac:inkMkLst>
        </pc:inkChg>
        <pc:inkChg chg="add">
          <ac:chgData name="植田 篤俊" userId="0d2b3cda-30c1-45e3-9e5c-02c0046d67fa" providerId="ADAL" clId="{A6AB8097-671C-4783-A056-5A985F003BDF}" dt="2026-04-20T15:04:06.129" v="3095"/>
          <ac:inkMkLst>
            <pc:docMk/>
            <pc:sldMk cId="942900471" sldId="261"/>
            <ac:inkMk id="11" creationId="{D9CF06DC-24B8-C5B0-2BE4-D49F680D3626}"/>
          </ac:inkMkLst>
        </pc:inkChg>
        <pc:inkChg chg="add del">
          <ac:chgData name="植田 篤俊" userId="0d2b3cda-30c1-45e3-9e5c-02c0046d67fa" providerId="ADAL" clId="{A6AB8097-671C-4783-A056-5A985F003BDF}" dt="2026-04-20T15:04:08.673" v="3104"/>
          <ac:inkMkLst>
            <pc:docMk/>
            <pc:sldMk cId="942900471" sldId="261"/>
            <ac:inkMk id="12" creationId="{D44F5369-3454-0996-9813-A36E7C4AF842}"/>
          </ac:inkMkLst>
        </pc:inkChg>
        <pc:inkChg chg="add del">
          <ac:chgData name="植田 篤俊" userId="0d2b3cda-30c1-45e3-9e5c-02c0046d67fa" providerId="ADAL" clId="{A6AB8097-671C-4783-A056-5A985F003BDF}" dt="2026-04-20T15:04:08.673" v="3104"/>
          <ac:inkMkLst>
            <pc:docMk/>
            <pc:sldMk cId="942900471" sldId="261"/>
            <ac:inkMk id="14" creationId="{6E2FBED7-4A2F-B99B-74DD-44C5F8644661}"/>
          </ac:inkMkLst>
        </pc:inkChg>
        <pc:inkChg chg="add del">
          <ac:chgData name="植田 篤俊" userId="0d2b3cda-30c1-45e3-9e5c-02c0046d67fa" providerId="ADAL" clId="{A6AB8097-671C-4783-A056-5A985F003BDF}" dt="2026-04-20T15:04:08.673" v="3104"/>
          <ac:inkMkLst>
            <pc:docMk/>
            <pc:sldMk cId="942900471" sldId="261"/>
            <ac:inkMk id="15" creationId="{3312DF04-3FAD-7BC4-14E5-701C02EF3EE9}"/>
          </ac:inkMkLst>
        </pc:inkChg>
        <pc:inkChg chg="add">
          <ac:chgData name="植田 篤俊" userId="0d2b3cda-30c1-45e3-9e5c-02c0046d67fa" providerId="ADAL" clId="{A6AB8097-671C-4783-A056-5A985F003BDF}" dt="2026-04-20T15:04:07.280" v="3099"/>
          <ac:inkMkLst>
            <pc:docMk/>
            <pc:sldMk cId="942900471" sldId="261"/>
            <ac:inkMk id="16" creationId="{A52E2E61-BC73-2A18-FD96-B08F5799AA98}"/>
          </ac:inkMkLst>
        </pc:inkChg>
        <pc:inkChg chg="add">
          <ac:chgData name="植田 篤俊" userId="0d2b3cda-30c1-45e3-9e5c-02c0046d67fa" providerId="ADAL" clId="{A6AB8097-671C-4783-A056-5A985F003BDF}" dt="2026-04-20T15:04:07.546" v="3100"/>
          <ac:inkMkLst>
            <pc:docMk/>
            <pc:sldMk cId="942900471" sldId="261"/>
            <ac:inkMk id="17" creationId="{5EE01CA2-1CBB-DEA2-D067-C3F96E0FBA9B}"/>
          </ac:inkMkLst>
        </pc:inkChg>
        <pc:inkChg chg="add del">
          <ac:chgData name="植田 篤俊" userId="0d2b3cda-30c1-45e3-9e5c-02c0046d67fa" providerId="ADAL" clId="{A6AB8097-671C-4783-A056-5A985F003BDF}" dt="2026-04-20T15:04:08.673" v="3104"/>
          <ac:inkMkLst>
            <pc:docMk/>
            <pc:sldMk cId="942900471" sldId="261"/>
            <ac:inkMk id="18" creationId="{7B2F5838-1D93-7B99-88B3-AA5F79F877AE}"/>
          </ac:inkMkLst>
        </pc:inkChg>
        <pc:inkChg chg="add">
          <ac:chgData name="植田 篤俊" userId="0d2b3cda-30c1-45e3-9e5c-02c0046d67fa" providerId="ADAL" clId="{A6AB8097-671C-4783-A056-5A985F003BDF}" dt="2026-04-20T15:04:07.979" v="3102"/>
          <ac:inkMkLst>
            <pc:docMk/>
            <pc:sldMk cId="942900471" sldId="261"/>
            <ac:inkMk id="19" creationId="{5E40AC43-D360-524C-52FB-DC0ED2452382}"/>
          </ac:inkMkLst>
        </pc:inkChg>
        <pc:inkChg chg="add del">
          <ac:chgData name="植田 篤俊" userId="0d2b3cda-30c1-45e3-9e5c-02c0046d67fa" providerId="ADAL" clId="{A6AB8097-671C-4783-A056-5A985F003BDF}" dt="2026-04-20T15:05:11.335" v="3107"/>
          <ac:inkMkLst>
            <pc:docMk/>
            <pc:sldMk cId="942900471" sldId="261"/>
            <ac:inkMk id="20" creationId="{D8FBB081-7DC9-74AE-39CF-124F5A4F3E60}"/>
          </ac:inkMkLst>
        </pc:inkChg>
        <pc:inkChg chg="add del reco">
          <ac:chgData name="植田 篤俊" userId="0d2b3cda-30c1-45e3-9e5c-02c0046d67fa" providerId="ADAL" clId="{A6AB8097-671C-4783-A056-5A985F003BDF}" dt="2026-04-20T15:05:11.333" v="3106"/>
          <ac:inkMkLst>
            <pc:docMk/>
            <pc:sldMk cId="942900471" sldId="261"/>
            <ac:inkMk id="21" creationId="{E3B1EAB1-9E60-6958-D00F-768A2D6F5C48}"/>
          </ac:inkMkLst>
        </pc:inkChg>
        <pc:inkChg chg="del">
          <ac:chgData name="植田 篤俊" userId="0d2b3cda-30c1-45e3-9e5c-02c0046d67fa" providerId="ADAL" clId="{A6AB8097-671C-4783-A056-5A985F003BDF}" dt="2026-04-20T15:05:11.337" v="3109"/>
          <ac:inkMkLst>
            <pc:docMk/>
            <pc:sldMk cId="942900471" sldId="261"/>
            <ac:inkMk id="22" creationId="{5C5A3C4E-6A33-AD65-892A-8757CEB3ACE7}"/>
          </ac:inkMkLst>
        </pc:inkChg>
        <pc:inkChg chg="add del mod reco modStrokes">
          <ac:chgData name="植田 篤俊" userId="0d2b3cda-30c1-45e3-9e5c-02c0046d67fa" providerId="ADAL" clId="{A6AB8097-671C-4783-A056-5A985F003BDF}" dt="2026-04-20T15:05:11.908" v="3110"/>
          <ac:inkMkLst>
            <pc:docMk/>
            <pc:sldMk cId="942900471" sldId="261"/>
            <ac:inkMk id="23" creationId="{A89BC801-8176-DBAF-DD1F-6497A4B0BB17}"/>
          </ac:inkMkLst>
        </pc:inkChg>
        <pc:inkChg chg="add del">
          <ac:chgData name="植田 篤俊" userId="0d2b3cda-30c1-45e3-9e5c-02c0046d67fa" providerId="ADAL" clId="{A6AB8097-671C-4783-A056-5A985F003BDF}" dt="2026-04-20T15:05:18.025" v="3117"/>
          <ac:inkMkLst>
            <pc:docMk/>
            <pc:sldMk cId="942900471" sldId="261"/>
            <ac:inkMk id="24" creationId="{003459B0-7BC2-0D2E-79A2-67B30911AE35}"/>
          </ac:inkMkLst>
        </pc:inkChg>
        <pc:inkChg chg="add del">
          <ac:chgData name="植田 篤俊" userId="0d2b3cda-30c1-45e3-9e5c-02c0046d67fa" providerId="ADAL" clId="{A6AB8097-671C-4783-A056-5A985F003BDF}" dt="2026-04-20T15:05:18.025" v="3117"/>
          <ac:inkMkLst>
            <pc:docMk/>
            <pc:sldMk cId="942900471" sldId="261"/>
            <ac:inkMk id="25" creationId="{EA467A87-706A-87BA-59E8-F43AA24E94F8}"/>
          </ac:inkMkLst>
        </pc:inkChg>
        <pc:inkChg chg="add del">
          <ac:chgData name="植田 篤俊" userId="0d2b3cda-30c1-45e3-9e5c-02c0046d67fa" providerId="ADAL" clId="{A6AB8097-671C-4783-A056-5A985F003BDF}" dt="2026-04-20T15:05:18.025" v="3117"/>
          <ac:inkMkLst>
            <pc:docMk/>
            <pc:sldMk cId="942900471" sldId="261"/>
            <ac:inkMk id="26" creationId="{E129B6C6-E118-B605-FBF3-BDAC783B9A84}"/>
          </ac:inkMkLst>
        </pc:inkChg>
        <pc:inkChg chg="add del">
          <ac:chgData name="植田 篤俊" userId="0d2b3cda-30c1-45e3-9e5c-02c0046d67fa" providerId="ADAL" clId="{A6AB8097-671C-4783-A056-5A985F003BDF}" dt="2026-04-20T15:05:18.025" v="3117"/>
          <ac:inkMkLst>
            <pc:docMk/>
            <pc:sldMk cId="942900471" sldId="261"/>
            <ac:inkMk id="27" creationId="{C26AB491-4B0D-EF03-2CCA-FB91F1AB9132}"/>
          </ac:inkMkLst>
        </pc:inkChg>
        <pc:inkChg chg="add del">
          <ac:chgData name="植田 篤俊" userId="0d2b3cda-30c1-45e3-9e5c-02c0046d67fa" providerId="ADAL" clId="{A6AB8097-671C-4783-A056-5A985F003BDF}" dt="2026-04-20T15:05:18.025" v="3117"/>
          <ac:inkMkLst>
            <pc:docMk/>
            <pc:sldMk cId="942900471" sldId="261"/>
            <ac:inkMk id="28" creationId="{CD20644C-34FE-9D4B-110E-570E1C5C0CBE}"/>
          </ac:inkMkLst>
        </pc:inkChg>
        <pc:inkChg chg="add del">
          <ac:chgData name="植田 篤俊" userId="0d2b3cda-30c1-45e3-9e5c-02c0046d67fa" providerId="ADAL" clId="{A6AB8097-671C-4783-A056-5A985F003BDF}" dt="2026-04-20T15:05:18.025" v="3117"/>
          <ac:inkMkLst>
            <pc:docMk/>
            <pc:sldMk cId="942900471" sldId="261"/>
            <ac:inkMk id="29" creationId="{F93F8260-B79C-8977-017B-944A88D16C06}"/>
          </ac:inkMkLst>
        </pc:inkChg>
        <pc:inkChg chg="add reco">
          <ac:chgData name="植田 篤俊" userId="0d2b3cda-30c1-45e3-9e5c-02c0046d67fa" providerId="ADAL" clId="{A6AB8097-671C-4783-A056-5A985F003BDF}" dt="2026-04-20T15:05:18.025" v="3117"/>
          <ac:inkMkLst>
            <pc:docMk/>
            <pc:sldMk cId="942900471" sldId="261"/>
            <ac:inkMk id="30" creationId="{66CC7CDA-3035-695C-4888-5CA585EC2880}"/>
          </ac:inkMkLst>
        </pc:inkChg>
        <pc:inkChg chg="add reco">
          <ac:chgData name="植田 篤俊" userId="0d2b3cda-30c1-45e3-9e5c-02c0046d67fa" providerId="ADAL" clId="{A6AB8097-671C-4783-A056-5A985F003BDF}" dt="2026-04-20T15:05:18.025" v="3117"/>
          <ac:inkMkLst>
            <pc:docMk/>
            <pc:sldMk cId="942900471" sldId="261"/>
            <ac:inkMk id="31" creationId="{17CA1ABA-22A8-3C4A-03B6-795672D445D5}"/>
          </ac:inkMkLst>
        </pc:inkChg>
        <pc:inkChg chg="add del">
          <ac:chgData name="植田 篤俊" userId="0d2b3cda-30c1-45e3-9e5c-02c0046d67fa" providerId="ADAL" clId="{A6AB8097-671C-4783-A056-5A985F003BDF}" dt="2026-04-20T15:05:51.736" v="3122"/>
          <ac:inkMkLst>
            <pc:docMk/>
            <pc:sldMk cId="942900471" sldId="261"/>
            <ac:inkMk id="32" creationId="{D29279FA-70E4-6EF4-A959-790372236F8B}"/>
          </ac:inkMkLst>
        </pc:inkChg>
        <pc:inkChg chg="add del">
          <ac:chgData name="植田 篤俊" userId="0d2b3cda-30c1-45e3-9e5c-02c0046d67fa" providerId="ADAL" clId="{A6AB8097-671C-4783-A056-5A985F003BDF}" dt="2026-04-20T15:05:51.736" v="3122"/>
          <ac:inkMkLst>
            <pc:docMk/>
            <pc:sldMk cId="942900471" sldId="261"/>
            <ac:inkMk id="33" creationId="{2F3B22A0-A2A7-744B-9226-9C0062994779}"/>
          </ac:inkMkLst>
        </pc:inkChg>
        <pc:inkChg chg="add del">
          <ac:chgData name="植田 篤俊" userId="0d2b3cda-30c1-45e3-9e5c-02c0046d67fa" providerId="ADAL" clId="{A6AB8097-671C-4783-A056-5A985F003BDF}" dt="2026-04-20T15:05:51.736" v="3122"/>
          <ac:inkMkLst>
            <pc:docMk/>
            <pc:sldMk cId="942900471" sldId="261"/>
            <ac:inkMk id="34" creationId="{3AB03E7A-29D2-E005-9E56-66EF3C715775}"/>
          </ac:inkMkLst>
        </pc:inkChg>
        <pc:inkChg chg="add del">
          <ac:chgData name="植田 篤俊" userId="0d2b3cda-30c1-45e3-9e5c-02c0046d67fa" providerId="ADAL" clId="{A6AB8097-671C-4783-A056-5A985F003BDF}" dt="2026-04-20T15:05:51.736" v="3122"/>
          <ac:inkMkLst>
            <pc:docMk/>
            <pc:sldMk cId="942900471" sldId="261"/>
            <ac:inkMk id="35" creationId="{B6E97E36-F27D-1640-569C-A2CB5783EF35}"/>
          </ac:inkMkLst>
        </pc:inkChg>
        <pc:inkChg chg="add del reco">
          <ac:chgData name="植田 篤俊" userId="0d2b3cda-30c1-45e3-9e5c-02c0046d67fa" providerId="ADAL" clId="{A6AB8097-671C-4783-A056-5A985F003BDF}" dt="2026-04-20T15:05:54.040" v="3123"/>
          <ac:inkMkLst>
            <pc:docMk/>
            <pc:sldMk cId="942900471" sldId="261"/>
            <ac:inkMk id="36" creationId="{6B2AA7BF-F760-906F-010D-F5586511BA99}"/>
          </ac:inkMkLst>
        </pc:inkChg>
        <pc:inkChg chg="add del">
          <ac:chgData name="植田 篤俊" userId="0d2b3cda-30c1-45e3-9e5c-02c0046d67fa" providerId="ADAL" clId="{A6AB8097-671C-4783-A056-5A985F003BDF}" dt="2026-04-20T15:05:56.223" v="3128"/>
          <ac:inkMkLst>
            <pc:docMk/>
            <pc:sldMk cId="942900471" sldId="261"/>
            <ac:inkMk id="37" creationId="{330FD97D-DACD-4946-53E9-30B0FF3D141F}"/>
          </ac:inkMkLst>
        </pc:inkChg>
        <pc:inkChg chg="add del">
          <ac:chgData name="植田 篤俊" userId="0d2b3cda-30c1-45e3-9e5c-02c0046d67fa" providerId="ADAL" clId="{A6AB8097-671C-4783-A056-5A985F003BDF}" dt="2026-04-20T15:05:56.223" v="3128"/>
          <ac:inkMkLst>
            <pc:docMk/>
            <pc:sldMk cId="942900471" sldId="261"/>
            <ac:inkMk id="38" creationId="{D97F0576-534C-523A-B7A3-320CA1C6BA5F}"/>
          </ac:inkMkLst>
        </pc:inkChg>
        <pc:inkChg chg="add del">
          <ac:chgData name="植田 篤俊" userId="0d2b3cda-30c1-45e3-9e5c-02c0046d67fa" providerId="ADAL" clId="{A6AB8097-671C-4783-A056-5A985F003BDF}" dt="2026-04-20T15:05:56.223" v="3128"/>
          <ac:inkMkLst>
            <pc:docMk/>
            <pc:sldMk cId="942900471" sldId="261"/>
            <ac:inkMk id="39" creationId="{61988C82-5F1A-1981-E857-41736CEC94CA}"/>
          </ac:inkMkLst>
        </pc:inkChg>
        <pc:inkChg chg="add del">
          <ac:chgData name="植田 篤俊" userId="0d2b3cda-30c1-45e3-9e5c-02c0046d67fa" providerId="ADAL" clId="{A6AB8097-671C-4783-A056-5A985F003BDF}" dt="2026-04-20T15:05:56.223" v="3128"/>
          <ac:inkMkLst>
            <pc:docMk/>
            <pc:sldMk cId="942900471" sldId="261"/>
            <ac:inkMk id="40" creationId="{656857BB-3812-7B7C-5D24-6F2A859DF689}"/>
          </ac:inkMkLst>
        </pc:inkChg>
        <pc:inkChg chg="add del reco">
          <ac:chgData name="植田 篤俊" userId="0d2b3cda-30c1-45e3-9e5c-02c0046d67fa" providerId="ADAL" clId="{A6AB8097-671C-4783-A056-5A985F003BDF}" dt="2026-04-20T15:08:29.829" v="3280"/>
          <ac:inkMkLst>
            <pc:docMk/>
            <pc:sldMk cId="942900471" sldId="261"/>
            <ac:inkMk id="41" creationId="{D51DD84B-A045-F21A-0145-4DCC323D65A8}"/>
          </ac:inkMkLst>
        </pc:inkChg>
        <pc:inkChg chg="add del">
          <ac:chgData name="植田 篤俊" userId="0d2b3cda-30c1-45e3-9e5c-02c0046d67fa" providerId="ADAL" clId="{A6AB8097-671C-4783-A056-5A985F003BDF}" dt="2026-04-20T15:08:29.823" v="3272"/>
          <ac:inkMkLst>
            <pc:docMk/>
            <pc:sldMk cId="942900471" sldId="261"/>
            <ac:inkMk id="42" creationId="{68E55773-BEF6-6BB3-B372-D15F3EE1E56D}"/>
          </ac:inkMkLst>
        </pc:inkChg>
        <pc:inkChg chg="add del">
          <ac:chgData name="植田 篤俊" userId="0d2b3cda-30c1-45e3-9e5c-02c0046d67fa" providerId="ADAL" clId="{A6AB8097-671C-4783-A056-5A985F003BDF}" dt="2026-04-20T15:06:00.222" v="3139"/>
          <ac:inkMkLst>
            <pc:docMk/>
            <pc:sldMk cId="942900471" sldId="261"/>
            <ac:inkMk id="43" creationId="{79B4309F-5065-DA96-8A7F-A6169F2BA92B}"/>
          </ac:inkMkLst>
        </pc:inkChg>
        <pc:inkChg chg="add del">
          <ac:chgData name="植田 篤俊" userId="0d2b3cda-30c1-45e3-9e5c-02c0046d67fa" providerId="ADAL" clId="{A6AB8097-671C-4783-A056-5A985F003BDF}" dt="2026-04-20T15:06:00.222" v="3139"/>
          <ac:inkMkLst>
            <pc:docMk/>
            <pc:sldMk cId="942900471" sldId="261"/>
            <ac:inkMk id="44" creationId="{ADF53CAD-79A8-C20E-6EED-3D07CDF5D8E8}"/>
          </ac:inkMkLst>
        </pc:inkChg>
        <pc:inkChg chg="add del">
          <ac:chgData name="植田 篤俊" userId="0d2b3cda-30c1-45e3-9e5c-02c0046d67fa" providerId="ADAL" clId="{A6AB8097-671C-4783-A056-5A985F003BDF}" dt="2026-04-20T15:06:00.222" v="3139"/>
          <ac:inkMkLst>
            <pc:docMk/>
            <pc:sldMk cId="942900471" sldId="261"/>
            <ac:inkMk id="45" creationId="{CFB6ACB0-11B0-1C63-B0FC-927D25A690B9}"/>
          </ac:inkMkLst>
        </pc:inkChg>
        <pc:inkChg chg="add del">
          <ac:chgData name="植田 篤俊" userId="0d2b3cda-30c1-45e3-9e5c-02c0046d67fa" providerId="ADAL" clId="{A6AB8097-671C-4783-A056-5A985F003BDF}" dt="2026-04-20T15:06:00.222" v="3139"/>
          <ac:inkMkLst>
            <pc:docMk/>
            <pc:sldMk cId="942900471" sldId="261"/>
            <ac:inkMk id="46" creationId="{75EE2076-A6BF-B3F0-BBFA-94C9179BFAB1}"/>
          </ac:inkMkLst>
        </pc:inkChg>
        <pc:inkChg chg="add del">
          <ac:chgData name="植田 篤俊" userId="0d2b3cda-30c1-45e3-9e5c-02c0046d67fa" providerId="ADAL" clId="{A6AB8097-671C-4783-A056-5A985F003BDF}" dt="2026-04-20T15:06:00.222" v="3139"/>
          <ac:inkMkLst>
            <pc:docMk/>
            <pc:sldMk cId="942900471" sldId="261"/>
            <ac:inkMk id="47" creationId="{E755B75C-B2A4-7465-A11C-BA9C2E1C5AB1}"/>
          </ac:inkMkLst>
        </pc:inkChg>
        <pc:inkChg chg="add del">
          <ac:chgData name="植田 篤俊" userId="0d2b3cda-30c1-45e3-9e5c-02c0046d67fa" providerId="ADAL" clId="{A6AB8097-671C-4783-A056-5A985F003BDF}" dt="2026-04-20T15:06:00.222" v="3139"/>
          <ac:inkMkLst>
            <pc:docMk/>
            <pc:sldMk cId="942900471" sldId="261"/>
            <ac:inkMk id="48" creationId="{8252C37A-BDEF-39CB-ECEA-A41920AC15BF}"/>
          </ac:inkMkLst>
        </pc:inkChg>
        <pc:inkChg chg="add del">
          <ac:chgData name="植田 篤俊" userId="0d2b3cda-30c1-45e3-9e5c-02c0046d67fa" providerId="ADAL" clId="{A6AB8097-671C-4783-A056-5A985F003BDF}" dt="2026-04-20T15:06:00.222" v="3139"/>
          <ac:inkMkLst>
            <pc:docMk/>
            <pc:sldMk cId="942900471" sldId="261"/>
            <ac:inkMk id="49" creationId="{C3596FB4-B91C-A388-407D-1E68E6D3D0F2}"/>
          </ac:inkMkLst>
        </pc:inkChg>
        <pc:inkChg chg="add del">
          <ac:chgData name="植田 篤俊" userId="0d2b3cda-30c1-45e3-9e5c-02c0046d67fa" providerId="ADAL" clId="{A6AB8097-671C-4783-A056-5A985F003BDF}" dt="2026-04-20T15:06:00.222" v="3139"/>
          <ac:inkMkLst>
            <pc:docMk/>
            <pc:sldMk cId="942900471" sldId="261"/>
            <ac:inkMk id="50" creationId="{C83D4B64-6604-8628-4D71-2374CD216E1E}"/>
          </ac:inkMkLst>
        </pc:inkChg>
        <pc:inkChg chg="add del">
          <ac:chgData name="植田 篤俊" userId="0d2b3cda-30c1-45e3-9e5c-02c0046d67fa" providerId="ADAL" clId="{A6AB8097-671C-4783-A056-5A985F003BDF}" dt="2026-04-20T15:06:00.222" v="3139"/>
          <ac:inkMkLst>
            <pc:docMk/>
            <pc:sldMk cId="942900471" sldId="261"/>
            <ac:inkMk id="51" creationId="{D2ACAC2F-D4CD-A577-6AE8-B04288FCD878}"/>
          </ac:inkMkLst>
        </pc:inkChg>
        <pc:inkChg chg="add del reco">
          <ac:chgData name="植田 篤俊" userId="0d2b3cda-30c1-45e3-9e5c-02c0046d67fa" providerId="ADAL" clId="{A6AB8097-671C-4783-A056-5A985F003BDF}" dt="2026-04-20T15:08:29.822" v="3270"/>
          <ac:inkMkLst>
            <pc:docMk/>
            <pc:sldMk cId="942900471" sldId="261"/>
            <ac:inkMk id="52" creationId="{DCF9701A-C649-F297-0049-14501195CCEF}"/>
          </ac:inkMkLst>
        </pc:inkChg>
        <pc:inkChg chg="add del">
          <ac:chgData name="植田 篤俊" userId="0d2b3cda-30c1-45e3-9e5c-02c0046d67fa" providerId="ADAL" clId="{A6AB8097-671C-4783-A056-5A985F003BDF}" dt="2026-04-20T15:08:29.824" v="3274"/>
          <ac:inkMkLst>
            <pc:docMk/>
            <pc:sldMk cId="942900471" sldId="261"/>
            <ac:inkMk id="53" creationId="{731DBBF3-A2A8-1603-41C5-8057C0F5AC5E}"/>
          </ac:inkMkLst>
        </pc:inkChg>
        <pc:inkChg chg="add del">
          <ac:chgData name="植田 篤俊" userId="0d2b3cda-30c1-45e3-9e5c-02c0046d67fa" providerId="ADAL" clId="{A6AB8097-671C-4783-A056-5A985F003BDF}" dt="2026-04-20T15:06:07.437" v="3149"/>
          <ac:inkMkLst>
            <pc:docMk/>
            <pc:sldMk cId="942900471" sldId="261"/>
            <ac:inkMk id="54" creationId="{6CA2496C-A743-D966-DF21-6B1E0CD30F02}"/>
          </ac:inkMkLst>
        </pc:inkChg>
        <pc:inkChg chg="add del">
          <ac:chgData name="植田 篤俊" userId="0d2b3cda-30c1-45e3-9e5c-02c0046d67fa" providerId="ADAL" clId="{A6AB8097-671C-4783-A056-5A985F003BDF}" dt="2026-04-20T15:06:07.437" v="3149"/>
          <ac:inkMkLst>
            <pc:docMk/>
            <pc:sldMk cId="942900471" sldId="261"/>
            <ac:inkMk id="55" creationId="{2E47B7F3-9103-6102-8E01-C7DDE844B85F}"/>
          </ac:inkMkLst>
        </pc:inkChg>
        <pc:inkChg chg="add del">
          <ac:chgData name="植田 篤俊" userId="0d2b3cda-30c1-45e3-9e5c-02c0046d67fa" providerId="ADAL" clId="{A6AB8097-671C-4783-A056-5A985F003BDF}" dt="2026-04-20T15:06:07.437" v="3149"/>
          <ac:inkMkLst>
            <pc:docMk/>
            <pc:sldMk cId="942900471" sldId="261"/>
            <ac:inkMk id="56" creationId="{34F0501A-0852-32AF-90C1-04A6D51499A2}"/>
          </ac:inkMkLst>
        </pc:inkChg>
        <pc:inkChg chg="add del">
          <ac:chgData name="植田 篤俊" userId="0d2b3cda-30c1-45e3-9e5c-02c0046d67fa" providerId="ADAL" clId="{A6AB8097-671C-4783-A056-5A985F003BDF}" dt="2026-04-20T15:06:07.437" v="3149"/>
          <ac:inkMkLst>
            <pc:docMk/>
            <pc:sldMk cId="942900471" sldId="261"/>
            <ac:inkMk id="57" creationId="{BE5ADDB3-795B-47AC-C0E9-75D84D692A50}"/>
          </ac:inkMkLst>
        </pc:inkChg>
        <pc:inkChg chg="add del">
          <ac:chgData name="植田 篤俊" userId="0d2b3cda-30c1-45e3-9e5c-02c0046d67fa" providerId="ADAL" clId="{A6AB8097-671C-4783-A056-5A985F003BDF}" dt="2026-04-20T15:06:07.437" v="3149"/>
          <ac:inkMkLst>
            <pc:docMk/>
            <pc:sldMk cId="942900471" sldId="261"/>
            <ac:inkMk id="58" creationId="{C3C344EB-CB55-7615-9461-6E15258812A5}"/>
          </ac:inkMkLst>
        </pc:inkChg>
        <pc:inkChg chg="add del">
          <ac:chgData name="植田 篤俊" userId="0d2b3cda-30c1-45e3-9e5c-02c0046d67fa" providerId="ADAL" clId="{A6AB8097-671C-4783-A056-5A985F003BDF}" dt="2026-04-20T15:06:07.437" v="3149"/>
          <ac:inkMkLst>
            <pc:docMk/>
            <pc:sldMk cId="942900471" sldId="261"/>
            <ac:inkMk id="59" creationId="{0BFBDB76-69FD-7AF2-05FC-E0C7E1B682A5}"/>
          </ac:inkMkLst>
        </pc:inkChg>
        <pc:inkChg chg="add del">
          <ac:chgData name="植田 篤俊" userId="0d2b3cda-30c1-45e3-9e5c-02c0046d67fa" providerId="ADAL" clId="{A6AB8097-671C-4783-A056-5A985F003BDF}" dt="2026-04-20T15:06:07.437" v="3149"/>
          <ac:inkMkLst>
            <pc:docMk/>
            <pc:sldMk cId="942900471" sldId="261"/>
            <ac:inkMk id="60" creationId="{6AB68FD8-B012-7E78-17A9-6E1A68D83569}"/>
          </ac:inkMkLst>
        </pc:inkChg>
        <pc:inkChg chg="add del">
          <ac:chgData name="植田 篤俊" userId="0d2b3cda-30c1-45e3-9e5c-02c0046d67fa" providerId="ADAL" clId="{A6AB8097-671C-4783-A056-5A985F003BDF}" dt="2026-04-20T15:06:07.437" v="3149"/>
          <ac:inkMkLst>
            <pc:docMk/>
            <pc:sldMk cId="942900471" sldId="261"/>
            <ac:inkMk id="61" creationId="{15DF6366-4118-3B94-D5BB-0F43382D1DF0}"/>
          </ac:inkMkLst>
        </pc:inkChg>
        <pc:inkChg chg="add del reco">
          <ac:chgData name="植田 篤俊" userId="0d2b3cda-30c1-45e3-9e5c-02c0046d67fa" providerId="ADAL" clId="{A6AB8097-671C-4783-A056-5A985F003BDF}" dt="2026-04-20T15:08:29.828" v="3278"/>
          <ac:inkMkLst>
            <pc:docMk/>
            <pc:sldMk cId="942900471" sldId="261"/>
            <ac:inkMk id="62" creationId="{50CE8B36-6120-544F-F803-209384457C6E}"/>
          </ac:inkMkLst>
        </pc:inkChg>
        <pc:inkChg chg="add del">
          <ac:chgData name="植田 篤俊" userId="0d2b3cda-30c1-45e3-9e5c-02c0046d67fa" providerId="ADAL" clId="{A6AB8097-671C-4783-A056-5A985F003BDF}" dt="2026-04-20T15:06:11.158" v="3158"/>
          <ac:inkMkLst>
            <pc:docMk/>
            <pc:sldMk cId="942900471" sldId="261"/>
            <ac:inkMk id="63" creationId="{C58CB3E0-AF8A-F0B5-C18F-4948477FAB35}"/>
          </ac:inkMkLst>
        </pc:inkChg>
        <pc:inkChg chg="add del">
          <ac:chgData name="植田 篤俊" userId="0d2b3cda-30c1-45e3-9e5c-02c0046d67fa" providerId="ADAL" clId="{A6AB8097-671C-4783-A056-5A985F003BDF}" dt="2026-04-20T15:06:11.158" v="3158"/>
          <ac:inkMkLst>
            <pc:docMk/>
            <pc:sldMk cId="942900471" sldId="261"/>
            <ac:inkMk id="64" creationId="{86861B92-EA34-883C-B420-786BAC31D622}"/>
          </ac:inkMkLst>
        </pc:inkChg>
        <pc:inkChg chg="add del">
          <ac:chgData name="植田 篤俊" userId="0d2b3cda-30c1-45e3-9e5c-02c0046d67fa" providerId="ADAL" clId="{A6AB8097-671C-4783-A056-5A985F003BDF}" dt="2026-04-20T15:06:11.158" v="3158"/>
          <ac:inkMkLst>
            <pc:docMk/>
            <pc:sldMk cId="942900471" sldId="261"/>
            <ac:inkMk id="65" creationId="{C8A407D5-8D57-9D57-85E4-C51E3B4D526C}"/>
          </ac:inkMkLst>
        </pc:inkChg>
        <pc:inkChg chg="add del">
          <ac:chgData name="植田 篤俊" userId="0d2b3cda-30c1-45e3-9e5c-02c0046d67fa" providerId="ADAL" clId="{A6AB8097-671C-4783-A056-5A985F003BDF}" dt="2026-04-20T15:06:11.158" v="3158"/>
          <ac:inkMkLst>
            <pc:docMk/>
            <pc:sldMk cId="942900471" sldId="261"/>
            <ac:inkMk id="66" creationId="{F5179FBE-32E8-A29C-77BE-0B6A232CB36B}"/>
          </ac:inkMkLst>
        </pc:inkChg>
        <pc:inkChg chg="add del">
          <ac:chgData name="植田 篤俊" userId="0d2b3cda-30c1-45e3-9e5c-02c0046d67fa" providerId="ADAL" clId="{A6AB8097-671C-4783-A056-5A985F003BDF}" dt="2026-04-20T15:06:11.158" v="3158"/>
          <ac:inkMkLst>
            <pc:docMk/>
            <pc:sldMk cId="942900471" sldId="261"/>
            <ac:inkMk id="67" creationId="{388AF09D-A36A-788D-E6A4-A6C5F9365EC8}"/>
          </ac:inkMkLst>
        </pc:inkChg>
        <pc:inkChg chg="add del">
          <ac:chgData name="植田 篤俊" userId="0d2b3cda-30c1-45e3-9e5c-02c0046d67fa" providerId="ADAL" clId="{A6AB8097-671C-4783-A056-5A985F003BDF}" dt="2026-04-20T15:06:11.158" v="3158"/>
          <ac:inkMkLst>
            <pc:docMk/>
            <pc:sldMk cId="942900471" sldId="261"/>
            <ac:inkMk id="68" creationId="{0CDCB095-9764-06E0-AD39-78719A2563D6}"/>
          </ac:inkMkLst>
        </pc:inkChg>
        <pc:inkChg chg="add del">
          <ac:chgData name="植田 篤俊" userId="0d2b3cda-30c1-45e3-9e5c-02c0046d67fa" providerId="ADAL" clId="{A6AB8097-671C-4783-A056-5A985F003BDF}" dt="2026-04-20T15:06:11.158" v="3158"/>
          <ac:inkMkLst>
            <pc:docMk/>
            <pc:sldMk cId="942900471" sldId="261"/>
            <ac:inkMk id="69" creationId="{11133750-4BC9-6C8C-875F-D2A1770A405A}"/>
          </ac:inkMkLst>
        </pc:inkChg>
        <pc:inkChg chg="add del">
          <ac:chgData name="植田 篤俊" userId="0d2b3cda-30c1-45e3-9e5c-02c0046d67fa" providerId="ADAL" clId="{A6AB8097-671C-4783-A056-5A985F003BDF}" dt="2026-04-20T15:06:11.158" v="3158"/>
          <ac:inkMkLst>
            <pc:docMk/>
            <pc:sldMk cId="942900471" sldId="261"/>
            <ac:inkMk id="70" creationId="{9E9FDE9F-D547-D5AE-E4C0-31FD38FFAA2F}"/>
          </ac:inkMkLst>
        </pc:inkChg>
        <pc:inkChg chg="add del reco">
          <ac:chgData name="植田 篤俊" userId="0d2b3cda-30c1-45e3-9e5c-02c0046d67fa" providerId="ADAL" clId="{A6AB8097-671C-4783-A056-5A985F003BDF}" dt="2026-04-20T15:08:29.821" v="3269"/>
          <ac:inkMkLst>
            <pc:docMk/>
            <pc:sldMk cId="942900471" sldId="261"/>
            <ac:inkMk id="71" creationId="{83E94AD6-9E73-EF7E-512A-A7FDB04FF40E}"/>
          </ac:inkMkLst>
        </pc:inkChg>
        <pc:inkChg chg="add del">
          <ac:chgData name="植田 篤俊" userId="0d2b3cda-30c1-45e3-9e5c-02c0046d67fa" providerId="ADAL" clId="{A6AB8097-671C-4783-A056-5A985F003BDF}" dt="2026-04-20T15:06:15.393" v="3164"/>
          <ac:inkMkLst>
            <pc:docMk/>
            <pc:sldMk cId="942900471" sldId="261"/>
            <ac:inkMk id="72" creationId="{8F6519E2-FAB8-6C75-B90F-5AF9E0284A52}"/>
          </ac:inkMkLst>
        </pc:inkChg>
        <pc:inkChg chg="add del">
          <ac:chgData name="植田 篤俊" userId="0d2b3cda-30c1-45e3-9e5c-02c0046d67fa" providerId="ADAL" clId="{A6AB8097-671C-4783-A056-5A985F003BDF}" dt="2026-04-20T15:06:15.393" v="3164"/>
          <ac:inkMkLst>
            <pc:docMk/>
            <pc:sldMk cId="942900471" sldId="261"/>
            <ac:inkMk id="73" creationId="{C553302B-61FD-897C-5BCB-91EAC36B3AF5}"/>
          </ac:inkMkLst>
        </pc:inkChg>
        <pc:inkChg chg="add del">
          <ac:chgData name="植田 篤俊" userId="0d2b3cda-30c1-45e3-9e5c-02c0046d67fa" providerId="ADAL" clId="{A6AB8097-671C-4783-A056-5A985F003BDF}" dt="2026-04-20T15:06:15.393" v="3164"/>
          <ac:inkMkLst>
            <pc:docMk/>
            <pc:sldMk cId="942900471" sldId="261"/>
            <ac:inkMk id="74" creationId="{50B93C62-B2C6-CDC4-49EE-7D45FDC1AFB4}"/>
          </ac:inkMkLst>
        </pc:inkChg>
        <pc:inkChg chg="add del">
          <ac:chgData name="植田 篤俊" userId="0d2b3cda-30c1-45e3-9e5c-02c0046d67fa" providerId="ADAL" clId="{A6AB8097-671C-4783-A056-5A985F003BDF}" dt="2026-04-20T15:06:15.393" v="3164"/>
          <ac:inkMkLst>
            <pc:docMk/>
            <pc:sldMk cId="942900471" sldId="261"/>
            <ac:inkMk id="75" creationId="{A0B3B47C-A14C-D5DD-798D-A8E03A833133}"/>
          </ac:inkMkLst>
        </pc:inkChg>
        <pc:inkChg chg="add del">
          <ac:chgData name="植田 篤俊" userId="0d2b3cda-30c1-45e3-9e5c-02c0046d67fa" providerId="ADAL" clId="{A6AB8097-671C-4783-A056-5A985F003BDF}" dt="2026-04-20T15:06:15.393" v="3164"/>
          <ac:inkMkLst>
            <pc:docMk/>
            <pc:sldMk cId="942900471" sldId="261"/>
            <ac:inkMk id="76" creationId="{B1453694-D317-4989-84F8-60A568AE31E6}"/>
          </ac:inkMkLst>
        </pc:inkChg>
        <pc:inkChg chg="add del reco">
          <ac:chgData name="植田 篤俊" userId="0d2b3cda-30c1-45e3-9e5c-02c0046d67fa" providerId="ADAL" clId="{A6AB8097-671C-4783-A056-5A985F003BDF}" dt="2026-04-20T15:08:29.819" v="3267"/>
          <ac:inkMkLst>
            <pc:docMk/>
            <pc:sldMk cId="942900471" sldId="261"/>
            <ac:inkMk id="77" creationId="{27F91667-296B-8123-CD7C-D46196A794C2}"/>
          </ac:inkMkLst>
        </pc:inkChg>
        <pc:inkChg chg="add del">
          <ac:chgData name="植田 篤俊" userId="0d2b3cda-30c1-45e3-9e5c-02c0046d67fa" providerId="ADAL" clId="{A6AB8097-671C-4783-A056-5A985F003BDF}" dt="2026-04-20T15:06:16.647" v="3167"/>
          <ac:inkMkLst>
            <pc:docMk/>
            <pc:sldMk cId="942900471" sldId="261"/>
            <ac:inkMk id="78" creationId="{3568E843-9894-5478-6D15-6F6111E84393}"/>
          </ac:inkMkLst>
        </pc:inkChg>
        <pc:inkChg chg="add del">
          <ac:chgData name="植田 篤俊" userId="0d2b3cda-30c1-45e3-9e5c-02c0046d67fa" providerId="ADAL" clId="{A6AB8097-671C-4783-A056-5A985F003BDF}" dt="2026-04-20T15:06:16.647" v="3167"/>
          <ac:inkMkLst>
            <pc:docMk/>
            <pc:sldMk cId="942900471" sldId="261"/>
            <ac:inkMk id="79" creationId="{E6B59C93-C01B-42B8-DDA3-38B6840AB142}"/>
          </ac:inkMkLst>
        </pc:inkChg>
        <pc:inkChg chg="add del reco">
          <ac:chgData name="植田 篤俊" userId="0d2b3cda-30c1-45e3-9e5c-02c0046d67fa" providerId="ADAL" clId="{A6AB8097-671C-4783-A056-5A985F003BDF}" dt="2026-04-20T15:08:29.829" v="3279"/>
          <ac:inkMkLst>
            <pc:docMk/>
            <pc:sldMk cId="942900471" sldId="261"/>
            <ac:inkMk id="80" creationId="{39D5C493-63DB-14C8-3885-C22DBF7EE9F9}"/>
          </ac:inkMkLst>
        </pc:inkChg>
        <pc:inkChg chg="add del">
          <ac:chgData name="植田 篤俊" userId="0d2b3cda-30c1-45e3-9e5c-02c0046d67fa" providerId="ADAL" clId="{A6AB8097-671C-4783-A056-5A985F003BDF}" dt="2026-04-20T15:08:29.818" v="3265"/>
          <ac:inkMkLst>
            <pc:docMk/>
            <pc:sldMk cId="942900471" sldId="261"/>
            <ac:inkMk id="81" creationId="{D3C23DBB-9EDC-4454-3BE7-3A4A4611D2D7}"/>
          </ac:inkMkLst>
        </pc:inkChg>
        <pc:inkChg chg="add del">
          <ac:chgData name="植田 篤俊" userId="0d2b3cda-30c1-45e3-9e5c-02c0046d67fa" providerId="ADAL" clId="{A6AB8097-671C-4783-A056-5A985F003BDF}" dt="2026-04-20T15:08:29.820" v="3268"/>
          <ac:inkMkLst>
            <pc:docMk/>
            <pc:sldMk cId="942900471" sldId="261"/>
            <ac:inkMk id="82" creationId="{19791250-13B0-C7BF-C4EE-0414EF86577A}"/>
          </ac:inkMkLst>
        </pc:inkChg>
        <pc:inkChg chg="add del">
          <ac:chgData name="植田 篤俊" userId="0d2b3cda-30c1-45e3-9e5c-02c0046d67fa" providerId="ADAL" clId="{A6AB8097-671C-4783-A056-5A985F003BDF}" dt="2026-04-20T15:06:23.103" v="3180"/>
          <ac:inkMkLst>
            <pc:docMk/>
            <pc:sldMk cId="942900471" sldId="261"/>
            <ac:inkMk id="83" creationId="{34E42A30-5781-5599-7510-997679A872B4}"/>
          </ac:inkMkLst>
        </pc:inkChg>
        <pc:inkChg chg="add del">
          <ac:chgData name="植田 篤俊" userId="0d2b3cda-30c1-45e3-9e5c-02c0046d67fa" providerId="ADAL" clId="{A6AB8097-671C-4783-A056-5A985F003BDF}" dt="2026-04-20T15:06:23.103" v="3180"/>
          <ac:inkMkLst>
            <pc:docMk/>
            <pc:sldMk cId="942900471" sldId="261"/>
            <ac:inkMk id="84" creationId="{6C823F7B-F460-1F39-4D2F-E1AB1DBBFD6E}"/>
          </ac:inkMkLst>
        </pc:inkChg>
        <pc:inkChg chg="add">
          <ac:chgData name="植田 篤俊" userId="0d2b3cda-30c1-45e3-9e5c-02c0046d67fa" providerId="ADAL" clId="{A6AB8097-671C-4783-A056-5A985F003BDF}" dt="2026-04-20T15:06:20.338" v="3172"/>
          <ac:inkMkLst>
            <pc:docMk/>
            <pc:sldMk cId="942900471" sldId="261"/>
            <ac:inkMk id="85" creationId="{8C0AE3D9-F821-5EC7-696B-24E9C5872345}"/>
          </ac:inkMkLst>
        </pc:inkChg>
        <pc:inkChg chg="add del">
          <ac:chgData name="植田 篤俊" userId="0d2b3cda-30c1-45e3-9e5c-02c0046d67fa" providerId="ADAL" clId="{A6AB8097-671C-4783-A056-5A985F003BDF}" dt="2026-04-20T15:06:23.103" v="3180"/>
          <ac:inkMkLst>
            <pc:docMk/>
            <pc:sldMk cId="942900471" sldId="261"/>
            <ac:inkMk id="86" creationId="{4FD06437-D420-A239-AE47-846C773BA577}"/>
          </ac:inkMkLst>
        </pc:inkChg>
        <pc:inkChg chg="add del">
          <ac:chgData name="植田 篤俊" userId="0d2b3cda-30c1-45e3-9e5c-02c0046d67fa" providerId="ADAL" clId="{A6AB8097-671C-4783-A056-5A985F003BDF}" dt="2026-04-20T15:06:23.103" v="3180"/>
          <ac:inkMkLst>
            <pc:docMk/>
            <pc:sldMk cId="942900471" sldId="261"/>
            <ac:inkMk id="87" creationId="{87CC3F2C-7A72-501F-938E-47733BA50236}"/>
          </ac:inkMkLst>
        </pc:inkChg>
        <pc:inkChg chg="add del">
          <ac:chgData name="植田 篤俊" userId="0d2b3cda-30c1-45e3-9e5c-02c0046d67fa" providerId="ADAL" clId="{A6AB8097-671C-4783-A056-5A985F003BDF}" dt="2026-04-20T15:06:23.103" v="3180"/>
          <ac:inkMkLst>
            <pc:docMk/>
            <pc:sldMk cId="942900471" sldId="261"/>
            <ac:inkMk id="88" creationId="{A6C34C6B-1BD3-BFD7-48E5-A5707E27DD52}"/>
          </ac:inkMkLst>
        </pc:inkChg>
        <pc:inkChg chg="add del">
          <ac:chgData name="植田 篤俊" userId="0d2b3cda-30c1-45e3-9e5c-02c0046d67fa" providerId="ADAL" clId="{A6AB8097-671C-4783-A056-5A985F003BDF}" dt="2026-04-20T15:06:23.103" v="3180"/>
          <ac:inkMkLst>
            <pc:docMk/>
            <pc:sldMk cId="942900471" sldId="261"/>
            <ac:inkMk id="89" creationId="{34A0927B-0A4E-4189-D9C1-F744D8DF46EB}"/>
          </ac:inkMkLst>
        </pc:inkChg>
        <pc:inkChg chg="add del">
          <ac:chgData name="植田 篤俊" userId="0d2b3cda-30c1-45e3-9e5c-02c0046d67fa" providerId="ADAL" clId="{A6AB8097-671C-4783-A056-5A985F003BDF}" dt="2026-04-20T15:06:23.103" v="3180"/>
          <ac:inkMkLst>
            <pc:docMk/>
            <pc:sldMk cId="942900471" sldId="261"/>
            <ac:inkMk id="90" creationId="{8377B4D7-4884-0DD6-3894-73531C47D031}"/>
          </ac:inkMkLst>
        </pc:inkChg>
        <pc:inkChg chg="add del">
          <ac:chgData name="植田 篤俊" userId="0d2b3cda-30c1-45e3-9e5c-02c0046d67fa" providerId="ADAL" clId="{A6AB8097-671C-4783-A056-5A985F003BDF}" dt="2026-04-20T15:06:23.103" v="3180"/>
          <ac:inkMkLst>
            <pc:docMk/>
            <pc:sldMk cId="942900471" sldId="261"/>
            <ac:inkMk id="91" creationId="{CE1970A4-E326-5DF6-25C0-0E949E134977}"/>
          </ac:inkMkLst>
        </pc:inkChg>
        <pc:inkChg chg="add del">
          <ac:chgData name="植田 篤俊" userId="0d2b3cda-30c1-45e3-9e5c-02c0046d67fa" providerId="ADAL" clId="{A6AB8097-671C-4783-A056-5A985F003BDF}" dt="2026-04-20T15:06:23.103" v="3180"/>
          <ac:inkMkLst>
            <pc:docMk/>
            <pc:sldMk cId="942900471" sldId="261"/>
            <ac:inkMk id="92" creationId="{E8EAA6E6-60BB-DB11-EA29-2164E61981F0}"/>
          </ac:inkMkLst>
        </pc:inkChg>
        <pc:inkChg chg="add del reco">
          <ac:chgData name="植田 篤俊" userId="0d2b3cda-30c1-45e3-9e5c-02c0046d67fa" providerId="ADAL" clId="{A6AB8097-671C-4783-A056-5A985F003BDF}" dt="2026-04-20T15:08:29.825" v="3275"/>
          <ac:inkMkLst>
            <pc:docMk/>
            <pc:sldMk cId="942900471" sldId="261"/>
            <ac:inkMk id="93" creationId="{E6E61F71-5E4D-AA4A-50BD-DC0A3A31A5BD}"/>
          </ac:inkMkLst>
        </pc:inkChg>
        <pc:inkChg chg="add del">
          <ac:chgData name="植田 篤俊" userId="0d2b3cda-30c1-45e3-9e5c-02c0046d67fa" providerId="ADAL" clId="{A6AB8097-671C-4783-A056-5A985F003BDF}" dt="2026-04-20T15:06:25.295" v="3185"/>
          <ac:inkMkLst>
            <pc:docMk/>
            <pc:sldMk cId="942900471" sldId="261"/>
            <ac:inkMk id="94" creationId="{9B8CD2B8-70A1-D628-1C65-9F01439CA186}"/>
          </ac:inkMkLst>
        </pc:inkChg>
        <pc:inkChg chg="add del">
          <ac:chgData name="植田 篤俊" userId="0d2b3cda-30c1-45e3-9e5c-02c0046d67fa" providerId="ADAL" clId="{A6AB8097-671C-4783-A056-5A985F003BDF}" dt="2026-04-20T15:06:25.295" v="3185"/>
          <ac:inkMkLst>
            <pc:docMk/>
            <pc:sldMk cId="942900471" sldId="261"/>
            <ac:inkMk id="95" creationId="{65623B49-529F-922C-72E9-82C407C6CDEF}"/>
          </ac:inkMkLst>
        </pc:inkChg>
        <pc:inkChg chg="add del">
          <ac:chgData name="植田 篤俊" userId="0d2b3cda-30c1-45e3-9e5c-02c0046d67fa" providerId="ADAL" clId="{A6AB8097-671C-4783-A056-5A985F003BDF}" dt="2026-04-20T15:06:25.295" v="3185"/>
          <ac:inkMkLst>
            <pc:docMk/>
            <pc:sldMk cId="942900471" sldId="261"/>
            <ac:inkMk id="96" creationId="{6F0C48B3-0C06-ADBA-018F-85E9F17A84BC}"/>
          </ac:inkMkLst>
        </pc:inkChg>
        <pc:inkChg chg="add del">
          <ac:chgData name="植田 篤俊" userId="0d2b3cda-30c1-45e3-9e5c-02c0046d67fa" providerId="ADAL" clId="{A6AB8097-671C-4783-A056-5A985F003BDF}" dt="2026-04-20T15:06:25.295" v="3185"/>
          <ac:inkMkLst>
            <pc:docMk/>
            <pc:sldMk cId="942900471" sldId="261"/>
            <ac:inkMk id="97" creationId="{2A7FBC9F-4413-C49D-F347-98AF113616F0}"/>
          </ac:inkMkLst>
        </pc:inkChg>
        <pc:inkChg chg="add del reco">
          <ac:chgData name="植田 篤俊" userId="0d2b3cda-30c1-45e3-9e5c-02c0046d67fa" providerId="ADAL" clId="{A6AB8097-671C-4783-A056-5A985F003BDF}" dt="2026-04-20T15:06:27.656" v="3186"/>
          <ac:inkMkLst>
            <pc:docMk/>
            <pc:sldMk cId="942900471" sldId="261"/>
            <ac:inkMk id="98" creationId="{A193AF7B-BD0B-5881-07F7-107E85D1FFEE}"/>
          </ac:inkMkLst>
        </pc:inkChg>
        <pc:inkChg chg="add del">
          <ac:chgData name="植田 篤俊" userId="0d2b3cda-30c1-45e3-9e5c-02c0046d67fa" providerId="ADAL" clId="{A6AB8097-671C-4783-A056-5A985F003BDF}" dt="2026-04-20T15:06:29.735" v="3191"/>
          <ac:inkMkLst>
            <pc:docMk/>
            <pc:sldMk cId="942900471" sldId="261"/>
            <ac:inkMk id="99" creationId="{902B273B-E771-3DBE-5D6C-3CFA73297796}"/>
          </ac:inkMkLst>
        </pc:inkChg>
        <pc:inkChg chg="add del">
          <ac:chgData name="植田 篤俊" userId="0d2b3cda-30c1-45e3-9e5c-02c0046d67fa" providerId="ADAL" clId="{A6AB8097-671C-4783-A056-5A985F003BDF}" dt="2026-04-20T15:06:29.735" v="3191"/>
          <ac:inkMkLst>
            <pc:docMk/>
            <pc:sldMk cId="942900471" sldId="261"/>
            <ac:inkMk id="100" creationId="{3E06F962-01FD-6699-65EA-043E4BC6C43B}"/>
          </ac:inkMkLst>
        </pc:inkChg>
        <pc:inkChg chg="add del">
          <ac:chgData name="植田 篤俊" userId="0d2b3cda-30c1-45e3-9e5c-02c0046d67fa" providerId="ADAL" clId="{A6AB8097-671C-4783-A056-5A985F003BDF}" dt="2026-04-20T15:06:29.735" v="3191"/>
          <ac:inkMkLst>
            <pc:docMk/>
            <pc:sldMk cId="942900471" sldId="261"/>
            <ac:inkMk id="101" creationId="{E589B7D3-4CC3-E0D2-0CE1-CA1EDE351F87}"/>
          </ac:inkMkLst>
        </pc:inkChg>
        <pc:inkChg chg="add del">
          <ac:chgData name="植田 篤俊" userId="0d2b3cda-30c1-45e3-9e5c-02c0046d67fa" providerId="ADAL" clId="{A6AB8097-671C-4783-A056-5A985F003BDF}" dt="2026-04-20T15:06:29.735" v="3191"/>
          <ac:inkMkLst>
            <pc:docMk/>
            <pc:sldMk cId="942900471" sldId="261"/>
            <ac:inkMk id="102" creationId="{86FA2ECF-1473-A2F7-3BCA-549A58A8B12D}"/>
          </ac:inkMkLst>
        </pc:inkChg>
        <pc:inkChg chg="add del reco">
          <ac:chgData name="植田 篤俊" userId="0d2b3cda-30c1-45e3-9e5c-02c0046d67fa" providerId="ADAL" clId="{A6AB8097-671C-4783-A056-5A985F003BDF}" dt="2026-04-20T15:08:29.822" v="3271"/>
          <ac:inkMkLst>
            <pc:docMk/>
            <pc:sldMk cId="942900471" sldId="261"/>
            <ac:inkMk id="103" creationId="{BC609F84-3D50-1831-0ABD-DF1D0E6791F7}"/>
          </ac:inkMkLst>
        </pc:inkChg>
        <pc:inkChg chg="add del">
          <ac:chgData name="植田 篤俊" userId="0d2b3cda-30c1-45e3-9e5c-02c0046d67fa" providerId="ADAL" clId="{A6AB8097-671C-4783-A056-5A985F003BDF}" dt="2026-04-20T15:06:49.621" v="3195"/>
          <ac:inkMkLst>
            <pc:docMk/>
            <pc:sldMk cId="942900471" sldId="261"/>
            <ac:inkMk id="104" creationId="{6B617239-4538-1001-6484-4CC6FB9A9F09}"/>
          </ac:inkMkLst>
        </pc:inkChg>
        <pc:inkChg chg="add del">
          <ac:chgData name="植田 篤俊" userId="0d2b3cda-30c1-45e3-9e5c-02c0046d67fa" providerId="ADAL" clId="{A6AB8097-671C-4783-A056-5A985F003BDF}" dt="2026-04-20T15:06:49.621" v="3195"/>
          <ac:inkMkLst>
            <pc:docMk/>
            <pc:sldMk cId="942900471" sldId="261"/>
            <ac:inkMk id="105" creationId="{D9F8B580-2094-97C0-A6DB-2579E3EE5FA0}"/>
          </ac:inkMkLst>
        </pc:inkChg>
        <pc:inkChg chg="add del">
          <ac:chgData name="植田 篤俊" userId="0d2b3cda-30c1-45e3-9e5c-02c0046d67fa" providerId="ADAL" clId="{A6AB8097-671C-4783-A056-5A985F003BDF}" dt="2026-04-20T15:06:49.621" v="3195"/>
          <ac:inkMkLst>
            <pc:docMk/>
            <pc:sldMk cId="942900471" sldId="261"/>
            <ac:inkMk id="106" creationId="{2C711861-DF08-5B1B-02F1-FB8854826BF2}"/>
          </ac:inkMkLst>
        </pc:inkChg>
        <pc:inkChg chg="add del reco">
          <ac:chgData name="植田 篤俊" userId="0d2b3cda-30c1-45e3-9e5c-02c0046d67fa" providerId="ADAL" clId="{A6AB8097-671C-4783-A056-5A985F003BDF}" dt="2026-04-20T15:08:29.816" v="3264"/>
          <ac:inkMkLst>
            <pc:docMk/>
            <pc:sldMk cId="942900471" sldId="261"/>
            <ac:inkMk id="107" creationId="{873CDB41-CCFD-68AE-70CD-D2A45C911CA4}"/>
          </ac:inkMkLst>
        </pc:inkChg>
        <pc:inkChg chg="add del">
          <ac:chgData name="植田 篤俊" userId="0d2b3cda-30c1-45e3-9e5c-02c0046d67fa" providerId="ADAL" clId="{A6AB8097-671C-4783-A056-5A985F003BDF}" dt="2026-04-20T15:06:51.749" v="3198"/>
          <ac:inkMkLst>
            <pc:docMk/>
            <pc:sldMk cId="942900471" sldId="261"/>
            <ac:inkMk id="108" creationId="{58E22641-F361-2886-A74F-FFDE61147FC3}"/>
          </ac:inkMkLst>
        </pc:inkChg>
        <pc:inkChg chg="add del">
          <ac:chgData name="植田 篤俊" userId="0d2b3cda-30c1-45e3-9e5c-02c0046d67fa" providerId="ADAL" clId="{A6AB8097-671C-4783-A056-5A985F003BDF}" dt="2026-04-20T15:06:51.749" v="3198"/>
          <ac:inkMkLst>
            <pc:docMk/>
            <pc:sldMk cId="942900471" sldId="261"/>
            <ac:inkMk id="109" creationId="{C3B4034B-FE24-A8C6-9E7E-D2E694717A1A}"/>
          </ac:inkMkLst>
        </pc:inkChg>
        <pc:inkChg chg="add del reco">
          <ac:chgData name="植田 篤俊" userId="0d2b3cda-30c1-45e3-9e5c-02c0046d67fa" providerId="ADAL" clId="{A6AB8097-671C-4783-A056-5A985F003BDF}" dt="2026-04-20T15:08:29.823" v="3273"/>
          <ac:inkMkLst>
            <pc:docMk/>
            <pc:sldMk cId="942900471" sldId="261"/>
            <ac:inkMk id="110" creationId="{77D01CE9-24FF-A21B-EA64-1108F2EE058A}"/>
          </ac:inkMkLst>
        </pc:inkChg>
        <pc:inkChg chg="add del">
          <ac:chgData name="植田 篤俊" userId="0d2b3cda-30c1-45e3-9e5c-02c0046d67fa" providerId="ADAL" clId="{A6AB8097-671C-4783-A056-5A985F003BDF}" dt="2026-04-20T15:06:53.516" v="3201"/>
          <ac:inkMkLst>
            <pc:docMk/>
            <pc:sldMk cId="942900471" sldId="261"/>
            <ac:inkMk id="111" creationId="{62A3D0A2-EB1B-BB09-4660-895A8146649E}"/>
          </ac:inkMkLst>
        </pc:inkChg>
        <pc:inkChg chg="add del">
          <ac:chgData name="植田 篤俊" userId="0d2b3cda-30c1-45e3-9e5c-02c0046d67fa" providerId="ADAL" clId="{A6AB8097-671C-4783-A056-5A985F003BDF}" dt="2026-04-20T15:06:53.516" v="3201"/>
          <ac:inkMkLst>
            <pc:docMk/>
            <pc:sldMk cId="942900471" sldId="261"/>
            <ac:inkMk id="112" creationId="{98C1BEBF-F848-50A1-D350-36B641B6ADD7}"/>
          </ac:inkMkLst>
        </pc:inkChg>
        <pc:inkChg chg="add del reco">
          <ac:chgData name="植田 篤俊" userId="0d2b3cda-30c1-45e3-9e5c-02c0046d67fa" providerId="ADAL" clId="{A6AB8097-671C-4783-A056-5A985F003BDF}" dt="2026-04-20T15:08:29.826" v="3276"/>
          <ac:inkMkLst>
            <pc:docMk/>
            <pc:sldMk cId="942900471" sldId="261"/>
            <ac:inkMk id="113" creationId="{B1560669-222C-762F-460D-8BC9557E4BFB}"/>
          </ac:inkMkLst>
        </pc:inkChg>
        <pc:inkChg chg="add del">
          <ac:chgData name="植田 篤俊" userId="0d2b3cda-30c1-45e3-9e5c-02c0046d67fa" providerId="ADAL" clId="{A6AB8097-671C-4783-A056-5A985F003BDF}" dt="2026-04-20T15:06:56.502" v="3210"/>
          <ac:inkMkLst>
            <pc:docMk/>
            <pc:sldMk cId="942900471" sldId="261"/>
            <ac:inkMk id="114" creationId="{B95A2C0A-2804-FB2F-B617-046E851771C2}"/>
          </ac:inkMkLst>
        </pc:inkChg>
        <pc:inkChg chg="add del">
          <ac:chgData name="植田 篤俊" userId="0d2b3cda-30c1-45e3-9e5c-02c0046d67fa" providerId="ADAL" clId="{A6AB8097-671C-4783-A056-5A985F003BDF}" dt="2026-04-20T15:06:56.502" v="3210"/>
          <ac:inkMkLst>
            <pc:docMk/>
            <pc:sldMk cId="942900471" sldId="261"/>
            <ac:inkMk id="115" creationId="{6B3A8BB5-0757-05C1-0DC7-C72CFE61B8FA}"/>
          </ac:inkMkLst>
        </pc:inkChg>
        <pc:inkChg chg="add del">
          <ac:chgData name="植田 篤俊" userId="0d2b3cda-30c1-45e3-9e5c-02c0046d67fa" providerId="ADAL" clId="{A6AB8097-671C-4783-A056-5A985F003BDF}" dt="2026-04-20T15:06:56.502" v="3210"/>
          <ac:inkMkLst>
            <pc:docMk/>
            <pc:sldMk cId="942900471" sldId="261"/>
            <ac:inkMk id="116" creationId="{1298C627-A7C3-0017-3232-AA805AAF1A03}"/>
          </ac:inkMkLst>
        </pc:inkChg>
        <pc:inkChg chg="add del">
          <ac:chgData name="植田 篤俊" userId="0d2b3cda-30c1-45e3-9e5c-02c0046d67fa" providerId="ADAL" clId="{A6AB8097-671C-4783-A056-5A985F003BDF}" dt="2026-04-20T15:06:56.502" v="3210"/>
          <ac:inkMkLst>
            <pc:docMk/>
            <pc:sldMk cId="942900471" sldId="261"/>
            <ac:inkMk id="117" creationId="{97EBAE0B-53EB-7883-DDDC-DA2AAA289C2F}"/>
          </ac:inkMkLst>
        </pc:inkChg>
        <pc:inkChg chg="add del">
          <ac:chgData name="植田 篤俊" userId="0d2b3cda-30c1-45e3-9e5c-02c0046d67fa" providerId="ADAL" clId="{A6AB8097-671C-4783-A056-5A985F003BDF}" dt="2026-04-20T15:06:56.502" v="3210"/>
          <ac:inkMkLst>
            <pc:docMk/>
            <pc:sldMk cId="942900471" sldId="261"/>
            <ac:inkMk id="118" creationId="{2812E105-E4A4-625B-F5B3-1A2B342F51AF}"/>
          </ac:inkMkLst>
        </pc:inkChg>
        <pc:inkChg chg="add del">
          <ac:chgData name="植田 篤俊" userId="0d2b3cda-30c1-45e3-9e5c-02c0046d67fa" providerId="ADAL" clId="{A6AB8097-671C-4783-A056-5A985F003BDF}" dt="2026-04-20T15:06:56.502" v="3210"/>
          <ac:inkMkLst>
            <pc:docMk/>
            <pc:sldMk cId="942900471" sldId="261"/>
            <ac:inkMk id="119" creationId="{193395D0-FDB7-5646-CDF4-FEC9CF44807F}"/>
          </ac:inkMkLst>
        </pc:inkChg>
        <pc:inkChg chg="add del">
          <ac:chgData name="植田 篤俊" userId="0d2b3cda-30c1-45e3-9e5c-02c0046d67fa" providerId="ADAL" clId="{A6AB8097-671C-4783-A056-5A985F003BDF}" dt="2026-04-20T15:06:56.502" v="3210"/>
          <ac:inkMkLst>
            <pc:docMk/>
            <pc:sldMk cId="942900471" sldId="261"/>
            <ac:inkMk id="120" creationId="{EB2DC925-1A2D-063D-906B-FA7E320F23F7}"/>
          </ac:inkMkLst>
        </pc:inkChg>
        <pc:inkChg chg="add del">
          <ac:chgData name="植田 篤俊" userId="0d2b3cda-30c1-45e3-9e5c-02c0046d67fa" providerId="ADAL" clId="{A6AB8097-671C-4783-A056-5A985F003BDF}" dt="2026-04-20T15:08:29.827" v="3277"/>
          <ac:inkMkLst>
            <pc:docMk/>
            <pc:sldMk cId="942900471" sldId="261"/>
            <ac:inkMk id="121" creationId="{B3D4EEDA-F7EB-BCBE-5C26-5E4555946576}"/>
          </ac:inkMkLst>
        </pc:inkChg>
        <pc:inkChg chg="add del reco">
          <ac:chgData name="植田 篤俊" userId="0d2b3cda-30c1-45e3-9e5c-02c0046d67fa" providerId="ADAL" clId="{A6AB8097-671C-4783-A056-5A985F003BDF}" dt="2026-04-20T15:08:29.819" v="3266"/>
          <ac:inkMkLst>
            <pc:docMk/>
            <pc:sldMk cId="942900471" sldId="261"/>
            <ac:inkMk id="122" creationId="{F757578B-6B15-0582-0637-631117389E81}"/>
          </ac:inkMkLst>
        </pc:inkChg>
        <pc:inkChg chg="add">
          <ac:chgData name="植田 篤俊" userId="0d2b3cda-30c1-45e3-9e5c-02c0046d67fa" providerId="ADAL" clId="{A6AB8097-671C-4783-A056-5A985F003BDF}" dt="2026-04-20T15:07:04.420" v="3211"/>
          <ac:inkMkLst>
            <pc:docMk/>
            <pc:sldMk cId="942900471" sldId="261"/>
            <ac:inkMk id="123" creationId="{E2E08171-CC35-3656-3DC6-42AAA98E87EF}"/>
          </ac:inkMkLst>
        </pc:inkChg>
        <pc:inkChg chg="add">
          <ac:chgData name="植田 篤俊" userId="0d2b3cda-30c1-45e3-9e5c-02c0046d67fa" providerId="ADAL" clId="{A6AB8097-671C-4783-A056-5A985F003BDF}" dt="2026-04-20T15:07:04.702" v="3212"/>
          <ac:inkMkLst>
            <pc:docMk/>
            <pc:sldMk cId="942900471" sldId="261"/>
            <ac:inkMk id="124" creationId="{0A94D400-CA21-2166-DBD9-D5A9B189A495}"/>
          </ac:inkMkLst>
        </pc:inkChg>
        <pc:inkChg chg="add del">
          <ac:chgData name="植田 篤俊" userId="0d2b3cda-30c1-45e3-9e5c-02c0046d67fa" providerId="ADAL" clId="{A6AB8097-671C-4783-A056-5A985F003BDF}" dt="2026-04-20T15:07:10.166" v="3223"/>
          <ac:inkMkLst>
            <pc:docMk/>
            <pc:sldMk cId="942900471" sldId="261"/>
            <ac:inkMk id="125" creationId="{6BC17D34-821F-F087-B80A-11525E772005}"/>
          </ac:inkMkLst>
        </pc:inkChg>
        <pc:inkChg chg="add">
          <ac:chgData name="植田 篤俊" userId="0d2b3cda-30c1-45e3-9e5c-02c0046d67fa" providerId="ADAL" clId="{A6AB8097-671C-4783-A056-5A985F003BDF}" dt="2026-04-20T15:07:05.682" v="3214"/>
          <ac:inkMkLst>
            <pc:docMk/>
            <pc:sldMk cId="942900471" sldId="261"/>
            <ac:inkMk id="126" creationId="{A7B99186-BDD8-DB7A-8A4F-FC61F23CD416}"/>
          </ac:inkMkLst>
        </pc:inkChg>
        <pc:inkChg chg="add del">
          <ac:chgData name="植田 篤俊" userId="0d2b3cda-30c1-45e3-9e5c-02c0046d67fa" providerId="ADAL" clId="{A6AB8097-671C-4783-A056-5A985F003BDF}" dt="2026-04-20T15:07:10.166" v="3223"/>
          <ac:inkMkLst>
            <pc:docMk/>
            <pc:sldMk cId="942900471" sldId="261"/>
            <ac:inkMk id="127" creationId="{C66E62B1-8D8A-14D3-7AF6-553BEF722652}"/>
          </ac:inkMkLst>
        </pc:inkChg>
        <pc:inkChg chg="add del">
          <ac:chgData name="植田 篤俊" userId="0d2b3cda-30c1-45e3-9e5c-02c0046d67fa" providerId="ADAL" clId="{A6AB8097-671C-4783-A056-5A985F003BDF}" dt="2026-04-20T15:07:10.166" v="3223"/>
          <ac:inkMkLst>
            <pc:docMk/>
            <pc:sldMk cId="942900471" sldId="261"/>
            <ac:inkMk id="128" creationId="{9E5BAFDC-1EDD-AC7F-21BC-63285CC4A0CA}"/>
          </ac:inkMkLst>
        </pc:inkChg>
        <pc:inkChg chg="add del">
          <ac:chgData name="植田 篤俊" userId="0d2b3cda-30c1-45e3-9e5c-02c0046d67fa" providerId="ADAL" clId="{A6AB8097-671C-4783-A056-5A985F003BDF}" dt="2026-04-20T15:07:10.166" v="3223"/>
          <ac:inkMkLst>
            <pc:docMk/>
            <pc:sldMk cId="942900471" sldId="261"/>
            <ac:inkMk id="129" creationId="{6F3C14A4-F984-ECEB-C178-F8E1A438E0F8}"/>
          </ac:inkMkLst>
        </pc:inkChg>
        <pc:inkChg chg="add del">
          <ac:chgData name="植田 篤俊" userId="0d2b3cda-30c1-45e3-9e5c-02c0046d67fa" providerId="ADAL" clId="{A6AB8097-671C-4783-A056-5A985F003BDF}" dt="2026-04-20T15:07:10.166" v="3223"/>
          <ac:inkMkLst>
            <pc:docMk/>
            <pc:sldMk cId="942900471" sldId="261"/>
            <ac:inkMk id="130" creationId="{4C398141-F1FA-31E3-16CF-500196A561F4}"/>
          </ac:inkMkLst>
        </pc:inkChg>
        <pc:inkChg chg="add del">
          <ac:chgData name="植田 篤俊" userId="0d2b3cda-30c1-45e3-9e5c-02c0046d67fa" providerId="ADAL" clId="{A6AB8097-671C-4783-A056-5A985F003BDF}" dt="2026-04-20T15:07:10.166" v="3223"/>
          <ac:inkMkLst>
            <pc:docMk/>
            <pc:sldMk cId="942900471" sldId="261"/>
            <ac:inkMk id="131" creationId="{367670B9-0A14-1B7D-4E83-4D6B1BEED817}"/>
          </ac:inkMkLst>
        </pc:inkChg>
        <pc:inkChg chg="add del">
          <ac:chgData name="植田 篤俊" userId="0d2b3cda-30c1-45e3-9e5c-02c0046d67fa" providerId="ADAL" clId="{A6AB8097-671C-4783-A056-5A985F003BDF}" dt="2026-04-20T15:07:10.166" v="3223"/>
          <ac:inkMkLst>
            <pc:docMk/>
            <pc:sldMk cId="942900471" sldId="261"/>
            <ac:inkMk id="132" creationId="{A24D6A8A-631C-EE6F-4F34-D3B18745DD96}"/>
          </ac:inkMkLst>
        </pc:inkChg>
        <pc:inkChg chg="add del">
          <ac:chgData name="植田 篤俊" userId="0d2b3cda-30c1-45e3-9e5c-02c0046d67fa" providerId="ADAL" clId="{A6AB8097-671C-4783-A056-5A985F003BDF}" dt="2026-04-20T15:07:10.166" v="3223"/>
          <ac:inkMkLst>
            <pc:docMk/>
            <pc:sldMk cId="942900471" sldId="261"/>
            <ac:inkMk id="133" creationId="{35FBAEB1-CAA7-382D-C71F-4377ACE7A53E}"/>
          </ac:inkMkLst>
        </pc:inkChg>
        <pc:inkChg chg="add del">
          <ac:chgData name="植田 篤俊" userId="0d2b3cda-30c1-45e3-9e5c-02c0046d67fa" providerId="ADAL" clId="{A6AB8097-671C-4783-A056-5A985F003BDF}" dt="2026-04-20T15:07:10.166" v="3223"/>
          <ac:inkMkLst>
            <pc:docMk/>
            <pc:sldMk cId="942900471" sldId="261"/>
            <ac:inkMk id="134" creationId="{4F339499-72C3-5C8D-9D52-27FFCBDDA656}"/>
          </ac:inkMkLst>
        </pc:inkChg>
        <pc:inkChg chg="add del mod reco modStrokes">
          <ac:chgData name="植田 篤俊" userId="0d2b3cda-30c1-45e3-9e5c-02c0046d67fa" providerId="ADAL" clId="{A6AB8097-671C-4783-A056-5A985F003BDF}" dt="2026-04-20T15:12:57.779" v="3437"/>
          <ac:inkMkLst>
            <pc:docMk/>
            <pc:sldMk cId="942900471" sldId="261"/>
            <ac:inkMk id="135" creationId="{D635535B-C5D2-F844-0A3F-8FB4812C57DB}"/>
          </ac:inkMkLst>
        </pc:inkChg>
        <pc:inkChg chg="add del">
          <ac:chgData name="植田 篤俊" userId="0d2b3cda-30c1-45e3-9e5c-02c0046d67fa" providerId="ADAL" clId="{A6AB8097-671C-4783-A056-5A985F003BDF}" dt="2026-04-20T15:07:51.565" v="3229"/>
          <ac:inkMkLst>
            <pc:docMk/>
            <pc:sldMk cId="942900471" sldId="261"/>
            <ac:inkMk id="136" creationId="{01D9DAC9-6ED6-157C-0656-0D9519DED632}"/>
          </ac:inkMkLst>
        </pc:inkChg>
        <pc:inkChg chg="add del">
          <ac:chgData name="植田 篤俊" userId="0d2b3cda-30c1-45e3-9e5c-02c0046d67fa" providerId="ADAL" clId="{A6AB8097-671C-4783-A056-5A985F003BDF}" dt="2026-04-20T15:07:51.565" v="3229"/>
          <ac:inkMkLst>
            <pc:docMk/>
            <pc:sldMk cId="942900471" sldId="261"/>
            <ac:inkMk id="137" creationId="{3CFA3C57-C929-3F2E-E88E-8A8569CDC501}"/>
          </ac:inkMkLst>
        </pc:inkChg>
        <pc:inkChg chg="add del">
          <ac:chgData name="植田 篤俊" userId="0d2b3cda-30c1-45e3-9e5c-02c0046d67fa" providerId="ADAL" clId="{A6AB8097-671C-4783-A056-5A985F003BDF}" dt="2026-04-20T15:07:51.565" v="3229"/>
          <ac:inkMkLst>
            <pc:docMk/>
            <pc:sldMk cId="942900471" sldId="261"/>
            <ac:inkMk id="138" creationId="{A2C62726-1272-7B94-2CF8-6D24E3DE0E7C}"/>
          </ac:inkMkLst>
        </pc:inkChg>
        <pc:inkChg chg="add del">
          <ac:chgData name="植田 篤俊" userId="0d2b3cda-30c1-45e3-9e5c-02c0046d67fa" providerId="ADAL" clId="{A6AB8097-671C-4783-A056-5A985F003BDF}" dt="2026-04-20T15:07:51.565" v="3229"/>
          <ac:inkMkLst>
            <pc:docMk/>
            <pc:sldMk cId="942900471" sldId="261"/>
            <ac:inkMk id="139" creationId="{18E324A6-5D20-2157-6C51-72A90C7CC658}"/>
          </ac:inkMkLst>
        </pc:inkChg>
        <pc:inkChg chg="add del mod reco modStrokes">
          <ac:chgData name="植田 篤俊" userId="0d2b3cda-30c1-45e3-9e5c-02c0046d67fa" providerId="ADAL" clId="{A6AB8097-671C-4783-A056-5A985F003BDF}" dt="2026-04-20T15:07:59.378" v="3232"/>
          <ac:inkMkLst>
            <pc:docMk/>
            <pc:sldMk cId="942900471" sldId="261"/>
            <ac:inkMk id="140" creationId="{6154EE24-2509-45F9-2B55-0611FE6D2956}"/>
          </ac:inkMkLst>
        </pc:inkChg>
        <pc:inkChg chg="add del">
          <ac:chgData name="植田 篤俊" userId="0d2b3cda-30c1-45e3-9e5c-02c0046d67fa" providerId="ADAL" clId="{A6AB8097-671C-4783-A056-5A985F003BDF}" dt="2026-04-20T15:07:59.378" v="3233"/>
          <ac:inkMkLst>
            <pc:docMk/>
            <pc:sldMk cId="942900471" sldId="261"/>
            <ac:inkMk id="141" creationId="{297386CC-7956-92AA-268E-B7FE0189C9A3}"/>
          </ac:inkMkLst>
        </pc:inkChg>
        <pc:inkChg chg="add del">
          <ac:chgData name="植田 篤俊" userId="0d2b3cda-30c1-45e3-9e5c-02c0046d67fa" providerId="ADAL" clId="{A6AB8097-671C-4783-A056-5A985F003BDF}" dt="2026-04-20T15:08:05.992" v="3245"/>
          <ac:inkMkLst>
            <pc:docMk/>
            <pc:sldMk cId="942900471" sldId="261"/>
            <ac:inkMk id="142" creationId="{5FA8F9EF-2E18-E66E-B4CD-D414E951BA7D}"/>
          </ac:inkMkLst>
        </pc:inkChg>
        <pc:inkChg chg="add del">
          <ac:chgData name="植田 篤俊" userId="0d2b3cda-30c1-45e3-9e5c-02c0046d67fa" providerId="ADAL" clId="{A6AB8097-671C-4783-A056-5A985F003BDF}" dt="2026-04-20T15:08:05.694" v="3243"/>
          <ac:inkMkLst>
            <pc:docMk/>
            <pc:sldMk cId="942900471" sldId="261"/>
            <ac:inkMk id="143" creationId="{352B35C1-5095-4FAB-162F-619EC0A543A5}"/>
          </ac:inkMkLst>
        </pc:inkChg>
        <pc:inkChg chg="add del">
          <ac:chgData name="植田 篤俊" userId="0d2b3cda-30c1-45e3-9e5c-02c0046d67fa" providerId="ADAL" clId="{A6AB8097-671C-4783-A056-5A985F003BDF}" dt="2026-04-20T15:08:05.769" v="3244"/>
          <ac:inkMkLst>
            <pc:docMk/>
            <pc:sldMk cId="942900471" sldId="261"/>
            <ac:inkMk id="144" creationId="{04303B41-A29B-0A82-2D80-B3BF6A40960C}"/>
          </ac:inkMkLst>
        </pc:inkChg>
        <pc:inkChg chg="add del">
          <ac:chgData name="植田 篤俊" userId="0d2b3cda-30c1-45e3-9e5c-02c0046d67fa" providerId="ADAL" clId="{A6AB8097-671C-4783-A056-5A985F003BDF}" dt="2026-04-20T15:08:04.513" v="3241"/>
          <ac:inkMkLst>
            <pc:docMk/>
            <pc:sldMk cId="942900471" sldId="261"/>
            <ac:inkMk id="145" creationId="{BDCCC428-93FA-61E6-8DE6-A7422F62BC20}"/>
          </ac:inkMkLst>
        </pc:inkChg>
        <pc:inkChg chg="add del">
          <ac:chgData name="植田 篤俊" userId="0d2b3cda-30c1-45e3-9e5c-02c0046d67fa" providerId="ADAL" clId="{A6AB8097-671C-4783-A056-5A985F003BDF}" dt="2026-04-20T15:08:04.512" v="3239"/>
          <ac:inkMkLst>
            <pc:docMk/>
            <pc:sldMk cId="942900471" sldId="261"/>
            <ac:inkMk id="146" creationId="{4B8539A1-6A61-7C62-F079-8169FF3A599A}"/>
          </ac:inkMkLst>
        </pc:inkChg>
        <pc:inkChg chg="add del">
          <ac:chgData name="植田 篤俊" userId="0d2b3cda-30c1-45e3-9e5c-02c0046d67fa" providerId="ADAL" clId="{A6AB8097-671C-4783-A056-5A985F003BDF}" dt="2026-04-20T15:08:08.643" v="3248"/>
          <ac:inkMkLst>
            <pc:docMk/>
            <pc:sldMk cId="942900471" sldId="261"/>
            <ac:inkMk id="147" creationId="{E4F0D905-4895-9883-B124-E4553C134D51}"/>
          </ac:inkMkLst>
        </pc:inkChg>
        <pc:inkChg chg="add del">
          <ac:chgData name="植田 篤俊" userId="0d2b3cda-30c1-45e3-9e5c-02c0046d67fa" providerId="ADAL" clId="{A6AB8097-671C-4783-A056-5A985F003BDF}" dt="2026-04-20T15:08:08.643" v="3248"/>
          <ac:inkMkLst>
            <pc:docMk/>
            <pc:sldMk cId="942900471" sldId="261"/>
            <ac:inkMk id="148" creationId="{991F721C-9B47-3536-F74A-6DE618E87162}"/>
          </ac:inkMkLst>
        </pc:inkChg>
        <pc:inkChg chg="add del reco">
          <ac:chgData name="植田 篤俊" userId="0d2b3cda-30c1-45e3-9e5c-02c0046d67fa" providerId="ADAL" clId="{A6AB8097-671C-4783-A056-5A985F003BDF}" dt="2026-04-20T15:08:13.564" v="3249"/>
          <ac:inkMkLst>
            <pc:docMk/>
            <pc:sldMk cId="942900471" sldId="261"/>
            <ac:inkMk id="149" creationId="{E0B97144-FBE4-6C3A-6C06-D5AB01B97012}"/>
          </ac:inkMkLst>
        </pc:inkChg>
        <pc:inkChg chg="add del">
          <ac:chgData name="植田 篤俊" userId="0d2b3cda-30c1-45e3-9e5c-02c0046d67fa" providerId="ADAL" clId="{A6AB8097-671C-4783-A056-5A985F003BDF}" dt="2026-04-20T15:08:16.814" v="3255"/>
          <ac:inkMkLst>
            <pc:docMk/>
            <pc:sldMk cId="942900471" sldId="261"/>
            <ac:inkMk id="150" creationId="{07FEA031-C99D-FA34-70A6-0A6CAF2A71BD}"/>
          </ac:inkMkLst>
        </pc:inkChg>
        <pc:inkChg chg="add del">
          <ac:chgData name="植田 篤俊" userId="0d2b3cda-30c1-45e3-9e5c-02c0046d67fa" providerId="ADAL" clId="{A6AB8097-671C-4783-A056-5A985F003BDF}" dt="2026-04-20T15:08:16.814" v="3255"/>
          <ac:inkMkLst>
            <pc:docMk/>
            <pc:sldMk cId="942900471" sldId="261"/>
            <ac:inkMk id="151" creationId="{497E22D9-FCF1-35AB-9796-C3374CFB4A47}"/>
          </ac:inkMkLst>
        </pc:inkChg>
        <pc:inkChg chg="add del">
          <ac:chgData name="植田 篤俊" userId="0d2b3cda-30c1-45e3-9e5c-02c0046d67fa" providerId="ADAL" clId="{A6AB8097-671C-4783-A056-5A985F003BDF}" dt="2026-04-20T15:08:16.814" v="3255"/>
          <ac:inkMkLst>
            <pc:docMk/>
            <pc:sldMk cId="942900471" sldId="261"/>
            <ac:inkMk id="152" creationId="{B698EE33-AA36-61BB-F531-8F0287F308CE}"/>
          </ac:inkMkLst>
        </pc:inkChg>
        <pc:inkChg chg="add del">
          <ac:chgData name="植田 篤俊" userId="0d2b3cda-30c1-45e3-9e5c-02c0046d67fa" providerId="ADAL" clId="{A6AB8097-671C-4783-A056-5A985F003BDF}" dt="2026-04-20T15:08:16.814" v="3255"/>
          <ac:inkMkLst>
            <pc:docMk/>
            <pc:sldMk cId="942900471" sldId="261"/>
            <ac:inkMk id="153" creationId="{E6ACFE12-C630-8241-90A1-74C232B38552}"/>
          </ac:inkMkLst>
        </pc:inkChg>
        <pc:inkChg chg="add del">
          <ac:chgData name="植田 篤俊" userId="0d2b3cda-30c1-45e3-9e5c-02c0046d67fa" providerId="ADAL" clId="{A6AB8097-671C-4783-A056-5A985F003BDF}" dt="2026-04-20T15:08:16.814" v="3255"/>
          <ac:inkMkLst>
            <pc:docMk/>
            <pc:sldMk cId="942900471" sldId="261"/>
            <ac:inkMk id="154" creationId="{39C5C55B-D6AE-AEEF-3BCA-BCFF713AC1EB}"/>
          </ac:inkMkLst>
        </pc:inkChg>
        <pc:inkChg chg="add del reco">
          <ac:chgData name="植田 篤俊" userId="0d2b3cda-30c1-45e3-9e5c-02c0046d67fa" providerId="ADAL" clId="{A6AB8097-671C-4783-A056-5A985F003BDF}" dt="2026-04-20T15:12:57.777" v="3436"/>
          <ac:inkMkLst>
            <pc:docMk/>
            <pc:sldMk cId="942900471" sldId="261"/>
            <ac:inkMk id="155" creationId="{ABB5D3D7-AD7C-5C6D-95B0-EE29E1D18EB9}"/>
          </ac:inkMkLst>
        </pc:inkChg>
        <pc:inkChg chg="add del">
          <ac:chgData name="植田 篤俊" userId="0d2b3cda-30c1-45e3-9e5c-02c0046d67fa" providerId="ADAL" clId="{A6AB8097-671C-4783-A056-5A985F003BDF}" dt="2026-04-20T15:08:21.732" v="3263"/>
          <ac:inkMkLst>
            <pc:docMk/>
            <pc:sldMk cId="942900471" sldId="261"/>
            <ac:inkMk id="156" creationId="{8DFFE7BB-EFCC-1D9B-88F8-90553B19A289}"/>
          </ac:inkMkLst>
        </pc:inkChg>
        <pc:inkChg chg="add del">
          <ac:chgData name="植田 篤俊" userId="0d2b3cda-30c1-45e3-9e5c-02c0046d67fa" providerId="ADAL" clId="{A6AB8097-671C-4783-A056-5A985F003BDF}" dt="2026-04-20T15:08:21.732" v="3263"/>
          <ac:inkMkLst>
            <pc:docMk/>
            <pc:sldMk cId="942900471" sldId="261"/>
            <ac:inkMk id="157" creationId="{1E88EC91-3152-3051-36F6-AE6CDDFA7B8F}"/>
          </ac:inkMkLst>
        </pc:inkChg>
        <pc:inkChg chg="add del">
          <ac:chgData name="植田 篤俊" userId="0d2b3cda-30c1-45e3-9e5c-02c0046d67fa" providerId="ADAL" clId="{A6AB8097-671C-4783-A056-5A985F003BDF}" dt="2026-04-20T15:08:21.732" v="3263"/>
          <ac:inkMkLst>
            <pc:docMk/>
            <pc:sldMk cId="942900471" sldId="261"/>
            <ac:inkMk id="158" creationId="{6C5C3D1B-BB92-E073-17A8-858042AFC4BB}"/>
          </ac:inkMkLst>
        </pc:inkChg>
        <pc:inkChg chg="add del">
          <ac:chgData name="植田 篤俊" userId="0d2b3cda-30c1-45e3-9e5c-02c0046d67fa" providerId="ADAL" clId="{A6AB8097-671C-4783-A056-5A985F003BDF}" dt="2026-04-20T15:08:21.732" v="3263"/>
          <ac:inkMkLst>
            <pc:docMk/>
            <pc:sldMk cId="942900471" sldId="261"/>
            <ac:inkMk id="159" creationId="{0AF9318E-A998-511D-3A26-5BC41BE6BB72}"/>
          </ac:inkMkLst>
        </pc:inkChg>
        <pc:inkChg chg="add del">
          <ac:chgData name="植田 篤俊" userId="0d2b3cda-30c1-45e3-9e5c-02c0046d67fa" providerId="ADAL" clId="{A6AB8097-671C-4783-A056-5A985F003BDF}" dt="2026-04-20T15:08:21.732" v="3263"/>
          <ac:inkMkLst>
            <pc:docMk/>
            <pc:sldMk cId="942900471" sldId="261"/>
            <ac:inkMk id="160" creationId="{0CCA5086-CB19-2736-47C9-407D763C8F32}"/>
          </ac:inkMkLst>
        </pc:inkChg>
        <pc:inkChg chg="add del">
          <ac:chgData name="植田 篤俊" userId="0d2b3cda-30c1-45e3-9e5c-02c0046d67fa" providerId="ADAL" clId="{A6AB8097-671C-4783-A056-5A985F003BDF}" dt="2026-04-20T15:08:21.732" v="3263"/>
          <ac:inkMkLst>
            <pc:docMk/>
            <pc:sldMk cId="942900471" sldId="261"/>
            <ac:inkMk id="161" creationId="{43C6E58E-34E8-E355-DFDE-DC9B9C1E7465}"/>
          </ac:inkMkLst>
        </pc:inkChg>
        <pc:inkChg chg="add del">
          <ac:chgData name="植田 篤俊" userId="0d2b3cda-30c1-45e3-9e5c-02c0046d67fa" providerId="ADAL" clId="{A6AB8097-671C-4783-A056-5A985F003BDF}" dt="2026-04-20T15:08:21.732" v="3263"/>
          <ac:inkMkLst>
            <pc:docMk/>
            <pc:sldMk cId="942900471" sldId="261"/>
            <ac:inkMk id="162" creationId="{CEEC0C09-9CC1-F20E-8758-04614D9D88C5}"/>
          </ac:inkMkLst>
        </pc:inkChg>
        <pc:inkChg chg="add reco">
          <ac:chgData name="植田 篤俊" userId="0d2b3cda-30c1-45e3-9e5c-02c0046d67fa" providerId="ADAL" clId="{A6AB8097-671C-4783-A056-5A985F003BDF}" dt="2026-04-20T15:08:21.732" v="3263"/>
          <ac:inkMkLst>
            <pc:docMk/>
            <pc:sldMk cId="942900471" sldId="261"/>
            <ac:inkMk id="163" creationId="{67E04ECA-E12C-7D60-8485-5372B2819F74}"/>
          </ac:inkMkLst>
        </pc:inkChg>
        <pc:inkChg chg="add del">
          <ac:chgData name="植田 篤俊" userId="0d2b3cda-30c1-45e3-9e5c-02c0046d67fa" providerId="ADAL" clId="{A6AB8097-671C-4783-A056-5A985F003BDF}" dt="2026-04-20T15:09:15.680" v="3285"/>
          <ac:inkMkLst>
            <pc:docMk/>
            <pc:sldMk cId="942900471" sldId="261"/>
            <ac:inkMk id="164" creationId="{2931BE04-5873-676C-CA7B-B2DD11F3E58E}"/>
          </ac:inkMkLst>
        </pc:inkChg>
        <pc:inkChg chg="add del">
          <ac:chgData name="植田 篤俊" userId="0d2b3cda-30c1-45e3-9e5c-02c0046d67fa" providerId="ADAL" clId="{A6AB8097-671C-4783-A056-5A985F003BDF}" dt="2026-04-20T15:09:15.680" v="3285"/>
          <ac:inkMkLst>
            <pc:docMk/>
            <pc:sldMk cId="942900471" sldId="261"/>
            <ac:inkMk id="165" creationId="{1DC0E401-1422-1D23-2985-873B33FA415C}"/>
          </ac:inkMkLst>
        </pc:inkChg>
        <pc:inkChg chg="add del">
          <ac:chgData name="植田 篤俊" userId="0d2b3cda-30c1-45e3-9e5c-02c0046d67fa" providerId="ADAL" clId="{A6AB8097-671C-4783-A056-5A985F003BDF}" dt="2026-04-20T15:09:15.680" v="3285"/>
          <ac:inkMkLst>
            <pc:docMk/>
            <pc:sldMk cId="942900471" sldId="261"/>
            <ac:inkMk id="166" creationId="{42C00BD0-1322-FCF0-B89E-580AD2048FAD}"/>
          </ac:inkMkLst>
        </pc:inkChg>
        <pc:inkChg chg="add del">
          <ac:chgData name="植田 篤俊" userId="0d2b3cda-30c1-45e3-9e5c-02c0046d67fa" providerId="ADAL" clId="{A6AB8097-671C-4783-A056-5A985F003BDF}" dt="2026-04-20T15:09:15.680" v="3285"/>
          <ac:inkMkLst>
            <pc:docMk/>
            <pc:sldMk cId="942900471" sldId="261"/>
            <ac:inkMk id="167" creationId="{665FC7F9-B11C-9762-7710-FD8597A7256E}"/>
          </ac:inkMkLst>
        </pc:inkChg>
        <pc:inkChg chg="add reco">
          <ac:chgData name="植田 篤俊" userId="0d2b3cda-30c1-45e3-9e5c-02c0046d67fa" providerId="ADAL" clId="{A6AB8097-671C-4783-A056-5A985F003BDF}" dt="2026-04-20T15:09:15.680" v="3285"/>
          <ac:inkMkLst>
            <pc:docMk/>
            <pc:sldMk cId="942900471" sldId="261"/>
            <ac:inkMk id="168" creationId="{6148E9CF-7DDF-8455-332E-FDDE11B6FFB4}"/>
          </ac:inkMkLst>
        </pc:inkChg>
        <pc:inkChg chg="add">
          <ac:chgData name="植田 篤俊" userId="0d2b3cda-30c1-45e3-9e5c-02c0046d67fa" providerId="ADAL" clId="{A6AB8097-671C-4783-A056-5A985F003BDF}" dt="2026-04-20T15:09:18.274" v="3286"/>
          <ac:inkMkLst>
            <pc:docMk/>
            <pc:sldMk cId="942900471" sldId="261"/>
            <ac:inkMk id="169" creationId="{2B839F06-993E-4D69-8334-C40ADA94B194}"/>
          </ac:inkMkLst>
        </pc:inkChg>
        <pc:inkChg chg="add">
          <ac:chgData name="植田 篤俊" userId="0d2b3cda-30c1-45e3-9e5c-02c0046d67fa" providerId="ADAL" clId="{A6AB8097-671C-4783-A056-5A985F003BDF}" dt="2026-04-20T15:09:20.574" v="3287"/>
          <ac:inkMkLst>
            <pc:docMk/>
            <pc:sldMk cId="942900471" sldId="261"/>
            <ac:inkMk id="170" creationId="{C3A06384-61C1-95E6-3E5D-632F71442236}"/>
          </ac:inkMkLst>
        </pc:inkChg>
        <pc:inkChg chg="add del">
          <ac:chgData name="植田 篤俊" userId="0d2b3cda-30c1-45e3-9e5c-02c0046d67fa" providerId="ADAL" clId="{A6AB8097-671C-4783-A056-5A985F003BDF}" dt="2026-04-20T15:09:28.974" v="3313"/>
          <ac:inkMkLst>
            <pc:docMk/>
            <pc:sldMk cId="942900471" sldId="261"/>
            <ac:inkMk id="171" creationId="{7F8B240D-A1D0-8023-F7E6-C36AAC6F6F64}"/>
          </ac:inkMkLst>
        </pc:inkChg>
        <pc:inkChg chg="add">
          <ac:chgData name="植田 篤俊" userId="0d2b3cda-30c1-45e3-9e5c-02c0046d67fa" providerId="ADAL" clId="{A6AB8097-671C-4783-A056-5A985F003BDF}" dt="2026-04-20T15:09:21.074" v="3289"/>
          <ac:inkMkLst>
            <pc:docMk/>
            <pc:sldMk cId="942900471" sldId="261"/>
            <ac:inkMk id="172" creationId="{D19CF083-AC1D-AB3F-5A8E-A8E0BF504A45}"/>
          </ac:inkMkLst>
        </pc:inkChg>
        <pc:inkChg chg="add">
          <ac:chgData name="植田 篤俊" userId="0d2b3cda-30c1-45e3-9e5c-02c0046d67fa" providerId="ADAL" clId="{A6AB8097-671C-4783-A056-5A985F003BDF}" dt="2026-04-20T15:09:21.424" v="3290"/>
          <ac:inkMkLst>
            <pc:docMk/>
            <pc:sldMk cId="942900471" sldId="261"/>
            <ac:inkMk id="173" creationId="{C6C196EC-37A6-290D-9A70-2E29A2A55212}"/>
          </ac:inkMkLst>
        </pc:inkChg>
        <pc:inkChg chg="add">
          <ac:chgData name="植田 篤俊" userId="0d2b3cda-30c1-45e3-9e5c-02c0046d67fa" providerId="ADAL" clId="{A6AB8097-671C-4783-A056-5A985F003BDF}" dt="2026-04-20T15:09:22.054" v="3291"/>
          <ac:inkMkLst>
            <pc:docMk/>
            <pc:sldMk cId="942900471" sldId="261"/>
            <ac:inkMk id="174" creationId="{A29290F6-7964-8C4A-F404-E4C08FBBD453}"/>
          </ac:inkMkLst>
        </pc:inkChg>
        <pc:inkChg chg="add">
          <ac:chgData name="植田 篤俊" userId="0d2b3cda-30c1-45e3-9e5c-02c0046d67fa" providerId="ADAL" clId="{A6AB8097-671C-4783-A056-5A985F003BDF}" dt="2026-04-20T15:09:22.221" v="3292"/>
          <ac:inkMkLst>
            <pc:docMk/>
            <pc:sldMk cId="942900471" sldId="261"/>
            <ac:inkMk id="175" creationId="{8C15C27B-44D7-69A6-E8AE-8473F34C76FB}"/>
          </ac:inkMkLst>
        </pc:inkChg>
        <pc:inkChg chg="add del">
          <ac:chgData name="植田 篤俊" userId="0d2b3cda-30c1-45e3-9e5c-02c0046d67fa" providerId="ADAL" clId="{A6AB8097-671C-4783-A056-5A985F003BDF}" dt="2026-04-20T15:09:28.974" v="3313"/>
          <ac:inkMkLst>
            <pc:docMk/>
            <pc:sldMk cId="942900471" sldId="261"/>
            <ac:inkMk id="176" creationId="{076F739D-1155-C300-D17F-6EFE897BCC1E}"/>
          </ac:inkMkLst>
        </pc:inkChg>
        <pc:inkChg chg="add">
          <ac:chgData name="植田 篤俊" userId="0d2b3cda-30c1-45e3-9e5c-02c0046d67fa" providerId="ADAL" clId="{A6AB8097-671C-4783-A056-5A985F003BDF}" dt="2026-04-20T15:09:23.238" v="3294"/>
          <ac:inkMkLst>
            <pc:docMk/>
            <pc:sldMk cId="942900471" sldId="261"/>
            <ac:inkMk id="177" creationId="{AED88B40-E017-88B8-E1F8-472AD5B8419E}"/>
          </ac:inkMkLst>
        </pc:inkChg>
        <pc:inkChg chg="add">
          <ac:chgData name="植田 篤俊" userId="0d2b3cda-30c1-45e3-9e5c-02c0046d67fa" providerId="ADAL" clId="{A6AB8097-671C-4783-A056-5A985F003BDF}" dt="2026-04-20T15:09:23.521" v="3295"/>
          <ac:inkMkLst>
            <pc:docMk/>
            <pc:sldMk cId="942900471" sldId="261"/>
            <ac:inkMk id="178" creationId="{F7EC9642-29B5-B78B-F092-3ADE51683A59}"/>
          </ac:inkMkLst>
        </pc:inkChg>
        <pc:inkChg chg="add">
          <ac:chgData name="植田 篤俊" userId="0d2b3cda-30c1-45e3-9e5c-02c0046d67fa" providerId="ADAL" clId="{A6AB8097-671C-4783-A056-5A985F003BDF}" dt="2026-04-20T15:09:23.704" v="3296"/>
          <ac:inkMkLst>
            <pc:docMk/>
            <pc:sldMk cId="942900471" sldId="261"/>
            <ac:inkMk id="179" creationId="{776D4906-2935-DC1F-D7BE-2CC769D99D53}"/>
          </ac:inkMkLst>
        </pc:inkChg>
        <pc:inkChg chg="add">
          <ac:chgData name="植田 篤俊" userId="0d2b3cda-30c1-45e3-9e5c-02c0046d67fa" providerId="ADAL" clId="{A6AB8097-671C-4783-A056-5A985F003BDF}" dt="2026-04-20T15:09:23.854" v="3297"/>
          <ac:inkMkLst>
            <pc:docMk/>
            <pc:sldMk cId="942900471" sldId="261"/>
            <ac:inkMk id="180" creationId="{1D32030C-B183-AFB4-B81D-162A7C28A3FB}"/>
          </ac:inkMkLst>
        </pc:inkChg>
        <pc:inkChg chg="add del">
          <ac:chgData name="植田 篤俊" userId="0d2b3cda-30c1-45e3-9e5c-02c0046d67fa" providerId="ADAL" clId="{A6AB8097-671C-4783-A056-5A985F003BDF}" dt="2026-04-20T15:09:28.974" v="3313"/>
          <ac:inkMkLst>
            <pc:docMk/>
            <pc:sldMk cId="942900471" sldId="261"/>
            <ac:inkMk id="181" creationId="{25C9E699-1178-CC2C-1358-1CE58F0E5DA6}"/>
          </ac:inkMkLst>
        </pc:inkChg>
        <pc:inkChg chg="add del">
          <ac:chgData name="植田 篤俊" userId="0d2b3cda-30c1-45e3-9e5c-02c0046d67fa" providerId="ADAL" clId="{A6AB8097-671C-4783-A056-5A985F003BDF}" dt="2026-04-20T15:09:28.974" v="3313"/>
          <ac:inkMkLst>
            <pc:docMk/>
            <pc:sldMk cId="942900471" sldId="261"/>
            <ac:inkMk id="182" creationId="{7321D1A4-6D6A-177E-CB46-99A736CEC266}"/>
          </ac:inkMkLst>
        </pc:inkChg>
        <pc:inkChg chg="add del">
          <ac:chgData name="植田 篤俊" userId="0d2b3cda-30c1-45e3-9e5c-02c0046d67fa" providerId="ADAL" clId="{A6AB8097-671C-4783-A056-5A985F003BDF}" dt="2026-04-20T15:09:28.974" v="3313"/>
          <ac:inkMkLst>
            <pc:docMk/>
            <pc:sldMk cId="942900471" sldId="261"/>
            <ac:inkMk id="183" creationId="{196C899C-6F14-FEF2-4370-209311C7DB4F}"/>
          </ac:inkMkLst>
        </pc:inkChg>
        <pc:inkChg chg="add">
          <ac:chgData name="植田 篤俊" userId="0d2b3cda-30c1-45e3-9e5c-02c0046d67fa" providerId="ADAL" clId="{A6AB8097-671C-4783-A056-5A985F003BDF}" dt="2026-04-20T15:09:24.940" v="3301"/>
          <ac:inkMkLst>
            <pc:docMk/>
            <pc:sldMk cId="942900471" sldId="261"/>
            <ac:inkMk id="184" creationId="{F5853D13-1CA2-7E60-560D-FEE4893F9078}"/>
          </ac:inkMkLst>
        </pc:inkChg>
        <pc:inkChg chg="add">
          <ac:chgData name="植田 篤俊" userId="0d2b3cda-30c1-45e3-9e5c-02c0046d67fa" providerId="ADAL" clId="{A6AB8097-671C-4783-A056-5A985F003BDF}" dt="2026-04-20T15:09:25.307" v="3302"/>
          <ac:inkMkLst>
            <pc:docMk/>
            <pc:sldMk cId="942900471" sldId="261"/>
            <ac:inkMk id="185" creationId="{13EA25DD-1B79-5FAF-E6ED-E27DF755D168}"/>
          </ac:inkMkLst>
        </pc:inkChg>
        <pc:inkChg chg="add">
          <ac:chgData name="植田 篤俊" userId="0d2b3cda-30c1-45e3-9e5c-02c0046d67fa" providerId="ADAL" clId="{A6AB8097-671C-4783-A056-5A985F003BDF}" dt="2026-04-20T15:09:26.104" v="3303"/>
          <ac:inkMkLst>
            <pc:docMk/>
            <pc:sldMk cId="942900471" sldId="261"/>
            <ac:inkMk id="186" creationId="{AAE36EB0-CF3C-2EEA-7EF2-6EA415974908}"/>
          </ac:inkMkLst>
        </pc:inkChg>
        <pc:inkChg chg="add">
          <ac:chgData name="植田 篤俊" userId="0d2b3cda-30c1-45e3-9e5c-02c0046d67fa" providerId="ADAL" clId="{A6AB8097-671C-4783-A056-5A985F003BDF}" dt="2026-04-20T15:09:26.254" v="3304"/>
          <ac:inkMkLst>
            <pc:docMk/>
            <pc:sldMk cId="942900471" sldId="261"/>
            <ac:inkMk id="187" creationId="{E93948D5-1FD7-AA4C-78D8-52DA27456120}"/>
          </ac:inkMkLst>
        </pc:inkChg>
        <pc:inkChg chg="add del">
          <ac:chgData name="植田 篤俊" userId="0d2b3cda-30c1-45e3-9e5c-02c0046d67fa" providerId="ADAL" clId="{A6AB8097-671C-4783-A056-5A985F003BDF}" dt="2026-04-20T15:09:28.974" v="3313"/>
          <ac:inkMkLst>
            <pc:docMk/>
            <pc:sldMk cId="942900471" sldId="261"/>
            <ac:inkMk id="188" creationId="{06227CC1-003A-CA08-9C8E-1A7877EAB73A}"/>
          </ac:inkMkLst>
        </pc:inkChg>
        <pc:inkChg chg="add del">
          <ac:chgData name="植田 篤俊" userId="0d2b3cda-30c1-45e3-9e5c-02c0046d67fa" providerId="ADAL" clId="{A6AB8097-671C-4783-A056-5A985F003BDF}" dt="2026-04-20T15:09:28.974" v="3313"/>
          <ac:inkMkLst>
            <pc:docMk/>
            <pc:sldMk cId="942900471" sldId="261"/>
            <ac:inkMk id="189" creationId="{D1A36324-7025-2447-95F6-E2CEC13064E0}"/>
          </ac:inkMkLst>
        </pc:inkChg>
        <pc:inkChg chg="add">
          <ac:chgData name="植田 篤俊" userId="0d2b3cda-30c1-45e3-9e5c-02c0046d67fa" providerId="ADAL" clId="{A6AB8097-671C-4783-A056-5A985F003BDF}" dt="2026-04-20T15:09:27.054" v="3307"/>
          <ac:inkMkLst>
            <pc:docMk/>
            <pc:sldMk cId="942900471" sldId="261"/>
            <ac:inkMk id="190" creationId="{30F9CC4F-B72C-20C7-BA63-494F878E6B34}"/>
          </ac:inkMkLst>
        </pc:inkChg>
        <pc:inkChg chg="add del">
          <ac:chgData name="植田 篤俊" userId="0d2b3cda-30c1-45e3-9e5c-02c0046d67fa" providerId="ADAL" clId="{A6AB8097-671C-4783-A056-5A985F003BDF}" dt="2026-04-20T15:09:28.974" v="3313"/>
          <ac:inkMkLst>
            <pc:docMk/>
            <pc:sldMk cId="942900471" sldId="261"/>
            <ac:inkMk id="191" creationId="{8E1C2B37-8A2D-6097-A6C7-49AFDA282AEE}"/>
          </ac:inkMkLst>
        </pc:inkChg>
        <pc:inkChg chg="add del">
          <ac:chgData name="植田 篤俊" userId="0d2b3cda-30c1-45e3-9e5c-02c0046d67fa" providerId="ADAL" clId="{A6AB8097-671C-4783-A056-5A985F003BDF}" dt="2026-04-20T15:09:28.974" v="3313"/>
          <ac:inkMkLst>
            <pc:docMk/>
            <pc:sldMk cId="942900471" sldId="261"/>
            <ac:inkMk id="192" creationId="{797F4E3F-0CDF-BC25-174E-DCEF211C9696}"/>
          </ac:inkMkLst>
        </pc:inkChg>
        <pc:inkChg chg="add">
          <ac:chgData name="植田 篤俊" userId="0d2b3cda-30c1-45e3-9e5c-02c0046d67fa" providerId="ADAL" clId="{A6AB8097-671C-4783-A056-5A985F003BDF}" dt="2026-04-20T15:09:27.590" v="3310"/>
          <ac:inkMkLst>
            <pc:docMk/>
            <pc:sldMk cId="942900471" sldId="261"/>
            <ac:inkMk id="193" creationId="{F96BB5A6-8B21-A571-E678-AEA61BFC1E1B}"/>
          </ac:inkMkLst>
        </pc:inkChg>
        <pc:inkChg chg="add">
          <ac:chgData name="植田 篤俊" userId="0d2b3cda-30c1-45e3-9e5c-02c0046d67fa" providerId="ADAL" clId="{A6AB8097-671C-4783-A056-5A985F003BDF}" dt="2026-04-20T15:09:28.022" v="3311"/>
          <ac:inkMkLst>
            <pc:docMk/>
            <pc:sldMk cId="942900471" sldId="261"/>
            <ac:inkMk id="194" creationId="{5F0669BB-D449-FC53-4FFC-29CDA4F7F59E}"/>
          </ac:inkMkLst>
        </pc:inkChg>
        <pc:inkChg chg="add del">
          <ac:chgData name="植田 篤俊" userId="0d2b3cda-30c1-45e3-9e5c-02c0046d67fa" providerId="ADAL" clId="{A6AB8097-671C-4783-A056-5A985F003BDF}" dt="2026-04-20T15:09:28.974" v="3313"/>
          <ac:inkMkLst>
            <pc:docMk/>
            <pc:sldMk cId="942900471" sldId="261"/>
            <ac:inkMk id="195" creationId="{7A8A5606-F0FB-0268-5A9F-E29265838AA8}"/>
          </ac:inkMkLst>
        </pc:inkChg>
        <pc:inkChg chg="mod modStrokes">
          <ac:chgData name="植田 篤俊" userId="0d2b3cda-30c1-45e3-9e5c-02c0046d67fa" providerId="ADAL" clId="{A6AB8097-671C-4783-A056-5A985F003BDF}" dt="2026-04-20T15:10:09.736" v="3314"/>
          <ac:inkMkLst>
            <pc:docMk/>
            <pc:sldMk cId="942900471" sldId="261"/>
            <ac:inkMk id="198" creationId="{62014E2B-FCD6-FBD5-E331-558A03BE5779}"/>
          </ac:inkMkLst>
        </pc:inkChg>
        <pc:inkChg chg="add">
          <ac:chgData name="植田 篤俊" userId="0d2b3cda-30c1-45e3-9e5c-02c0046d67fa" providerId="ADAL" clId="{A6AB8097-671C-4783-A056-5A985F003BDF}" dt="2026-04-20T15:10:10.100" v="3315"/>
          <ac:inkMkLst>
            <pc:docMk/>
            <pc:sldMk cId="942900471" sldId="261"/>
            <ac:inkMk id="199" creationId="{D6BA8172-1C44-8E86-3027-AF4DE45969D6}"/>
          </ac:inkMkLst>
        </pc:inkChg>
        <pc:inkChg chg="add del">
          <ac:chgData name="植田 篤俊" userId="0d2b3cda-30c1-45e3-9e5c-02c0046d67fa" providerId="ADAL" clId="{A6AB8097-671C-4783-A056-5A985F003BDF}" dt="2026-04-20T15:10:35.576" v="3325"/>
          <ac:inkMkLst>
            <pc:docMk/>
            <pc:sldMk cId="942900471" sldId="261"/>
            <ac:inkMk id="200" creationId="{CB56BD46-D1DF-6846-86EF-23DA3A523EBD}"/>
          </ac:inkMkLst>
        </pc:inkChg>
        <pc:inkChg chg="add del">
          <ac:chgData name="植田 篤俊" userId="0d2b3cda-30c1-45e3-9e5c-02c0046d67fa" providerId="ADAL" clId="{A6AB8097-671C-4783-A056-5A985F003BDF}" dt="2026-04-20T15:10:35.576" v="3325"/>
          <ac:inkMkLst>
            <pc:docMk/>
            <pc:sldMk cId="942900471" sldId="261"/>
            <ac:inkMk id="201" creationId="{3DA8A5FA-EBA9-00BC-8202-C0DA9F346AF5}"/>
          </ac:inkMkLst>
        </pc:inkChg>
        <pc:inkChg chg="add del">
          <ac:chgData name="植田 篤俊" userId="0d2b3cda-30c1-45e3-9e5c-02c0046d67fa" providerId="ADAL" clId="{A6AB8097-671C-4783-A056-5A985F003BDF}" dt="2026-04-20T15:10:35.576" v="3325"/>
          <ac:inkMkLst>
            <pc:docMk/>
            <pc:sldMk cId="942900471" sldId="261"/>
            <ac:inkMk id="202" creationId="{F294750F-731B-4AF3-5EE2-E5E99605F520}"/>
          </ac:inkMkLst>
        </pc:inkChg>
        <pc:inkChg chg="add del">
          <ac:chgData name="植田 篤俊" userId="0d2b3cda-30c1-45e3-9e5c-02c0046d67fa" providerId="ADAL" clId="{A6AB8097-671C-4783-A056-5A985F003BDF}" dt="2026-04-20T15:10:35.576" v="3325"/>
          <ac:inkMkLst>
            <pc:docMk/>
            <pc:sldMk cId="942900471" sldId="261"/>
            <ac:inkMk id="203" creationId="{8AC49560-7263-1B61-04E1-CC80A372E4DD}"/>
          </ac:inkMkLst>
        </pc:inkChg>
        <pc:inkChg chg="add del">
          <ac:chgData name="植田 篤俊" userId="0d2b3cda-30c1-45e3-9e5c-02c0046d67fa" providerId="ADAL" clId="{A6AB8097-671C-4783-A056-5A985F003BDF}" dt="2026-04-20T15:10:35.576" v="3325"/>
          <ac:inkMkLst>
            <pc:docMk/>
            <pc:sldMk cId="942900471" sldId="261"/>
            <ac:inkMk id="204" creationId="{18B8E720-B275-307B-A13C-676892C1B079}"/>
          </ac:inkMkLst>
        </pc:inkChg>
        <pc:inkChg chg="add del">
          <ac:chgData name="植田 篤俊" userId="0d2b3cda-30c1-45e3-9e5c-02c0046d67fa" providerId="ADAL" clId="{A6AB8097-671C-4783-A056-5A985F003BDF}" dt="2026-04-20T15:10:35.576" v="3325"/>
          <ac:inkMkLst>
            <pc:docMk/>
            <pc:sldMk cId="942900471" sldId="261"/>
            <ac:inkMk id="205" creationId="{70690446-048E-495F-6843-35133E6C3729}"/>
          </ac:inkMkLst>
        </pc:inkChg>
        <pc:inkChg chg="add del">
          <ac:chgData name="植田 篤俊" userId="0d2b3cda-30c1-45e3-9e5c-02c0046d67fa" providerId="ADAL" clId="{A6AB8097-671C-4783-A056-5A985F003BDF}" dt="2026-04-20T15:10:35.576" v="3325"/>
          <ac:inkMkLst>
            <pc:docMk/>
            <pc:sldMk cId="942900471" sldId="261"/>
            <ac:inkMk id="206" creationId="{DEA9FFF1-3331-A37E-6C94-65A6BCA2A715}"/>
          </ac:inkMkLst>
        </pc:inkChg>
        <pc:inkChg chg="add del">
          <ac:chgData name="植田 篤俊" userId="0d2b3cda-30c1-45e3-9e5c-02c0046d67fa" providerId="ADAL" clId="{A6AB8097-671C-4783-A056-5A985F003BDF}" dt="2026-04-20T15:10:35.576" v="3325"/>
          <ac:inkMkLst>
            <pc:docMk/>
            <pc:sldMk cId="942900471" sldId="261"/>
            <ac:inkMk id="207" creationId="{2E3AC6D4-7DC0-FCE5-C8B2-90A2E3347BD4}"/>
          </ac:inkMkLst>
        </pc:inkChg>
        <pc:inkChg chg="add del">
          <ac:chgData name="植田 篤俊" userId="0d2b3cda-30c1-45e3-9e5c-02c0046d67fa" providerId="ADAL" clId="{A6AB8097-671C-4783-A056-5A985F003BDF}" dt="2026-04-20T15:10:35.576" v="3325"/>
          <ac:inkMkLst>
            <pc:docMk/>
            <pc:sldMk cId="942900471" sldId="261"/>
            <ac:inkMk id="208" creationId="{EA5D66E2-0EA8-9AFE-D9C3-C864211F20C9}"/>
          </ac:inkMkLst>
        </pc:inkChg>
        <pc:inkChg chg="add reco">
          <ac:chgData name="植田 篤俊" userId="0d2b3cda-30c1-45e3-9e5c-02c0046d67fa" providerId="ADAL" clId="{A6AB8097-671C-4783-A056-5A985F003BDF}" dt="2026-04-20T15:10:35.576" v="3325"/>
          <ac:inkMkLst>
            <pc:docMk/>
            <pc:sldMk cId="942900471" sldId="261"/>
            <ac:inkMk id="209" creationId="{9BA128C6-5A6C-31F6-1034-866502A1905B}"/>
          </ac:inkMkLst>
        </pc:inkChg>
        <pc:inkChg chg="add">
          <ac:chgData name="植田 篤俊" userId="0d2b3cda-30c1-45e3-9e5c-02c0046d67fa" providerId="ADAL" clId="{A6AB8097-671C-4783-A056-5A985F003BDF}" dt="2026-04-20T15:10:36.715" v="3326"/>
          <ac:inkMkLst>
            <pc:docMk/>
            <pc:sldMk cId="942900471" sldId="261"/>
            <ac:inkMk id="210" creationId="{1C9400BA-C2CB-DA47-8F48-23952F2F02B2}"/>
          </ac:inkMkLst>
        </pc:inkChg>
        <pc:inkChg chg="add del">
          <ac:chgData name="植田 篤俊" userId="0d2b3cda-30c1-45e3-9e5c-02c0046d67fa" providerId="ADAL" clId="{A6AB8097-671C-4783-A056-5A985F003BDF}" dt="2026-04-20T15:10:40.654" v="3329"/>
          <ac:inkMkLst>
            <pc:docMk/>
            <pc:sldMk cId="942900471" sldId="261"/>
            <ac:inkMk id="211" creationId="{0996C638-EA5B-EDBD-20D0-305A90B5D084}"/>
          </ac:inkMkLst>
        </pc:inkChg>
        <pc:inkChg chg="add del">
          <ac:chgData name="植田 篤俊" userId="0d2b3cda-30c1-45e3-9e5c-02c0046d67fa" providerId="ADAL" clId="{A6AB8097-671C-4783-A056-5A985F003BDF}" dt="2026-04-20T15:10:40.654" v="3329"/>
          <ac:inkMkLst>
            <pc:docMk/>
            <pc:sldMk cId="942900471" sldId="261"/>
            <ac:inkMk id="212" creationId="{D5D8ADBD-FE95-2CCD-E60A-2CA7F9571934}"/>
          </ac:inkMkLst>
        </pc:inkChg>
        <pc:inkChg chg="add del reco">
          <ac:chgData name="植田 篤俊" userId="0d2b3cda-30c1-45e3-9e5c-02c0046d67fa" providerId="ADAL" clId="{A6AB8097-671C-4783-A056-5A985F003BDF}" dt="2026-04-20T15:10:45.619" v="3330"/>
          <ac:inkMkLst>
            <pc:docMk/>
            <pc:sldMk cId="942900471" sldId="261"/>
            <ac:inkMk id="213" creationId="{C1C6D55F-21DE-8817-8A9C-9916D4B4310F}"/>
          </ac:inkMkLst>
        </pc:inkChg>
        <pc:inkChg chg="add del">
          <ac:chgData name="植田 篤俊" userId="0d2b3cda-30c1-45e3-9e5c-02c0046d67fa" providerId="ADAL" clId="{A6AB8097-671C-4783-A056-5A985F003BDF}" dt="2026-04-20T15:10:57.582" v="3345"/>
          <ac:inkMkLst>
            <pc:docMk/>
            <pc:sldMk cId="942900471" sldId="261"/>
            <ac:inkMk id="214" creationId="{1F868D0E-43C9-0D01-0B35-B6B2F085F68D}"/>
          </ac:inkMkLst>
        </pc:inkChg>
        <pc:inkChg chg="add del">
          <ac:chgData name="植田 篤俊" userId="0d2b3cda-30c1-45e3-9e5c-02c0046d67fa" providerId="ADAL" clId="{A6AB8097-671C-4783-A056-5A985F003BDF}" dt="2026-04-20T15:10:57.582" v="3345"/>
          <ac:inkMkLst>
            <pc:docMk/>
            <pc:sldMk cId="942900471" sldId="261"/>
            <ac:inkMk id="215" creationId="{D47BDCEE-6C07-20B6-4553-CDCFEF4B56F6}"/>
          </ac:inkMkLst>
        </pc:inkChg>
        <pc:inkChg chg="add">
          <ac:chgData name="植田 篤俊" userId="0d2b3cda-30c1-45e3-9e5c-02c0046d67fa" providerId="ADAL" clId="{A6AB8097-671C-4783-A056-5A985F003BDF}" dt="2026-04-20T15:10:53.918" v="3333"/>
          <ac:inkMkLst>
            <pc:docMk/>
            <pc:sldMk cId="942900471" sldId="261"/>
            <ac:inkMk id="216" creationId="{426950CC-461A-10FB-2599-D022B0AD5648}"/>
          </ac:inkMkLst>
        </pc:inkChg>
        <pc:inkChg chg="add">
          <ac:chgData name="植田 篤俊" userId="0d2b3cda-30c1-45e3-9e5c-02c0046d67fa" providerId="ADAL" clId="{A6AB8097-671C-4783-A056-5A985F003BDF}" dt="2026-04-20T15:10:54.066" v="3334"/>
          <ac:inkMkLst>
            <pc:docMk/>
            <pc:sldMk cId="942900471" sldId="261"/>
            <ac:inkMk id="217" creationId="{8AD2AEBD-2E2B-A730-7D92-C696D7F77315}"/>
          </ac:inkMkLst>
        </pc:inkChg>
        <pc:inkChg chg="add del">
          <ac:chgData name="植田 篤俊" userId="0d2b3cda-30c1-45e3-9e5c-02c0046d67fa" providerId="ADAL" clId="{A6AB8097-671C-4783-A056-5A985F003BDF}" dt="2026-04-20T15:10:57.582" v="3345"/>
          <ac:inkMkLst>
            <pc:docMk/>
            <pc:sldMk cId="942900471" sldId="261"/>
            <ac:inkMk id="218" creationId="{43531684-E9CF-FB3C-AD52-67FEB5EB3D8A}"/>
          </ac:inkMkLst>
        </pc:inkChg>
        <pc:inkChg chg="add del">
          <ac:chgData name="植田 篤俊" userId="0d2b3cda-30c1-45e3-9e5c-02c0046d67fa" providerId="ADAL" clId="{A6AB8097-671C-4783-A056-5A985F003BDF}" dt="2026-04-20T15:10:57.582" v="3345"/>
          <ac:inkMkLst>
            <pc:docMk/>
            <pc:sldMk cId="942900471" sldId="261"/>
            <ac:inkMk id="219" creationId="{24C82E11-E19D-5B75-A205-9207A3779E7A}"/>
          </ac:inkMkLst>
        </pc:inkChg>
        <pc:inkChg chg="add">
          <ac:chgData name="植田 篤俊" userId="0d2b3cda-30c1-45e3-9e5c-02c0046d67fa" providerId="ADAL" clId="{A6AB8097-671C-4783-A056-5A985F003BDF}" dt="2026-04-20T15:10:54.834" v="3337"/>
          <ac:inkMkLst>
            <pc:docMk/>
            <pc:sldMk cId="942900471" sldId="261"/>
            <ac:inkMk id="220" creationId="{81C550F8-B32B-F33E-9E03-10A45BAA2CE3}"/>
          </ac:inkMkLst>
        </pc:inkChg>
        <pc:inkChg chg="add">
          <ac:chgData name="植田 篤俊" userId="0d2b3cda-30c1-45e3-9e5c-02c0046d67fa" providerId="ADAL" clId="{A6AB8097-671C-4783-A056-5A985F003BDF}" dt="2026-04-20T15:10:54.983" v="3338"/>
          <ac:inkMkLst>
            <pc:docMk/>
            <pc:sldMk cId="942900471" sldId="261"/>
            <ac:inkMk id="221" creationId="{4A23681D-E96F-537F-722E-F8E32343E2B4}"/>
          </ac:inkMkLst>
        </pc:inkChg>
        <pc:inkChg chg="add del">
          <ac:chgData name="植田 篤俊" userId="0d2b3cda-30c1-45e3-9e5c-02c0046d67fa" providerId="ADAL" clId="{A6AB8097-671C-4783-A056-5A985F003BDF}" dt="2026-04-20T15:10:57.582" v="3345"/>
          <ac:inkMkLst>
            <pc:docMk/>
            <pc:sldMk cId="942900471" sldId="261"/>
            <ac:inkMk id="222" creationId="{1D5B1176-A0EF-7F57-DA3E-DA8F76991450}"/>
          </ac:inkMkLst>
        </pc:inkChg>
        <pc:inkChg chg="add del">
          <ac:chgData name="植田 篤俊" userId="0d2b3cda-30c1-45e3-9e5c-02c0046d67fa" providerId="ADAL" clId="{A6AB8097-671C-4783-A056-5A985F003BDF}" dt="2026-04-20T15:10:57.582" v="3345"/>
          <ac:inkMkLst>
            <pc:docMk/>
            <pc:sldMk cId="942900471" sldId="261"/>
            <ac:inkMk id="223" creationId="{AD06F343-C7E7-FF5B-BACB-EA8D2A1BF762}"/>
          </ac:inkMkLst>
        </pc:inkChg>
        <pc:inkChg chg="add del">
          <ac:chgData name="植田 篤俊" userId="0d2b3cda-30c1-45e3-9e5c-02c0046d67fa" providerId="ADAL" clId="{A6AB8097-671C-4783-A056-5A985F003BDF}" dt="2026-04-20T15:10:57.582" v="3345"/>
          <ac:inkMkLst>
            <pc:docMk/>
            <pc:sldMk cId="942900471" sldId="261"/>
            <ac:inkMk id="224" creationId="{39D5BB0F-32C4-51B0-BAA7-17309773B9A6}"/>
          </ac:inkMkLst>
        </pc:inkChg>
        <pc:inkChg chg="add del">
          <ac:chgData name="植田 篤俊" userId="0d2b3cda-30c1-45e3-9e5c-02c0046d67fa" providerId="ADAL" clId="{A6AB8097-671C-4783-A056-5A985F003BDF}" dt="2026-04-20T15:10:57.582" v="3345"/>
          <ac:inkMkLst>
            <pc:docMk/>
            <pc:sldMk cId="942900471" sldId="261"/>
            <ac:inkMk id="225" creationId="{D938618B-B006-E258-329B-6E2FB8E7A63B}"/>
          </ac:inkMkLst>
        </pc:inkChg>
        <pc:inkChg chg="add del">
          <ac:chgData name="植田 篤俊" userId="0d2b3cda-30c1-45e3-9e5c-02c0046d67fa" providerId="ADAL" clId="{A6AB8097-671C-4783-A056-5A985F003BDF}" dt="2026-04-20T15:10:57.582" v="3345"/>
          <ac:inkMkLst>
            <pc:docMk/>
            <pc:sldMk cId="942900471" sldId="261"/>
            <ac:inkMk id="226" creationId="{C92D7427-FFAF-F81A-76B3-F29213FAB6EA}"/>
          </ac:inkMkLst>
        </pc:inkChg>
        <pc:inkChg chg="add">
          <ac:chgData name="植田 篤俊" userId="0d2b3cda-30c1-45e3-9e5c-02c0046d67fa" providerId="ADAL" clId="{A6AB8097-671C-4783-A056-5A985F003BDF}" dt="2026-04-20T15:10:56.618" v="3344"/>
          <ac:inkMkLst>
            <pc:docMk/>
            <pc:sldMk cId="942900471" sldId="261"/>
            <ac:inkMk id="227" creationId="{01E0787E-C8F0-D312-4852-AF8D5E5F7F88}"/>
          </ac:inkMkLst>
        </pc:inkChg>
        <pc:inkChg chg="add reco">
          <ac:chgData name="植田 篤俊" userId="0d2b3cda-30c1-45e3-9e5c-02c0046d67fa" providerId="ADAL" clId="{A6AB8097-671C-4783-A056-5A985F003BDF}" dt="2026-04-20T15:10:57.582" v="3345"/>
          <ac:inkMkLst>
            <pc:docMk/>
            <pc:sldMk cId="942900471" sldId="261"/>
            <ac:inkMk id="229" creationId="{AFEE7C29-C410-1DD8-C4B5-6C3BA4CEF287}"/>
          </ac:inkMkLst>
        </pc:inkChg>
        <pc:inkChg chg="add del">
          <ac:chgData name="植田 篤俊" userId="0d2b3cda-30c1-45e3-9e5c-02c0046d67fa" providerId="ADAL" clId="{A6AB8097-671C-4783-A056-5A985F003BDF}" dt="2026-04-20T15:12:33.946" v="3425"/>
          <ac:inkMkLst>
            <pc:docMk/>
            <pc:sldMk cId="942900471" sldId="261"/>
            <ac:inkMk id="230" creationId="{0CFF92B8-470F-0C8F-9CA1-DE0F328AE393}"/>
          </ac:inkMkLst>
        </pc:inkChg>
        <pc:inkChg chg="add del">
          <ac:chgData name="植田 篤俊" userId="0d2b3cda-30c1-45e3-9e5c-02c0046d67fa" providerId="ADAL" clId="{A6AB8097-671C-4783-A056-5A985F003BDF}" dt="2026-04-20T15:12:33.946" v="3425"/>
          <ac:inkMkLst>
            <pc:docMk/>
            <pc:sldMk cId="942900471" sldId="261"/>
            <ac:inkMk id="231" creationId="{8ECE160F-4DFF-84DB-A67A-2BE41360D310}"/>
          </ac:inkMkLst>
        </pc:inkChg>
        <pc:inkChg chg="add del">
          <ac:chgData name="植田 篤俊" userId="0d2b3cda-30c1-45e3-9e5c-02c0046d67fa" providerId="ADAL" clId="{A6AB8097-671C-4783-A056-5A985F003BDF}" dt="2026-04-20T15:12:33.946" v="3425"/>
          <ac:inkMkLst>
            <pc:docMk/>
            <pc:sldMk cId="942900471" sldId="261"/>
            <ac:inkMk id="232" creationId="{AC10D42D-7395-8C38-8D4C-3BD87D87355A}"/>
          </ac:inkMkLst>
        </pc:inkChg>
        <pc:inkChg chg="add del">
          <ac:chgData name="植田 篤俊" userId="0d2b3cda-30c1-45e3-9e5c-02c0046d67fa" providerId="ADAL" clId="{A6AB8097-671C-4783-A056-5A985F003BDF}" dt="2026-04-20T15:12:33.946" v="3425"/>
          <ac:inkMkLst>
            <pc:docMk/>
            <pc:sldMk cId="942900471" sldId="261"/>
            <ac:inkMk id="233" creationId="{559B5A6B-9269-FD10-96EF-E733B19AA6C8}"/>
          </ac:inkMkLst>
        </pc:inkChg>
        <pc:inkChg chg="add del">
          <ac:chgData name="植田 篤俊" userId="0d2b3cda-30c1-45e3-9e5c-02c0046d67fa" providerId="ADAL" clId="{A6AB8097-671C-4783-A056-5A985F003BDF}" dt="2026-04-20T15:12:33.946" v="3425"/>
          <ac:inkMkLst>
            <pc:docMk/>
            <pc:sldMk cId="942900471" sldId="261"/>
            <ac:inkMk id="234" creationId="{4E7F3A1F-7C44-E332-9B14-C66294428E43}"/>
          </ac:inkMkLst>
        </pc:inkChg>
        <pc:inkChg chg="add del">
          <ac:chgData name="植田 篤俊" userId="0d2b3cda-30c1-45e3-9e5c-02c0046d67fa" providerId="ADAL" clId="{A6AB8097-671C-4783-A056-5A985F003BDF}" dt="2026-04-20T15:12:33.946" v="3425"/>
          <ac:inkMkLst>
            <pc:docMk/>
            <pc:sldMk cId="942900471" sldId="261"/>
            <ac:inkMk id="235" creationId="{76377712-ABF1-F2AF-4284-672BA74FC038}"/>
          </ac:inkMkLst>
        </pc:inkChg>
        <pc:inkChg chg="add reco">
          <ac:chgData name="植田 篤俊" userId="0d2b3cda-30c1-45e3-9e5c-02c0046d67fa" providerId="ADAL" clId="{A6AB8097-671C-4783-A056-5A985F003BDF}" dt="2026-04-20T15:12:33.946" v="3425"/>
          <ac:inkMkLst>
            <pc:docMk/>
            <pc:sldMk cId="942900471" sldId="261"/>
            <ac:inkMk id="236" creationId="{50C9561F-1658-701D-D518-54B3A4CB3B65}"/>
          </ac:inkMkLst>
        </pc:inkChg>
        <pc:inkChg chg="add del">
          <ac:chgData name="植田 篤俊" userId="0d2b3cda-30c1-45e3-9e5c-02c0046d67fa" providerId="ADAL" clId="{A6AB8097-671C-4783-A056-5A985F003BDF}" dt="2026-04-20T15:12:40.744" v="3429"/>
          <ac:inkMkLst>
            <pc:docMk/>
            <pc:sldMk cId="942900471" sldId="261"/>
            <ac:inkMk id="237" creationId="{95D56265-2820-1C4B-FB65-44D617B6F0DE}"/>
          </ac:inkMkLst>
        </pc:inkChg>
        <pc:inkChg chg="add del">
          <ac:chgData name="植田 篤俊" userId="0d2b3cda-30c1-45e3-9e5c-02c0046d67fa" providerId="ADAL" clId="{A6AB8097-671C-4783-A056-5A985F003BDF}" dt="2026-04-20T15:12:40.744" v="3429"/>
          <ac:inkMkLst>
            <pc:docMk/>
            <pc:sldMk cId="942900471" sldId="261"/>
            <ac:inkMk id="238" creationId="{E8364394-D6A5-47FC-2696-B9CC08FDF012}"/>
          </ac:inkMkLst>
        </pc:inkChg>
        <pc:inkChg chg="add del reco">
          <ac:chgData name="植田 篤俊" userId="0d2b3cda-30c1-45e3-9e5c-02c0046d67fa" providerId="ADAL" clId="{A6AB8097-671C-4783-A056-5A985F003BDF}" dt="2026-04-20T15:12:44.988" v="3431"/>
          <ac:inkMkLst>
            <pc:docMk/>
            <pc:sldMk cId="942900471" sldId="261"/>
            <ac:inkMk id="239" creationId="{A65C355A-81DC-B7F0-7033-EAA0102B672F}"/>
          </ac:inkMkLst>
        </pc:inkChg>
        <pc:inkChg chg="add del">
          <ac:chgData name="植田 篤俊" userId="0d2b3cda-30c1-45e3-9e5c-02c0046d67fa" providerId="ADAL" clId="{A6AB8097-671C-4783-A056-5A985F003BDF}" dt="2026-04-20T15:12:45.006" v="3432"/>
          <ac:inkMkLst>
            <pc:docMk/>
            <pc:sldMk cId="942900471" sldId="261"/>
            <ac:inkMk id="240" creationId="{8F517D9A-2C20-0B97-68FC-772B474649D0}"/>
          </ac:inkMkLst>
        </pc:inkChg>
        <pc:inkChg chg="add del">
          <ac:chgData name="植田 篤俊" userId="0d2b3cda-30c1-45e3-9e5c-02c0046d67fa" providerId="ADAL" clId="{A6AB8097-671C-4783-A056-5A985F003BDF}" dt="2026-04-20T15:12:46.594" v="3435"/>
          <ac:inkMkLst>
            <pc:docMk/>
            <pc:sldMk cId="942900471" sldId="261"/>
            <ac:inkMk id="241" creationId="{82E33035-C66D-173C-E4C8-12D074D104FA}"/>
          </ac:inkMkLst>
        </pc:inkChg>
        <pc:inkChg chg="add del">
          <ac:chgData name="植田 篤俊" userId="0d2b3cda-30c1-45e3-9e5c-02c0046d67fa" providerId="ADAL" clId="{A6AB8097-671C-4783-A056-5A985F003BDF}" dt="2026-04-20T15:12:46.594" v="3435"/>
          <ac:inkMkLst>
            <pc:docMk/>
            <pc:sldMk cId="942900471" sldId="261"/>
            <ac:inkMk id="242" creationId="{4632DB45-7CE9-A1F5-416B-479D5214B52E}"/>
          </ac:inkMkLst>
        </pc:inkChg>
        <pc:inkChg chg="add del reco">
          <ac:chgData name="植田 篤俊" userId="0d2b3cda-30c1-45e3-9e5c-02c0046d67fa" providerId="ADAL" clId="{A6AB8097-671C-4783-A056-5A985F003BDF}" dt="2026-04-20T15:12:57.781" v="3438"/>
          <ac:inkMkLst>
            <pc:docMk/>
            <pc:sldMk cId="942900471" sldId="261"/>
            <ac:inkMk id="243" creationId="{71F39CBD-BC89-3BE8-D4C2-4092F25F94A8}"/>
          </ac:inkMkLst>
        </pc:inkChg>
        <pc:inkChg chg="add">
          <ac:chgData name="植田 篤俊" userId="0d2b3cda-30c1-45e3-9e5c-02c0046d67fa" providerId="ADAL" clId="{A6AB8097-671C-4783-A056-5A985F003BDF}" dt="2026-04-20T15:12:58.953" v="3439"/>
          <ac:inkMkLst>
            <pc:docMk/>
            <pc:sldMk cId="942900471" sldId="261"/>
            <ac:inkMk id="244" creationId="{64500C61-FD54-F33C-6714-FDCAD2E1C3C8}"/>
          </ac:inkMkLst>
        </pc:inkChg>
        <pc:inkChg chg="add del">
          <ac:chgData name="植田 篤俊" userId="0d2b3cda-30c1-45e3-9e5c-02c0046d67fa" providerId="ADAL" clId="{A6AB8097-671C-4783-A056-5A985F003BDF}" dt="2026-04-20T15:13:04.204" v="3450"/>
          <ac:inkMkLst>
            <pc:docMk/>
            <pc:sldMk cId="942900471" sldId="261"/>
            <ac:inkMk id="245" creationId="{192F041F-3395-D3BD-6FBE-4FADE69CC758}"/>
          </ac:inkMkLst>
        </pc:inkChg>
        <pc:inkChg chg="add del">
          <ac:chgData name="植田 篤俊" userId="0d2b3cda-30c1-45e3-9e5c-02c0046d67fa" providerId="ADAL" clId="{A6AB8097-671C-4783-A056-5A985F003BDF}" dt="2026-04-20T15:13:04.204" v="3450"/>
          <ac:inkMkLst>
            <pc:docMk/>
            <pc:sldMk cId="942900471" sldId="261"/>
            <ac:inkMk id="246" creationId="{C9C2DF9B-5D62-FF28-E074-B72668E7D897}"/>
          </ac:inkMkLst>
        </pc:inkChg>
        <pc:inkChg chg="add del">
          <ac:chgData name="植田 篤俊" userId="0d2b3cda-30c1-45e3-9e5c-02c0046d67fa" providerId="ADAL" clId="{A6AB8097-671C-4783-A056-5A985F003BDF}" dt="2026-04-20T15:13:04.204" v="3450"/>
          <ac:inkMkLst>
            <pc:docMk/>
            <pc:sldMk cId="942900471" sldId="261"/>
            <ac:inkMk id="247" creationId="{18EC335A-2275-3AA6-64A5-EEED149B2517}"/>
          </ac:inkMkLst>
        </pc:inkChg>
        <pc:inkChg chg="add del">
          <ac:chgData name="植田 篤俊" userId="0d2b3cda-30c1-45e3-9e5c-02c0046d67fa" providerId="ADAL" clId="{A6AB8097-671C-4783-A056-5A985F003BDF}" dt="2026-04-20T15:13:04.204" v="3450"/>
          <ac:inkMkLst>
            <pc:docMk/>
            <pc:sldMk cId="942900471" sldId="261"/>
            <ac:inkMk id="248" creationId="{E95A6204-F80D-8DFD-5041-AFCEFAD8FE2C}"/>
          </ac:inkMkLst>
        </pc:inkChg>
        <pc:inkChg chg="add del">
          <ac:chgData name="植田 篤俊" userId="0d2b3cda-30c1-45e3-9e5c-02c0046d67fa" providerId="ADAL" clId="{A6AB8097-671C-4783-A056-5A985F003BDF}" dt="2026-04-20T15:13:04.204" v="3450"/>
          <ac:inkMkLst>
            <pc:docMk/>
            <pc:sldMk cId="942900471" sldId="261"/>
            <ac:inkMk id="249" creationId="{B874D626-9F7E-C058-136E-DBA1924416CB}"/>
          </ac:inkMkLst>
        </pc:inkChg>
        <pc:inkChg chg="add del">
          <ac:chgData name="植田 篤俊" userId="0d2b3cda-30c1-45e3-9e5c-02c0046d67fa" providerId="ADAL" clId="{A6AB8097-671C-4783-A056-5A985F003BDF}" dt="2026-04-20T15:13:04.204" v="3450"/>
          <ac:inkMkLst>
            <pc:docMk/>
            <pc:sldMk cId="942900471" sldId="261"/>
            <ac:inkMk id="250" creationId="{02DF5E99-148A-FFCB-63F1-0B9FC19B20A1}"/>
          </ac:inkMkLst>
        </pc:inkChg>
        <pc:inkChg chg="add del">
          <ac:chgData name="植田 篤俊" userId="0d2b3cda-30c1-45e3-9e5c-02c0046d67fa" providerId="ADAL" clId="{A6AB8097-671C-4783-A056-5A985F003BDF}" dt="2026-04-20T15:13:04.204" v="3450"/>
          <ac:inkMkLst>
            <pc:docMk/>
            <pc:sldMk cId="942900471" sldId="261"/>
            <ac:inkMk id="251" creationId="{78612BE5-4442-331F-520A-505FEB6A9DEF}"/>
          </ac:inkMkLst>
        </pc:inkChg>
        <pc:inkChg chg="add">
          <ac:chgData name="植田 篤俊" userId="0d2b3cda-30c1-45e3-9e5c-02c0046d67fa" providerId="ADAL" clId="{A6AB8097-671C-4783-A056-5A985F003BDF}" dt="2026-04-20T15:13:02.486" v="3447"/>
          <ac:inkMkLst>
            <pc:docMk/>
            <pc:sldMk cId="942900471" sldId="261"/>
            <ac:inkMk id="252" creationId="{134ED806-F4CC-E3B9-3B48-A212FD564E01}"/>
          </ac:inkMkLst>
        </pc:inkChg>
        <pc:inkChg chg="add del">
          <ac:chgData name="植田 篤俊" userId="0d2b3cda-30c1-45e3-9e5c-02c0046d67fa" providerId="ADAL" clId="{A6AB8097-671C-4783-A056-5A985F003BDF}" dt="2026-04-20T15:13:04.204" v="3450"/>
          <ac:inkMkLst>
            <pc:docMk/>
            <pc:sldMk cId="942900471" sldId="261"/>
            <ac:inkMk id="253" creationId="{4C11917E-5402-FF10-CF93-32E29522F920}"/>
          </ac:inkMkLst>
        </pc:inkChg>
        <pc:inkChg chg="add del">
          <ac:chgData name="植田 篤俊" userId="0d2b3cda-30c1-45e3-9e5c-02c0046d67fa" providerId="ADAL" clId="{A6AB8097-671C-4783-A056-5A985F003BDF}" dt="2026-04-20T15:13:04.204" v="3450"/>
          <ac:inkMkLst>
            <pc:docMk/>
            <pc:sldMk cId="942900471" sldId="261"/>
            <ac:inkMk id="254" creationId="{92CA41EF-42E0-A814-F3E0-C1AAD53C739E}"/>
          </ac:inkMkLst>
        </pc:inkChg>
        <pc:inkChg chg="add mod reco modStrokes">
          <ac:chgData name="植田 篤俊" userId="0d2b3cda-30c1-45e3-9e5c-02c0046d67fa" providerId="ADAL" clId="{A6AB8097-671C-4783-A056-5A985F003BDF}" dt="2026-04-20T15:13:22.935" v="3479"/>
          <ac:inkMkLst>
            <pc:docMk/>
            <pc:sldMk cId="942900471" sldId="261"/>
            <ac:inkMk id="255" creationId="{17D9AEA8-AFB8-4323-60D9-4481CC7F8D46}"/>
          </ac:inkMkLst>
        </pc:inkChg>
        <pc:inkChg chg="add del">
          <ac:chgData name="植田 篤俊" userId="0d2b3cda-30c1-45e3-9e5c-02c0046d67fa" providerId="ADAL" clId="{A6AB8097-671C-4783-A056-5A985F003BDF}" dt="2026-04-20T15:13:09.642" v="3455"/>
          <ac:inkMkLst>
            <pc:docMk/>
            <pc:sldMk cId="942900471" sldId="261"/>
            <ac:inkMk id="256" creationId="{3A070407-7E0D-E563-D82D-5587CA762B2B}"/>
          </ac:inkMkLst>
        </pc:inkChg>
        <pc:inkChg chg="add del">
          <ac:chgData name="植田 篤俊" userId="0d2b3cda-30c1-45e3-9e5c-02c0046d67fa" providerId="ADAL" clId="{A6AB8097-671C-4783-A056-5A985F003BDF}" dt="2026-04-20T15:13:09.642" v="3455"/>
          <ac:inkMkLst>
            <pc:docMk/>
            <pc:sldMk cId="942900471" sldId="261"/>
            <ac:inkMk id="257" creationId="{64670263-A025-8798-B4B3-AFAF18BFC387}"/>
          </ac:inkMkLst>
        </pc:inkChg>
        <pc:inkChg chg="add del">
          <ac:chgData name="植田 篤俊" userId="0d2b3cda-30c1-45e3-9e5c-02c0046d67fa" providerId="ADAL" clId="{A6AB8097-671C-4783-A056-5A985F003BDF}" dt="2026-04-20T15:13:09.642" v="3455"/>
          <ac:inkMkLst>
            <pc:docMk/>
            <pc:sldMk cId="942900471" sldId="261"/>
            <ac:inkMk id="258" creationId="{E7CE6E7F-B3C4-CEEF-38FE-89FF5E1505A4}"/>
          </ac:inkMkLst>
        </pc:inkChg>
        <pc:inkChg chg="add del">
          <ac:chgData name="植田 篤俊" userId="0d2b3cda-30c1-45e3-9e5c-02c0046d67fa" providerId="ADAL" clId="{A6AB8097-671C-4783-A056-5A985F003BDF}" dt="2026-04-20T15:13:09.642" v="3455"/>
          <ac:inkMkLst>
            <pc:docMk/>
            <pc:sldMk cId="942900471" sldId="261"/>
            <ac:inkMk id="259" creationId="{5B5079FB-5F23-94BD-0949-33F07BCD88C0}"/>
          </ac:inkMkLst>
        </pc:inkChg>
        <pc:inkChg chg="add reco">
          <ac:chgData name="植田 篤俊" userId="0d2b3cda-30c1-45e3-9e5c-02c0046d67fa" providerId="ADAL" clId="{A6AB8097-671C-4783-A056-5A985F003BDF}" dt="2026-04-20T15:13:09.642" v="3455"/>
          <ac:inkMkLst>
            <pc:docMk/>
            <pc:sldMk cId="942900471" sldId="261"/>
            <ac:inkMk id="260" creationId="{CF413BB9-D11F-F2BE-37BB-03BA27CEE128}"/>
          </ac:inkMkLst>
        </pc:inkChg>
        <pc:inkChg chg="add del">
          <ac:chgData name="植田 篤俊" userId="0d2b3cda-30c1-45e3-9e5c-02c0046d67fa" providerId="ADAL" clId="{A6AB8097-671C-4783-A056-5A985F003BDF}" dt="2026-04-20T15:13:11.721" v="3459"/>
          <ac:inkMkLst>
            <pc:docMk/>
            <pc:sldMk cId="942900471" sldId="261"/>
            <ac:inkMk id="261" creationId="{1EB74696-D43D-2267-23FC-6A1D7BB7EC84}"/>
          </ac:inkMkLst>
        </pc:inkChg>
        <pc:inkChg chg="add del">
          <ac:chgData name="植田 篤俊" userId="0d2b3cda-30c1-45e3-9e5c-02c0046d67fa" providerId="ADAL" clId="{A6AB8097-671C-4783-A056-5A985F003BDF}" dt="2026-04-20T15:13:11.721" v="3459"/>
          <ac:inkMkLst>
            <pc:docMk/>
            <pc:sldMk cId="942900471" sldId="261"/>
            <ac:inkMk id="262" creationId="{4E371CA7-1333-90AB-2730-EB05CEE454C9}"/>
          </ac:inkMkLst>
        </pc:inkChg>
        <pc:inkChg chg="add del">
          <ac:chgData name="植田 篤俊" userId="0d2b3cda-30c1-45e3-9e5c-02c0046d67fa" providerId="ADAL" clId="{A6AB8097-671C-4783-A056-5A985F003BDF}" dt="2026-04-20T15:13:11.721" v="3459"/>
          <ac:inkMkLst>
            <pc:docMk/>
            <pc:sldMk cId="942900471" sldId="261"/>
            <ac:inkMk id="263" creationId="{3D7B549B-A8FC-C4C4-5B31-7493CF82C847}"/>
          </ac:inkMkLst>
        </pc:inkChg>
        <pc:inkChg chg="add reco">
          <ac:chgData name="植田 篤俊" userId="0d2b3cda-30c1-45e3-9e5c-02c0046d67fa" providerId="ADAL" clId="{A6AB8097-671C-4783-A056-5A985F003BDF}" dt="2026-04-20T15:13:11.721" v="3459"/>
          <ac:inkMkLst>
            <pc:docMk/>
            <pc:sldMk cId="942900471" sldId="261"/>
            <ac:inkMk id="264" creationId="{0E313EBB-E930-9F0B-5914-56594533E019}"/>
          </ac:inkMkLst>
        </pc:inkChg>
        <pc:inkChg chg="add">
          <ac:chgData name="植田 篤俊" userId="0d2b3cda-30c1-45e3-9e5c-02c0046d67fa" providerId="ADAL" clId="{A6AB8097-671C-4783-A056-5A985F003BDF}" dt="2026-04-20T15:13:12.169" v="3460"/>
          <ac:inkMkLst>
            <pc:docMk/>
            <pc:sldMk cId="942900471" sldId="261"/>
            <ac:inkMk id="265" creationId="{B76F9CCF-0D50-F529-969A-EBD66B9390BF}"/>
          </ac:inkMkLst>
        </pc:inkChg>
        <pc:inkChg chg="add">
          <ac:chgData name="植田 篤俊" userId="0d2b3cda-30c1-45e3-9e5c-02c0046d67fa" providerId="ADAL" clId="{A6AB8097-671C-4783-A056-5A985F003BDF}" dt="2026-04-20T15:13:12.386" v="3461"/>
          <ac:inkMkLst>
            <pc:docMk/>
            <pc:sldMk cId="942900471" sldId="261"/>
            <ac:inkMk id="266" creationId="{E8CB2243-9D21-5E7E-6F26-BC780A4610EF}"/>
          </ac:inkMkLst>
        </pc:inkChg>
        <pc:inkChg chg="add del">
          <ac:chgData name="植田 篤俊" userId="0d2b3cda-30c1-45e3-9e5c-02c0046d67fa" providerId="ADAL" clId="{A6AB8097-671C-4783-A056-5A985F003BDF}" dt="2026-04-20T15:13:13.369" v="3463"/>
          <ac:inkMkLst>
            <pc:docMk/>
            <pc:sldMk cId="942900471" sldId="261"/>
            <ac:inkMk id="267" creationId="{955AAB76-C145-8F13-6524-3CF140761CA2}"/>
          </ac:inkMkLst>
        </pc:inkChg>
        <pc:inkChg chg="add del">
          <ac:chgData name="植田 篤俊" userId="0d2b3cda-30c1-45e3-9e5c-02c0046d67fa" providerId="ADAL" clId="{A6AB8097-671C-4783-A056-5A985F003BDF}" dt="2026-04-20T15:13:20.833" v="3478"/>
          <ac:inkMkLst>
            <pc:docMk/>
            <pc:sldMk cId="942900471" sldId="261"/>
            <ac:inkMk id="268" creationId="{422729EF-5F6F-41A4-4607-BEB725B312F4}"/>
          </ac:inkMkLst>
        </pc:inkChg>
        <pc:inkChg chg="add">
          <ac:chgData name="植田 篤俊" userId="0d2b3cda-30c1-45e3-9e5c-02c0046d67fa" providerId="ADAL" clId="{A6AB8097-671C-4783-A056-5A985F003BDF}" dt="2026-04-20T15:13:14.836" v="3465"/>
          <ac:inkMkLst>
            <pc:docMk/>
            <pc:sldMk cId="942900471" sldId="261"/>
            <ac:inkMk id="269" creationId="{1839B689-6268-AAD5-002A-9277A79FB4E9}"/>
          </ac:inkMkLst>
        </pc:inkChg>
        <pc:inkChg chg="add del">
          <ac:chgData name="植田 篤俊" userId="0d2b3cda-30c1-45e3-9e5c-02c0046d67fa" providerId="ADAL" clId="{A6AB8097-671C-4783-A056-5A985F003BDF}" dt="2026-04-20T15:13:20.833" v="3478"/>
          <ac:inkMkLst>
            <pc:docMk/>
            <pc:sldMk cId="942900471" sldId="261"/>
            <ac:inkMk id="270" creationId="{2B5336D6-BD07-5867-60B9-4CFEB37CAD5A}"/>
          </ac:inkMkLst>
        </pc:inkChg>
        <pc:inkChg chg="add del">
          <ac:chgData name="植田 篤俊" userId="0d2b3cda-30c1-45e3-9e5c-02c0046d67fa" providerId="ADAL" clId="{A6AB8097-671C-4783-A056-5A985F003BDF}" dt="2026-04-20T15:13:20.833" v="3478"/>
          <ac:inkMkLst>
            <pc:docMk/>
            <pc:sldMk cId="942900471" sldId="261"/>
            <ac:inkMk id="271" creationId="{E2309352-6E85-B239-21F6-8BD9A0C6A01F}"/>
          </ac:inkMkLst>
        </pc:inkChg>
        <pc:inkChg chg="add">
          <ac:chgData name="植田 篤俊" userId="0d2b3cda-30c1-45e3-9e5c-02c0046d67fa" providerId="ADAL" clId="{A6AB8097-671C-4783-A056-5A985F003BDF}" dt="2026-04-20T15:13:16.369" v="3468"/>
          <ac:inkMkLst>
            <pc:docMk/>
            <pc:sldMk cId="942900471" sldId="261"/>
            <ac:inkMk id="272" creationId="{66183CCB-25A2-3B7A-EDCC-A65A1D195D44}"/>
          </ac:inkMkLst>
        </pc:inkChg>
        <pc:inkChg chg="add">
          <ac:chgData name="植田 篤俊" userId="0d2b3cda-30c1-45e3-9e5c-02c0046d67fa" providerId="ADAL" clId="{A6AB8097-671C-4783-A056-5A985F003BDF}" dt="2026-04-20T15:13:16.585" v="3469"/>
          <ac:inkMkLst>
            <pc:docMk/>
            <pc:sldMk cId="942900471" sldId="261"/>
            <ac:inkMk id="273" creationId="{D5C281C1-FF28-9936-2A66-51C8F972CE23}"/>
          </ac:inkMkLst>
        </pc:inkChg>
        <pc:inkChg chg="add del">
          <ac:chgData name="植田 篤俊" userId="0d2b3cda-30c1-45e3-9e5c-02c0046d67fa" providerId="ADAL" clId="{A6AB8097-671C-4783-A056-5A985F003BDF}" dt="2026-04-20T15:13:20.833" v="3478"/>
          <ac:inkMkLst>
            <pc:docMk/>
            <pc:sldMk cId="942900471" sldId="261"/>
            <ac:inkMk id="274" creationId="{832ECB2F-54A3-4B74-AE4F-30CB2FFDC432}"/>
          </ac:inkMkLst>
        </pc:inkChg>
        <pc:inkChg chg="add">
          <ac:chgData name="植田 篤俊" userId="0d2b3cda-30c1-45e3-9e5c-02c0046d67fa" providerId="ADAL" clId="{A6AB8097-671C-4783-A056-5A985F003BDF}" dt="2026-04-20T15:13:17.776" v="3471"/>
          <ac:inkMkLst>
            <pc:docMk/>
            <pc:sldMk cId="942900471" sldId="261"/>
            <ac:inkMk id="275" creationId="{C44ED89C-624A-5A75-0432-7EABFFAB0A4E}"/>
          </ac:inkMkLst>
        </pc:inkChg>
        <pc:inkChg chg="add del">
          <ac:chgData name="植田 篤俊" userId="0d2b3cda-30c1-45e3-9e5c-02c0046d67fa" providerId="ADAL" clId="{A6AB8097-671C-4783-A056-5A985F003BDF}" dt="2026-04-20T15:13:20.833" v="3478"/>
          <ac:inkMkLst>
            <pc:docMk/>
            <pc:sldMk cId="942900471" sldId="261"/>
            <ac:inkMk id="276" creationId="{1E8502CA-A735-26FF-2F70-D4FFED034183}"/>
          </ac:inkMkLst>
        </pc:inkChg>
        <pc:inkChg chg="add del">
          <ac:chgData name="植田 篤俊" userId="0d2b3cda-30c1-45e3-9e5c-02c0046d67fa" providerId="ADAL" clId="{A6AB8097-671C-4783-A056-5A985F003BDF}" dt="2026-04-20T15:13:20.833" v="3478"/>
          <ac:inkMkLst>
            <pc:docMk/>
            <pc:sldMk cId="942900471" sldId="261"/>
            <ac:inkMk id="277" creationId="{B4F955E1-03FC-0AA8-3967-E3CF3370A19F}"/>
          </ac:inkMkLst>
        </pc:inkChg>
        <pc:inkChg chg="add del">
          <ac:chgData name="植田 篤俊" userId="0d2b3cda-30c1-45e3-9e5c-02c0046d67fa" providerId="ADAL" clId="{A6AB8097-671C-4783-A056-5A985F003BDF}" dt="2026-04-20T15:13:20.833" v="3478"/>
          <ac:inkMkLst>
            <pc:docMk/>
            <pc:sldMk cId="942900471" sldId="261"/>
            <ac:inkMk id="278" creationId="{39EB89C1-7B39-257F-1551-7667AB8D0DAF}"/>
          </ac:inkMkLst>
        </pc:inkChg>
        <pc:inkChg chg="add">
          <ac:chgData name="植田 篤俊" userId="0d2b3cda-30c1-45e3-9e5c-02c0046d67fa" providerId="ADAL" clId="{A6AB8097-671C-4783-A056-5A985F003BDF}" dt="2026-04-20T15:13:19.501" v="3475"/>
          <ac:inkMkLst>
            <pc:docMk/>
            <pc:sldMk cId="942900471" sldId="261"/>
            <ac:inkMk id="279" creationId="{1707F9CE-FD2D-2559-3C69-116E19D66E03}"/>
          </ac:inkMkLst>
        </pc:inkChg>
        <pc:inkChg chg="add del">
          <ac:chgData name="植田 篤俊" userId="0d2b3cda-30c1-45e3-9e5c-02c0046d67fa" providerId="ADAL" clId="{A6AB8097-671C-4783-A056-5A985F003BDF}" dt="2026-04-20T15:13:20.833" v="3478"/>
          <ac:inkMkLst>
            <pc:docMk/>
            <pc:sldMk cId="942900471" sldId="261"/>
            <ac:inkMk id="280" creationId="{05F2CEF5-79D1-6590-618E-EECF297ADA0D}"/>
          </ac:inkMkLst>
        </pc:inkChg>
        <pc:inkChg chg="add del">
          <ac:chgData name="植田 篤俊" userId="0d2b3cda-30c1-45e3-9e5c-02c0046d67fa" providerId="ADAL" clId="{A6AB8097-671C-4783-A056-5A985F003BDF}" dt="2026-04-20T15:13:20.833" v="3478"/>
          <ac:inkMkLst>
            <pc:docMk/>
            <pc:sldMk cId="942900471" sldId="261"/>
            <ac:inkMk id="281" creationId="{17EC0844-6407-FB0E-213F-0B6A095DA2EF}"/>
          </ac:inkMkLst>
        </pc:inkChg>
        <pc:inkChg chg="add mod reco modStrokes">
          <ac:chgData name="植田 篤俊" userId="0d2b3cda-30c1-45e3-9e5c-02c0046d67fa" providerId="ADAL" clId="{A6AB8097-671C-4783-A056-5A985F003BDF}" dt="2026-04-20T15:13:30.156" v="3490"/>
          <ac:inkMkLst>
            <pc:docMk/>
            <pc:sldMk cId="942900471" sldId="261"/>
            <ac:inkMk id="283" creationId="{4A0F2B2F-3AC0-1A4A-5E78-B8409A2EB885}"/>
          </ac:inkMkLst>
        </pc:inkChg>
        <pc:inkChg chg="add del">
          <ac:chgData name="植田 篤俊" userId="0d2b3cda-30c1-45e3-9e5c-02c0046d67fa" providerId="ADAL" clId="{A6AB8097-671C-4783-A056-5A985F003BDF}" dt="2026-04-20T15:13:27.118" v="3487"/>
          <ac:inkMkLst>
            <pc:docMk/>
            <pc:sldMk cId="942900471" sldId="261"/>
            <ac:inkMk id="284" creationId="{888D36AF-452D-9803-1E12-7860B5270FDF}"/>
          </ac:inkMkLst>
        </pc:inkChg>
        <pc:inkChg chg="add del">
          <ac:chgData name="植田 篤俊" userId="0d2b3cda-30c1-45e3-9e5c-02c0046d67fa" providerId="ADAL" clId="{A6AB8097-671C-4783-A056-5A985F003BDF}" dt="2026-04-20T15:13:27.118" v="3487"/>
          <ac:inkMkLst>
            <pc:docMk/>
            <pc:sldMk cId="942900471" sldId="261"/>
            <ac:inkMk id="285" creationId="{4602029D-DE8D-5B96-8C3B-E774D0C3D9C2}"/>
          </ac:inkMkLst>
        </pc:inkChg>
        <pc:inkChg chg="add del">
          <ac:chgData name="植田 篤俊" userId="0d2b3cda-30c1-45e3-9e5c-02c0046d67fa" providerId="ADAL" clId="{A6AB8097-671C-4783-A056-5A985F003BDF}" dt="2026-04-20T15:13:27.118" v="3487"/>
          <ac:inkMkLst>
            <pc:docMk/>
            <pc:sldMk cId="942900471" sldId="261"/>
            <ac:inkMk id="286" creationId="{903D1B94-1D6C-C214-FD48-0F7D38379635}"/>
          </ac:inkMkLst>
        </pc:inkChg>
        <pc:inkChg chg="add del">
          <ac:chgData name="植田 篤俊" userId="0d2b3cda-30c1-45e3-9e5c-02c0046d67fa" providerId="ADAL" clId="{A6AB8097-671C-4783-A056-5A985F003BDF}" dt="2026-04-20T15:13:27.118" v="3487"/>
          <ac:inkMkLst>
            <pc:docMk/>
            <pc:sldMk cId="942900471" sldId="261"/>
            <ac:inkMk id="287" creationId="{E76311DF-D9E2-9BDE-9C61-53876CA9CECB}"/>
          </ac:inkMkLst>
        </pc:inkChg>
        <pc:inkChg chg="add del">
          <ac:chgData name="植田 篤俊" userId="0d2b3cda-30c1-45e3-9e5c-02c0046d67fa" providerId="ADAL" clId="{A6AB8097-671C-4783-A056-5A985F003BDF}" dt="2026-04-20T15:13:27.118" v="3487"/>
          <ac:inkMkLst>
            <pc:docMk/>
            <pc:sldMk cId="942900471" sldId="261"/>
            <ac:inkMk id="288" creationId="{B2E69807-3B9F-01ED-97DB-E328B24E4341}"/>
          </ac:inkMkLst>
        </pc:inkChg>
        <pc:inkChg chg="add del">
          <ac:chgData name="植田 篤俊" userId="0d2b3cda-30c1-45e3-9e5c-02c0046d67fa" providerId="ADAL" clId="{A6AB8097-671C-4783-A056-5A985F003BDF}" dt="2026-04-20T15:13:27.118" v="3487"/>
          <ac:inkMkLst>
            <pc:docMk/>
            <pc:sldMk cId="942900471" sldId="261"/>
            <ac:inkMk id="289" creationId="{73E18264-8BA3-1DC9-ED31-9BFAC3B64E6E}"/>
          </ac:inkMkLst>
        </pc:inkChg>
        <pc:inkChg chg="add del">
          <ac:chgData name="植田 篤俊" userId="0d2b3cda-30c1-45e3-9e5c-02c0046d67fa" providerId="ADAL" clId="{A6AB8097-671C-4783-A056-5A985F003BDF}" dt="2026-04-20T15:13:27.118" v="3487"/>
          <ac:inkMkLst>
            <pc:docMk/>
            <pc:sldMk cId="942900471" sldId="261"/>
            <ac:inkMk id="290" creationId="{FEA216FE-0866-39F3-2B40-44757445C6EF}"/>
          </ac:inkMkLst>
        </pc:inkChg>
        <pc:inkChg chg="add reco">
          <ac:chgData name="植田 篤俊" userId="0d2b3cda-30c1-45e3-9e5c-02c0046d67fa" providerId="ADAL" clId="{A6AB8097-671C-4783-A056-5A985F003BDF}" dt="2026-04-20T15:13:27.118" v="3487"/>
          <ac:inkMkLst>
            <pc:docMk/>
            <pc:sldMk cId="942900471" sldId="261"/>
            <ac:inkMk id="291" creationId="{A17E7E37-4976-6E64-9EE5-6275FC10DDF5}"/>
          </ac:inkMkLst>
        </pc:inkChg>
        <pc:inkChg chg="add reco">
          <ac:chgData name="植田 篤俊" userId="0d2b3cda-30c1-45e3-9e5c-02c0046d67fa" providerId="ADAL" clId="{A6AB8097-671C-4783-A056-5A985F003BDF}" dt="2026-04-20T15:13:27.118" v="3487"/>
          <ac:inkMkLst>
            <pc:docMk/>
            <pc:sldMk cId="942900471" sldId="261"/>
            <ac:inkMk id="292" creationId="{A2C8D1A6-2E7E-7382-7FDA-E263DE731BBF}"/>
          </ac:inkMkLst>
        </pc:inkChg>
        <pc:inkChg chg="add del">
          <ac:chgData name="植田 篤俊" userId="0d2b3cda-30c1-45e3-9e5c-02c0046d67fa" providerId="ADAL" clId="{A6AB8097-671C-4783-A056-5A985F003BDF}" dt="2026-04-20T15:13:30.157" v="3491"/>
          <ac:inkMkLst>
            <pc:docMk/>
            <pc:sldMk cId="942900471" sldId="261"/>
            <ac:inkMk id="293" creationId="{4C230959-F264-253E-CF52-6BC0DE895292}"/>
          </ac:inkMkLst>
        </pc:inkChg>
        <pc:inkChg chg="add del">
          <ac:chgData name="植田 篤俊" userId="0d2b3cda-30c1-45e3-9e5c-02c0046d67fa" providerId="ADAL" clId="{A6AB8097-671C-4783-A056-5A985F003BDF}" dt="2026-04-20T15:13:32.047" v="3495"/>
          <ac:inkMkLst>
            <pc:docMk/>
            <pc:sldMk cId="942900471" sldId="261"/>
            <ac:inkMk id="294" creationId="{09CBE0E7-6266-6446-84A8-CD67E403F9DD}"/>
          </ac:inkMkLst>
        </pc:inkChg>
        <pc:inkChg chg="add del">
          <ac:chgData name="植田 篤俊" userId="0d2b3cda-30c1-45e3-9e5c-02c0046d67fa" providerId="ADAL" clId="{A6AB8097-671C-4783-A056-5A985F003BDF}" dt="2026-04-20T15:13:32.048" v="3496"/>
          <ac:inkMkLst>
            <pc:docMk/>
            <pc:sldMk cId="942900471" sldId="261"/>
            <ac:inkMk id="295" creationId="{6DDFF50D-BEB6-8179-807B-FC4886C7C5A7}"/>
          </ac:inkMkLst>
        </pc:inkChg>
        <pc:inkChg chg="add del">
          <ac:chgData name="植田 篤俊" userId="0d2b3cda-30c1-45e3-9e5c-02c0046d67fa" providerId="ADAL" clId="{A6AB8097-671C-4783-A056-5A985F003BDF}" dt="2026-04-20T15:13:34.301" v="3499"/>
          <ac:inkMkLst>
            <pc:docMk/>
            <pc:sldMk cId="942900471" sldId="261"/>
            <ac:inkMk id="296" creationId="{06C0EEF8-466D-5CFA-0DD1-21AB6D8CFDA9}"/>
          </ac:inkMkLst>
        </pc:inkChg>
        <pc:inkChg chg="add del">
          <ac:chgData name="植田 篤俊" userId="0d2b3cda-30c1-45e3-9e5c-02c0046d67fa" providerId="ADAL" clId="{A6AB8097-671C-4783-A056-5A985F003BDF}" dt="2026-04-20T15:13:34.301" v="3499"/>
          <ac:inkMkLst>
            <pc:docMk/>
            <pc:sldMk cId="942900471" sldId="261"/>
            <ac:inkMk id="297" creationId="{3B9BD9C2-E5FD-793E-7E7B-F594E57DB3BC}"/>
          </ac:inkMkLst>
        </pc:inkChg>
        <pc:inkChg chg="add del">
          <ac:chgData name="植田 篤俊" userId="0d2b3cda-30c1-45e3-9e5c-02c0046d67fa" providerId="ADAL" clId="{A6AB8097-671C-4783-A056-5A985F003BDF}" dt="2026-04-20T15:13:34.301" v="3499"/>
          <ac:inkMkLst>
            <pc:docMk/>
            <pc:sldMk cId="942900471" sldId="261"/>
            <ac:inkMk id="298" creationId="{814C798C-0205-DC37-28D3-1AEB8FA2732D}"/>
          </ac:inkMkLst>
        </pc:inkChg>
        <pc:inkChg chg="add reco">
          <ac:chgData name="植田 篤俊" userId="0d2b3cda-30c1-45e3-9e5c-02c0046d67fa" providerId="ADAL" clId="{A6AB8097-671C-4783-A056-5A985F003BDF}" dt="2026-04-20T15:13:34.301" v="3499"/>
          <ac:inkMkLst>
            <pc:docMk/>
            <pc:sldMk cId="942900471" sldId="261"/>
            <ac:inkMk id="299" creationId="{DF39AD33-ADBB-BAF9-F72D-C39DBC634A07}"/>
          </ac:inkMkLst>
        </pc:inkChg>
        <pc:inkChg chg="add">
          <ac:chgData name="植田 篤俊" userId="0d2b3cda-30c1-45e3-9e5c-02c0046d67fa" providerId="ADAL" clId="{A6AB8097-671C-4783-A056-5A985F003BDF}" dt="2026-04-20T15:13:42.170" v="3500"/>
          <ac:inkMkLst>
            <pc:docMk/>
            <pc:sldMk cId="942900471" sldId="261"/>
            <ac:inkMk id="300" creationId="{CB8DBAD0-E17A-7618-4AE5-16068A6570EF}"/>
          </ac:inkMkLst>
        </pc:inkChg>
        <pc:inkChg chg="add">
          <ac:chgData name="植田 篤俊" userId="0d2b3cda-30c1-45e3-9e5c-02c0046d67fa" providerId="ADAL" clId="{A6AB8097-671C-4783-A056-5A985F003BDF}" dt="2026-04-20T15:13:52.302" v="3501"/>
          <ac:inkMkLst>
            <pc:docMk/>
            <pc:sldMk cId="942900471" sldId="261"/>
            <ac:inkMk id="301" creationId="{D7624226-2B82-AD7D-EA14-35D44ACDB94B}"/>
          </ac:inkMkLst>
        </pc:inkChg>
        <pc:inkChg chg="add del">
          <ac:chgData name="植田 篤俊" userId="0d2b3cda-30c1-45e3-9e5c-02c0046d67fa" providerId="ADAL" clId="{A6AB8097-671C-4783-A056-5A985F003BDF}" dt="2026-04-20T15:13:56.132" v="3507"/>
          <ac:inkMkLst>
            <pc:docMk/>
            <pc:sldMk cId="942900471" sldId="261"/>
            <ac:inkMk id="302" creationId="{4E9F3701-AEBA-C345-2A67-2767935D69C2}"/>
          </ac:inkMkLst>
        </pc:inkChg>
        <pc:inkChg chg="add del">
          <ac:chgData name="植田 篤俊" userId="0d2b3cda-30c1-45e3-9e5c-02c0046d67fa" providerId="ADAL" clId="{A6AB8097-671C-4783-A056-5A985F003BDF}" dt="2026-04-20T15:13:56.132" v="3506"/>
          <ac:inkMkLst>
            <pc:docMk/>
            <pc:sldMk cId="942900471" sldId="261"/>
            <ac:inkMk id="303" creationId="{6C74FE02-E6C7-A7A9-6321-DDD69669DCDE}"/>
          </ac:inkMkLst>
        </pc:inkChg>
        <pc:inkChg chg="add del">
          <ac:chgData name="植田 篤俊" userId="0d2b3cda-30c1-45e3-9e5c-02c0046d67fa" providerId="ADAL" clId="{A6AB8097-671C-4783-A056-5A985F003BDF}" dt="2026-04-20T15:13:56.131" v="3505"/>
          <ac:inkMkLst>
            <pc:docMk/>
            <pc:sldMk cId="942900471" sldId="261"/>
            <ac:inkMk id="304" creationId="{F6B6A520-6B1E-1F60-1537-1DA05909BE8E}"/>
          </ac:inkMkLst>
        </pc:inkChg>
        <pc:inkChg chg="add del">
          <ac:chgData name="植田 篤俊" userId="0d2b3cda-30c1-45e3-9e5c-02c0046d67fa" providerId="ADAL" clId="{A6AB8097-671C-4783-A056-5A985F003BDF}" dt="2026-04-20T15:14:00.812" v="3520"/>
          <ac:inkMkLst>
            <pc:docMk/>
            <pc:sldMk cId="942900471" sldId="261"/>
            <ac:inkMk id="305" creationId="{224AEBDD-BB50-1ACA-3EF6-D80E77450654}"/>
          </ac:inkMkLst>
        </pc:inkChg>
        <pc:inkChg chg="add del">
          <ac:chgData name="植田 篤俊" userId="0d2b3cda-30c1-45e3-9e5c-02c0046d67fa" providerId="ADAL" clId="{A6AB8097-671C-4783-A056-5A985F003BDF}" dt="2026-04-20T15:14:00.812" v="3520"/>
          <ac:inkMkLst>
            <pc:docMk/>
            <pc:sldMk cId="942900471" sldId="261"/>
            <ac:inkMk id="306" creationId="{01A414B5-E6B2-93E4-429F-7C1E4C67C5F6}"/>
          </ac:inkMkLst>
        </pc:inkChg>
        <pc:inkChg chg="add del">
          <ac:chgData name="植田 篤俊" userId="0d2b3cda-30c1-45e3-9e5c-02c0046d67fa" providerId="ADAL" clId="{A6AB8097-671C-4783-A056-5A985F003BDF}" dt="2026-04-20T15:14:00.812" v="3520"/>
          <ac:inkMkLst>
            <pc:docMk/>
            <pc:sldMk cId="942900471" sldId="261"/>
            <ac:inkMk id="307" creationId="{28A43CE0-61CC-DAA4-740D-ACF90E3BA21B}"/>
          </ac:inkMkLst>
        </pc:inkChg>
        <pc:inkChg chg="add del">
          <ac:chgData name="植田 篤俊" userId="0d2b3cda-30c1-45e3-9e5c-02c0046d67fa" providerId="ADAL" clId="{A6AB8097-671C-4783-A056-5A985F003BDF}" dt="2026-04-20T15:14:00.812" v="3520"/>
          <ac:inkMkLst>
            <pc:docMk/>
            <pc:sldMk cId="942900471" sldId="261"/>
            <ac:inkMk id="308" creationId="{03CBBBBF-04D0-E086-73D0-782E10EA4DCB}"/>
          </ac:inkMkLst>
        </pc:inkChg>
        <pc:inkChg chg="add">
          <ac:chgData name="植田 篤俊" userId="0d2b3cda-30c1-45e3-9e5c-02c0046d67fa" providerId="ADAL" clId="{A6AB8097-671C-4783-A056-5A985F003BDF}" dt="2026-04-20T15:13:57.948" v="3512"/>
          <ac:inkMkLst>
            <pc:docMk/>
            <pc:sldMk cId="942900471" sldId="261"/>
            <ac:inkMk id="309" creationId="{791C54C5-F7E5-29AA-0D7A-8D6079BBA236}"/>
          </ac:inkMkLst>
        </pc:inkChg>
        <pc:inkChg chg="add">
          <ac:chgData name="植田 篤俊" userId="0d2b3cda-30c1-45e3-9e5c-02c0046d67fa" providerId="ADAL" clId="{A6AB8097-671C-4783-A056-5A985F003BDF}" dt="2026-04-20T15:13:58.765" v="3513"/>
          <ac:inkMkLst>
            <pc:docMk/>
            <pc:sldMk cId="942900471" sldId="261"/>
            <ac:inkMk id="310" creationId="{250F3FEB-09AD-5C12-0E37-A16547BA1E2D}"/>
          </ac:inkMkLst>
        </pc:inkChg>
        <pc:inkChg chg="add del">
          <ac:chgData name="植田 篤俊" userId="0d2b3cda-30c1-45e3-9e5c-02c0046d67fa" providerId="ADAL" clId="{A6AB8097-671C-4783-A056-5A985F003BDF}" dt="2026-04-20T15:14:00.812" v="3520"/>
          <ac:inkMkLst>
            <pc:docMk/>
            <pc:sldMk cId="942900471" sldId="261"/>
            <ac:inkMk id="311" creationId="{41BFB379-57F7-7C55-1AEF-5BB760A88694}"/>
          </ac:inkMkLst>
        </pc:inkChg>
        <pc:inkChg chg="add del">
          <ac:chgData name="植田 篤俊" userId="0d2b3cda-30c1-45e3-9e5c-02c0046d67fa" providerId="ADAL" clId="{A6AB8097-671C-4783-A056-5A985F003BDF}" dt="2026-04-20T15:14:00.812" v="3520"/>
          <ac:inkMkLst>
            <pc:docMk/>
            <pc:sldMk cId="942900471" sldId="261"/>
            <ac:inkMk id="312" creationId="{1203AE13-0B3B-2B0B-D4AE-04D931304DFB}"/>
          </ac:inkMkLst>
        </pc:inkChg>
        <pc:inkChg chg="add del">
          <ac:chgData name="植田 篤俊" userId="0d2b3cda-30c1-45e3-9e5c-02c0046d67fa" providerId="ADAL" clId="{A6AB8097-671C-4783-A056-5A985F003BDF}" dt="2026-04-20T15:14:00.812" v="3520"/>
          <ac:inkMkLst>
            <pc:docMk/>
            <pc:sldMk cId="942900471" sldId="261"/>
            <ac:inkMk id="313" creationId="{9B7C150A-0D7B-C442-EA20-253C94092736}"/>
          </ac:inkMkLst>
        </pc:inkChg>
        <pc:inkChg chg="add del">
          <ac:chgData name="植田 篤俊" userId="0d2b3cda-30c1-45e3-9e5c-02c0046d67fa" providerId="ADAL" clId="{A6AB8097-671C-4783-A056-5A985F003BDF}" dt="2026-04-20T15:14:00.812" v="3520"/>
          <ac:inkMkLst>
            <pc:docMk/>
            <pc:sldMk cId="942900471" sldId="261"/>
            <ac:inkMk id="314" creationId="{129510B9-8E18-945F-CC8B-E54893FDC40B}"/>
          </ac:inkMkLst>
        </pc:inkChg>
        <pc:inkChg chg="add">
          <ac:chgData name="植田 篤俊" userId="0d2b3cda-30c1-45e3-9e5c-02c0046d67fa" providerId="ADAL" clId="{A6AB8097-671C-4783-A056-5A985F003BDF}" dt="2026-04-20T15:14:00.034" v="3518"/>
          <ac:inkMkLst>
            <pc:docMk/>
            <pc:sldMk cId="942900471" sldId="261"/>
            <ac:inkMk id="315" creationId="{72D698A8-702C-0F12-8F64-BC3A7D7FF2A7}"/>
          </ac:inkMkLst>
        </pc:inkChg>
        <pc:inkChg chg="add del">
          <ac:chgData name="植田 篤俊" userId="0d2b3cda-30c1-45e3-9e5c-02c0046d67fa" providerId="ADAL" clId="{A6AB8097-671C-4783-A056-5A985F003BDF}" dt="2026-04-20T15:14:00.812" v="3520"/>
          <ac:inkMkLst>
            <pc:docMk/>
            <pc:sldMk cId="942900471" sldId="261"/>
            <ac:inkMk id="316" creationId="{9D45BCB5-32D1-F6CB-3C93-62971965EA1B}"/>
          </ac:inkMkLst>
        </pc:inkChg>
        <pc:inkChg chg="add reco">
          <ac:chgData name="植田 篤俊" userId="0d2b3cda-30c1-45e3-9e5c-02c0046d67fa" providerId="ADAL" clId="{A6AB8097-671C-4783-A056-5A985F003BDF}" dt="2026-04-20T15:14:00.812" v="3520"/>
          <ac:inkMkLst>
            <pc:docMk/>
            <pc:sldMk cId="942900471" sldId="261"/>
            <ac:inkMk id="317" creationId="{C5B7EB7D-367D-D805-66FB-B10D096C273D}"/>
          </ac:inkMkLst>
        </pc:inkChg>
        <pc:inkChg chg="add del">
          <ac:chgData name="植田 篤俊" userId="0d2b3cda-30c1-45e3-9e5c-02c0046d67fa" providerId="ADAL" clId="{A6AB8097-671C-4783-A056-5A985F003BDF}" dt="2026-04-20T15:14:10.784" v="3539"/>
          <ac:inkMkLst>
            <pc:docMk/>
            <pc:sldMk cId="942900471" sldId="261"/>
            <ac:inkMk id="318" creationId="{1029CF8F-F39C-3411-6136-0D409A9D7B52}"/>
          </ac:inkMkLst>
        </pc:inkChg>
        <pc:inkChg chg="add del">
          <ac:chgData name="植田 篤俊" userId="0d2b3cda-30c1-45e3-9e5c-02c0046d67fa" providerId="ADAL" clId="{A6AB8097-671C-4783-A056-5A985F003BDF}" dt="2026-04-20T15:14:10.784" v="3539"/>
          <ac:inkMkLst>
            <pc:docMk/>
            <pc:sldMk cId="942900471" sldId="261"/>
            <ac:inkMk id="319" creationId="{6E4FEAA5-F677-721D-B75A-B62713C4AF7A}"/>
          </ac:inkMkLst>
        </pc:inkChg>
        <pc:inkChg chg="add">
          <ac:chgData name="植田 篤俊" userId="0d2b3cda-30c1-45e3-9e5c-02c0046d67fa" providerId="ADAL" clId="{A6AB8097-671C-4783-A056-5A985F003BDF}" dt="2026-04-20T15:14:03.413" v="3523"/>
          <ac:inkMkLst>
            <pc:docMk/>
            <pc:sldMk cId="942900471" sldId="261"/>
            <ac:inkMk id="320" creationId="{2EA7681B-F25A-D025-DEF2-1FCAC3E8C209}"/>
          </ac:inkMkLst>
        </pc:inkChg>
        <pc:inkChg chg="add del">
          <ac:chgData name="植田 篤俊" userId="0d2b3cda-30c1-45e3-9e5c-02c0046d67fa" providerId="ADAL" clId="{A6AB8097-671C-4783-A056-5A985F003BDF}" dt="2026-04-20T15:14:10.784" v="3539"/>
          <ac:inkMkLst>
            <pc:docMk/>
            <pc:sldMk cId="942900471" sldId="261"/>
            <ac:inkMk id="321" creationId="{B6D3781B-EC80-D7CE-E32C-E30AAA9F6A7E}"/>
          </ac:inkMkLst>
        </pc:inkChg>
        <pc:inkChg chg="add">
          <ac:chgData name="植田 篤俊" userId="0d2b3cda-30c1-45e3-9e5c-02c0046d67fa" providerId="ADAL" clId="{A6AB8097-671C-4783-A056-5A985F003BDF}" dt="2026-04-20T15:14:04.480" v="3525"/>
          <ac:inkMkLst>
            <pc:docMk/>
            <pc:sldMk cId="942900471" sldId="261"/>
            <ac:inkMk id="322" creationId="{B0A494FA-88C7-FC50-2EF4-1120F76361E8}"/>
          </ac:inkMkLst>
        </pc:inkChg>
        <pc:inkChg chg="add">
          <ac:chgData name="植田 篤俊" userId="0d2b3cda-30c1-45e3-9e5c-02c0046d67fa" providerId="ADAL" clId="{A6AB8097-671C-4783-A056-5A985F003BDF}" dt="2026-04-20T15:14:05.075" v="3526"/>
          <ac:inkMkLst>
            <pc:docMk/>
            <pc:sldMk cId="942900471" sldId="261"/>
            <ac:inkMk id="323" creationId="{70A959C9-8D9D-E0BB-107F-0D3AFD1CEC7B}"/>
          </ac:inkMkLst>
        </pc:inkChg>
        <pc:inkChg chg="add del">
          <ac:chgData name="植田 篤俊" userId="0d2b3cda-30c1-45e3-9e5c-02c0046d67fa" providerId="ADAL" clId="{A6AB8097-671C-4783-A056-5A985F003BDF}" dt="2026-04-20T15:14:10.784" v="3539"/>
          <ac:inkMkLst>
            <pc:docMk/>
            <pc:sldMk cId="942900471" sldId="261"/>
            <ac:inkMk id="324" creationId="{54603507-9484-7DF6-97EC-9F368288A3DB}"/>
          </ac:inkMkLst>
        </pc:inkChg>
        <pc:inkChg chg="add del">
          <ac:chgData name="植田 篤俊" userId="0d2b3cda-30c1-45e3-9e5c-02c0046d67fa" providerId="ADAL" clId="{A6AB8097-671C-4783-A056-5A985F003BDF}" dt="2026-04-20T15:14:10.784" v="3539"/>
          <ac:inkMkLst>
            <pc:docMk/>
            <pc:sldMk cId="942900471" sldId="261"/>
            <ac:inkMk id="325" creationId="{75A544C6-60A3-4030-CEF5-AC5F68C6D71D}"/>
          </ac:inkMkLst>
        </pc:inkChg>
        <pc:inkChg chg="add del">
          <ac:chgData name="植田 篤俊" userId="0d2b3cda-30c1-45e3-9e5c-02c0046d67fa" providerId="ADAL" clId="{A6AB8097-671C-4783-A056-5A985F003BDF}" dt="2026-04-20T15:14:10.784" v="3539"/>
          <ac:inkMkLst>
            <pc:docMk/>
            <pc:sldMk cId="942900471" sldId="261"/>
            <ac:inkMk id="326" creationId="{F365D5B8-2358-EAC2-0A13-E439A5DA6108}"/>
          </ac:inkMkLst>
        </pc:inkChg>
        <pc:inkChg chg="add del">
          <ac:chgData name="植田 篤俊" userId="0d2b3cda-30c1-45e3-9e5c-02c0046d67fa" providerId="ADAL" clId="{A6AB8097-671C-4783-A056-5A985F003BDF}" dt="2026-04-20T15:14:08.214" v="3532"/>
          <ac:inkMkLst>
            <pc:docMk/>
            <pc:sldMk cId="942900471" sldId="261"/>
            <ac:inkMk id="327" creationId="{545E8693-25C7-1DCD-0B97-3581AE36C2B4}"/>
          </ac:inkMkLst>
        </pc:inkChg>
        <pc:inkChg chg="add del">
          <ac:chgData name="植田 篤俊" userId="0d2b3cda-30c1-45e3-9e5c-02c0046d67fa" providerId="ADAL" clId="{A6AB8097-671C-4783-A056-5A985F003BDF}" dt="2026-04-20T15:14:08.340" v="3533"/>
          <ac:inkMkLst>
            <pc:docMk/>
            <pc:sldMk cId="942900471" sldId="261"/>
            <ac:inkMk id="328" creationId="{8CE62CE2-7815-271C-D67D-CBE37EB2DFB0}"/>
          </ac:inkMkLst>
        </pc:inkChg>
        <pc:inkChg chg="add del">
          <ac:chgData name="植田 篤俊" userId="0d2b3cda-30c1-45e3-9e5c-02c0046d67fa" providerId="ADAL" clId="{A6AB8097-671C-4783-A056-5A985F003BDF}" dt="2026-04-20T15:14:10.784" v="3539"/>
          <ac:inkMkLst>
            <pc:docMk/>
            <pc:sldMk cId="942900471" sldId="261"/>
            <ac:inkMk id="329" creationId="{95360735-0DC4-87E9-A793-B5E2D4A86202}"/>
          </ac:inkMkLst>
        </pc:inkChg>
        <pc:inkChg chg="add">
          <ac:chgData name="植田 篤俊" userId="0d2b3cda-30c1-45e3-9e5c-02c0046d67fa" providerId="ADAL" clId="{A6AB8097-671C-4783-A056-5A985F003BDF}" dt="2026-04-20T15:14:08.980" v="3535"/>
          <ac:inkMkLst>
            <pc:docMk/>
            <pc:sldMk cId="942900471" sldId="261"/>
            <ac:inkMk id="330" creationId="{E8239D63-3B6A-E9F3-0526-F0E1CFF8A185}"/>
          </ac:inkMkLst>
        </pc:inkChg>
        <pc:inkChg chg="add">
          <ac:chgData name="植田 篤俊" userId="0d2b3cda-30c1-45e3-9e5c-02c0046d67fa" providerId="ADAL" clId="{A6AB8097-671C-4783-A056-5A985F003BDF}" dt="2026-04-20T15:14:09.164" v="3536"/>
          <ac:inkMkLst>
            <pc:docMk/>
            <pc:sldMk cId="942900471" sldId="261"/>
            <ac:inkMk id="331" creationId="{5D2A269C-F612-C385-5C3C-DB2007D2B7DE}"/>
          </ac:inkMkLst>
        </pc:inkChg>
        <pc:inkChg chg="add">
          <ac:chgData name="植田 篤俊" userId="0d2b3cda-30c1-45e3-9e5c-02c0046d67fa" providerId="ADAL" clId="{A6AB8097-671C-4783-A056-5A985F003BDF}" dt="2026-04-20T15:14:09.399" v="3537"/>
          <ac:inkMkLst>
            <pc:docMk/>
            <pc:sldMk cId="942900471" sldId="261"/>
            <ac:inkMk id="332" creationId="{F52EFC53-FCD5-0423-0B2D-C971E6FC5C6E}"/>
          </ac:inkMkLst>
        </pc:inkChg>
        <pc:inkChg chg="add">
          <ac:chgData name="植田 篤俊" userId="0d2b3cda-30c1-45e3-9e5c-02c0046d67fa" providerId="ADAL" clId="{A6AB8097-671C-4783-A056-5A985F003BDF}" dt="2026-04-20T15:14:10.180" v="3538"/>
          <ac:inkMkLst>
            <pc:docMk/>
            <pc:sldMk cId="942900471" sldId="261"/>
            <ac:inkMk id="333" creationId="{AB865E1D-CE59-8B64-F93B-C74B8FB03BA5}"/>
          </ac:inkMkLst>
        </pc:inkChg>
        <pc:inkChg chg="add reco">
          <ac:chgData name="植田 篤俊" userId="0d2b3cda-30c1-45e3-9e5c-02c0046d67fa" providerId="ADAL" clId="{A6AB8097-671C-4783-A056-5A985F003BDF}" dt="2026-04-20T15:14:10.784" v="3539"/>
          <ac:inkMkLst>
            <pc:docMk/>
            <pc:sldMk cId="942900471" sldId="261"/>
            <ac:inkMk id="334" creationId="{02A85957-5CA6-E4BE-7E98-054876CD5A65}"/>
          </ac:inkMkLst>
        </pc:inkChg>
        <pc:inkChg chg="add reco">
          <ac:chgData name="植田 篤俊" userId="0d2b3cda-30c1-45e3-9e5c-02c0046d67fa" providerId="ADAL" clId="{A6AB8097-671C-4783-A056-5A985F003BDF}" dt="2026-04-20T15:14:10.784" v="3539"/>
          <ac:inkMkLst>
            <pc:docMk/>
            <pc:sldMk cId="942900471" sldId="261"/>
            <ac:inkMk id="335" creationId="{7C2B9F95-EC99-5F80-9DA6-E183CB7E528B}"/>
          </ac:inkMkLst>
        </pc:inkChg>
        <pc:inkChg chg="add reco">
          <ac:chgData name="植田 篤俊" userId="0d2b3cda-30c1-45e3-9e5c-02c0046d67fa" providerId="ADAL" clId="{A6AB8097-671C-4783-A056-5A985F003BDF}" dt="2026-04-20T15:14:10.784" v="3539"/>
          <ac:inkMkLst>
            <pc:docMk/>
            <pc:sldMk cId="942900471" sldId="261"/>
            <ac:inkMk id="336" creationId="{1E39714D-B5DA-5E3B-B953-5A60F60C501D}"/>
          </ac:inkMkLst>
        </pc:inkChg>
        <pc:inkChg chg="add del">
          <ac:chgData name="植田 篤俊" userId="0d2b3cda-30c1-45e3-9e5c-02c0046d67fa" providerId="ADAL" clId="{A6AB8097-671C-4783-A056-5A985F003BDF}" dt="2026-04-20T15:14:19.212" v="3542"/>
          <ac:inkMkLst>
            <pc:docMk/>
            <pc:sldMk cId="942900471" sldId="261"/>
            <ac:inkMk id="337" creationId="{1EBD0E24-B125-5F85-AFC9-1E63482DF2A4}"/>
          </ac:inkMkLst>
        </pc:inkChg>
        <pc:inkChg chg="add del">
          <ac:chgData name="植田 篤俊" userId="0d2b3cda-30c1-45e3-9e5c-02c0046d67fa" providerId="ADAL" clId="{A6AB8097-671C-4783-A056-5A985F003BDF}" dt="2026-04-20T15:14:19.212" v="3542"/>
          <ac:inkMkLst>
            <pc:docMk/>
            <pc:sldMk cId="942900471" sldId="261"/>
            <ac:inkMk id="338" creationId="{AA54358B-4C77-9D61-E8BD-BC9B4FEDF885}"/>
          </ac:inkMkLst>
        </pc:inkChg>
        <pc:inkChg chg="add reco">
          <ac:chgData name="植田 篤俊" userId="0d2b3cda-30c1-45e3-9e5c-02c0046d67fa" providerId="ADAL" clId="{A6AB8097-671C-4783-A056-5A985F003BDF}" dt="2026-04-20T15:14:19.212" v="3542"/>
          <ac:inkMkLst>
            <pc:docMk/>
            <pc:sldMk cId="942900471" sldId="261"/>
            <ac:inkMk id="339" creationId="{EC83E41E-235D-4020-275E-413CA2F204AB}"/>
          </ac:inkMkLst>
        </pc:inkChg>
        <pc:inkChg chg="add del">
          <ac:chgData name="植田 篤俊" userId="0d2b3cda-30c1-45e3-9e5c-02c0046d67fa" providerId="ADAL" clId="{A6AB8097-671C-4783-A056-5A985F003BDF}" dt="2026-04-20T15:14:24.842" v="3552"/>
          <ac:inkMkLst>
            <pc:docMk/>
            <pc:sldMk cId="942900471" sldId="261"/>
            <ac:inkMk id="340" creationId="{0ABF5A70-6EAE-81C3-D72C-47933CBF9EAA}"/>
          </ac:inkMkLst>
        </pc:inkChg>
        <pc:inkChg chg="add">
          <ac:chgData name="植田 篤俊" userId="0d2b3cda-30c1-45e3-9e5c-02c0046d67fa" providerId="ADAL" clId="{A6AB8097-671C-4783-A056-5A985F003BDF}" dt="2026-04-20T15:14:21.768" v="3544"/>
          <ac:inkMkLst>
            <pc:docMk/>
            <pc:sldMk cId="942900471" sldId="261"/>
            <ac:inkMk id="341" creationId="{727C81F7-ED4B-F67C-1BFA-464513DC1BC9}"/>
          </ac:inkMkLst>
        </pc:inkChg>
        <pc:inkChg chg="add del">
          <ac:chgData name="植田 篤俊" userId="0d2b3cda-30c1-45e3-9e5c-02c0046d67fa" providerId="ADAL" clId="{A6AB8097-671C-4783-A056-5A985F003BDF}" dt="2026-04-20T15:14:24.842" v="3552"/>
          <ac:inkMkLst>
            <pc:docMk/>
            <pc:sldMk cId="942900471" sldId="261"/>
            <ac:inkMk id="342" creationId="{75B51DC8-066D-F223-EAB7-88B7DB3F414E}"/>
          </ac:inkMkLst>
        </pc:inkChg>
        <pc:inkChg chg="add del">
          <ac:chgData name="植田 篤俊" userId="0d2b3cda-30c1-45e3-9e5c-02c0046d67fa" providerId="ADAL" clId="{A6AB8097-671C-4783-A056-5A985F003BDF}" dt="2026-04-20T15:14:24.842" v="3552"/>
          <ac:inkMkLst>
            <pc:docMk/>
            <pc:sldMk cId="942900471" sldId="261"/>
            <ac:inkMk id="343" creationId="{B7428F74-F876-A2A7-4047-98251D85FFF3}"/>
          </ac:inkMkLst>
        </pc:inkChg>
        <pc:inkChg chg="add del">
          <ac:chgData name="植田 篤俊" userId="0d2b3cda-30c1-45e3-9e5c-02c0046d67fa" providerId="ADAL" clId="{A6AB8097-671C-4783-A056-5A985F003BDF}" dt="2026-04-20T15:14:24.842" v="3552"/>
          <ac:inkMkLst>
            <pc:docMk/>
            <pc:sldMk cId="942900471" sldId="261"/>
            <ac:inkMk id="344" creationId="{5EA4047A-6A9C-A5D5-2D10-8C818D757BFE}"/>
          </ac:inkMkLst>
        </pc:inkChg>
        <pc:inkChg chg="add del">
          <ac:chgData name="植田 篤俊" userId="0d2b3cda-30c1-45e3-9e5c-02c0046d67fa" providerId="ADAL" clId="{A6AB8097-671C-4783-A056-5A985F003BDF}" dt="2026-04-20T15:14:24.842" v="3552"/>
          <ac:inkMkLst>
            <pc:docMk/>
            <pc:sldMk cId="942900471" sldId="261"/>
            <ac:inkMk id="345" creationId="{5860629B-F11A-C9D5-710E-DBE63F84D200}"/>
          </ac:inkMkLst>
        </pc:inkChg>
        <pc:inkChg chg="add del">
          <ac:chgData name="植田 篤俊" userId="0d2b3cda-30c1-45e3-9e5c-02c0046d67fa" providerId="ADAL" clId="{A6AB8097-671C-4783-A056-5A985F003BDF}" dt="2026-04-20T15:14:24.842" v="3552"/>
          <ac:inkMkLst>
            <pc:docMk/>
            <pc:sldMk cId="942900471" sldId="261"/>
            <ac:inkMk id="346" creationId="{0C23E806-A145-790E-DFC1-5BD0071270DD}"/>
          </ac:inkMkLst>
        </pc:inkChg>
        <pc:inkChg chg="add del">
          <ac:chgData name="植田 篤俊" userId="0d2b3cda-30c1-45e3-9e5c-02c0046d67fa" providerId="ADAL" clId="{A6AB8097-671C-4783-A056-5A985F003BDF}" dt="2026-04-20T15:14:24.842" v="3552"/>
          <ac:inkMkLst>
            <pc:docMk/>
            <pc:sldMk cId="942900471" sldId="261"/>
            <ac:inkMk id="347" creationId="{D580D2B4-08AD-7A44-E8C0-12B6E1C88682}"/>
          </ac:inkMkLst>
        </pc:inkChg>
        <pc:inkChg chg="add del">
          <ac:chgData name="植田 篤俊" userId="0d2b3cda-30c1-45e3-9e5c-02c0046d67fa" providerId="ADAL" clId="{A6AB8097-671C-4783-A056-5A985F003BDF}" dt="2026-04-20T15:14:24.842" v="3552"/>
          <ac:inkMkLst>
            <pc:docMk/>
            <pc:sldMk cId="942900471" sldId="261"/>
            <ac:inkMk id="348" creationId="{D283D1FF-4007-6784-3E45-DCDC0ACEA217}"/>
          </ac:inkMkLst>
        </pc:inkChg>
        <pc:inkChg chg="add reco">
          <ac:chgData name="植田 篤俊" userId="0d2b3cda-30c1-45e3-9e5c-02c0046d67fa" providerId="ADAL" clId="{A6AB8097-671C-4783-A056-5A985F003BDF}" dt="2026-04-20T15:14:24.842" v="3552"/>
          <ac:inkMkLst>
            <pc:docMk/>
            <pc:sldMk cId="942900471" sldId="261"/>
            <ac:inkMk id="349" creationId="{EBC505D2-0BA7-AECA-1709-E5FFC7C8B85A}"/>
          </ac:inkMkLst>
        </pc:inkChg>
        <pc:inkChg chg="add reco">
          <ac:chgData name="植田 篤俊" userId="0d2b3cda-30c1-45e3-9e5c-02c0046d67fa" providerId="ADAL" clId="{A6AB8097-671C-4783-A056-5A985F003BDF}" dt="2026-04-20T15:14:24.842" v="3552"/>
          <ac:inkMkLst>
            <pc:docMk/>
            <pc:sldMk cId="942900471" sldId="261"/>
            <ac:inkMk id="350" creationId="{1D2A75AE-0E3F-0D21-9CDD-67ED847162CA}"/>
          </ac:inkMkLst>
        </pc:inkChg>
        <pc:inkChg chg="add del">
          <ac:chgData name="植田 篤俊" userId="0d2b3cda-30c1-45e3-9e5c-02c0046d67fa" providerId="ADAL" clId="{A6AB8097-671C-4783-A056-5A985F003BDF}" dt="2026-04-20T15:14:37.648" v="3554"/>
          <ac:inkMkLst>
            <pc:docMk/>
            <pc:sldMk cId="942900471" sldId="261"/>
            <ac:inkMk id="351" creationId="{8366C9F1-7DDB-1881-C7EE-E2FF4615114A}"/>
          </ac:inkMkLst>
        </pc:inkChg>
        <pc:inkChg chg="add del">
          <ac:chgData name="植田 篤俊" userId="0d2b3cda-30c1-45e3-9e5c-02c0046d67fa" providerId="ADAL" clId="{A6AB8097-671C-4783-A056-5A985F003BDF}" dt="2026-04-20T15:14:55.011" v="3581"/>
          <ac:inkMkLst>
            <pc:docMk/>
            <pc:sldMk cId="942900471" sldId="261"/>
            <ac:inkMk id="352" creationId="{957A8388-1909-8DF4-6355-640501A89C59}"/>
          </ac:inkMkLst>
        </pc:inkChg>
        <pc:inkChg chg="add del">
          <ac:chgData name="植田 篤俊" userId="0d2b3cda-30c1-45e3-9e5c-02c0046d67fa" providerId="ADAL" clId="{A6AB8097-671C-4783-A056-5A985F003BDF}" dt="2026-04-20T15:14:55.011" v="3581"/>
          <ac:inkMkLst>
            <pc:docMk/>
            <pc:sldMk cId="942900471" sldId="261"/>
            <ac:inkMk id="353" creationId="{ED0CF20D-A156-2287-E85E-645BFDA32D3B}"/>
          </ac:inkMkLst>
        </pc:inkChg>
        <pc:inkChg chg="add">
          <ac:chgData name="植田 篤俊" userId="0d2b3cda-30c1-45e3-9e5c-02c0046d67fa" providerId="ADAL" clId="{A6AB8097-671C-4783-A056-5A985F003BDF}" dt="2026-04-20T15:14:39.761" v="3557"/>
          <ac:inkMkLst>
            <pc:docMk/>
            <pc:sldMk cId="942900471" sldId="261"/>
            <ac:inkMk id="354" creationId="{C1C03947-B6D6-4824-5A68-996C96DC083C}"/>
          </ac:inkMkLst>
        </pc:inkChg>
        <pc:inkChg chg="add del">
          <ac:chgData name="植田 篤俊" userId="0d2b3cda-30c1-45e3-9e5c-02c0046d67fa" providerId="ADAL" clId="{A6AB8097-671C-4783-A056-5A985F003BDF}" dt="2026-04-20T15:14:55.011" v="3581"/>
          <ac:inkMkLst>
            <pc:docMk/>
            <pc:sldMk cId="942900471" sldId="261"/>
            <ac:inkMk id="355" creationId="{6C15EFE0-3665-D851-3E5E-292381B6A189}"/>
          </ac:inkMkLst>
        </pc:inkChg>
        <pc:inkChg chg="add">
          <ac:chgData name="植田 篤俊" userId="0d2b3cda-30c1-45e3-9e5c-02c0046d67fa" providerId="ADAL" clId="{A6AB8097-671C-4783-A056-5A985F003BDF}" dt="2026-04-20T15:14:40.360" v="3559"/>
          <ac:inkMkLst>
            <pc:docMk/>
            <pc:sldMk cId="942900471" sldId="261"/>
            <ac:inkMk id="356" creationId="{B611C89D-4BC8-69E6-E3D9-71CC0064F534}"/>
          </ac:inkMkLst>
        </pc:inkChg>
        <pc:inkChg chg="add del">
          <ac:chgData name="植田 篤俊" userId="0d2b3cda-30c1-45e3-9e5c-02c0046d67fa" providerId="ADAL" clId="{A6AB8097-671C-4783-A056-5A985F003BDF}" dt="2026-04-20T15:14:55.011" v="3581"/>
          <ac:inkMkLst>
            <pc:docMk/>
            <pc:sldMk cId="942900471" sldId="261"/>
            <ac:inkMk id="357" creationId="{0F5A6E4B-472D-E063-724F-E81A71B03406}"/>
          </ac:inkMkLst>
        </pc:inkChg>
        <pc:inkChg chg="add del">
          <ac:chgData name="植田 篤俊" userId="0d2b3cda-30c1-45e3-9e5c-02c0046d67fa" providerId="ADAL" clId="{A6AB8097-671C-4783-A056-5A985F003BDF}" dt="2026-04-20T15:14:55.011" v="3581"/>
          <ac:inkMkLst>
            <pc:docMk/>
            <pc:sldMk cId="942900471" sldId="261"/>
            <ac:inkMk id="358" creationId="{B77B42C5-C2E2-34B8-294D-9600B72B2BEA}"/>
          </ac:inkMkLst>
        </pc:inkChg>
        <pc:inkChg chg="add del">
          <ac:chgData name="植田 篤俊" userId="0d2b3cda-30c1-45e3-9e5c-02c0046d67fa" providerId="ADAL" clId="{A6AB8097-671C-4783-A056-5A985F003BDF}" dt="2026-04-20T15:14:55.011" v="3581"/>
          <ac:inkMkLst>
            <pc:docMk/>
            <pc:sldMk cId="942900471" sldId="261"/>
            <ac:inkMk id="359" creationId="{78327E06-7139-03D3-D90D-E0CD0CE841A3}"/>
          </ac:inkMkLst>
        </pc:inkChg>
        <pc:inkChg chg="add del">
          <ac:chgData name="植田 篤俊" userId="0d2b3cda-30c1-45e3-9e5c-02c0046d67fa" providerId="ADAL" clId="{A6AB8097-671C-4783-A056-5A985F003BDF}" dt="2026-04-20T15:14:55.011" v="3581"/>
          <ac:inkMkLst>
            <pc:docMk/>
            <pc:sldMk cId="942900471" sldId="261"/>
            <ac:inkMk id="360" creationId="{30A212DD-8EF7-5A79-98C8-1481E81C10CC}"/>
          </ac:inkMkLst>
        </pc:inkChg>
        <pc:inkChg chg="add">
          <ac:chgData name="植田 篤俊" userId="0d2b3cda-30c1-45e3-9e5c-02c0046d67fa" providerId="ADAL" clId="{A6AB8097-671C-4783-A056-5A985F003BDF}" dt="2026-04-20T15:14:42.810" v="3564"/>
          <ac:inkMkLst>
            <pc:docMk/>
            <pc:sldMk cId="942900471" sldId="261"/>
            <ac:inkMk id="361" creationId="{2DD310DF-4BBA-A062-56C1-C7774E060A38}"/>
          </ac:inkMkLst>
        </pc:inkChg>
        <pc:inkChg chg="add">
          <ac:chgData name="植田 篤俊" userId="0d2b3cda-30c1-45e3-9e5c-02c0046d67fa" providerId="ADAL" clId="{A6AB8097-671C-4783-A056-5A985F003BDF}" dt="2026-04-20T15:14:43.177" v="3565"/>
          <ac:inkMkLst>
            <pc:docMk/>
            <pc:sldMk cId="942900471" sldId="261"/>
            <ac:inkMk id="362" creationId="{5BF62CDA-D89C-6805-4B25-1CE6925362C5}"/>
          </ac:inkMkLst>
        </pc:inkChg>
        <pc:inkChg chg="add del">
          <ac:chgData name="植田 篤俊" userId="0d2b3cda-30c1-45e3-9e5c-02c0046d67fa" providerId="ADAL" clId="{A6AB8097-671C-4783-A056-5A985F003BDF}" dt="2026-04-20T15:14:55.011" v="3581"/>
          <ac:inkMkLst>
            <pc:docMk/>
            <pc:sldMk cId="942900471" sldId="261"/>
            <ac:inkMk id="363" creationId="{9BC42CA9-4015-CEC2-F7F9-E945B45A1D42}"/>
          </ac:inkMkLst>
        </pc:inkChg>
        <pc:inkChg chg="add">
          <ac:chgData name="植田 篤俊" userId="0d2b3cda-30c1-45e3-9e5c-02c0046d67fa" providerId="ADAL" clId="{A6AB8097-671C-4783-A056-5A985F003BDF}" dt="2026-04-20T15:14:44.719" v="3567"/>
          <ac:inkMkLst>
            <pc:docMk/>
            <pc:sldMk cId="942900471" sldId="261"/>
            <ac:inkMk id="364" creationId="{042FA01A-452A-2B2A-A614-82C0D0982F98}"/>
          </ac:inkMkLst>
        </pc:inkChg>
        <pc:inkChg chg="add del">
          <ac:chgData name="植田 篤俊" userId="0d2b3cda-30c1-45e3-9e5c-02c0046d67fa" providerId="ADAL" clId="{A6AB8097-671C-4783-A056-5A985F003BDF}" dt="2026-04-20T15:14:49.666" v="3574"/>
          <ac:inkMkLst>
            <pc:docMk/>
            <pc:sldMk cId="942900471" sldId="261"/>
            <ac:inkMk id="365" creationId="{E64E898A-3FFC-5426-6EAF-E053BEE547F7}"/>
          </ac:inkMkLst>
        </pc:inkChg>
        <pc:inkChg chg="add del">
          <ac:chgData name="植田 篤俊" userId="0d2b3cda-30c1-45e3-9e5c-02c0046d67fa" providerId="ADAL" clId="{A6AB8097-671C-4783-A056-5A985F003BDF}" dt="2026-04-20T15:14:50.228" v="3575"/>
          <ac:inkMkLst>
            <pc:docMk/>
            <pc:sldMk cId="942900471" sldId="261"/>
            <ac:inkMk id="366" creationId="{819D2AFF-071C-B7BE-629F-2C364D6624B0}"/>
          </ac:inkMkLst>
        </pc:inkChg>
        <pc:inkChg chg="add del">
          <ac:chgData name="植田 篤俊" userId="0d2b3cda-30c1-45e3-9e5c-02c0046d67fa" providerId="ADAL" clId="{A6AB8097-671C-4783-A056-5A985F003BDF}" dt="2026-04-20T15:14:50.447" v="3577"/>
          <ac:inkMkLst>
            <pc:docMk/>
            <pc:sldMk cId="942900471" sldId="261"/>
            <ac:inkMk id="367" creationId="{BAF6DF55-A1FB-F094-647C-C0D475D4AB72}"/>
          </ac:inkMkLst>
        </pc:inkChg>
        <pc:inkChg chg="add del">
          <ac:chgData name="植田 篤俊" userId="0d2b3cda-30c1-45e3-9e5c-02c0046d67fa" providerId="ADAL" clId="{A6AB8097-671C-4783-A056-5A985F003BDF}" dt="2026-04-20T15:14:50.446" v="3576"/>
          <ac:inkMkLst>
            <pc:docMk/>
            <pc:sldMk cId="942900471" sldId="261"/>
            <ac:inkMk id="368" creationId="{45DB42C0-7ABE-DC7A-BC11-D3C45B5AB0D8}"/>
          </ac:inkMkLst>
        </pc:inkChg>
        <pc:inkChg chg="add del">
          <ac:chgData name="植田 篤俊" userId="0d2b3cda-30c1-45e3-9e5c-02c0046d67fa" providerId="ADAL" clId="{A6AB8097-671C-4783-A056-5A985F003BDF}" dt="2026-04-20T15:14:49.594" v="3573"/>
          <ac:inkMkLst>
            <pc:docMk/>
            <pc:sldMk cId="942900471" sldId="261"/>
            <ac:inkMk id="369" creationId="{5A29A926-68E4-AF50-89B1-22513CAB9073}"/>
          </ac:inkMkLst>
        </pc:inkChg>
        <pc:inkChg chg="add">
          <ac:chgData name="植田 篤俊" userId="0d2b3cda-30c1-45e3-9e5c-02c0046d67fa" providerId="ADAL" clId="{A6AB8097-671C-4783-A056-5A985F003BDF}" dt="2026-04-20T15:14:52.443" v="3578"/>
          <ac:inkMkLst>
            <pc:docMk/>
            <pc:sldMk cId="942900471" sldId="261"/>
            <ac:inkMk id="370" creationId="{80CD89D7-2DEA-39AA-60B4-BEE155558148}"/>
          </ac:inkMkLst>
        </pc:inkChg>
        <pc:inkChg chg="add del">
          <ac:chgData name="植田 篤俊" userId="0d2b3cda-30c1-45e3-9e5c-02c0046d67fa" providerId="ADAL" clId="{A6AB8097-671C-4783-A056-5A985F003BDF}" dt="2026-04-20T15:14:55.011" v="3581"/>
          <ac:inkMkLst>
            <pc:docMk/>
            <pc:sldMk cId="942900471" sldId="261"/>
            <ac:inkMk id="371" creationId="{C720CFA8-516F-5084-488B-84B6B6F12B42}"/>
          </ac:inkMkLst>
        </pc:inkChg>
        <pc:inkChg chg="add del">
          <ac:chgData name="植田 篤俊" userId="0d2b3cda-30c1-45e3-9e5c-02c0046d67fa" providerId="ADAL" clId="{A6AB8097-671C-4783-A056-5A985F003BDF}" dt="2026-04-20T15:14:55.011" v="3581"/>
          <ac:inkMkLst>
            <pc:docMk/>
            <pc:sldMk cId="942900471" sldId="261"/>
            <ac:inkMk id="372" creationId="{FF9F168A-E776-D180-CD0C-FE95388D3962}"/>
          </ac:inkMkLst>
        </pc:inkChg>
        <pc:inkChg chg="del">
          <ac:chgData name="植田 篤俊" userId="0d2b3cda-30c1-45e3-9e5c-02c0046d67fa" providerId="ADAL" clId="{A6AB8097-671C-4783-A056-5A985F003BDF}" dt="2026-04-20T15:15:01.996" v="3583"/>
          <ac:inkMkLst>
            <pc:docMk/>
            <pc:sldMk cId="942900471" sldId="261"/>
            <ac:inkMk id="373" creationId="{7EA820B8-626D-CB95-1822-4E1A1FB3FBAC}"/>
          </ac:inkMkLst>
        </pc:inkChg>
        <pc:inkChg chg="add del">
          <ac:chgData name="植田 篤俊" userId="0d2b3cda-30c1-45e3-9e5c-02c0046d67fa" providerId="ADAL" clId="{A6AB8097-671C-4783-A056-5A985F003BDF}" dt="2026-04-20T15:15:01.999" v="3584"/>
          <ac:inkMkLst>
            <pc:docMk/>
            <pc:sldMk cId="942900471" sldId="261"/>
            <ac:inkMk id="376" creationId="{9C1165EA-FA2B-3B88-83D5-9F3EC5C0F9F9}"/>
          </ac:inkMkLst>
        </pc:inkChg>
        <pc:inkChg chg="add del">
          <ac:chgData name="植田 篤俊" userId="0d2b3cda-30c1-45e3-9e5c-02c0046d67fa" providerId="ADAL" clId="{A6AB8097-671C-4783-A056-5A985F003BDF}" dt="2026-04-20T15:15:06.675" v="3589"/>
          <ac:inkMkLst>
            <pc:docMk/>
            <pc:sldMk cId="942900471" sldId="261"/>
            <ac:inkMk id="377" creationId="{BDFC5804-8CA9-5CAD-004E-3139C86165AB}"/>
          </ac:inkMkLst>
        </pc:inkChg>
        <pc:inkChg chg="add del">
          <ac:chgData name="植田 篤俊" userId="0d2b3cda-30c1-45e3-9e5c-02c0046d67fa" providerId="ADAL" clId="{A6AB8097-671C-4783-A056-5A985F003BDF}" dt="2026-04-20T15:15:06.675" v="3589"/>
          <ac:inkMkLst>
            <pc:docMk/>
            <pc:sldMk cId="942900471" sldId="261"/>
            <ac:inkMk id="378" creationId="{2DF0DA5B-C1EB-EED5-6AEE-51CA76A0A6DF}"/>
          </ac:inkMkLst>
        </pc:inkChg>
        <pc:inkChg chg="add del">
          <ac:chgData name="植田 篤俊" userId="0d2b3cda-30c1-45e3-9e5c-02c0046d67fa" providerId="ADAL" clId="{A6AB8097-671C-4783-A056-5A985F003BDF}" dt="2026-04-20T15:15:06.675" v="3589"/>
          <ac:inkMkLst>
            <pc:docMk/>
            <pc:sldMk cId="942900471" sldId="261"/>
            <ac:inkMk id="379" creationId="{06F03E7C-4AD4-6350-B757-A8CD3B5494C6}"/>
          </ac:inkMkLst>
        </pc:inkChg>
        <pc:inkChg chg="add del">
          <ac:chgData name="植田 篤俊" userId="0d2b3cda-30c1-45e3-9e5c-02c0046d67fa" providerId="ADAL" clId="{A6AB8097-671C-4783-A056-5A985F003BDF}" dt="2026-04-20T15:15:06.675" v="3589"/>
          <ac:inkMkLst>
            <pc:docMk/>
            <pc:sldMk cId="942900471" sldId="261"/>
            <ac:inkMk id="380" creationId="{4EB57A96-D81B-44F1-EC28-3D4D5FC7B742}"/>
          </ac:inkMkLst>
        </pc:inkChg>
        <pc:inkChg chg="add reco">
          <ac:chgData name="植田 篤俊" userId="0d2b3cda-30c1-45e3-9e5c-02c0046d67fa" providerId="ADAL" clId="{A6AB8097-671C-4783-A056-5A985F003BDF}" dt="2026-04-20T15:15:06.675" v="3589"/>
          <ac:inkMkLst>
            <pc:docMk/>
            <pc:sldMk cId="942900471" sldId="261"/>
            <ac:inkMk id="381" creationId="{C0DE4A56-4682-9471-14F5-40255C84FDE7}"/>
          </ac:inkMkLst>
        </pc:inkChg>
        <pc:inkChg chg="add del">
          <ac:chgData name="植田 篤俊" userId="0d2b3cda-30c1-45e3-9e5c-02c0046d67fa" providerId="ADAL" clId="{A6AB8097-671C-4783-A056-5A985F003BDF}" dt="2026-04-20T15:15:08.093" v="3592"/>
          <ac:inkMkLst>
            <pc:docMk/>
            <pc:sldMk cId="942900471" sldId="261"/>
            <ac:inkMk id="382" creationId="{C7A07D38-0E0F-DF37-27A2-29EE6F9BB2F2}"/>
          </ac:inkMkLst>
        </pc:inkChg>
        <pc:inkChg chg="add del">
          <ac:chgData name="植田 篤俊" userId="0d2b3cda-30c1-45e3-9e5c-02c0046d67fa" providerId="ADAL" clId="{A6AB8097-671C-4783-A056-5A985F003BDF}" dt="2026-04-20T15:15:08.093" v="3592"/>
          <ac:inkMkLst>
            <pc:docMk/>
            <pc:sldMk cId="942900471" sldId="261"/>
            <ac:inkMk id="383" creationId="{2A579494-1C96-5338-B095-5760CE41BF7E}"/>
          </ac:inkMkLst>
        </pc:inkChg>
        <pc:inkChg chg="add reco">
          <ac:chgData name="植田 篤俊" userId="0d2b3cda-30c1-45e3-9e5c-02c0046d67fa" providerId="ADAL" clId="{A6AB8097-671C-4783-A056-5A985F003BDF}" dt="2026-04-20T15:15:08.093" v="3592"/>
          <ac:inkMkLst>
            <pc:docMk/>
            <pc:sldMk cId="942900471" sldId="261"/>
            <ac:inkMk id="384" creationId="{904C0CA6-D64E-A1F2-56FD-8C1848F156A1}"/>
          </ac:inkMkLst>
        </pc:inkChg>
        <pc:inkChg chg="add del">
          <ac:chgData name="植田 篤俊" userId="0d2b3cda-30c1-45e3-9e5c-02c0046d67fa" providerId="ADAL" clId="{A6AB8097-671C-4783-A056-5A985F003BDF}" dt="2026-04-20T15:15:10.675" v="3597"/>
          <ac:inkMkLst>
            <pc:docMk/>
            <pc:sldMk cId="942900471" sldId="261"/>
            <ac:inkMk id="385" creationId="{CCF3E766-170E-AF20-0EDB-4FA1B2DDB25F}"/>
          </ac:inkMkLst>
        </pc:inkChg>
        <pc:inkChg chg="add del">
          <ac:chgData name="植田 篤俊" userId="0d2b3cda-30c1-45e3-9e5c-02c0046d67fa" providerId="ADAL" clId="{A6AB8097-671C-4783-A056-5A985F003BDF}" dt="2026-04-20T15:15:10.675" v="3597"/>
          <ac:inkMkLst>
            <pc:docMk/>
            <pc:sldMk cId="942900471" sldId="261"/>
            <ac:inkMk id="386" creationId="{CD264EBC-3CC7-108C-F827-35F033C8FDB6}"/>
          </ac:inkMkLst>
        </pc:inkChg>
        <pc:inkChg chg="add del">
          <ac:chgData name="植田 篤俊" userId="0d2b3cda-30c1-45e3-9e5c-02c0046d67fa" providerId="ADAL" clId="{A6AB8097-671C-4783-A056-5A985F003BDF}" dt="2026-04-20T15:15:10.675" v="3597"/>
          <ac:inkMkLst>
            <pc:docMk/>
            <pc:sldMk cId="942900471" sldId="261"/>
            <ac:inkMk id="387" creationId="{2B9F81EE-3109-C1B9-AAC0-7F25EB173278}"/>
          </ac:inkMkLst>
        </pc:inkChg>
        <pc:inkChg chg="add del">
          <ac:chgData name="植田 篤俊" userId="0d2b3cda-30c1-45e3-9e5c-02c0046d67fa" providerId="ADAL" clId="{A6AB8097-671C-4783-A056-5A985F003BDF}" dt="2026-04-20T15:15:10.675" v="3597"/>
          <ac:inkMkLst>
            <pc:docMk/>
            <pc:sldMk cId="942900471" sldId="261"/>
            <ac:inkMk id="388" creationId="{2E2C5FB6-055A-75B2-26A1-AFD16C1AF0DF}"/>
          </ac:inkMkLst>
        </pc:inkChg>
        <pc:inkChg chg="add reco">
          <ac:chgData name="植田 篤俊" userId="0d2b3cda-30c1-45e3-9e5c-02c0046d67fa" providerId="ADAL" clId="{A6AB8097-671C-4783-A056-5A985F003BDF}" dt="2026-04-20T15:15:10.675" v="3597"/>
          <ac:inkMkLst>
            <pc:docMk/>
            <pc:sldMk cId="942900471" sldId="261"/>
            <ac:inkMk id="389" creationId="{6F13AA23-2412-53D2-70AA-6F4F68660D90}"/>
          </ac:inkMkLst>
        </pc:inkChg>
        <pc:inkChg chg="add">
          <ac:chgData name="植田 篤俊" userId="0d2b3cda-30c1-45e3-9e5c-02c0046d67fa" providerId="ADAL" clId="{A6AB8097-671C-4783-A056-5A985F003BDF}" dt="2026-04-20T15:15:11.840" v="3598"/>
          <ac:inkMkLst>
            <pc:docMk/>
            <pc:sldMk cId="942900471" sldId="261"/>
            <ac:inkMk id="390" creationId="{082297C9-047F-4991-4BD2-F02F5FB4B926}"/>
          </ac:inkMkLst>
        </pc:inkChg>
        <pc:inkChg chg="add del">
          <ac:chgData name="植田 篤俊" userId="0d2b3cda-30c1-45e3-9e5c-02c0046d67fa" providerId="ADAL" clId="{A6AB8097-671C-4783-A056-5A985F003BDF}" dt="2026-04-20T15:15:17.243" v="3612"/>
          <ac:inkMkLst>
            <pc:docMk/>
            <pc:sldMk cId="942900471" sldId="261"/>
            <ac:inkMk id="391" creationId="{9AB4857B-2263-3914-F3DC-62EB0A69CB9C}"/>
          </ac:inkMkLst>
        </pc:inkChg>
        <pc:inkChg chg="add del">
          <ac:chgData name="植田 篤俊" userId="0d2b3cda-30c1-45e3-9e5c-02c0046d67fa" providerId="ADAL" clId="{A6AB8097-671C-4783-A056-5A985F003BDF}" dt="2026-04-20T15:15:17.243" v="3612"/>
          <ac:inkMkLst>
            <pc:docMk/>
            <pc:sldMk cId="942900471" sldId="261"/>
            <ac:inkMk id="392" creationId="{33820C4F-C564-505D-AD23-EA7773187F50}"/>
          </ac:inkMkLst>
        </pc:inkChg>
        <pc:inkChg chg="add del">
          <ac:chgData name="植田 篤俊" userId="0d2b3cda-30c1-45e3-9e5c-02c0046d67fa" providerId="ADAL" clId="{A6AB8097-671C-4783-A056-5A985F003BDF}" dt="2026-04-20T15:15:17.243" v="3612"/>
          <ac:inkMkLst>
            <pc:docMk/>
            <pc:sldMk cId="942900471" sldId="261"/>
            <ac:inkMk id="393" creationId="{27EE5A1E-7A2D-0BDE-ED86-1EE6BB189FFA}"/>
          </ac:inkMkLst>
        </pc:inkChg>
        <pc:inkChg chg="add del">
          <ac:chgData name="植田 篤俊" userId="0d2b3cda-30c1-45e3-9e5c-02c0046d67fa" providerId="ADAL" clId="{A6AB8097-671C-4783-A056-5A985F003BDF}" dt="2026-04-20T15:15:17.243" v="3612"/>
          <ac:inkMkLst>
            <pc:docMk/>
            <pc:sldMk cId="942900471" sldId="261"/>
            <ac:inkMk id="394" creationId="{9BBBAD03-57F6-315B-E5DA-314968B6C96E}"/>
          </ac:inkMkLst>
        </pc:inkChg>
        <pc:inkChg chg="add del">
          <ac:chgData name="植田 篤俊" userId="0d2b3cda-30c1-45e3-9e5c-02c0046d67fa" providerId="ADAL" clId="{A6AB8097-671C-4783-A056-5A985F003BDF}" dt="2026-04-20T15:15:17.243" v="3612"/>
          <ac:inkMkLst>
            <pc:docMk/>
            <pc:sldMk cId="942900471" sldId="261"/>
            <ac:inkMk id="395" creationId="{9C7F650B-41C7-E76B-32D8-A975FE9C65FA}"/>
          </ac:inkMkLst>
        </pc:inkChg>
        <pc:inkChg chg="add">
          <ac:chgData name="植田 篤俊" userId="0d2b3cda-30c1-45e3-9e5c-02c0046d67fa" providerId="ADAL" clId="{A6AB8097-671C-4783-A056-5A985F003BDF}" dt="2026-04-20T15:15:14.333" v="3604"/>
          <ac:inkMkLst>
            <pc:docMk/>
            <pc:sldMk cId="942900471" sldId="261"/>
            <ac:inkMk id="396" creationId="{614BB5F2-11AC-D7B3-3B5A-DD508D565D0D}"/>
          </ac:inkMkLst>
        </pc:inkChg>
        <pc:inkChg chg="add del">
          <ac:chgData name="植田 篤俊" userId="0d2b3cda-30c1-45e3-9e5c-02c0046d67fa" providerId="ADAL" clId="{A6AB8097-671C-4783-A056-5A985F003BDF}" dt="2026-04-20T15:15:17.243" v="3612"/>
          <ac:inkMkLst>
            <pc:docMk/>
            <pc:sldMk cId="942900471" sldId="261"/>
            <ac:inkMk id="397" creationId="{2FBC47E3-70B1-FBDD-E231-10DDF3FD68B3}"/>
          </ac:inkMkLst>
        </pc:inkChg>
        <pc:inkChg chg="add">
          <ac:chgData name="植田 篤俊" userId="0d2b3cda-30c1-45e3-9e5c-02c0046d67fa" providerId="ADAL" clId="{A6AB8097-671C-4783-A056-5A985F003BDF}" dt="2026-04-20T15:15:14.490" v="3606"/>
          <ac:inkMkLst>
            <pc:docMk/>
            <pc:sldMk cId="942900471" sldId="261"/>
            <ac:inkMk id="398" creationId="{7C73F2FD-0A57-7BBB-0142-752EEE7BD26F}"/>
          </ac:inkMkLst>
        </pc:inkChg>
        <pc:inkChg chg="add del">
          <ac:chgData name="植田 篤俊" userId="0d2b3cda-30c1-45e3-9e5c-02c0046d67fa" providerId="ADAL" clId="{A6AB8097-671C-4783-A056-5A985F003BDF}" dt="2026-04-20T15:15:17.243" v="3612"/>
          <ac:inkMkLst>
            <pc:docMk/>
            <pc:sldMk cId="942900471" sldId="261"/>
            <ac:inkMk id="399" creationId="{6FE53666-C005-014D-E6B6-A5631DAA9022}"/>
          </ac:inkMkLst>
        </pc:inkChg>
        <pc:inkChg chg="add">
          <ac:chgData name="植田 篤俊" userId="0d2b3cda-30c1-45e3-9e5c-02c0046d67fa" providerId="ADAL" clId="{A6AB8097-671C-4783-A056-5A985F003BDF}" dt="2026-04-20T15:15:15.574" v="3608"/>
          <ac:inkMkLst>
            <pc:docMk/>
            <pc:sldMk cId="942900471" sldId="261"/>
            <ac:inkMk id="400" creationId="{65F4BADA-706A-B9BF-FAFC-ACE08FD1A578}"/>
          </ac:inkMkLst>
        </pc:inkChg>
        <pc:inkChg chg="add del">
          <ac:chgData name="植田 篤俊" userId="0d2b3cda-30c1-45e3-9e5c-02c0046d67fa" providerId="ADAL" clId="{A6AB8097-671C-4783-A056-5A985F003BDF}" dt="2026-04-20T15:15:17.243" v="3612"/>
          <ac:inkMkLst>
            <pc:docMk/>
            <pc:sldMk cId="942900471" sldId="261"/>
            <ac:inkMk id="401" creationId="{37191C9C-6588-D80C-CE55-0120380766C4}"/>
          </ac:inkMkLst>
        </pc:inkChg>
        <pc:inkChg chg="add del">
          <ac:chgData name="植田 篤俊" userId="0d2b3cda-30c1-45e3-9e5c-02c0046d67fa" providerId="ADAL" clId="{A6AB8097-671C-4783-A056-5A985F003BDF}" dt="2026-04-20T15:15:17.243" v="3612"/>
          <ac:inkMkLst>
            <pc:docMk/>
            <pc:sldMk cId="942900471" sldId="261"/>
            <ac:inkMk id="402" creationId="{51CFC697-C2E0-837F-536A-7E1CCCF6CDB7}"/>
          </ac:inkMkLst>
        </pc:inkChg>
        <pc:inkChg chg="add">
          <ac:chgData name="植田 篤俊" userId="0d2b3cda-30c1-45e3-9e5c-02c0046d67fa" providerId="ADAL" clId="{A6AB8097-671C-4783-A056-5A985F003BDF}" dt="2026-04-20T15:15:16.474" v="3611"/>
          <ac:inkMkLst>
            <pc:docMk/>
            <pc:sldMk cId="942900471" sldId="261"/>
            <ac:inkMk id="403" creationId="{E829B23A-0339-0E15-7D1B-94EF7090C85D}"/>
          </ac:inkMkLst>
        </pc:inkChg>
        <pc:inkChg chg="add reco">
          <ac:chgData name="植田 篤俊" userId="0d2b3cda-30c1-45e3-9e5c-02c0046d67fa" providerId="ADAL" clId="{A6AB8097-671C-4783-A056-5A985F003BDF}" dt="2026-04-20T15:15:17.243" v="3612"/>
          <ac:inkMkLst>
            <pc:docMk/>
            <pc:sldMk cId="942900471" sldId="261"/>
            <ac:inkMk id="404" creationId="{DA02367A-A431-7748-CD5B-2711311B57FC}"/>
          </ac:inkMkLst>
        </pc:inkChg>
        <pc:inkChg chg="add del">
          <ac:chgData name="植田 篤俊" userId="0d2b3cda-30c1-45e3-9e5c-02c0046d67fa" providerId="ADAL" clId="{A6AB8097-671C-4783-A056-5A985F003BDF}" dt="2026-04-20T15:15:26.207" v="3620"/>
          <ac:inkMkLst>
            <pc:docMk/>
            <pc:sldMk cId="942900471" sldId="261"/>
            <ac:inkMk id="405" creationId="{3B25C1B8-D75D-45CA-8A15-2D171819FE0B}"/>
          </ac:inkMkLst>
        </pc:inkChg>
        <pc:inkChg chg="add del">
          <ac:chgData name="植田 篤俊" userId="0d2b3cda-30c1-45e3-9e5c-02c0046d67fa" providerId="ADAL" clId="{A6AB8097-671C-4783-A056-5A985F003BDF}" dt="2026-04-20T15:15:26.207" v="3620"/>
          <ac:inkMkLst>
            <pc:docMk/>
            <pc:sldMk cId="942900471" sldId="261"/>
            <ac:inkMk id="406" creationId="{61D2D307-CAD8-613A-38C0-B6BC91844D59}"/>
          </ac:inkMkLst>
        </pc:inkChg>
        <pc:inkChg chg="add del">
          <ac:chgData name="植田 篤俊" userId="0d2b3cda-30c1-45e3-9e5c-02c0046d67fa" providerId="ADAL" clId="{A6AB8097-671C-4783-A056-5A985F003BDF}" dt="2026-04-20T15:15:26.207" v="3620"/>
          <ac:inkMkLst>
            <pc:docMk/>
            <pc:sldMk cId="942900471" sldId="261"/>
            <ac:inkMk id="407" creationId="{1D5903F0-D73C-46B1-B4F5-BFAAA33E4FF6}"/>
          </ac:inkMkLst>
        </pc:inkChg>
        <pc:inkChg chg="add del">
          <ac:chgData name="植田 篤俊" userId="0d2b3cda-30c1-45e3-9e5c-02c0046d67fa" providerId="ADAL" clId="{A6AB8097-671C-4783-A056-5A985F003BDF}" dt="2026-04-20T15:15:26.207" v="3620"/>
          <ac:inkMkLst>
            <pc:docMk/>
            <pc:sldMk cId="942900471" sldId="261"/>
            <ac:inkMk id="408" creationId="{3BEA0698-FCBC-F911-6A5F-DD09E5DEB01F}"/>
          </ac:inkMkLst>
        </pc:inkChg>
        <pc:inkChg chg="add del">
          <ac:chgData name="植田 篤俊" userId="0d2b3cda-30c1-45e3-9e5c-02c0046d67fa" providerId="ADAL" clId="{A6AB8097-671C-4783-A056-5A985F003BDF}" dt="2026-04-20T15:15:26.207" v="3620"/>
          <ac:inkMkLst>
            <pc:docMk/>
            <pc:sldMk cId="942900471" sldId="261"/>
            <ac:inkMk id="409" creationId="{92246B93-C2DA-9686-4365-C52073E1BBFD}"/>
          </ac:inkMkLst>
        </pc:inkChg>
        <pc:inkChg chg="add del">
          <ac:chgData name="植田 篤俊" userId="0d2b3cda-30c1-45e3-9e5c-02c0046d67fa" providerId="ADAL" clId="{A6AB8097-671C-4783-A056-5A985F003BDF}" dt="2026-04-20T15:15:26.207" v="3620"/>
          <ac:inkMkLst>
            <pc:docMk/>
            <pc:sldMk cId="942900471" sldId="261"/>
            <ac:inkMk id="410" creationId="{69AB38A1-ED68-73AE-5FD8-1E58402E815F}"/>
          </ac:inkMkLst>
        </pc:inkChg>
        <pc:inkChg chg="add del">
          <ac:chgData name="植田 篤俊" userId="0d2b3cda-30c1-45e3-9e5c-02c0046d67fa" providerId="ADAL" clId="{A6AB8097-671C-4783-A056-5A985F003BDF}" dt="2026-04-20T15:15:26.207" v="3620"/>
          <ac:inkMkLst>
            <pc:docMk/>
            <pc:sldMk cId="942900471" sldId="261"/>
            <ac:inkMk id="411" creationId="{0D921669-B19C-A35F-79B8-20306FCFA50B}"/>
          </ac:inkMkLst>
        </pc:inkChg>
        <pc:inkChg chg="add reco">
          <ac:chgData name="植田 篤俊" userId="0d2b3cda-30c1-45e3-9e5c-02c0046d67fa" providerId="ADAL" clId="{A6AB8097-671C-4783-A056-5A985F003BDF}" dt="2026-04-20T15:15:26.207" v="3620"/>
          <ac:inkMkLst>
            <pc:docMk/>
            <pc:sldMk cId="942900471" sldId="261"/>
            <ac:inkMk id="412" creationId="{1A9A6E72-E593-2E27-5CAE-F6F5A4BE3222}"/>
          </ac:inkMkLst>
        </pc:inkChg>
        <pc:inkChg chg="add del">
          <ac:chgData name="植田 篤俊" userId="0d2b3cda-30c1-45e3-9e5c-02c0046d67fa" providerId="ADAL" clId="{A6AB8097-671C-4783-A056-5A985F003BDF}" dt="2026-04-20T15:15:35.403" v="3625"/>
          <ac:inkMkLst>
            <pc:docMk/>
            <pc:sldMk cId="942900471" sldId="261"/>
            <ac:inkMk id="413" creationId="{11E17D8B-308D-88D8-52C2-715832DC20D8}"/>
          </ac:inkMkLst>
        </pc:inkChg>
        <pc:inkChg chg="add del">
          <ac:chgData name="植田 篤俊" userId="0d2b3cda-30c1-45e3-9e5c-02c0046d67fa" providerId="ADAL" clId="{A6AB8097-671C-4783-A056-5A985F003BDF}" dt="2026-04-20T15:15:35.403" v="3625"/>
          <ac:inkMkLst>
            <pc:docMk/>
            <pc:sldMk cId="942900471" sldId="261"/>
            <ac:inkMk id="414" creationId="{50C570F8-4336-5EF2-CD68-1FF1BF11CE34}"/>
          </ac:inkMkLst>
        </pc:inkChg>
        <pc:inkChg chg="add del">
          <ac:chgData name="植田 篤俊" userId="0d2b3cda-30c1-45e3-9e5c-02c0046d67fa" providerId="ADAL" clId="{A6AB8097-671C-4783-A056-5A985F003BDF}" dt="2026-04-20T15:15:35.403" v="3625"/>
          <ac:inkMkLst>
            <pc:docMk/>
            <pc:sldMk cId="942900471" sldId="261"/>
            <ac:inkMk id="415" creationId="{F0354F9E-1243-CB7E-11BC-DA21CC658789}"/>
          </ac:inkMkLst>
        </pc:inkChg>
        <pc:inkChg chg="add del">
          <ac:chgData name="植田 篤俊" userId="0d2b3cda-30c1-45e3-9e5c-02c0046d67fa" providerId="ADAL" clId="{A6AB8097-671C-4783-A056-5A985F003BDF}" dt="2026-04-20T15:15:35.403" v="3625"/>
          <ac:inkMkLst>
            <pc:docMk/>
            <pc:sldMk cId="942900471" sldId="261"/>
            <ac:inkMk id="416" creationId="{C72C009F-EF4A-FF64-0C67-8D94F03D8E56}"/>
          </ac:inkMkLst>
        </pc:inkChg>
        <pc:inkChg chg="add reco">
          <ac:chgData name="植田 篤俊" userId="0d2b3cda-30c1-45e3-9e5c-02c0046d67fa" providerId="ADAL" clId="{A6AB8097-671C-4783-A056-5A985F003BDF}" dt="2026-04-20T15:15:35.403" v="3625"/>
          <ac:inkMkLst>
            <pc:docMk/>
            <pc:sldMk cId="942900471" sldId="261"/>
            <ac:inkMk id="417" creationId="{BD32B813-EF84-83F5-879B-E7CE26357351}"/>
          </ac:inkMkLst>
        </pc:inkChg>
        <pc:inkChg chg="add del">
          <ac:chgData name="植田 篤俊" userId="0d2b3cda-30c1-45e3-9e5c-02c0046d67fa" providerId="ADAL" clId="{A6AB8097-671C-4783-A056-5A985F003BDF}" dt="2026-04-20T15:15:38.063" v="3632"/>
          <ac:inkMkLst>
            <pc:docMk/>
            <pc:sldMk cId="942900471" sldId="261"/>
            <ac:inkMk id="418" creationId="{35A2A7B2-D10F-CF35-16EE-79EA705B6A49}"/>
          </ac:inkMkLst>
        </pc:inkChg>
        <pc:inkChg chg="add del">
          <ac:chgData name="植田 篤俊" userId="0d2b3cda-30c1-45e3-9e5c-02c0046d67fa" providerId="ADAL" clId="{A6AB8097-671C-4783-A056-5A985F003BDF}" dt="2026-04-20T15:15:38.063" v="3632"/>
          <ac:inkMkLst>
            <pc:docMk/>
            <pc:sldMk cId="942900471" sldId="261"/>
            <ac:inkMk id="419" creationId="{EAC1A7AC-9A8E-05E9-003D-A98D08A217DC}"/>
          </ac:inkMkLst>
        </pc:inkChg>
        <pc:inkChg chg="add del">
          <ac:chgData name="植田 篤俊" userId="0d2b3cda-30c1-45e3-9e5c-02c0046d67fa" providerId="ADAL" clId="{A6AB8097-671C-4783-A056-5A985F003BDF}" dt="2026-04-20T15:15:38.063" v="3632"/>
          <ac:inkMkLst>
            <pc:docMk/>
            <pc:sldMk cId="942900471" sldId="261"/>
            <ac:inkMk id="420" creationId="{F7CDC0C6-AB2B-341C-6115-7C3FE85C5BD2}"/>
          </ac:inkMkLst>
        </pc:inkChg>
        <pc:inkChg chg="add del">
          <ac:chgData name="植田 篤俊" userId="0d2b3cda-30c1-45e3-9e5c-02c0046d67fa" providerId="ADAL" clId="{A6AB8097-671C-4783-A056-5A985F003BDF}" dt="2026-04-20T15:15:38.063" v="3632"/>
          <ac:inkMkLst>
            <pc:docMk/>
            <pc:sldMk cId="942900471" sldId="261"/>
            <ac:inkMk id="421" creationId="{28113519-F6F8-6115-F927-2D0013779E81}"/>
          </ac:inkMkLst>
        </pc:inkChg>
        <pc:inkChg chg="add del">
          <ac:chgData name="植田 篤俊" userId="0d2b3cda-30c1-45e3-9e5c-02c0046d67fa" providerId="ADAL" clId="{A6AB8097-671C-4783-A056-5A985F003BDF}" dt="2026-04-20T15:15:38.063" v="3632"/>
          <ac:inkMkLst>
            <pc:docMk/>
            <pc:sldMk cId="942900471" sldId="261"/>
            <ac:inkMk id="422" creationId="{D5963C0D-D8C6-CC97-6C5D-1A909144C3EE}"/>
          </ac:inkMkLst>
        </pc:inkChg>
        <pc:inkChg chg="add del">
          <ac:chgData name="植田 篤俊" userId="0d2b3cda-30c1-45e3-9e5c-02c0046d67fa" providerId="ADAL" clId="{A6AB8097-671C-4783-A056-5A985F003BDF}" dt="2026-04-20T15:15:38.063" v="3632"/>
          <ac:inkMkLst>
            <pc:docMk/>
            <pc:sldMk cId="942900471" sldId="261"/>
            <ac:inkMk id="423" creationId="{ED48ACFA-788F-0A80-0405-FFCFFA53D0A7}"/>
          </ac:inkMkLst>
        </pc:inkChg>
        <pc:inkChg chg="add reco">
          <ac:chgData name="植田 篤俊" userId="0d2b3cda-30c1-45e3-9e5c-02c0046d67fa" providerId="ADAL" clId="{A6AB8097-671C-4783-A056-5A985F003BDF}" dt="2026-04-20T15:15:38.063" v="3632"/>
          <ac:inkMkLst>
            <pc:docMk/>
            <pc:sldMk cId="942900471" sldId="261"/>
            <ac:inkMk id="424" creationId="{E7CCAC4B-63B9-1E3E-FF25-F1369DC13E0E}"/>
          </ac:inkMkLst>
        </pc:inkChg>
        <pc:inkChg chg="add">
          <ac:chgData name="植田 篤俊" userId="0d2b3cda-30c1-45e3-9e5c-02c0046d67fa" providerId="ADAL" clId="{A6AB8097-671C-4783-A056-5A985F003BDF}" dt="2026-04-20T15:15:38.409" v="3633"/>
          <ac:inkMkLst>
            <pc:docMk/>
            <pc:sldMk cId="942900471" sldId="261"/>
            <ac:inkMk id="425" creationId="{A8BE4C23-47A0-5FE6-2F76-1558167BA6A6}"/>
          </ac:inkMkLst>
        </pc:inkChg>
        <pc:inkChg chg="add del">
          <ac:chgData name="植田 篤俊" userId="0d2b3cda-30c1-45e3-9e5c-02c0046d67fa" providerId="ADAL" clId="{A6AB8097-671C-4783-A056-5A985F003BDF}" dt="2026-04-20T15:15:44.411" v="3645"/>
          <ac:inkMkLst>
            <pc:docMk/>
            <pc:sldMk cId="942900471" sldId="261"/>
            <ac:inkMk id="426" creationId="{E60B8C9D-F692-9BE9-E93A-BAC6A42502DC}"/>
          </ac:inkMkLst>
        </pc:inkChg>
        <pc:inkChg chg="add del">
          <ac:chgData name="植田 篤俊" userId="0d2b3cda-30c1-45e3-9e5c-02c0046d67fa" providerId="ADAL" clId="{A6AB8097-671C-4783-A056-5A985F003BDF}" dt="2026-04-20T15:15:44.411" v="3645"/>
          <ac:inkMkLst>
            <pc:docMk/>
            <pc:sldMk cId="942900471" sldId="261"/>
            <ac:inkMk id="427" creationId="{8841DCA6-CEE9-E0F7-50AF-017627CDC8C9}"/>
          </ac:inkMkLst>
        </pc:inkChg>
        <pc:inkChg chg="add del">
          <ac:chgData name="植田 篤俊" userId="0d2b3cda-30c1-45e3-9e5c-02c0046d67fa" providerId="ADAL" clId="{A6AB8097-671C-4783-A056-5A985F003BDF}" dt="2026-04-20T15:15:44.411" v="3645"/>
          <ac:inkMkLst>
            <pc:docMk/>
            <pc:sldMk cId="942900471" sldId="261"/>
            <ac:inkMk id="428" creationId="{B560044B-9FD1-4861-552F-99FB9FC5CF65}"/>
          </ac:inkMkLst>
        </pc:inkChg>
        <pc:inkChg chg="add del">
          <ac:chgData name="植田 篤俊" userId="0d2b3cda-30c1-45e3-9e5c-02c0046d67fa" providerId="ADAL" clId="{A6AB8097-671C-4783-A056-5A985F003BDF}" dt="2026-04-20T15:15:44.411" v="3645"/>
          <ac:inkMkLst>
            <pc:docMk/>
            <pc:sldMk cId="942900471" sldId="261"/>
            <ac:inkMk id="429" creationId="{D2D8A51F-21FD-15ED-8FC8-B178EE65D643}"/>
          </ac:inkMkLst>
        </pc:inkChg>
        <pc:inkChg chg="add del">
          <ac:chgData name="植田 篤俊" userId="0d2b3cda-30c1-45e3-9e5c-02c0046d67fa" providerId="ADAL" clId="{A6AB8097-671C-4783-A056-5A985F003BDF}" dt="2026-04-20T15:15:44.411" v="3645"/>
          <ac:inkMkLst>
            <pc:docMk/>
            <pc:sldMk cId="942900471" sldId="261"/>
            <ac:inkMk id="430" creationId="{5FC5BAD0-9B77-2ABE-4891-935F44C1E9D5}"/>
          </ac:inkMkLst>
        </pc:inkChg>
        <pc:inkChg chg="add">
          <ac:chgData name="植田 篤俊" userId="0d2b3cda-30c1-45e3-9e5c-02c0046d67fa" providerId="ADAL" clId="{A6AB8097-671C-4783-A056-5A985F003BDF}" dt="2026-04-20T15:15:40.120" v="3639"/>
          <ac:inkMkLst>
            <pc:docMk/>
            <pc:sldMk cId="942900471" sldId="261"/>
            <ac:inkMk id="431" creationId="{74C0890D-489C-0A0C-AD4C-42383E37915C}"/>
          </ac:inkMkLst>
        </pc:inkChg>
        <pc:inkChg chg="add del">
          <ac:chgData name="植田 篤俊" userId="0d2b3cda-30c1-45e3-9e5c-02c0046d67fa" providerId="ADAL" clId="{A6AB8097-671C-4783-A056-5A985F003BDF}" dt="2026-04-20T15:15:44.411" v="3645"/>
          <ac:inkMkLst>
            <pc:docMk/>
            <pc:sldMk cId="942900471" sldId="261"/>
            <ac:inkMk id="432" creationId="{73B104D1-32DE-38A8-AF31-DC922BF54F1C}"/>
          </ac:inkMkLst>
        </pc:inkChg>
        <pc:inkChg chg="add del">
          <ac:chgData name="植田 篤俊" userId="0d2b3cda-30c1-45e3-9e5c-02c0046d67fa" providerId="ADAL" clId="{A6AB8097-671C-4783-A056-5A985F003BDF}" dt="2026-04-20T15:15:44.411" v="3645"/>
          <ac:inkMkLst>
            <pc:docMk/>
            <pc:sldMk cId="942900471" sldId="261"/>
            <ac:inkMk id="433" creationId="{426B4A56-AF1F-D6EF-51B5-51448365EBFF}"/>
          </ac:inkMkLst>
        </pc:inkChg>
        <pc:inkChg chg="add">
          <ac:chgData name="植田 篤俊" userId="0d2b3cda-30c1-45e3-9e5c-02c0046d67fa" providerId="ADAL" clId="{A6AB8097-671C-4783-A056-5A985F003BDF}" dt="2026-04-20T15:15:41.871" v="3642"/>
          <ac:inkMkLst>
            <pc:docMk/>
            <pc:sldMk cId="942900471" sldId="261"/>
            <ac:inkMk id="434" creationId="{B85DAA20-6007-41AC-73AB-74C72D9B4223}"/>
          </ac:inkMkLst>
        </pc:inkChg>
        <pc:inkChg chg="add del">
          <ac:chgData name="植田 篤俊" userId="0d2b3cda-30c1-45e3-9e5c-02c0046d67fa" providerId="ADAL" clId="{A6AB8097-671C-4783-A056-5A985F003BDF}" dt="2026-04-20T15:15:44.411" v="3645"/>
          <ac:inkMkLst>
            <pc:docMk/>
            <pc:sldMk cId="942900471" sldId="261"/>
            <ac:inkMk id="435" creationId="{FF71D78E-7474-65B7-85F3-F2860DB4032A}"/>
          </ac:inkMkLst>
        </pc:inkChg>
        <pc:inkChg chg="add del">
          <ac:chgData name="植田 篤俊" userId="0d2b3cda-30c1-45e3-9e5c-02c0046d67fa" providerId="ADAL" clId="{A6AB8097-671C-4783-A056-5A985F003BDF}" dt="2026-04-20T15:15:44.411" v="3645"/>
          <ac:inkMkLst>
            <pc:docMk/>
            <pc:sldMk cId="942900471" sldId="261"/>
            <ac:inkMk id="436" creationId="{ED0BA05C-49F7-7B5B-752E-DAAB201A6F95}"/>
          </ac:inkMkLst>
        </pc:inkChg>
        <pc:inkChg chg="add reco">
          <ac:chgData name="植田 篤俊" userId="0d2b3cda-30c1-45e3-9e5c-02c0046d67fa" providerId="ADAL" clId="{A6AB8097-671C-4783-A056-5A985F003BDF}" dt="2026-04-20T15:15:44.411" v="3645"/>
          <ac:inkMkLst>
            <pc:docMk/>
            <pc:sldMk cId="942900471" sldId="261"/>
            <ac:inkMk id="437" creationId="{BA36D488-482A-5DAA-36F2-7284DBD01C78}"/>
          </ac:inkMkLst>
        </pc:inkChg>
        <pc:inkChg chg="add del">
          <ac:chgData name="植田 篤俊" userId="0d2b3cda-30c1-45e3-9e5c-02c0046d67fa" providerId="ADAL" clId="{A6AB8097-671C-4783-A056-5A985F003BDF}" dt="2026-04-20T15:15:54.037" v="3659"/>
          <ac:inkMkLst>
            <pc:docMk/>
            <pc:sldMk cId="942900471" sldId="261"/>
            <ac:inkMk id="439" creationId="{AC63F55D-6B0A-3D12-A32E-373E4263057A}"/>
          </ac:inkMkLst>
        </pc:inkChg>
        <pc:inkChg chg="add del">
          <ac:chgData name="植田 篤俊" userId="0d2b3cda-30c1-45e3-9e5c-02c0046d67fa" providerId="ADAL" clId="{A6AB8097-671C-4783-A056-5A985F003BDF}" dt="2026-04-20T15:15:54.037" v="3659"/>
          <ac:inkMkLst>
            <pc:docMk/>
            <pc:sldMk cId="942900471" sldId="261"/>
            <ac:inkMk id="440" creationId="{C7280BCD-91CE-E0C8-9E9B-9A78FF571DE8}"/>
          </ac:inkMkLst>
        </pc:inkChg>
        <pc:inkChg chg="add del">
          <ac:chgData name="植田 篤俊" userId="0d2b3cda-30c1-45e3-9e5c-02c0046d67fa" providerId="ADAL" clId="{A6AB8097-671C-4783-A056-5A985F003BDF}" dt="2026-04-20T15:15:54.037" v="3659"/>
          <ac:inkMkLst>
            <pc:docMk/>
            <pc:sldMk cId="942900471" sldId="261"/>
            <ac:inkMk id="441" creationId="{821F3991-FC87-E392-B314-2B191604B24A}"/>
          </ac:inkMkLst>
        </pc:inkChg>
        <pc:inkChg chg="add del">
          <ac:chgData name="植田 篤俊" userId="0d2b3cda-30c1-45e3-9e5c-02c0046d67fa" providerId="ADAL" clId="{A6AB8097-671C-4783-A056-5A985F003BDF}" dt="2026-04-20T15:15:54.037" v="3659"/>
          <ac:inkMkLst>
            <pc:docMk/>
            <pc:sldMk cId="942900471" sldId="261"/>
            <ac:inkMk id="442" creationId="{DCDBB768-5B52-B5AE-3E29-8004A2403186}"/>
          </ac:inkMkLst>
        </pc:inkChg>
        <pc:inkChg chg="add del">
          <ac:chgData name="植田 篤俊" userId="0d2b3cda-30c1-45e3-9e5c-02c0046d67fa" providerId="ADAL" clId="{A6AB8097-671C-4783-A056-5A985F003BDF}" dt="2026-04-20T15:15:54.037" v="3659"/>
          <ac:inkMkLst>
            <pc:docMk/>
            <pc:sldMk cId="942900471" sldId="261"/>
            <ac:inkMk id="443" creationId="{B3284A88-3BA0-C1E8-A315-A6E1F2FBC282}"/>
          </ac:inkMkLst>
        </pc:inkChg>
        <pc:inkChg chg="add del">
          <ac:chgData name="植田 篤俊" userId="0d2b3cda-30c1-45e3-9e5c-02c0046d67fa" providerId="ADAL" clId="{A6AB8097-671C-4783-A056-5A985F003BDF}" dt="2026-04-20T15:15:54.037" v="3659"/>
          <ac:inkMkLst>
            <pc:docMk/>
            <pc:sldMk cId="942900471" sldId="261"/>
            <ac:inkMk id="444" creationId="{1C4FF0A5-19A6-08F6-F057-8A971D2F3942}"/>
          </ac:inkMkLst>
        </pc:inkChg>
        <pc:inkChg chg="add del">
          <ac:chgData name="植田 篤俊" userId="0d2b3cda-30c1-45e3-9e5c-02c0046d67fa" providerId="ADAL" clId="{A6AB8097-671C-4783-A056-5A985F003BDF}" dt="2026-04-20T15:15:54.037" v="3659"/>
          <ac:inkMkLst>
            <pc:docMk/>
            <pc:sldMk cId="942900471" sldId="261"/>
            <ac:inkMk id="445" creationId="{318DDE33-B547-A8ED-938E-5B0B3531153F}"/>
          </ac:inkMkLst>
        </pc:inkChg>
        <pc:inkChg chg="add del">
          <ac:chgData name="植田 篤俊" userId="0d2b3cda-30c1-45e3-9e5c-02c0046d67fa" providerId="ADAL" clId="{A6AB8097-671C-4783-A056-5A985F003BDF}" dt="2026-04-20T15:15:52.037" v="3655"/>
          <ac:inkMkLst>
            <pc:docMk/>
            <pc:sldMk cId="942900471" sldId="261"/>
            <ac:inkMk id="446" creationId="{36F358A8-1358-D4DD-60C7-C9E5F3E3E9AA}"/>
          </ac:inkMkLst>
        </pc:inkChg>
        <pc:inkChg chg="add del">
          <ac:chgData name="植田 篤俊" userId="0d2b3cda-30c1-45e3-9e5c-02c0046d67fa" providerId="ADAL" clId="{A6AB8097-671C-4783-A056-5A985F003BDF}" dt="2026-04-20T15:15:52.129" v="3656"/>
          <ac:inkMkLst>
            <pc:docMk/>
            <pc:sldMk cId="942900471" sldId="261"/>
            <ac:inkMk id="447" creationId="{4F70ACF3-8BF1-1CC8-9189-B02D933B5B25}"/>
          </ac:inkMkLst>
        </pc:inkChg>
        <pc:inkChg chg="add del">
          <ac:chgData name="植田 篤俊" userId="0d2b3cda-30c1-45e3-9e5c-02c0046d67fa" providerId="ADAL" clId="{A6AB8097-671C-4783-A056-5A985F003BDF}" dt="2026-04-20T15:15:54.037" v="3659"/>
          <ac:inkMkLst>
            <pc:docMk/>
            <pc:sldMk cId="942900471" sldId="261"/>
            <ac:inkMk id="448" creationId="{95C20A3A-D7A3-CAFD-35B9-5C0DB3E0DB99}"/>
          </ac:inkMkLst>
        </pc:inkChg>
        <pc:inkChg chg="add del">
          <ac:chgData name="植田 篤俊" userId="0d2b3cda-30c1-45e3-9e5c-02c0046d67fa" providerId="ADAL" clId="{A6AB8097-671C-4783-A056-5A985F003BDF}" dt="2026-04-20T15:15:54.037" v="3659"/>
          <ac:inkMkLst>
            <pc:docMk/>
            <pc:sldMk cId="942900471" sldId="261"/>
            <ac:inkMk id="449" creationId="{7DC2804D-8A56-4B0E-DB05-2B3666F7C3C6}"/>
          </ac:inkMkLst>
        </pc:inkChg>
        <pc:inkChg chg="add reco">
          <ac:chgData name="植田 篤俊" userId="0d2b3cda-30c1-45e3-9e5c-02c0046d67fa" providerId="ADAL" clId="{A6AB8097-671C-4783-A056-5A985F003BDF}" dt="2026-04-20T15:15:54.037" v="3659"/>
          <ac:inkMkLst>
            <pc:docMk/>
            <pc:sldMk cId="942900471" sldId="261"/>
            <ac:inkMk id="450" creationId="{B8721FAA-8C5A-3668-ECC5-3DCE4BDA8426}"/>
          </ac:inkMkLst>
        </pc:inkChg>
        <pc:inkChg chg="add del">
          <ac:chgData name="植田 篤俊" userId="0d2b3cda-30c1-45e3-9e5c-02c0046d67fa" providerId="ADAL" clId="{A6AB8097-671C-4783-A056-5A985F003BDF}" dt="2026-04-20T15:15:58.236" v="3662"/>
          <ac:inkMkLst>
            <pc:docMk/>
            <pc:sldMk cId="942900471" sldId="261"/>
            <ac:inkMk id="451" creationId="{CFD52C72-6CAE-7669-0C86-00B01F2295F6}"/>
          </ac:inkMkLst>
        </pc:inkChg>
        <pc:inkChg chg="add del">
          <ac:chgData name="植田 篤俊" userId="0d2b3cda-30c1-45e3-9e5c-02c0046d67fa" providerId="ADAL" clId="{A6AB8097-671C-4783-A056-5A985F003BDF}" dt="2026-04-20T15:15:58.236" v="3662"/>
          <ac:inkMkLst>
            <pc:docMk/>
            <pc:sldMk cId="942900471" sldId="261"/>
            <ac:inkMk id="452" creationId="{C10CE8FD-D56F-15E1-9D5E-15095D10343B}"/>
          </ac:inkMkLst>
        </pc:inkChg>
        <pc:inkChg chg="add del reco">
          <ac:chgData name="植田 篤俊" userId="0d2b3cda-30c1-45e3-9e5c-02c0046d67fa" providerId="ADAL" clId="{A6AB8097-671C-4783-A056-5A985F003BDF}" dt="2026-04-20T15:16:00.058" v="3665"/>
          <ac:inkMkLst>
            <pc:docMk/>
            <pc:sldMk cId="942900471" sldId="261"/>
            <ac:inkMk id="453" creationId="{F7DF7C36-4F86-4F2D-7955-C78D64F0182B}"/>
          </ac:inkMkLst>
        </pc:inkChg>
        <pc:inkChg chg="add del">
          <ac:chgData name="植田 篤俊" userId="0d2b3cda-30c1-45e3-9e5c-02c0046d67fa" providerId="ADAL" clId="{A6AB8097-671C-4783-A056-5A985F003BDF}" dt="2026-04-20T15:15:59.837" v="3664"/>
          <ac:inkMkLst>
            <pc:docMk/>
            <pc:sldMk cId="942900471" sldId="261"/>
            <ac:inkMk id="454" creationId="{560F53D9-6295-DBDA-092F-322706C727E5}"/>
          </ac:inkMkLst>
        </pc:inkChg>
        <pc:inkChg chg="add del">
          <ac:chgData name="植田 篤俊" userId="0d2b3cda-30c1-45e3-9e5c-02c0046d67fa" providerId="ADAL" clId="{A6AB8097-671C-4783-A056-5A985F003BDF}" dt="2026-04-20T15:16:05.905" v="3679"/>
          <ac:inkMkLst>
            <pc:docMk/>
            <pc:sldMk cId="942900471" sldId="261"/>
            <ac:inkMk id="455" creationId="{04BF0852-6782-6F94-FA46-35E7F00940F0}"/>
          </ac:inkMkLst>
        </pc:inkChg>
        <pc:inkChg chg="add del">
          <ac:chgData name="植田 篤俊" userId="0d2b3cda-30c1-45e3-9e5c-02c0046d67fa" providerId="ADAL" clId="{A6AB8097-671C-4783-A056-5A985F003BDF}" dt="2026-04-20T15:16:05.905" v="3679"/>
          <ac:inkMkLst>
            <pc:docMk/>
            <pc:sldMk cId="942900471" sldId="261"/>
            <ac:inkMk id="456" creationId="{0D8C90A5-8573-6475-32BE-E9C076A2D079}"/>
          </ac:inkMkLst>
        </pc:inkChg>
        <pc:inkChg chg="add del">
          <ac:chgData name="植田 篤俊" userId="0d2b3cda-30c1-45e3-9e5c-02c0046d67fa" providerId="ADAL" clId="{A6AB8097-671C-4783-A056-5A985F003BDF}" dt="2026-04-20T15:16:05.905" v="3679"/>
          <ac:inkMkLst>
            <pc:docMk/>
            <pc:sldMk cId="942900471" sldId="261"/>
            <ac:inkMk id="457" creationId="{159B30A9-1DE1-039B-E398-437255C4C665}"/>
          </ac:inkMkLst>
        </pc:inkChg>
        <pc:inkChg chg="add">
          <ac:chgData name="植田 篤俊" userId="0d2b3cda-30c1-45e3-9e5c-02c0046d67fa" providerId="ADAL" clId="{A6AB8097-671C-4783-A056-5A985F003BDF}" dt="2026-04-20T15:16:01.970" v="3669"/>
          <ac:inkMkLst>
            <pc:docMk/>
            <pc:sldMk cId="942900471" sldId="261"/>
            <ac:inkMk id="458" creationId="{AEDBD716-F464-A8AA-296D-FC0E4A7BFB97}"/>
          </ac:inkMkLst>
        </pc:inkChg>
        <pc:inkChg chg="add del">
          <ac:chgData name="植田 篤俊" userId="0d2b3cda-30c1-45e3-9e5c-02c0046d67fa" providerId="ADAL" clId="{A6AB8097-671C-4783-A056-5A985F003BDF}" dt="2026-04-20T15:16:05.905" v="3679"/>
          <ac:inkMkLst>
            <pc:docMk/>
            <pc:sldMk cId="942900471" sldId="261"/>
            <ac:inkMk id="459" creationId="{3F53DEC6-5920-2A04-9655-9BB40655420A}"/>
          </ac:inkMkLst>
        </pc:inkChg>
        <pc:inkChg chg="add del">
          <ac:chgData name="植田 篤俊" userId="0d2b3cda-30c1-45e3-9e5c-02c0046d67fa" providerId="ADAL" clId="{A6AB8097-671C-4783-A056-5A985F003BDF}" dt="2026-04-20T15:16:05.905" v="3679"/>
          <ac:inkMkLst>
            <pc:docMk/>
            <pc:sldMk cId="942900471" sldId="261"/>
            <ac:inkMk id="460" creationId="{C5FF2E74-4B79-3792-07EA-593C4C120A27}"/>
          </ac:inkMkLst>
        </pc:inkChg>
        <pc:inkChg chg="add">
          <ac:chgData name="植田 篤俊" userId="0d2b3cda-30c1-45e3-9e5c-02c0046d67fa" providerId="ADAL" clId="{A6AB8097-671C-4783-A056-5A985F003BDF}" dt="2026-04-20T15:16:03.237" v="3672"/>
          <ac:inkMkLst>
            <pc:docMk/>
            <pc:sldMk cId="942900471" sldId="261"/>
            <ac:inkMk id="461" creationId="{7CD20889-3BB8-F8EC-A401-318758DC81A3}"/>
          </ac:inkMkLst>
        </pc:inkChg>
        <pc:inkChg chg="add del">
          <ac:chgData name="植田 篤俊" userId="0d2b3cda-30c1-45e3-9e5c-02c0046d67fa" providerId="ADAL" clId="{A6AB8097-671C-4783-A056-5A985F003BDF}" dt="2026-04-20T15:16:05.905" v="3679"/>
          <ac:inkMkLst>
            <pc:docMk/>
            <pc:sldMk cId="942900471" sldId="261"/>
            <ac:inkMk id="462" creationId="{6BF72A6B-DED0-8815-7C05-8D608F4D5500}"/>
          </ac:inkMkLst>
        </pc:inkChg>
        <pc:inkChg chg="add del">
          <ac:chgData name="植田 篤俊" userId="0d2b3cda-30c1-45e3-9e5c-02c0046d67fa" providerId="ADAL" clId="{A6AB8097-671C-4783-A056-5A985F003BDF}" dt="2026-04-20T15:16:05.905" v="3679"/>
          <ac:inkMkLst>
            <pc:docMk/>
            <pc:sldMk cId="942900471" sldId="261"/>
            <ac:inkMk id="463" creationId="{B2CB0359-0A46-E01B-2DB0-3E383B3AC95E}"/>
          </ac:inkMkLst>
        </pc:inkChg>
        <pc:inkChg chg="add">
          <ac:chgData name="植田 篤俊" userId="0d2b3cda-30c1-45e3-9e5c-02c0046d67fa" providerId="ADAL" clId="{A6AB8097-671C-4783-A056-5A985F003BDF}" dt="2026-04-20T15:16:04.369" v="3675"/>
          <ac:inkMkLst>
            <pc:docMk/>
            <pc:sldMk cId="942900471" sldId="261"/>
            <ac:inkMk id="464" creationId="{649C0F76-2055-3CFE-4846-C4993C2C3294}"/>
          </ac:inkMkLst>
        </pc:inkChg>
        <pc:inkChg chg="add">
          <ac:chgData name="植田 篤俊" userId="0d2b3cda-30c1-45e3-9e5c-02c0046d67fa" providerId="ADAL" clId="{A6AB8097-671C-4783-A056-5A985F003BDF}" dt="2026-04-20T15:16:04.486" v="3676"/>
          <ac:inkMkLst>
            <pc:docMk/>
            <pc:sldMk cId="942900471" sldId="261"/>
            <ac:inkMk id="465" creationId="{5BDAC2B4-267C-A200-16BB-9850ADB21B01}"/>
          </ac:inkMkLst>
        </pc:inkChg>
        <pc:inkChg chg="add del">
          <ac:chgData name="植田 篤俊" userId="0d2b3cda-30c1-45e3-9e5c-02c0046d67fa" providerId="ADAL" clId="{A6AB8097-671C-4783-A056-5A985F003BDF}" dt="2026-04-20T15:16:05.905" v="3679"/>
          <ac:inkMkLst>
            <pc:docMk/>
            <pc:sldMk cId="942900471" sldId="261"/>
            <ac:inkMk id="466" creationId="{A3173C1F-207C-5016-0496-F9BFB09AD803}"/>
          </ac:inkMkLst>
        </pc:inkChg>
        <pc:inkChg chg="add del">
          <ac:chgData name="植田 篤俊" userId="0d2b3cda-30c1-45e3-9e5c-02c0046d67fa" providerId="ADAL" clId="{A6AB8097-671C-4783-A056-5A985F003BDF}" dt="2026-04-20T15:16:05.905" v="3679"/>
          <ac:inkMkLst>
            <pc:docMk/>
            <pc:sldMk cId="942900471" sldId="261"/>
            <ac:inkMk id="467" creationId="{692301DE-3C51-D6B3-F7B4-88B8CF7524E1}"/>
          </ac:inkMkLst>
        </pc:inkChg>
        <pc:inkChg chg="add reco">
          <ac:chgData name="植田 篤俊" userId="0d2b3cda-30c1-45e3-9e5c-02c0046d67fa" providerId="ADAL" clId="{A6AB8097-671C-4783-A056-5A985F003BDF}" dt="2026-04-20T15:16:05.905" v="3679"/>
          <ac:inkMkLst>
            <pc:docMk/>
            <pc:sldMk cId="942900471" sldId="261"/>
            <ac:inkMk id="468" creationId="{5BE74782-FD5E-1F15-B674-065F924B1563}"/>
          </ac:inkMkLst>
        </pc:inkChg>
        <pc:inkChg chg="mod modStrokes">
          <ac:chgData name="植田 篤俊" userId="0d2b3cda-30c1-45e3-9e5c-02c0046d67fa" providerId="ADAL" clId="{A6AB8097-671C-4783-A056-5A985F003BDF}" dt="2026-04-20T15:17:34.461" v="3781"/>
          <ac:inkMkLst>
            <pc:docMk/>
            <pc:sldMk cId="942900471" sldId="261"/>
            <ac:inkMk id="470" creationId="{B5A2B651-CB69-6548-65A6-31249CFA324A}"/>
          </ac:inkMkLst>
        </pc:inkChg>
        <pc:inkChg chg="add del">
          <ac:chgData name="植田 篤俊" userId="0d2b3cda-30c1-45e3-9e5c-02c0046d67fa" providerId="ADAL" clId="{A6AB8097-671C-4783-A056-5A985F003BDF}" dt="2026-04-20T15:16:28.616" v="3686"/>
          <ac:inkMkLst>
            <pc:docMk/>
            <pc:sldMk cId="942900471" sldId="261"/>
            <ac:inkMk id="471" creationId="{2E8FECFF-2673-EC2D-B686-2A26DF4EA84B}"/>
          </ac:inkMkLst>
        </pc:inkChg>
        <pc:inkChg chg="add del">
          <ac:chgData name="植田 篤俊" userId="0d2b3cda-30c1-45e3-9e5c-02c0046d67fa" providerId="ADAL" clId="{A6AB8097-671C-4783-A056-5A985F003BDF}" dt="2026-04-20T15:16:28.616" v="3686"/>
          <ac:inkMkLst>
            <pc:docMk/>
            <pc:sldMk cId="942900471" sldId="261"/>
            <ac:inkMk id="472" creationId="{58F03D52-41F2-C3BB-B3A0-CE61B2D50EE1}"/>
          </ac:inkMkLst>
        </pc:inkChg>
        <pc:inkChg chg="add del">
          <ac:chgData name="植田 篤俊" userId="0d2b3cda-30c1-45e3-9e5c-02c0046d67fa" providerId="ADAL" clId="{A6AB8097-671C-4783-A056-5A985F003BDF}" dt="2026-04-20T15:16:28.616" v="3686"/>
          <ac:inkMkLst>
            <pc:docMk/>
            <pc:sldMk cId="942900471" sldId="261"/>
            <ac:inkMk id="473" creationId="{CB262A06-F568-5544-8304-C77E36101D64}"/>
          </ac:inkMkLst>
        </pc:inkChg>
        <pc:inkChg chg="add del">
          <ac:chgData name="植田 篤俊" userId="0d2b3cda-30c1-45e3-9e5c-02c0046d67fa" providerId="ADAL" clId="{A6AB8097-671C-4783-A056-5A985F003BDF}" dt="2026-04-20T15:16:28.616" v="3686"/>
          <ac:inkMkLst>
            <pc:docMk/>
            <pc:sldMk cId="942900471" sldId="261"/>
            <ac:inkMk id="474" creationId="{5FD308F0-D5B4-CE44-E8D2-443D622D21D5}"/>
          </ac:inkMkLst>
        </pc:inkChg>
        <pc:inkChg chg="add del">
          <ac:chgData name="植田 篤俊" userId="0d2b3cda-30c1-45e3-9e5c-02c0046d67fa" providerId="ADAL" clId="{A6AB8097-671C-4783-A056-5A985F003BDF}" dt="2026-04-20T15:16:28.616" v="3686"/>
          <ac:inkMkLst>
            <pc:docMk/>
            <pc:sldMk cId="942900471" sldId="261"/>
            <ac:inkMk id="475" creationId="{E6CDBDFD-A679-4CCC-F57D-AD56EDB6E0FB}"/>
          </ac:inkMkLst>
        </pc:inkChg>
        <pc:inkChg chg="add del">
          <ac:chgData name="植田 篤俊" userId="0d2b3cda-30c1-45e3-9e5c-02c0046d67fa" providerId="ADAL" clId="{A6AB8097-671C-4783-A056-5A985F003BDF}" dt="2026-04-20T15:16:28.616" v="3686"/>
          <ac:inkMkLst>
            <pc:docMk/>
            <pc:sldMk cId="942900471" sldId="261"/>
            <ac:inkMk id="476" creationId="{A45C4951-1026-5A33-E422-CE3616771590}"/>
          </ac:inkMkLst>
        </pc:inkChg>
        <pc:inkChg chg="add reco">
          <ac:chgData name="植田 篤俊" userId="0d2b3cda-30c1-45e3-9e5c-02c0046d67fa" providerId="ADAL" clId="{A6AB8097-671C-4783-A056-5A985F003BDF}" dt="2026-04-20T15:16:28.616" v="3686"/>
          <ac:inkMkLst>
            <pc:docMk/>
            <pc:sldMk cId="942900471" sldId="261"/>
            <ac:inkMk id="477" creationId="{62BDBFEA-FFED-D48E-1CC9-3DB60D16D63E}"/>
          </ac:inkMkLst>
        </pc:inkChg>
        <pc:inkChg chg="add">
          <ac:chgData name="植田 篤俊" userId="0d2b3cda-30c1-45e3-9e5c-02c0046d67fa" providerId="ADAL" clId="{A6AB8097-671C-4783-A056-5A985F003BDF}" dt="2026-04-20T15:16:30.862" v="3687"/>
          <ac:inkMkLst>
            <pc:docMk/>
            <pc:sldMk cId="942900471" sldId="261"/>
            <ac:inkMk id="478" creationId="{9DF5F471-C19A-08B5-B0D5-D1B720C4EE9A}"/>
          </ac:inkMkLst>
        </pc:inkChg>
        <pc:inkChg chg="add">
          <ac:chgData name="植田 篤俊" userId="0d2b3cda-30c1-45e3-9e5c-02c0046d67fa" providerId="ADAL" clId="{A6AB8097-671C-4783-A056-5A985F003BDF}" dt="2026-04-20T15:16:31.273" v="3688"/>
          <ac:inkMkLst>
            <pc:docMk/>
            <pc:sldMk cId="942900471" sldId="261"/>
            <ac:inkMk id="479" creationId="{5F85DA56-F26F-3D12-179C-79149D444072}"/>
          </ac:inkMkLst>
        </pc:inkChg>
        <pc:inkChg chg="add del">
          <ac:chgData name="植田 篤俊" userId="0d2b3cda-30c1-45e3-9e5c-02c0046d67fa" providerId="ADAL" clId="{A6AB8097-671C-4783-A056-5A985F003BDF}" dt="2026-04-20T15:16:38.069" v="3705"/>
          <ac:inkMkLst>
            <pc:docMk/>
            <pc:sldMk cId="942900471" sldId="261"/>
            <ac:inkMk id="480" creationId="{0C432642-16D2-C93D-20FA-281E1D6CE5F1}"/>
          </ac:inkMkLst>
        </pc:inkChg>
        <pc:inkChg chg="add">
          <ac:chgData name="植田 篤俊" userId="0d2b3cda-30c1-45e3-9e5c-02c0046d67fa" providerId="ADAL" clId="{A6AB8097-671C-4783-A056-5A985F003BDF}" dt="2026-04-20T15:16:31.869" v="3690"/>
          <ac:inkMkLst>
            <pc:docMk/>
            <pc:sldMk cId="942900471" sldId="261"/>
            <ac:inkMk id="481" creationId="{D96ECD2D-B561-DEB3-0F60-6E6687E4B9EC}"/>
          </ac:inkMkLst>
        </pc:inkChg>
        <pc:inkChg chg="add del">
          <ac:chgData name="植田 篤俊" userId="0d2b3cda-30c1-45e3-9e5c-02c0046d67fa" providerId="ADAL" clId="{A6AB8097-671C-4783-A056-5A985F003BDF}" dt="2026-04-20T15:16:38.069" v="3705"/>
          <ac:inkMkLst>
            <pc:docMk/>
            <pc:sldMk cId="942900471" sldId="261"/>
            <ac:inkMk id="482" creationId="{82E8F3F9-83CD-CBC0-6C07-A92640F68EA4}"/>
          </ac:inkMkLst>
        </pc:inkChg>
        <pc:inkChg chg="add del">
          <ac:chgData name="植田 篤俊" userId="0d2b3cda-30c1-45e3-9e5c-02c0046d67fa" providerId="ADAL" clId="{A6AB8097-671C-4783-A056-5A985F003BDF}" dt="2026-04-20T15:16:38.069" v="3705"/>
          <ac:inkMkLst>
            <pc:docMk/>
            <pc:sldMk cId="942900471" sldId="261"/>
            <ac:inkMk id="483" creationId="{B775F2CD-0AD3-ADDB-E10F-E525CFAEB310}"/>
          </ac:inkMkLst>
        </pc:inkChg>
        <pc:inkChg chg="add">
          <ac:chgData name="植田 篤俊" userId="0d2b3cda-30c1-45e3-9e5c-02c0046d67fa" providerId="ADAL" clId="{A6AB8097-671C-4783-A056-5A985F003BDF}" dt="2026-04-20T15:16:32.983" v="3693"/>
          <ac:inkMkLst>
            <pc:docMk/>
            <pc:sldMk cId="942900471" sldId="261"/>
            <ac:inkMk id="484" creationId="{1AC671C4-E612-796F-8C9F-B9B06405AAAC}"/>
          </ac:inkMkLst>
        </pc:inkChg>
        <pc:inkChg chg="add">
          <ac:chgData name="植田 篤俊" userId="0d2b3cda-30c1-45e3-9e5c-02c0046d67fa" providerId="ADAL" clId="{A6AB8097-671C-4783-A056-5A985F003BDF}" dt="2026-04-20T15:16:33.466" v="3694"/>
          <ac:inkMkLst>
            <pc:docMk/>
            <pc:sldMk cId="942900471" sldId="261"/>
            <ac:inkMk id="485" creationId="{B3E8986D-6B00-87E3-C251-73834C75226A}"/>
          </ac:inkMkLst>
        </pc:inkChg>
        <pc:inkChg chg="add del">
          <ac:chgData name="植田 篤俊" userId="0d2b3cda-30c1-45e3-9e5c-02c0046d67fa" providerId="ADAL" clId="{A6AB8097-671C-4783-A056-5A985F003BDF}" dt="2026-04-20T15:16:38.069" v="3705"/>
          <ac:inkMkLst>
            <pc:docMk/>
            <pc:sldMk cId="942900471" sldId="261"/>
            <ac:inkMk id="486" creationId="{DA73AC5E-3A72-E081-7BF8-BD957E0166FE}"/>
          </ac:inkMkLst>
        </pc:inkChg>
        <pc:inkChg chg="add">
          <ac:chgData name="植田 篤俊" userId="0d2b3cda-30c1-45e3-9e5c-02c0046d67fa" providerId="ADAL" clId="{A6AB8097-671C-4783-A056-5A985F003BDF}" dt="2026-04-20T15:16:33.860" v="3696"/>
          <ac:inkMkLst>
            <pc:docMk/>
            <pc:sldMk cId="942900471" sldId="261"/>
            <ac:inkMk id="487" creationId="{5335D92D-305C-0661-2859-15ED7DE01560}"/>
          </ac:inkMkLst>
        </pc:inkChg>
        <pc:inkChg chg="add del">
          <ac:chgData name="植田 篤俊" userId="0d2b3cda-30c1-45e3-9e5c-02c0046d67fa" providerId="ADAL" clId="{A6AB8097-671C-4783-A056-5A985F003BDF}" dt="2026-04-20T15:16:38.069" v="3705"/>
          <ac:inkMkLst>
            <pc:docMk/>
            <pc:sldMk cId="942900471" sldId="261"/>
            <ac:inkMk id="488" creationId="{9A324507-F889-F13E-D547-2F065CBAC0EA}"/>
          </ac:inkMkLst>
        </pc:inkChg>
        <pc:inkChg chg="add del">
          <ac:chgData name="植田 篤俊" userId="0d2b3cda-30c1-45e3-9e5c-02c0046d67fa" providerId="ADAL" clId="{A6AB8097-671C-4783-A056-5A985F003BDF}" dt="2026-04-20T15:16:38.069" v="3705"/>
          <ac:inkMkLst>
            <pc:docMk/>
            <pc:sldMk cId="942900471" sldId="261"/>
            <ac:inkMk id="489" creationId="{935B9A92-7FC9-37B5-16CF-3EBA4BC873FF}"/>
          </ac:inkMkLst>
        </pc:inkChg>
        <pc:inkChg chg="add">
          <ac:chgData name="植田 篤俊" userId="0d2b3cda-30c1-45e3-9e5c-02c0046d67fa" providerId="ADAL" clId="{A6AB8097-671C-4783-A056-5A985F003BDF}" dt="2026-04-20T15:16:34.749" v="3699"/>
          <ac:inkMkLst>
            <pc:docMk/>
            <pc:sldMk cId="942900471" sldId="261"/>
            <ac:inkMk id="490" creationId="{3FBAFC3A-3B1C-4292-23C0-78D35BEC88EA}"/>
          </ac:inkMkLst>
        </pc:inkChg>
        <pc:inkChg chg="add">
          <ac:chgData name="植田 篤俊" userId="0d2b3cda-30c1-45e3-9e5c-02c0046d67fa" providerId="ADAL" clId="{A6AB8097-671C-4783-A056-5A985F003BDF}" dt="2026-04-20T15:16:35.185" v="3700"/>
          <ac:inkMkLst>
            <pc:docMk/>
            <pc:sldMk cId="942900471" sldId="261"/>
            <ac:inkMk id="491" creationId="{307869BE-E272-604F-E8A2-6D127F14140D}"/>
          </ac:inkMkLst>
        </pc:inkChg>
        <pc:inkChg chg="add del">
          <ac:chgData name="植田 篤俊" userId="0d2b3cda-30c1-45e3-9e5c-02c0046d67fa" providerId="ADAL" clId="{A6AB8097-671C-4783-A056-5A985F003BDF}" dt="2026-04-20T15:16:38.069" v="3705"/>
          <ac:inkMkLst>
            <pc:docMk/>
            <pc:sldMk cId="942900471" sldId="261"/>
            <ac:inkMk id="492" creationId="{CD8044A6-E371-5CFD-D863-6094B23B07D6}"/>
          </ac:inkMkLst>
        </pc:inkChg>
        <pc:inkChg chg="add del">
          <ac:chgData name="植田 篤俊" userId="0d2b3cda-30c1-45e3-9e5c-02c0046d67fa" providerId="ADAL" clId="{A6AB8097-671C-4783-A056-5A985F003BDF}" dt="2026-04-20T15:16:38.069" v="3705"/>
          <ac:inkMkLst>
            <pc:docMk/>
            <pc:sldMk cId="942900471" sldId="261"/>
            <ac:inkMk id="493" creationId="{F60596A9-FC12-3E29-BA93-6589F58FC256}"/>
          </ac:inkMkLst>
        </pc:inkChg>
        <pc:inkChg chg="add">
          <ac:chgData name="植田 篤俊" userId="0d2b3cda-30c1-45e3-9e5c-02c0046d67fa" providerId="ADAL" clId="{A6AB8097-671C-4783-A056-5A985F003BDF}" dt="2026-04-20T15:16:36.632" v="3703"/>
          <ac:inkMkLst>
            <pc:docMk/>
            <pc:sldMk cId="942900471" sldId="261"/>
            <ac:inkMk id="494" creationId="{03A379D4-2CEF-6148-BA8E-6BF7800805A8}"/>
          </ac:inkMkLst>
        </pc:inkChg>
        <pc:inkChg chg="add">
          <ac:chgData name="植田 篤俊" userId="0d2b3cda-30c1-45e3-9e5c-02c0046d67fa" providerId="ADAL" clId="{A6AB8097-671C-4783-A056-5A985F003BDF}" dt="2026-04-20T15:16:37.199" v="3704"/>
          <ac:inkMkLst>
            <pc:docMk/>
            <pc:sldMk cId="942900471" sldId="261"/>
            <ac:inkMk id="495" creationId="{169A60B0-CF07-68C6-A78D-5E9570E72047}"/>
          </ac:inkMkLst>
        </pc:inkChg>
        <pc:inkChg chg="add reco">
          <ac:chgData name="植田 篤俊" userId="0d2b3cda-30c1-45e3-9e5c-02c0046d67fa" providerId="ADAL" clId="{A6AB8097-671C-4783-A056-5A985F003BDF}" dt="2026-04-20T15:16:38.069" v="3705"/>
          <ac:inkMkLst>
            <pc:docMk/>
            <pc:sldMk cId="942900471" sldId="261"/>
            <ac:inkMk id="496" creationId="{32697FAC-E841-B68D-8BC8-A9683413232A}"/>
          </ac:inkMkLst>
        </pc:inkChg>
        <pc:inkChg chg="add reco">
          <ac:chgData name="植田 篤俊" userId="0d2b3cda-30c1-45e3-9e5c-02c0046d67fa" providerId="ADAL" clId="{A6AB8097-671C-4783-A056-5A985F003BDF}" dt="2026-04-20T15:16:38.069" v="3705"/>
          <ac:inkMkLst>
            <pc:docMk/>
            <pc:sldMk cId="942900471" sldId="261"/>
            <ac:inkMk id="497" creationId="{59211378-2F8B-E360-6F6C-378FC756FB0A}"/>
          </ac:inkMkLst>
        </pc:inkChg>
        <pc:inkChg chg="add del">
          <ac:chgData name="植田 篤俊" userId="0d2b3cda-30c1-45e3-9e5c-02c0046d67fa" providerId="ADAL" clId="{A6AB8097-671C-4783-A056-5A985F003BDF}" dt="2026-04-20T15:16:42.459" v="3717"/>
          <ac:inkMkLst>
            <pc:docMk/>
            <pc:sldMk cId="942900471" sldId="261"/>
            <ac:inkMk id="498" creationId="{239602F8-E701-CB48-8405-6795552F0C1A}"/>
          </ac:inkMkLst>
        </pc:inkChg>
        <pc:inkChg chg="add del">
          <ac:chgData name="植田 篤俊" userId="0d2b3cda-30c1-45e3-9e5c-02c0046d67fa" providerId="ADAL" clId="{A6AB8097-671C-4783-A056-5A985F003BDF}" dt="2026-04-20T15:16:42.459" v="3717"/>
          <ac:inkMkLst>
            <pc:docMk/>
            <pc:sldMk cId="942900471" sldId="261"/>
            <ac:inkMk id="499" creationId="{0BA285D3-824D-CD9A-E178-3378F32D5652}"/>
          </ac:inkMkLst>
        </pc:inkChg>
        <pc:inkChg chg="add">
          <ac:chgData name="植田 篤俊" userId="0d2b3cda-30c1-45e3-9e5c-02c0046d67fa" providerId="ADAL" clId="{A6AB8097-671C-4783-A056-5A985F003BDF}" dt="2026-04-20T15:16:38.899" v="3708"/>
          <ac:inkMkLst>
            <pc:docMk/>
            <pc:sldMk cId="942900471" sldId="261"/>
            <ac:inkMk id="500" creationId="{B0BF5C06-9D70-F440-4B0F-1C3D27415939}"/>
          </ac:inkMkLst>
        </pc:inkChg>
        <pc:inkChg chg="add del">
          <ac:chgData name="植田 篤俊" userId="0d2b3cda-30c1-45e3-9e5c-02c0046d67fa" providerId="ADAL" clId="{A6AB8097-671C-4783-A056-5A985F003BDF}" dt="2026-04-20T15:16:42.459" v="3717"/>
          <ac:inkMkLst>
            <pc:docMk/>
            <pc:sldMk cId="942900471" sldId="261"/>
            <ac:inkMk id="501" creationId="{4CF5D020-3464-2D59-9446-D3CAAABABF20}"/>
          </ac:inkMkLst>
        </pc:inkChg>
        <pc:inkChg chg="add">
          <ac:chgData name="植田 篤俊" userId="0d2b3cda-30c1-45e3-9e5c-02c0046d67fa" providerId="ADAL" clId="{A6AB8097-671C-4783-A056-5A985F003BDF}" dt="2026-04-20T15:16:39.569" v="3710"/>
          <ac:inkMkLst>
            <pc:docMk/>
            <pc:sldMk cId="942900471" sldId="261"/>
            <ac:inkMk id="502" creationId="{EC0A9C38-B510-C970-26B6-491D2C408B8D}"/>
          </ac:inkMkLst>
        </pc:inkChg>
        <pc:inkChg chg="add del">
          <ac:chgData name="植田 篤俊" userId="0d2b3cda-30c1-45e3-9e5c-02c0046d67fa" providerId="ADAL" clId="{A6AB8097-671C-4783-A056-5A985F003BDF}" dt="2026-04-20T15:16:42.459" v="3717"/>
          <ac:inkMkLst>
            <pc:docMk/>
            <pc:sldMk cId="942900471" sldId="261"/>
            <ac:inkMk id="503" creationId="{FBD6C77F-9B59-6445-12DE-5276E334FD1F}"/>
          </ac:inkMkLst>
        </pc:inkChg>
        <pc:inkChg chg="add del">
          <ac:chgData name="植田 篤俊" userId="0d2b3cda-30c1-45e3-9e5c-02c0046d67fa" providerId="ADAL" clId="{A6AB8097-671C-4783-A056-5A985F003BDF}" dt="2026-04-20T15:16:42.459" v="3717"/>
          <ac:inkMkLst>
            <pc:docMk/>
            <pc:sldMk cId="942900471" sldId="261"/>
            <ac:inkMk id="504" creationId="{438D3286-2BC2-39F7-5982-3CB04C98F5F2}"/>
          </ac:inkMkLst>
        </pc:inkChg>
        <pc:inkChg chg="add del">
          <ac:chgData name="植田 篤俊" userId="0d2b3cda-30c1-45e3-9e5c-02c0046d67fa" providerId="ADAL" clId="{A6AB8097-671C-4783-A056-5A985F003BDF}" dt="2026-04-20T15:16:42.459" v="3717"/>
          <ac:inkMkLst>
            <pc:docMk/>
            <pc:sldMk cId="942900471" sldId="261"/>
            <ac:inkMk id="505" creationId="{2B6C1E59-78C9-F6B4-CBC2-CF3CA3678719}"/>
          </ac:inkMkLst>
        </pc:inkChg>
        <pc:inkChg chg="add del">
          <ac:chgData name="植田 篤俊" userId="0d2b3cda-30c1-45e3-9e5c-02c0046d67fa" providerId="ADAL" clId="{A6AB8097-671C-4783-A056-5A985F003BDF}" dt="2026-04-20T15:16:42.459" v="3717"/>
          <ac:inkMkLst>
            <pc:docMk/>
            <pc:sldMk cId="942900471" sldId="261"/>
            <ac:inkMk id="506" creationId="{05C1889B-1030-F9BB-146C-D4D33DB54296}"/>
          </ac:inkMkLst>
        </pc:inkChg>
        <pc:inkChg chg="add del">
          <ac:chgData name="植田 篤俊" userId="0d2b3cda-30c1-45e3-9e5c-02c0046d67fa" providerId="ADAL" clId="{A6AB8097-671C-4783-A056-5A985F003BDF}" dt="2026-04-20T15:16:42.459" v="3717"/>
          <ac:inkMkLst>
            <pc:docMk/>
            <pc:sldMk cId="942900471" sldId="261"/>
            <ac:inkMk id="507" creationId="{497CB7E5-45A2-D306-C9E8-7B5AA921E5FC}"/>
          </ac:inkMkLst>
        </pc:inkChg>
        <pc:inkChg chg="add del">
          <ac:chgData name="植田 篤俊" userId="0d2b3cda-30c1-45e3-9e5c-02c0046d67fa" providerId="ADAL" clId="{A6AB8097-671C-4783-A056-5A985F003BDF}" dt="2026-04-20T15:16:42.459" v="3717"/>
          <ac:inkMkLst>
            <pc:docMk/>
            <pc:sldMk cId="942900471" sldId="261"/>
            <ac:inkMk id="508" creationId="{9C0158C4-6090-824B-4866-9518017D0DDE}"/>
          </ac:inkMkLst>
        </pc:inkChg>
        <pc:inkChg chg="add reco">
          <ac:chgData name="植田 篤俊" userId="0d2b3cda-30c1-45e3-9e5c-02c0046d67fa" providerId="ADAL" clId="{A6AB8097-671C-4783-A056-5A985F003BDF}" dt="2026-04-20T15:16:42.459" v="3717"/>
          <ac:inkMkLst>
            <pc:docMk/>
            <pc:sldMk cId="942900471" sldId="261"/>
            <ac:inkMk id="509" creationId="{04AD94BD-E227-DB4F-D0F5-9B4D268F172C}"/>
          </ac:inkMkLst>
        </pc:inkChg>
        <pc:inkChg chg="add del">
          <ac:chgData name="植田 篤俊" userId="0d2b3cda-30c1-45e3-9e5c-02c0046d67fa" providerId="ADAL" clId="{A6AB8097-671C-4783-A056-5A985F003BDF}" dt="2026-04-20T15:16:45.499" v="3725"/>
          <ac:inkMkLst>
            <pc:docMk/>
            <pc:sldMk cId="942900471" sldId="261"/>
            <ac:inkMk id="510" creationId="{AA60CE3D-33E5-358C-7DA8-1C03BCE9E0E4}"/>
          </ac:inkMkLst>
        </pc:inkChg>
        <pc:inkChg chg="add del">
          <ac:chgData name="植田 篤俊" userId="0d2b3cda-30c1-45e3-9e5c-02c0046d67fa" providerId="ADAL" clId="{A6AB8097-671C-4783-A056-5A985F003BDF}" dt="2026-04-20T15:16:45.499" v="3725"/>
          <ac:inkMkLst>
            <pc:docMk/>
            <pc:sldMk cId="942900471" sldId="261"/>
            <ac:inkMk id="511" creationId="{D54495A1-180D-8262-5E15-2A1F6E54CD60}"/>
          </ac:inkMkLst>
        </pc:inkChg>
        <pc:inkChg chg="add del">
          <ac:chgData name="植田 篤俊" userId="0d2b3cda-30c1-45e3-9e5c-02c0046d67fa" providerId="ADAL" clId="{A6AB8097-671C-4783-A056-5A985F003BDF}" dt="2026-04-20T15:16:45.499" v="3725"/>
          <ac:inkMkLst>
            <pc:docMk/>
            <pc:sldMk cId="942900471" sldId="261"/>
            <ac:inkMk id="512" creationId="{08BEF710-69BF-FE24-1765-60C3FF676B13}"/>
          </ac:inkMkLst>
        </pc:inkChg>
        <pc:inkChg chg="add del">
          <ac:chgData name="植田 篤俊" userId="0d2b3cda-30c1-45e3-9e5c-02c0046d67fa" providerId="ADAL" clId="{A6AB8097-671C-4783-A056-5A985F003BDF}" dt="2026-04-20T15:16:45.499" v="3725"/>
          <ac:inkMkLst>
            <pc:docMk/>
            <pc:sldMk cId="942900471" sldId="261"/>
            <ac:inkMk id="513" creationId="{5D2251FA-C846-F100-105D-E9E74F89136A}"/>
          </ac:inkMkLst>
        </pc:inkChg>
        <pc:inkChg chg="add del">
          <ac:chgData name="植田 篤俊" userId="0d2b3cda-30c1-45e3-9e5c-02c0046d67fa" providerId="ADAL" clId="{A6AB8097-671C-4783-A056-5A985F003BDF}" dt="2026-04-20T15:16:45.499" v="3725"/>
          <ac:inkMkLst>
            <pc:docMk/>
            <pc:sldMk cId="942900471" sldId="261"/>
            <ac:inkMk id="514" creationId="{69EC76E8-20B6-A267-F1C2-EF3F32421709}"/>
          </ac:inkMkLst>
        </pc:inkChg>
        <pc:inkChg chg="add del">
          <ac:chgData name="植田 篤俊" userId="0d2b3cda-30c1-45e3-9e5c-02c0046d67fa" providerId="ADAL" clId="{A6AB8097-671C-4783-A056-5A985F003BDF}" dt="2026-04-20T15:16:45.499" v="3725"/>
          <ac:inkMkLst>
            <pc:docMk/>
            <pc:sldMk cId="942900471" sldId="261"/>
            <ac:inkMk id="515" creationId="{3DAA9136-B34D-BEFD-0CD3-230B5BD7BA02}"/>
          </ac:inkMkLst>
        </pc:inkChg>
        <pc:inkChg chg="add">
          <ac:chgData name="植田 篤俊" userId="0d2b3cda-30c1-45e3-9e5c-02c0046d67fa" providerId="ADAL" clId="{A6AB8097-671C-4783-A056-5A985F003BDF}" dt="2026-04-20T15:16:44.565" v="3724"/>
          <ac:inkMkLst>
            <pc:docMk/>
            <pc:sldMk cId="942900471" sldId="261"/>
            <ac:inkMk id="516" creationId="{46240FD0-C257-7CBF-7843-411312D2177C}"/>
          </ac:inkMkLst>
        </pc:inkChg>
        <pc:inkChg chg="add reco">
          <ac:chgData name="植田 篤俊" userId="0d2b3cda-30c1-45e3-9e5c-02c0046d67fa" providerId="ADAL" clId="{A6AB8097-671C-4783-A056-5A985F003BDF}" dt="2026-04-20T15:16:45.499" v="3725"/>
          <ac:inkMkLst>
            <pc:docMk/>
            <pc:sldMk cId="942900471" sldId="261"/>
            <ac:inkMk id="517" creationId="{628746F5-C588-0378-2937-5B1216F08A20}"/>
          </ac:inkMkLst>
        </pc:inkChg>
        <pc:inkChg chg="add del">
          <ac:chgData name="植田 篤俊" userId="0d2b3cda-30c1-45e3-9e5c-02c0046d67fa" providerId="ADAL" clId="{A6AB8097-671C-4783-A056-5A985F003BDF}" dt="2026-04-20T15:16:52.984" v="3737"/>
          <ac:inkMkLst>
            <pc:docMk/>
            <pc:sldMk cId="942900471" sldId="261"/>
            <ac:inkMk id="518" creationId="{85923342-03D3-F0EB-C527-B62C5DFF3128}"/>
          </ac:inkMkLst>
        </pc:inkChg>
        <pc:inkChg chg="add del">
          <ac:chgData name="植田 篤俊" userId="0d2b3cda-30c1-45e3-9e5c-02c0046d67fa" providerId="ADAL" clId="{A6AB8097-671C-4783-A056-5A985F003BDF}" dt="2026-04-20T15:16:52.984" v="3737"/>
          <ac:inkMkLst>
            <pc:docMk/>
            <pc:sldMk cId="942900471" sldId="261"/>
            <ac:inkMk id="519" creationId="{77C74361-069B-BFBC-5CD9-5499423D8EF2}"/>
          </ac:inkMkLst>
        </pc:inkChg>
        <pc:inkChg chg="add del">
          <ac:chgData name="植田 篤俊" userId="0d2b3cda-30c1-45e3-9e5c-02c0046d67fa" providerId="ADAL" clId="{A6AB8097-671C-4783-A056-5A985F003BDF}" dt="2026-04-20T15:16:52.984" v="3737"/>
          <ac:inkMkLst>
            <pc:docMk/>
            <pc:sldMk cId="942900471" sldId="261"/>
            <ac:inkMk id="520" creationId="{64287539-D04F-C101-AE24-6DE2FCF86E5E}"/>
          </ac:inkMkLst>
        </pc:inkChg>
        <pc:inkChg chg="add del">
          <ac:chgData name="植田 篤俊" userId="0d2b3cda-30c1-45e3-9e5c-02c0046d67fa" providerId="ADAL" clId="{A6AB8097-671C-4783-A056-5A985F003BDF}" dt="2026-04-20T15:16:52.984" v="3737"/>
          <ac:inkMkLst>
            <pc:docMk/>
            <pc:sldMk cId="942900471" sldId="261"/>
            <ac:inkMk id="521" creationId="{776669F1-3BF4-5802-A23D-E67BB76031A1}"/>
          </ac:inkMkLst>
        </pc:inkChg>
        <pc:inkChg chg="add del">
          <ac:chgData name="植田 篤俊" userId="0d2b3cda-30c1-45e3-9e5c-02c0046d67fa" providerId="ADAL" clId="{A6AB8097-671C-4783-A056-5A985F003BDF}" dt="2026-04-20T15:16:52.984" v="3737"/>
          <ac:inkMkLst>
            <pc:docMk/>
            <pc:sldMk cId="942900471" sldId="261"/>
            <ac:inkMk id="522" creationId="{CF93F8A9-3417-6CA9-3C34-2BC231FE0FD8}"/>
          </ac:inkMkLst>
        </pc:inkChg>
        <pc:inkChg chg="add">
          <ac:chgData name="植田 篤俊" userId="0d2b3cda-30c1-45e3-9e5c-02c0046d67fa" providerId="ADAL" clId="{A6AB8097-671C-4783-A056-5A985F003BDF}" dt="2026-04-20T15:16:49.447" v="3731"/>
          <ac:inkMkLst>
            <pc:docMk/>
            <pc:sldMk cId="942900471" sldId="261"/>
            <ac:inkMk id="523" creationId="{FEB9652A-252E-DC4F-068E-DD5BC1352085}"/>
          </ac:inkMkLst>
        </pc:inkChg>
        <pc:inkChg chg="add">
          <ac:chgData name="植田 篤俊" userId="0d2b3cda-30c1-45e3-9e5c-02c0046d67fa" providerId="ADAL" clId="{A6AB8097-671C-4783-A056-5A985F003BDF}" dt="2026-04-20T15:16:49.633" v="3732"/>
          <ac:inkMkLst>
            <pc:docMk/>
            <pc:sldMk cId="942900471" sldId="261"/>
            <ac:inkMk id="524" creationId="{E0CA328E-1512-DCDD-0174-B0DD3F891D52}"/>
          </ac:inkMkLst>
        </pc:inkChg>
        <pc:inkChg chg="add del">
          <ac:chgData name="植田 篤俊" userId="0d2b3cda-30c1-45e3-9e5c-02c0046d67fa" providerId="ADAL" clId="{A6AB8097-671C-4783-A056-5A985F003BDF}" dt="2026-04-20T15:16:52.984" v="3737"/>
          <ac:inkMkLst>
            <pc:docMk/>
            <pc:sldMk cId="942900471" sldId="261"/>
            <ac:inkMk id="525" creationId="{7CEBD1D9-4D64-FB80-CA7F-E224BB12217B}"/>
          </ac:inkMkLst>
        </pc:inkChg>
        <pc:inkChg chg="add del">
          <ac:chgData name="植田 篤俊" userId="0d2b3cda-30c1-45e3-9e5c-02c0046d67fa" providerId="ADAL" clId="{A6AB8097-671C-4783-A056-5A985F003BDF}" dt="2026-04-20T15:16:52.984" v="3737"/>
          <ac:inkMkLst>
            <pc:docMk/>
            <pc:sldMk cId="942900471" sldId="261"/>
            <ac:inkMk id="526" creationId="{A4881930-274F-97DF-757A-6192F85DECD8}"/>
          </ac:inkMkLst>
        </pc:inkChg>
        <pc:inkChg chg="add del">
          <ac:chgData name="植田 篤俊" userId="0d2b3cda-30c1-45e3-9e5c-02c0046d67fa" providerId="ADAL" clId="{A6AB8097-671C-4783-A056-5A985F003BDF}" dt="2026-04-20T15:16:52.984" v="3737"/>
          <ac:inkMkLst>
            <pc:docMk/>
            <pc:sldMk cId="942900471" sldId="261"/>
            <ac:inkMk id="527" creationId="{C8312D02-22C1-0B68-A0E7-4221DF7463A5}"/>
          </ac:inkMkLst>
        </pc:inkChg>
        <pc:inkChg chg="add del">
          <ac:chgData name="植田 篤俊" userId="0d2b3cda-30c1-45e3-9e5c-02c0046d67fa" providerId="ADAL" clId="{A6AB8097-671C-4783-A056-5A985F003BDF}" dt="2026-04-20T15:16:52.984" v="3737"/>
          <ac:inkMkLst>
            <pc:docMk/>
            <pc:sldMk cId="942900471" sldId="261"/>
            <ac:inkMk id="528" creationId="{B03CFDF9-69AA-6DCD-C8D8-55D22D472AA8}"/>
          </ac:inkMkLst>
        </pc:inkChg>
        <pc:inkChg chg="add mod reco modStrokes">
          <ac:chgData name="植田 篤俊" userId="0d2b3cda-30c1-45e3-9e5c-02c0046d67fa" providerId="ADAL" clId="{A6AB8097-671C-4783-A056-5A985F003BDF}" dt="2026-04-20T15:16:53.249" v="3738"/>
          <ac:inkMkLst>
            <pc:docMk/>
            <pc:sldMk cId="942900471" sldId="261"/>
            <ac:inkMk id="529" creationId="{7387C2B7-4334-CC9B-7302-70FF5309D153}"/>
          </ac:inkMkLst>
        </pc:inkChg>
        <pc:inkChg chg="add">
          <ac:chgData name="植田 篤俊" userId="0d2b3cda-30c1-45e3-9e5c-02c0046d67fa" providerId="ADAL" clId="{A6AB8097-671C-4783-A056-5A985F003BDF}" dt="2026-04-20T15:16:55.099" v="3739"/>
          <ac:inkMkLst>
            <pc:docMk/>
            <pc:sldMk cId="942900471" sldId="261"/>
            <ac:inkMk id="530" creationId="{07FBBCA0-4186-A4C3-69A8-86AB83CE8AC8}"/>
          </ac:inkMkLst>
        </pc:inkChg>
        <pc:inkChg chg="add del">
          <ac:chgData name="植田 篤俊" userId="0d2b3cda-30c1-45e3-9e5c-02c0046d67fa" providerId="ADAL" clId="{A6AB8097-671C-4783-A056-5A985F003BDF}" dt="2026-04-20T15:16:57.721" v="3743"/>
          <ac:inkMkLst>
            <pc:docMk/>
            <pc:sldMk cId="942900471" sldId="261"/>
            <ac:inkMk id="531" creationId="{A90655A8-7144-BC0D-FEB2-D11BB311455A}"/>
          </ac:inkMkLst>
        </pc:inkChg>
        <pc:inkChg chg="add del">
          <ac:chgData name="植田 篤俊" userId="0d2b3cda-30c1-45e3-9e5c-02c0046d67fa" providerId="ADAL" clId="{A6AB8097-671C-4783-A056-5A985F003BDF}" dt="2026-04-20T15:16:57.199" v="3742"/>
          <ac:inkMkLst>
            <pc:docMk/>
            <pc:sldMk cId="942900471" sldId="261"/>
            <ac:inkMk id="532" creationId="{4DC74FD1-0655-1900-D6EA-12FF05B962E0}"/>
          </ac:inkMkLst>
        </pc:inkChg>
        <pc:inkChg chg="add del">
          <ac:chgData name="植田 篤俊" userId="0d2b3cda-30c1-45e3-9e5c-02c0046d67fa" providerId="ADAL" clId="{A6AB8097-671C-4783-A056-5A985F003BDF}" dt="2026-04-20T15:17:01.268" v="3747"/>
          <ac:inkMkLst>
            <pc:docMk/>
            <pc:sldMk cId="942900471" sldId="261"/>
            <ac:inkMk id="533" creationId="{28B23262-2A07-62D5-2018-F4C7742434DB}"/>
          </ac:inkMkLst>
        </pc:inkChg>
        <pc:inkChg chg="add del">
          <ac:chgData name="植田 篤俊" userId="0d2b3cda-30c1-45e3-9e5c-02c0046d67fa" providerId="ADAL" clId="{A6AB8097-671C-4783-A056-5A985F003BDF}" dt="2026-04-20T15:17:01.268" v="3747"/>
          <ac:inkMkLst>
            <pc:docMk/>
            <pc:sldMk cId="942900471" sldId="261"/>
            <ac:inkMk id="534" creationId="{B50BE589-9881-6DF5-AE22-019554B5B1C3}"/>
          </ac:inkMkLst>
        </pc:inkChg>
        <pc:inkChg chg="add del">
          <ac:chgData name="植田 篤俊" userId="0d2b3cda-30c1-45e3-9e5c-02c0046d67fa" providerId="ADAL" clId="{A6AB8097-671C-4783-A056-5A985F003BDF}" dt="2026-04-20T15:17:10.846" v="3749"/>
          <ac:inkMkLst>
            <pc:docMk/>
            <pc:sldMk cId="942900471" sldId="261"/>
            <ac:inkMk id="535" creationId="{28608E6D-899F-5CCE-2B89-EF6F43A2F917}"/>
          </ac:inkMkLst>
        </pc:inkChg>
        <pc:inkChg chg="add del reco">
          <ac:chgData name="植田 篤俊" userId="0d2b3cda-30c1-45e3-9e5c-02c0046d67fa" providerId="ADAL" clId="{A6AB8097-671C-4783-A056-5A985F003BDF}" dt="2026-04-20T15:17:10.847" v="3750"/>
          <ac:inkMkLst>
            <pc:docMk/>
            <pc:sldMk cId="942900471" sldId="261"/>
            <ac:inkMk id="536" creationId="{76051C7C-65C1-F3B7-8415-9C85A621DC2D}"/>
          </ac:inkMkLst>
        </pc:inkChg>
        <pc:inkChg chg="add del">
          <ac:chgData name="植田 篤俊" userId="0d2b3cda-30c1-45e3-9e5c-02c0046d67fa" providerId="ADAL" clId="{A6AB8097-671C-4783-A056-5A985F003BDF}" dt="2026-04-20T15:17:10.847" v="3751"/>
          <ac:inkMkLst>
            <pc:docMk/>
            <pc:sldMk cId="942900471" sldId="261"/>
            <ac:inkMk id="537" creationId="{1DD19EB6-D169-9A0B-A000-1254716485C5}"/>
          </ac:inkMkLst>
        </pc:inkChg>
        <pc:inkChg chg="add del">
          <ac:chgData name="植田 篤俊" userId="0d2b3cda-30c1-45e3-9e5c-02c0046d67fa" providerId="ADAL" clId="{A6AB8097-671C-4783-A056-5A985F003BDF}" dt="2026-04-20T15:17:14.129" v="3754"/>
          <ac:inkMkLst>
            <pc:docMk/>
            <pc:sldMk cId="942900471" sldId="261"/>
            <ac:inkMk id="538" creationId="{7C8A37B5-E979-EE4E-40C1-3833741374BE}"/>
          </ac:inkMkLst>
        </pc:inkChg>
        <pc:inkChg chg="add del">
          <ac:chgData name="植田 篤俊" userId="0d2b3cda-30c1-45e3-9e5c-02c0046d67fa" providerId="ADAL" clId="{A6AB8097-671C-4783-A056-5A985F003BDF}" dt="2026-04-20T15:17:14.129" v="3754"/>
          <ac:inkMkLst>
            <pc:docMk/>
            <pc:sldMk cId="942900471" sldId="261"/>
            <ac:inkMk id="539" creationId="{912C31CD-026A-E3DC-AF6C-1E56180B2141}"/>
          </ac:inkMkLst>
        </pc:inkChg>
        <pc:inkChg chg="add reco">
          <ac:chgData name="植田 篤俊" userId="0d2b3cda-30c1-45e3-9e5c-02c0046d67fa" providerId="ADAL" clId="{A6AB8097-671C-4783-A056-5A985F003BDF}" dt="2026-04-20T15:17:14.129" v="3754"/>
          <ac:inkMkLst>
            <pc:docMk/>
            <pc:sldMk cId="942900471" sldId="261"/>
            <ac:inkMk id="540" creationId="{66B52118-140F-B0FD-E17F-DDC12A275052}"/>
          </ac:inkMkLst>
        </pc:inkChg>
        <pc:inkChg chg="add">
          <ac:chgData name="植田 篤俊" userId="0d2b3cda-30c1-45e3-9e5c-02c0046d67fa" providerId="ADAL" clId="{A6AB8097-671C-4783-A056-5A985F003BDF}" dt="2026-04-20T15:17:15.262" v="3755"/>
          <ac:inkMkLst>
            <pc:docMk/>
            <pc:sldMk cId="942900471" sldId="261"/>
            <ac:inkMk id="541" creationId="{AD0F0A83-DEE2-38BF-7BB2-9115DBDFAAA7}"/>
          </ac:inkMkLst>
        </pc:inkChg>
        <pc:inkChg chg="add">
          <ac:chgData name="植田 篤俊" userId="0d2b3cda-30c1-45e3-9e5c-02c0046d67fa" providerId="ADAL" clId="{A6AB8097-671C-4783-A056-5A985F003BDF}" dt="2026-04-20T15:17:16.530" v="3756"/>
          <ac:inkMkLst>
            <pc:docMk/>
            <pc:sldMk cId="942900471" sldId="261"/>
            <ac:inkMk id="542" creationId="{746A7A7B-0110-7F95-9D34-F1DE01DD783E}"/>
          </ac:inkMkLst>
        </pc:inkChg>
        <pc:inkChg chg="add">
          <ac:chgData name="植田 篤俊" userId="0d2b3cda-30c1-45e3-9e5c-02c0046d67fa" providerId="ADAL" clId="{A6AB8097-671C-4783-A056-5A985F003BDF}" dt="2026-04-20T15:17:16.780" v="3757"/>
          <ac:inkMkLst>
            <pc:docMk/>
            <pc:sldMk cId="942900471" sldId="261"/>
            <ac:inkMk id="543" creationId="{4B30B2A1-B4E6-F898-B61D-62C9287536D4}"/>
          </ac:inkMkLst>
        </pc:inkChg>
        <pc:inkChg chg="add">
          <ac:chgData name="植田 篤俊" userId="0d2b3cda-30c1-45e3-9e5c-02c0046d67fa" providerId="ADAL" clId="{A6AB8097-671C-4783-A056-5A985F003BDF}" dt="2026-04-20T15:17:17.562" v="3758"/>
          <ac:inkMkLst>
            <pc:docMk/>
            <pc:sldMk cId="942900471" sldId="261"/>
            <ac:inkMk id="544" creationId="{922F2FEA-E139-8F4B-2B5E-8CEEFDE327AB}"/>
          </ac:inkMkLst>
        </pc:inkChg>
        <pc:inkChg chg="add del">
          <ac:chgData name="植田 篤俊" userId="0d2b3cda-30c1-45e3-9e5c-02c0046d67fa" providerId="ADAL" clId="{A6AB8097-671C-4783-A056-5A985F003BDF}" dt="2026-04-20T15:17:24.070" v="3774"/>
          <ac:inkMkLst>
            <pc:docMk/>
            <pc:sldMk cId="942900471" sldId="261"/>
            <ac:inkMk id="545" creationId="{EC71F0FA-2FE8-A4C1-9B7E-5747759F5E04}"/>
          </ac:inkMkLst>
        </pc:inkChg>
        <pc:inkChg chg="add del">
          <ac:chgData name="植田 篤俊" userId="0d2b3cda-30c1-45e3-9e5c-02c0046d67fa" providerId="ADAL" clId="{A6AB8097-671C-4783-A056-5A985F003BDF}" dt="2026-04-20T15:17:24.070" v="3774"/>
          <ac:inkMkLst>
            <pc:docMk/>
            <pc:sldMk cId="942900471" sldId="261"/>
            <ac:inkMk id="546" creationId="{CE7D03C4-4D9C-9564-23A5-9DEDDDA1E916}"/>
          </ac:inkMkLst>
        </pc:inkChg>
        <pc:inkChg chg="add">
          <ac:chgData name="植田 篤俊" userId="0d2b3cda-30c1-45e3-9e5c-02c0046d67fa" providerId="ADAL" clId="{A6AB8097-671C-4783-A056-5A985F003BDF}" dt="2026-04-20T15:17:19.453" v="3761"/>
          <ac:inkMkLst>
            <pc:docMk/>
            <pc:sldMk cId="942900471" sldId="261"/>
            <ac:inkMk id="547" creationId="{8CCD5D80-E54C-276A-E938-BA8E1FA18E0A}"/>
          </ac:inkMkLst>
        </pc:inkChg>
        <pc:inkChg chg="add">
          <ac:chgData name="植田 篤俊" userId="0d2b3cda-30c1-45e3-9e5c-02c0046d67fa" providerId="ADAL" clId="{A6AB8097-671C-4783-A056-5A985F003BDF}" dt="2026-04-20T15:17:19.485" v="3762"/>
          <ac:inkMkLst>
            <pc:docMk/>
            <pc:sldMk cId="942900471" sldId="261"/>
            <ac:inkMk id="548" creationId="{00380968-BF4C-BBC8-4F12-AE685E78893F}"/>
          </ac:inkMkLst>
        </pc:inkChg>
        <pc:inkChg chg="add del">
          <ac:chgData name="植田 篤俊" userId="0d2b3cda-30c1-45e3-9e5c-02c0046d67fa" providerId="ADAL" clId="{A6AB8097-671C-4783-A056-5A985F003BDF}" dt="2026-04-20T15:17:24.070" v="3774"/>
          <ac:inkMkLst>
            <pc:docMk/>
            <pc:sldMk cId="942900471" sldId="261"/>
            <ac:inkMk id="549" creationId="{9861C012-CD8E-BBBF-5F2A-70E2316AB106}"/>
          </ac:inkMkLst>
        </pc:inkChg>
        <pc:inkChg chg="add del">
          <ac:chgData name="植田 篤俊" userId="0d2b3cda-30c1-45e3-9e5c-02c0046d67fa" providerId="ADAL" clId="{A6AB8097-671C-4783-A056-5A985F003BDF}" dt="2026-04-20T15:17:24.070" v="3774"/>
          <ac:inkMkLst>
            <pc:docMk/>
            <pc:sldMk cId="942900471" sldId="261"/>
            <ac:inkMk id="550" creationId="{99245BF9-F5B6-F22C-E836-79CEB49E3D0E}"/>
          </ac:inkMkLst>
        </pc:inkChg>
        <pc:inkChg chg="add">
          <ac:chgData name="植田 篤俊" userId="0d2b3cda-30c1-45e3-9e5c-02c0046d67fa" providerId="ADAL" clId="{A6AB8097-671C-4783-A056-5A985F003BDF}" dt="2026-04-20T15:17:20.864" v="3765"/>
          <ac:inkMkLst>
            <pc:docMk/>
            <pc:sldMk cId="942900471" sldId="261"/>
            <ac:inkMk id="551" creationId="{79749E21-9CA7-2252-9F5D-514DFB49FD23}"/>
          </ac:inkMkLst>
        </pc:inkChg>
        <pc:inkChg chg="add del">
          <ac:chgData name="植田 篤俊" userId="0d2b3cda-30c1-45e3-9e5c-02c0046d67fa" providerId="ADAL" clId="{A6AB8097-671C-4783-A056-5A985F003BDF}" dt="2026-04-20T15:17:24.070" v="3774"/>
          <ac:inkMkLst>
            <pc:docMk/>
            <pc:sldMk cId="942900471" sldId="261"/>
            <ac:inkMk id="552" creationId="{0AD89371-69DF-1550-B13C-9F75499D673F}"/>
          </ac:inkMkLst>
        </pc:inkChg>
        <pc:inkChg chg="add">
          <ac:chgData name="植田 篤俊" userId="0d2b3cda-30c1-45e3-9e5c-02c0046d67fa" providerId="ADAL" clId="{A6AB8097-671C-4783-A056-5A985F003BDF}" dt="2026-04-20T15:17:21.279" v="3767"/>
          <ac:inkMkLst>
            <pc:docMk/>
            <pc:sldMk cId="942900471" sldId="261"/>
            <ac:inkMk id="553" creationId="{4F5531F0-522C-0FCE-1ACA-F68668E881A2}"/>
          </ac:inkMkLst>
        </pc:inkChg>
        <pc:inkChg chg="add">
          <ac:chgData name="植田 篤俊" userId="0d2b3cda-30c1-45e3-9e5c-02c0046d67fa" providerId="ADAL" clId="{A6AB8097-671C-4783-A056-5A985F003BDF}" dt="2026-04-20T15:17:21.887" v="3768"/>
          <ac:inkMkLst>
            <pc:docMk/>
            <pc:sldMk cId="942900471" sldId="261"/>
            <ac:inkMk id="554" creationId="{14F853A4-C8CD-5CB8-9AA3-3EDF7BBC8B1B}"/>
          </ac:inkMkLst>
        </pc:inkChg>
        <pc:inkChg chg="add del">
          <ac:chgData name="植田 篤俊" userId="0d2b3cda-30c1-45e3-9e5c-02c0046d67fa" providerId="ADAL" clId="{A6AB8097-671C-4783-A056-5A985F003BDF}" dt="2026-04-20T15:17:24.070" v="3774"/>
          <ac:inkMkLst>
            <pc:docMk/>
            <pc:sldMk cId="942900471" sldId="261"/>
            <ac:inkMk id="555" creationId="{94739D9B-591C-DD21-6E7D-A92B3C0B5D78}"/>
          </ac:inkMkLst>
        </pc:inkChg>
        <pc:inkChg chg="add del">
          <ac:chgData name="植田 篤俊" userId="0d2b3cda-30c1-45e3-9e5c-02c0046d67fa" providerId="ADAL" clId="{A6AB8097-671C-4783-A056-5A985F003BDF}" dt="2026-04-20T15:17:24.070" v="3774"/>
          <ac:inkMkLst>
            <pc:docMk/>
            <pc:sldMk cId="942900471" sldId="261"/>
            <ac:inkMk id="556" creationId="{864D80F7-3D5D-A008-9A7F-E24D484A68CC}"/>
          </ac:inkMkLst>
        </pc:inkChg>
        <pc:inkChg chg="add">
          <ac:chgData name="植田 篤俊" userId="0d2b3cda-30c1-45e3-9e5c-02c0046d67fa" providerId="ADAL" clId="{A6AB8097-671C-4783-A056-5A985F003BDF}" dt="2026-04-20T15:17:22.463" v="3771"/>
          <ac:inkMkLst>
            <pc:docMk/>
            <pc:sldMk cId="942900471" sldId="261"/>
            <ac:inkMk id="557" creationId="{26021114-8D8F-06F3-1F0E-8C50DF9CCCF5}"/>
          </ac:inkMkLst>
        </pc:inkChg>
        <pc:inkChg chg="add del">
          <ac:chgData name="植田 篤俊" userId="0d2b3cda-30c1-45e3-9e5c-02c0046d67fa" providerId="ADAL" clId="{A6AB8097-671C-4783-A056-5A985F003BDF}" dt="2026-04-20T15:17:24.070" v="3774"/>
          <ac:inkMkLst>
            <pc:docMk/>
            <pc:sldMk cId="942900471" sldId="261"/>
            <ac:inkMk id="558" creationId="{09FC48E9-1BFB-CFC3-769A-D19179A8A81B}"/>
          </ac:inkMkLst>
        </pc:inkChg>
        <pc:inkChg chg="add del">
          <ac:chgData name="植田 篤俊" userId="0d2b3cda-30c1-45e3-9e5c-02c0046d67fa" providerId="ADAL" clId="{A6AB8097-671C-4783-A056-5A985F003BDF}" dt="2026-04-20T15:17:24.070" v="3774"/>
          <ac:inkMkLst>
            <pc:docMk/>
            <pc:sldMk cId="942900471" sldId="261"/>
            <ac:inkMk id="559" creationId="{1774BF6A-B6CE-BE81-640E-A9EE70F5AFC6}"/>
          </ac:inkMkLst>
        </pc:inkChg>
        <pc:inkChg chg="add reco">
          <ac:chgData name="植田 篤俊" userId="0d2b3cda-30c1-45e3-9e5c-02c0046d67fa" providerId="ADAL" clId="{A6AB8097-671C-4783-A056-5A985F003BDF}" dt="2026-04-20T15:17:24.070" v="3774"/>
          <ac:inkMkLst>
            <pc:docMk/>
            <pc:sldMk cId="942900471" sldId="261"/>
            <ac:inkMk id="560" creationId="{4C90362B-1ADB-F231-43F0-CF303C98503E}"/>
          </ac:inkMkLst>
        </pc:inkChg>
        <pc:inkChg chg="add del">
          <ac:chgData name="植田 篤俊" userId="0d2b3cda-30c1-45e3-9e5c-02c0046d67fa" providerId="ADAL" clId="{A6AB8097-671C-4783-A056-5A985F003BDF}" dt="2026-04-20T15:17:33.369" v="3779"/>
          <ac:inkMkLst>
            <pc:docMk/>
            <pc:sldMk cId="942900471" sldId="261"/>
            <ac:inkMk id="561" creationId="{8A6B17A3-2B88-CD20-4B78-BC8124B5EB20}"/>
          </ac:inkMkLst>
        </pc:inkChg>
        <pc:inkChg chg="add del">
          <ac:chgData name="植田 篤俊" userId="0d2b3cda-30c1-45e3-9e5c-02c0046d67fa" providerId="ADAL" clId="{A6AB8097-671C-4783-A056-5A985F003BDF}" dt="2026-04-20T15:17:33.369" v="3779"/>
          <ac:inkMkLst>
            <pc:docMk/>
            <pc:sldMk cId="942900471" sldId="261"/>
            <ac:inkMk id="562" creationId="{07DE479F-1445-D167-6BC3-0D7A6BD0C1D8}"/>
          </ac:inkMkLst>
        </pc:inkChg>
        <pc:inkChg chg="add del">
          <ac:chgData name="植田 篤俊" userId="0d2b3cda-30c1-45e3-9e5c-02c0046d67fa" providerId="ADAL" clId="{A6AB8097-671C-4783-A056-5A985F003BDF}" dt="2026-04-20T15:17:33.369" v="3779"/>
          <ac:inkMkLst>
            <pc:docMk/>
            <pc:sldMk cId="942900471" sldId="261"/>
            <ac:inkMk id="563" creationId="{B5004CA1-D38B-1FD3-3220-12E158FB2C3D}"/>
          </ac:inkMkLst>
        </pc:inkChg>
        <pc:inkChg chg="add del">
          <ac:chgData name="植田 篤俊" userId="0d2b3cda-30c1-45e3-9e5c-02c0046d67fa" providerId="ADAL" clId="{A6AB8097-671C-4783-A056-5A985F003BDF}" dt="2026-04-20T15:17:33.369" v="3779"/>
          <ac:inkMkLst>
            <pc:docMk/>
            <pc:sldMk cId="942900471" sldId="261"/>
            <ac:inkMk id="564" creationId="{0E9AF9E1-627D-3654-A899-6299682E7224}"/>
          </ac:inkMkLst>
        </pc:inkChg>
        <pc:inkChg chg="add reco">
          <ac:chgData name="植田 篤俊" userId="0d2b3cda-30c1-45e3-9e5c-02c0046d67fa" providerId="ADAL" clId="{A6AB8097-671C-4783-A056-5A985F003BDF}" dt="2026-04-20T15:17:33.369" v="3779"/>
          <ac:inkMkLst>
            <pc:docMk/>
            <pc:sldMk cId="942900471" sldId="261"/>
            <ac:inkMk id="565" creationId="{D3651360-E467-5745-D3B4-3ED37242C00F}"/>
          </ac:inkMkLst>
        </pc:inkChg>
        <pc:inkChg chg="add">
          <ac:chgData name="植田 篤俊" userId="0d2b3cda-30c1-45e3-9e5c-02c0046d67fa" providerId="ADAL" clId="{A6AB8097-671C-4783-A056-5A985F003BDF}" dt="2026-04-20T15:17:33.744" v="3780"/>
          <ac:inkMkLst>
            <pc:docMk/>
            <pc:sldMk cId="942900471" sldId="261"/>
            <ac:inkMk id="566" creationId="{58FD3022-2EFB-D019-AF35-9BD18E33A74C}"/>
          </ac:inkMkLst>
        </pc:inkChg>
        <pc:inkChg chg="add">
          <ac:chgData name="植田 篤俊" userId="0d2b3cda-30c1-45e3-9e5c-02c0046d67fa" providerId="ADAL" clId="{A6AB8097-671C-4783-A056-5A985F003BDF}" dt="2026-04-20T15:17:35.809" v="3782"/>
          <ac:inkMkLst>
            <pc:docMk/>
            <pc:sldMk cId="942900471" sldId="261"/>
            <ac:inkMk id="567" creationId="{F3208E49-E205-0C66-8596-2E4F0CA67ADE}"/>
          </ac:inkMkLst>
        </pc:inkChg>
        <pc:inkChg chg="add del">
          <ac:chgData name="植田 篤俊" userId="0d2b3cda-30c1-45e3-9e5c-02c0046d67fa" providerId="ADAL" clId="{A6AB8097-671C-4783-A056-5A985F003BDF}" dt="2026-04-20T15:17:41.746" v="3793"/>
          <ac:inkMkLst>
            <pc:docMk/>
            <pc:sldMk cId="942900471" sldId="261"/>
            <ac:inkMk id="568" creationId="{29815F33-7139-6078-2C50-3E620A2FC55D}"/>
          </ac:inkMkLst>
        </pc:inkChg>
        <pc:inkChg chg="add del">
          <ac:chgData name="植田 篤俊" userId="0d2b3cda-30c1-45e3-9e5c-02c0046d67fa" providerId="ADAL" clId="{A6AB8097-671C-4783-A056-5A985F003BDF}" dt="2026-04-20T15:17:41.746" v="3793"/>
          <ac:inkMkLst>
            <pc:docMk/>
            <pc:sldMk cId="942900471" sldId="261"/>
            <ac:inkMk id="569" creationId="{B7769F13-1E8D-52D5-F4E4-8435EA6FD98E}"/>
          </ac:inkMkLst>
        </pc:inkChg>
        <pc:inkChg chg="add del">
          <ac:chgData name="植田 篤俊" userId="0d2b3cda-30c1-45e3-9e5c-02c0046d67fa" providerId="ADAL" clId="{A6AB8097-671C-4783-A056-5A985F003BDF}" dt="2026-04-20T15:17:41.746" v="3793"/>
          <ac:inkMkLst>
            <pc:docMk/>
            <pc:sldMk cId="942900471" sldId="261"/>
            <ac:inkMk id="570" creationId="{C63A9DFA-7890-43F6-A8D3-57D7FD0936EC}"/>
          </ac:inkMkLst>
        </pc:inkChg>
        <pc:inkChg chg="add del">
          <ac:chgData name="植田 篤俊" userId="0d2b3cda-30c1-45e3-9e5c-02c0046d67fa" providerId="ADAL" clId="{A6AB8097-671C-4783-A056-5A985F003BDF}" dt="2026-04-20T15:17:41.746" v="3793"/>
          <ac:inkMkLst>
            <pc:docMk/>
            <pc:sldMk cId="942900471" sldId="261"/>
            <ac:inkMk id="571" creationId="{F093263B-5C02-51C5-C3E4-B7D70B16BA92}"/>
          </ac:inkMkLst>
        </pc:inkChg>
        <pc:inkChg chg="add del">
          <ac:chgData name="植田 篤俊" userId="0d2b3cda-30c1-45e3-9e5c-02c0046d67fa" providerId="ADAL" clId="{A6AB8097-671C-4783-A056-5A985F003BDF}" dt="2026-04-20T15:17:41.746" v="3793"/>
          <ac:inkMkLst>
            <pc:docMk/>
            <pc:sldMk cId="942900471" sldId="261"/>
            <ac:inkMk id="572" creationId="{F6CA8803-00C3-7216-07BD-1EEECF588DBE}"/>
          </ac:inkMkLst>
        </pc:inkChg>
        <pc:inkChg chg="add">
          <ac:chgData name="植田 篤俊" userId="0d2b3cda-30c1-45e3-9e5c-02c0046d67fa" providerId="ADAL" clId="{A6AB8097-671C-4783-A056-5A985F003BDF}" dt="2026-04-20T15:17:40.010" v="3788"/>
          <ac:inkMkLst>
            <pc:docMk/>
            <pc:sldMk cId="942900471" sldId="261"/>
            <ac:inkMk id="573" creationId="{C432B142-7480-BF66-DEE0-53CA7E6A6CC1}"/>
          </ac:inkMkLst>
        </pc:inkChg>
        <pc:inkChg chg="add del">
          <ac:chgData name="植田 篤俊" userId="0d2b3cda-30c1-45e3-9e5c-02c0046d67fa" providerId="ADAL" clId="{A6AB8097-671C-4783-A056-5A985F003BDF}" dt="2026-04-20T15:17:41.746" v="3793"/>
          <ac:inkMkLst>
            <pc:docMk/>
            <pc:sldMk cId="942900471" sldId="261"/>
            <ac:inkMk id="574" creationId="{4096725B-C823-1B40-B1AA-9D4D584A5544}"/>
          </ac:inkMkLst>
        </pc:inkChg>
        <pc:inkChg chg="add del">
          <ac:chgData name="植田 篤俊" userId="0d2b3cda-30c1-45e3-9e5c-02c0046d67fa" providerId="ADAL" clId="{A6AB8097-671C-4783-A056-5A985F003BDF}" dt="2026-04-20T15:17:41.746" v="3793"/>
          <ac:inkMkLst>
            <pc:docMk/>
            <pc:sldMk cId="942900471" sldId="261"/>
            <ac:inkMk id="575" creationId="{0ED07CBE-1177-F34F-570C-DB662AA66DA2}"/>
          </ac:inkMkLst>
        </pc:inkChg>
        <pc:inkChg chg="add del">
          <ac:chgData name="植田 篤俊" userId="0d2b3cda-30c1-45e3-9e5c-02c0046d67fa" providerId="ADAL" clId="{A6AB8097-671C-4783-A056-5A985F003BDF}" dt="2026-04-20T15:17:41.746" v="3793"/>
          <ac:inkMkLst>
            <pc:docMk/>
            <pc:sldMk cId="942900471" sldId="261"/>
            <ac:inkMk id="576" creationId="{B44A7C06-6539-7B81-EDCF-973E81F7A030}"/>
          </ac:inkMkLst>
        </pc:inkChg>
        <pc:inkChg chg="add del">
          <ac:chgData name="植田 篤俊" userId="0d2b3cda-30c1-45e3-9e5c-02c0046d67fa" providerId="ADAL" clId="{A6AB8097-671C-4783-A056-5A985F003BDF}" dt="2026-04-20T15:17:41.746" v="3793"/>
          <ac:inkMkLst>
            <pc:docMk/>
            <pc:sldMk cId="942900471" sldId="261"/>
            <ac:inkMk id="577" creationId="{AABC608F-AC9A-96AB-34FF-3A27E7AC7A6B}"/>
          </ac:inkMkLst>
        </pc:inkChg>
        <pc:inkChg chg="add reco">
          <ac:chgData name="植田 篤俊" userId="0d2b3cda-30c1-45e3-9e5c-02c0046d67fa" providerId="ADAL" clId="{A6AB8097-671C-4783-A056-5A985F003BDF}" dt="2026-04-20T15:17:41.746" v="3793"/>
          <ac:inkMkLst>
            <pc:docMk/>
            <pc:sldMk cId="942900471" sldId="261"/>
            <ac:inkMk id="578" creationId="{E0FE24C6-0B49-41A3-CDBA-7BFB50A9EECF}"/>
          </ac:inkMkLst>
        </pc:inkChg>
        <pc:inkChg chg="add">
          <ac:chgData name="植田 篤俊" userId="0d2b3cda-30c1-45e3-9e5c-02c0046d67fa" providerId="ADAL" clId="{A6AB8097-671C-4783-A056-5A985F003BDF}" dt="2026-04-20T15:17:42.076" v="3794"/>
          <ac:inkMkLst>
            <pc:docMk/>
            <pc:sldMk cId="942900471" sldId="261"/>
            <ac:inkMk id="579" creationId="{11C24DCE-D111-EB61-C449-7353FDE80D4C}"/>
          </ac:inkMkLst>
        </pc:inkChg>
        <pc:inkChg chg="add">
          <ac:chgData name="植田 篤俊" userId="0d2b3cda-30c1-45e3-9e5c-02c0046d67fa" providerId="ADAL" clId="{A6AB8097-671C-4783-A056-5A985F003BDF}" dt="2026-04-20T15:17:42.260" v="3795"/>
          <ac:inkMkLst>
            <pc:docMk/>
            <pc:sldMk cId="942900471" sldId="261"/>
            <ac:inkMk id="580" creationId="{104559EF-F61F-52FD-4855-D01ED72E795A}"/>
          </ac:inkMkLst>
        </pc:inkChg>
        <pc:inkChg chg="add">
          <ac:chgData name="植田 篤俊" userId="0d2b3cda-30c1-45e3-9e5c-02c0046d67fa" providerId="ADAL" clId="{A6AB8097-671C-4783-A056-5A985F003BDF}" dt="2026-04-20T15:17:42.591" v="3796"/>
          <ac:inkMkLst>
            <pc:docMk/>
            <pc:sldMk cId="942900471" sldId="261"/>
            <ac:inkMk id="581" creationId="{EF28EE76-25B7-3C55-4B3B-7FD1BC0E0BC3}"/>
          </ac:inkMkLst>
        </pc:inkChg>
        <pc:inkChg chg="add">
          <ac:chgData name="植田 篤俊" userId="0d2b3cda-30c1-45e3-9e5c-02c0046d67fa" providerId="ADAL" clId="{A6AB8097-671C-4783-A056-5A985F003BDF}" dt="2026-04-20T15:17:42.810" v="3797"/>
          <ac:inkMkLst>
            <pc:docMk/>
            <pc:sldMk cId="942900471" sldId="261"/>
            <ac:inkMk id="582" creationId="{B8DAF09D-559A-F1D7-C56A-243A67A98B40}"/>
          </ac:inkMkLst>
        </pc:inkChg>
        <pc:inkChg chg="add">
          <ac:chgData name="植田 篤俊" userId="0d2b3cda-30c1-45e3-9e5c-02c0046d67fa" providerId="ADAL" clId="{A6AB8097-671C-4783-A056-5A985F003BDF}" dt="2026-04-20T15:17:42.993" v="3798"/>
          <ac:inkMkLst>
            <pc:docMk/>
            <pc:sldMk cId="942900471" sldId="261"/>
            <ac:inkMk id="583" creationId="{B46F49DA-0833-82E1-19C1-D73598A2657B}"/>
          </ac:inkMkLst>
        </pc:inkChg>
        <pc:inkChg chg="add del">
          <ac:chgData name="植田 篤俊" userId="0d2b3cda-30c1-45e3-9e5c-02c0046d67fa" providerId="ADAL" clId="{A6AB8097-671C-4783-A056-5A985F003BDF}" dt="2026-04-20T15:17:56.165" v="3837"/>
          <ac:inkMkLst>
            <pc:docMk/>
            <pc:sldMk cId="942900471" sldId="261"/>
            <ac:inkMk id="584" creationId="{90F15822-367D-D4BF-27FB-B07AF34D660D}"/>
          </ac:inkMkLst>
        </pc:inkChg>
        <pc:inkChg chg="add">
          <ac:chgData name="植田 篤俊" userId="0d2b3cda-30c1-45e3-9e5c-02c0046d67fa" providerId="ADAL" clId="{A6AB8097-671C-4783-A056-5A985F003BDF}" dt="2026-04-20T15:17:43.528" v="3800"/>
          <ac:inkMkLst>
            <pc:docMk/>
            <pc:sldMk cId="942900471" sldId="261"/>
            <ac:inkMk id="585" creationId="{1E04669A-1456-BBD0-79A2-D849F8413289}"/>
          </ac:inkMkLst>
        </pc:inkChg>
        <pc:inkChg chg="add del">
          <ac:chgData name="植田 篤俊" userId="0d2b3cda-30c1-45e3-9e5c-02c0046d67fa" providerId="ADAL" clId="{A6AB8097-671C-4783-A056-5A985F003BDF}" dt="2026-04-20T15:17:56.165" v="3837"/>
          <ac:inkMkLst>
            <pc:docMk/>
            <pc:sldMk cId="942900471" sldId="261"/>
            <ac:inkMk id="586" creationId="{6465D0E8-290C-85EF-3EA3-F69E863A1B44}"/>
          </ac:inkMkLst>
        </pc:inkChg>
        <pc:inkChg chg="add">
          <ac:chgData name="植田 篤俊" userId="0d2b3cda-30c1-45e3-9e5c-02c0046d67fa" providerId="ADAL" clId="{A6AB8097-671C-4783-A056-5A985F003BDF}" dt="2026-04-20T15:17:43.843" v="3802"/>
          <ac:inkMkLst>
            <pc:docMk/>
            <pc:sldMk cId="942900471" sldId="261"/>
            <ac:inkMk id="587" creationId="{B6D1ABEB-6AFA-735A-3283-0C65DF5253F8}"/>
          </ac:inkMkLst>
        </pc:inkChg>
        <pc:inkChg chg="add">
          <ac:chgData name="植田 篤俊" userId="0d2b3cda-30c1-45e3-9e5c-02c0046d67fa" providerId="ADAL" clId="{A6AB8097-671C-4783-A056-5A985F003BDF}" dt="2026-04-20T15:17:44.362" v="3803"/>
          <ac:inkMkLst>
            <pc:docMk/>
            <pc:sldMk cId="942900471" sldId="261"/>
            <ac:inkMk id="588" creationId="{0417BC25-DB1E-4949-EF7F-E5CE8D76A3FC}"/>
          </ac:inkMkLst>
        </pc:inkChg>
        <pc:inkChg chg="add">
          <ac:chgData name="植田 篤俊" userId="0d2b3cda-30c1-45e3-9e5c-02c0046d67fa" providerId="ADAL" clId="{A6AB8097-671C-4783-A056-5A985F003BDF}" dt="2026-04-20T15:17:44.543" v="3804"/>
          <ac:inkMkLst>
            <pc:docMk/>
            <pc:sldMk cId="942900471" sldId="261"/>
            <ac:inkMk id="589" creationId="{82E3B32E-DDEC-2872-6215-89F895677118}"/>
          </ac:inkMkLst>
        </pc:inkChg>
        <pc:inkChg chg="add">
          <ac:chgData name="植田 篤俊" userId="0d2b3cda-30c1-45e3-9e5c-02c0046d67fa" providerId="ADAL" clId="{A6AB8097-671C-4783-A056-5A985F003BDF}" dt="2026-04-20T15:17:44.679" v="3805"/>
          <ac:inkMkLst>
            <pc:docMk/>
            <pc:sldMk cId="942900471" sldId="261"/>
            <ac:inkMk id="590" creationId="{664CE1D4-F3F3-4557-0F35-1809ED5A8859}"/>
          </ac:inkMkLst>
        </pc:inkChg>
        <pc:inkChg chg="add">
          <ac:chgData name="植田 篤俊" userId="0d2b3cda-30c1-45e3-9e5c-02c0046d67fa" providerId="ADAL" clId="{A6AB8097-671C-4783-A056-5A985F003BDF}" dt="2026-04-20T15:17:44.926" v="3806"/>
          <ac:inkMkLst>
            <pc:docMk/>
            <pc:sldMk cId="942900471" sldId="261"/>
            <ac:inkMk id="591" creationId="{B78C54C3-A46C-EE26-77EC-813B7B8F004D}"/>
          </ac:inkMkLst>
        </pc:inkChg>
        <pc:inkChg chg="add del">
          <ac:chgData name="植田 篤俊" userId="0d2b3cda-30c1-45e3-9e5c-02c0046d67fa" providerId="ADAL" clId="{A6AB8097-671C-4783-A056-5A985F003BDF}" dt="2026-04-20T15:17:56.165" v="3837"/>
          <ac:inkMkLst>
            <pc:docMk/>
            <pc:sldMk cId="942900471" sldId="261"/>
            <ac:inkMk id="592" creationId="{32F1E7E9-E15C-BDC9-4E67-9708E8510714}"/>
          </ac:inkMkLst>
        </pc:inkChg>
        <pc:inkChg chg="add del">
          <ac:chgData name="植田 篤俊" userId="0d2b3cda-30c1-45e3-9e5c-02c0046d67fa" providerId="ADAL" clId="{A6AB8097-671C-4783-A056-5A985F003BDF}" dt="2026-04-20T15:17:56.165" v="3837"/>
          <ac:inkMkLst>
            <pc:docMk/>
            <pc:sldMk cId="942900471" sldId="261"/>
            <ac:inkMk id="593" creationId="{134FE888-B277-A0E1-F2BD-E24841DF9252}"/>
          </ac:inkMkLst>
        </pc:inkChg>
        <pc:inkChg chg="add">
          <ac:chgData name="植田 篤俊" userId="0d2b3cda-30c1-45e3-9e5c-02c0046d67fa" providerId="ADAL" clId="{A6AB8097-671C-4783-A056-5A985F003BDF}" dt="2026-04-20T15:17:46.036" v="3809"/>
          <ac:inkMkLst>
            <pc:docMk/>
            <pc:sldMk cId="942900471" sldId="261"/>
            <ac:inkMk id="594" creationId="{28C3EF5B-F7BF-5452-C6FB-F6EBB59205E7}"/>
          </ac:inkMkLst>
        </pc:inkChg>
        <pc:inkChg chg="add">
          <ac:chgData name="植田 篤俊" userId="0d2b3cda-30c1-45e3-9e5c-02c0046d67fa" providerId="ADAL" clId="{A6AB8097-671C-4783-A056-5A985F003BDF}" dt="2026-04-20T15:17:46.112" v="3810"/>
          <ac:inkMkLst>
            <pc:docMk/>
            <pc:sldMk cId="942900471" sldId="261"/>
            <ac:inkMk id="595" creationId="{453FDD23-96B7-B209-671A-C35714927397}"/>
          </ac:inkMkLst>
        </pc:inkChg>
        <pc:inkChg chg="add">
          <ac:chgData name="植田 篤俊" userId="0d2b3cda-30c1-45e3-9e5c-02c0046d67fa" providerId="ADAL" clId="{A6AB8097-671C-4783-A056-5A985F003BDF}" dt="2026-04-20T15:17:46.977" v="3811"/>
          <ac:inkMkLst>
            <pc:docMk/>
            <pc:sldMk cId="942900471" sldId="261"/>
            <ac:inkMk id="596" creationId="{408DE26D-B3A7-7DF5-FC81-1874645E1712}"/>
          </ac:inkMkLst>
        </pc:inkChg>
        <pc:inkChg chg="add">
          <ac:chgData name="植田 篤俊" userId="0d2b3cda-30c1-45e3-9e5c-02c0046d67fa" providerId="ADAL" clId="{A6AB8097-671C-4783-A056-5A985F003BDF}" dt="2026-04-20T15:17:47.643" v="3812"/>
          <ac:inkMkLst>
            <pc:docMk/>
            <pc:sldMk cId="942900471" sldId="261"/>
            <ac:inkMk id="597" creationId="{050F78ED-5985-F3F5-05EB-F3E936FDA616}"/>
          </ac:inkMkLst>
        </pc:inkChg>
        <pc:inkChg chg="add">
          <ac:chgData name="植田 篤俊" userId="0d2b3cda-30c1-45e3-9e5c-02c0046d67fa" providerId="ADAL" clId="{A6AB8097-671C-4783-A056-5A985F003BDF}" dt="2026-04-20T15:17:48.043" v="3813"/>
          <ac:inkMkLst>
            <pc:docMk/>
            <pc:sldMk cId="942900471" sldId="261"/>
            <ac:inkMk id="598" creationId="{A65AA024-977F-6507-B552-84EF35225808}"/>
          </ac:inkMkLst>
        </pc:inkChg>
        <pc:inkChg chg="add">
          <ac:chgData name="植田 篤俊" userId="0d2b3cda-30c1-45e3-9e5c-02c0046d67fa" providerId="ADAL" clId="{A6AB8097-671C-4783-A056-5A985F003BDF}" dt="2026-04-20T15:17:48.447" v="3814"/>
          <ac:inkMkLst>
            <pc:docMk/>
            <pc:sldMk cId="942900471" sldId="261"/>
            <ac:inkMk id="599" creationId="{FAEC803E-CC53-F6A5-DE4C-191742F2B232}"/>
          </ac:inkMkLst>
        </pc:inkChg>
        <pc:inkChg chg="add">
          <ac:chgData name="植田 篤俊" userId="0d2b3cda-30c1-45e3-9e5c-02c0046d67fa" providerId="ADAL" clId="{A6AB8097-671C-4783-A056-5A985F003BDF}" dt="2026-04-20T15:17:48.544" v="3815"/>
          <ac:inkMkLst>
            <pc:docMk/>
            <pc:sldMk cId="942900471" sldId="261"/>
            <ac:inkMk id="600" creationId="{A06AC694-2A15-77C2-9105-6EE7F3B1A172}"/>
          </ac:inkMkLst>
        </pc:inkChg>
        <pc:inkChg chg="add">
          <ac:chgData name="植田 篤俊" userId="0d2b3cda-30c1-45e3-9e5c-02c0046d67fa" providerId="ADAL" clId="{A6AB8097-671C-4783-A056-5A985F003BDF}" dt="2026-04-20T15:17:48.960" v="3816"/>
          <ac:inkMkLst>
            <pc:docMk/>
            <pc:sldMk cId="942900471" sldId="261"/>
            <ac:inkMk id="601" creationId="{D1284707-FDBD-670C-F33F-4B468C2628BC}"/>
          </ac:inkMkLst>
        </pc:inkChg>
        <pc:inkChg chg="add">
          <ac:chgData name="植田 篤俊" userId="0d2b3cda-30c1-45e3-9e5c-02c0046d67fa" providerId="ADAL" clId="{A6AB8097-671C-4783-A056-5A985F003BDF}" dt="2026-04-20T15:17:49.243" v="3817"/>
          <ac:inkMkLst>
            <pc:docMk/>
            <pc:sldMk cId="942900471" sldId="261"/>
            <ac:inkMk id="602" creationId="{1983972D-F828-BAAB-2DF4-C3C0F6A20CF6}"/>
          </ac:inkMkLst>
        </pc:inkChg>
        <pc:inkChg chg="add del">
          <ac:chgData name="植田 篤俊" userId="0d2b3cda-30c1-45e3-9e5c-02c0046d67fa" providerId="ADAL" clId="{A6AB8097-671C-4783-A056-5A985F003BDF}" dt="2026-04-20T15:17:56.165" v="3837"/>
          <ac:inkMkLst>
            <pc:docMk/>
            <pc:sldMk cId="942900471" sldId="261"/>
            <ac:inkMk id="603" creationId="{F97FF430-0739-F23B-2355-C68011A44D71}"/>
          </ac:inkMkLst>
        </pc:inkChg>
        <pc:inkChg chg="add del">
          <ac:chgData name="植田 篤俊" userId="0d2b3cda-30c1-45e3-9e5c-02c0046d67fa" providerId="ADAL" clId="{A6AB8097-671C-4783-A056-5A985F003BDF}" dt="2026-04-20T15:17:56.165" v="3837"/>
          <ac:inkMkLst>
            <pc:docMk/>
            <pc:sldMk cId="942900471" sldId="261"/>
            <ac:inkMk id="604" creationId="{3BCF0A96-4C7E-AD17-A449-E6360EE9E1B6}"/>
          </ac:inkMkLst>
        </pc:inkChg>
        <pc:inkChg chg="add">
          <ac:chgData name="植田 篤俊" userId="0d2b3cda-30c1-45e3-9e5c-02c0046d67fa" providerId="ADAL" clId="{A6AB8097-671C-4783-A056-5A985F003BDF}" dt="2026-04-20T15:17:50.358" v="3820"/>
          <ac:inkMkLst>
            <pc:docMk/>
            <pc:sldMk cId="942900471" sldId="261"/>
            <ac:inkMk id="605" creationId="{EFD238D2-CA70-ED7B-8793-5FB5EC90710C}"/>
          </ac:inkMkLst>
        </pc:inkChg>
        <pc:inkChg chg="add">
          <ac:chgData name="植田 篤俊" userId="0d2b3cda-30c1-45e3-9e5c-02c0046d67fa" providerId="ADAL" clId="{A6AB8097-671C-4783-A056-5A985F003BDF}" dt="2026-04-20T15:17:50.622" v="3821"/>
          <ac:inkMkLst>
            <pc:docMk/>
            <pc:sldMk cId="942900471" sldId="261"/>
            <ac:inkMk id="606" creationId="{B956937C-2FA8-A71D-7301-9A0DDC90FEFB}"/>
          </ac:inkMkLst>
        </pc:inkChg>
        <pc:inkChg chg="add">
          <ac:chgData name="植田 篤俊" userId="0d2b3cda-30c1-45e3-9e5c-02c0046d67fa" providerId="ADAL" clId="{A6AB8097-671C-4783-A056-5A985F003BDF}" dt="2026-04-20T15:17:51.077" v="3822"/>
          <ac:inkMkLst>
            <pc:docMk/>
            <pc:sldMk cId="942900471" sldId="261"/>
            <ac:inkMk id="607" creationId="{61B2E8F6-A61A-9BB0-9B9A-70CCF8F3749D}"/>
          </ac:inkMkLst>
        </pc:inkChg>
        <pc:inkChg chg="add del">
          <ac:chgData name="植田 篤俊" userId="0d2b3cda-30c1-45e3-9e5c-02c0046d67fa" providerId="ADAL" clId="{A6AB8097-671C-4783-A056-5A985F003BDF}" dt="2026-04-20T15:17:56.165" v="3837"/>
          <ac:inkMkLst>
            <pc:docMk/>
            <pc:sldMk cId="942900471" sldId="261"/>
            <ac:inkMk id="608" creationId="{0039C2E0-7BA2-7C10-EF33-3D542CA80A53}"/>
          </ac:inkMkLst>
        </pc:inkChg>
        <pc:inkChg chg="add">
          <ac:chgData name="植田 篤俊" userId="0d2b3cda-30c1-45e3-9e5c-02c0046d67fa" providerId="ADAL" clId="{A6AB8097-671C-4783-A056-5A985F003BDF}" dt="2026-04-20T15:17:52.150" v="3824"/>
          <ac:inkMkLst>
            <pc:docMk/>
            <pc:sldMk cId="942900471" sldId="261"/>
            <ac:inkMk id="609" creationId="{D3CA48FF-D4D6-7342-915F-821081B28EE0}"/>
          </ac:inkMkLst>
        </pc:inkChg>
        <pc:inkChg chg="add">
          <ac:chgData name="植田 篤俊" userId="0d2b3cda-30c1-45e3-9e5c-02c0046d67fa" providerId="ADAL" clId="{A6AB8097-671C-4783-A056-5A985F003BDF}" dt="2026-04-20T15:17:52.393" v="3825"/>
          <ac:inkMkLst>
            <pc:docMk/>
            <pc:sldMk cId="942900471" sldId="261"/>
            <ac:inkMk id="610" creationId="{81D4FA60-B5BC-5110-E585-4B9E70F9E6C6}"/>
          </ac:inkMkLst>
        </pc:inkChg>
        <pc:inkChg chg="add">
          <ac:chgData name="植田 篤俊" userId="0d2b3cda-30c1-45e3-9e5c-02c0046d67fa" providerId="ADAL" clId="{A6AB8097-671C-4783-A056-5A985F003BDF}" dt="2026-04-20T15:17:52.759" v="3826"/>
          <ac:inkMkLst>
            <pc:docMk/>
            <pc:sldMk cId="942900471" sldId="261"/>
            <ac:inkMk id="611" creationId="{CC320B17-9F85-AE2C-22A3-08258A70C100}"/>
          </ac:inkMkLst>
        </pc:inkChg>
        <pc:inkChg chg="add del">
          <ac:chgData name="植田 篤俊" userId="0d2b3cda-30c1-45e3-9e5c-02c0046d67fa" providerId="ADAL" clId="{A6AB8097-671C-4783-A056-5A985F003BDF}" dt="2026-04-20T15:17:56.165" v="3837"/>
          <ac:inkMkLst>
            <pc:docMk/>
            <pc:sldMk cId="942900471" sldId="261"/>
            <ac:inkMk id="612" creationId="{7B6ACA3C-CDEC-BA83-9340-6D33EC9C57EF}"/>
          </ac:inkMkLst>
        </pc:inkChg>
        <pc:inkChg chg="add del">
          <ac:chgData name="植田 篤俊" userId="0d2b3cda-30c1-45e3-9e5c-02c0046d67fa" providerId="ADAL" clId="{A6AB8097-671C-4783-A056-5A985F003BDF}" dt="2026-04-20T15:17:56.165" v="3837"/>
          <ac:inkMkLst>
            <pc:docMk/>
            <pc:sldMk cId="942900471" sldId="261"/>
            <ac:inkMk id="613" creationId="{EEF54CBC-29AF-78E0-F3A9-A3DFF6F54FC1}"/>
          </ac:inkMkLst>
        </pc:inkChg>
        <pc:inkChg chg="add">
          <ac:chgData name="植田 篤俊" userId="0d2b3cda-30c1-45e3-9e5c-02c0046d67fa" providerId="ADAL" clId="{A6AB8097-671C-4783-A056-5A985F003BDF}" dt="2026-04-20T15:17:53.995" v="3829"/>
          <ac:inkMkLst>
            <pc:docMk/>
            <pc:sldMk cId="942900471" sldId="261"/>
            <ac:inkMk id="614" creationId="{19E4E9ED-AD1E-CE14-1602-38C65E782828}"/>
          </ac:inkMkLst>
        </pc:inkChg>
        <pc:inkChg chg="add">
          <ac:chgData name="植田 篤俊" userId="0d2b3cda-30c1-45e3-9e5c-02c0046d67fa" providerId="ADAL" clId="{A6AB8097-671C-4783-A056-5A985F003BDF}" dt="2026-04-20T15:17:54.109" v="3830"/>
          <ac:inkMkLst>
            <pc:docMk/>
            <pc:sldMk cId="942900471" sldId="261"/>
            <ac:inkMk id="615" creationId="{83852B38-03CD-011E-B334-B765448BDC94}"/>
          </ac:inkMkLst>
        </pc:inkChg>
        <pc:inkChg chg="add">
          <ac:chgData name="植田 篤俊" userId="0d2b3cda-30c1-45e3-9e5c-02c0046d67fa" providerId="ADAL" clId="{A6AB8097-671C-4783-A056-5A985F003BDF}" dt="2026-04-20T15:17:54.292" v="3831"/>
          <ac:inkMkLst>
            <pc:docMk/>
            <pc:sldMk cId="942900471" sldId="261"/>
            <ac:inkMk id="616" creationId="{4FB83C63-1607-D34F-2D06-F2AF56B13B4A}"/>
          </ac:inkMkLst>
        </pc:inkChg>
        <pc:inkChg chg="add">
          <ac:chgData name="植田 篤俊" userId="0d2b3cda-30c1-45e3-9e5c-02c0046d67fa" providerId="ADAL" clId="{A6AB8097-671C-4783-A056-5A985F003BDF}" dt="2026-04-20T15:17:54.408" v="3832"/>
          <ac:inkMkLst>
            <pc:docMk/>
            <pc:sldMk cId="942900471" sldId="261"/>
            <ac:inkMk id="617" creationId="{B255AB43-B019-A600-E16A-C3B610BA5258}"/>
          </ac:inkMkLst>
        </pc:inkChg>
        <pc:inkChg chg="add">
          <ac:chgData name="植田 篤俊" userId="0d2b3cda-30c1-45e3-9e5c-02c0046d67fa" providerId="ADAL" clId="{A6AB8097-671C-4783-A056-5A985F003BDF}" dt="2026-04-20T15:17:54.695" v="3833"/>
          <ac:inkMkLst>
            <pc:docMk/>
            <pc:sldMk cId="942900471" sldId="261"/>
            <ac:inkMk id="618" creationId="{9B1CAC8F-50B1-5459-1F4C-DF64BD69A0F2}"/>
          </ac:inkMkLst>
        </pc:inkChg>
        <pc:inkChg chg="add">
          <ac:chgData name="植田 篤俊" userId="0d2b3cda-30c1-45e3-9e5c-02c0046d67fa" providerId="ADAL" clId="{A6AB8097-671C-4783-A056-5A985F003BDF}" dt="2026-04-20T15:17:54.943" v="3834"/>
          <ac:inkMkLst>
            <pc:docMk/>
            <pc:sldMk cId="942900471" sldId="261"/>
            <ac:inkMk id="619" creationId="{83C106F8-44BA-F8CD-919D-4FD4BF983DA5}"/>
          </ac:inkMkLst>
        </pc:inkChg>
        <pc:inkChg chg="add">
          <ac:chgData name="植田 篤俊" userId="0d2b3cda-30c1-45e3-9e5c-02c0046d67fa" providerId="ADAL" clId="{A6AB8097-671C-4783-A056-5A985F003BDF}" dt="2026-04-20T15:17:55.058" v="3835"/>
          <ac:inkMkLst>
            <pc:docMk/>
            <pc:sldMk cId="942900471" sldId="261"/>
            <ac:inkMk id="620" creationId="{993E55FF-6DAF-A1CE-1718-9C1CA61773DF}"/>
          </ac:inkMkLst>
        </pc:inkChg>
        <pc:inkChg chg="add del">
          <ac:chgData name="植田 篤俊" userId="0d2b3cda-30c1-45e3-9e5c-02c0046d67fa" providerId="ADAL" clId="{A6AB8097-671C-4783-A056-5A985F003BDF}" dt="2026-04-20T15:17:56.165" v="3837"/>
          <ac:inkMkLst>
            <pc:docMk/>
            <pc:sldMk cId="942900471" sldId="261"/>
            <ac:inkMk id="621" creationId="{17EEFC5D-F385-D82B-3DCA-46CE0ED212C4}"/>
          </ac:inkMkLst>
        </pc:inkChg>
        <pc:inkChg chg="add">
          <ac:chgData name="植田 篤俊" userId="0d2b3cda-30c1-45e3-9e5c-02c0046d67fa" providerId="ADAL" clId="{A6AB8097-671C-4783-A056-5A985F003BDF}" dt="2026-04-20T15:18:03.693" v="3838"/>
          <ac:inkMkLst>
            <pc:docMk/>
            <pc:sldMk cId="942900471" sldId="261"/>
            <ac:inkMk id="624" creationId="{5DFD1C57-EA5A-0E32-562B-18D826FA16B6}"/>
          </ac:inkMkLst>
        </pc:inkChg>
        <pc:inkChg chg="add del">
          <ac:chgData name="植田 篤俊" userId="0d2b3cda-30c1-45e3-9e5c-02c0046d67fa" providerId="ADAL" clId="{A6AB8097-671C-4783-A056-5A985F003BDF}" dt="2026-04-20T15:18:14.188" v="3860"/>
          <ac:inkMkLst>
            <pc:docMk/>
            <pc:sldMk cId="942900471" sldId="261"/>
            <ac:inkMk id="625" creationId="{DFE597E1-C5EC-846B-4B90-F5BE57D641D5}"/>
          </ac:inkMkLst>
        </pc:inkChg>
        <pc:inkChg chg="add">
          <ac:chgData name="植田 篤俊" userId="0d2b3cda-30c1-45e3-9e5c-02c0046d67fa" providerId="ADAL" clId="{A6AB8097-671C-4783-A056-5A985F003BDF}" dt="2026-04-20T15:18:04.260" v="3840"/>
          <ac:inkMkLst>
            <pc:docMk/>
            <pc:sldMk cId="942900471" sldId="261"/>
            <ac:inkMk id="626" creationId="{CA98B345-EB65-C2CE-7288-EFD3D2ED9D66}"/>
          </ac:inkMkLst>
        </pc:inkChg>
        <pc:inkChg chg="add">
          <ac:chgData name="植田 篤俊" userId="0d2b3cda-30c1-45e3-9e5c-02c0046d67fa" providerId="ADAL" clId="{A6AB8097-671C-4783-A056-5A985F003BDF}" dt="2026-04-20T15:18:05.007" v="3841"/>
          <ac:inkMkLst>
            <pc:docMk/>
            <pc:sldMk cId="942900471" sldId="261"/>
            <ac:inkMk id="627" creationId="{28091F50-40E8-D26A-8333-E0A664B3723B}"/>
          </ac:inkMkLst>
        </pc:inkChg>
        <pc:inkChg chg="add">
          <ac:chgData name="植田 篤俊" userId="0d2b3cda-30c1-45e3-9e5c-02c0046d67fa" providerId="ADAL" clId="{A6AB8097-671C-4783-A056-5A985F003BDF}" dt="2026-04-20T15:18:05.157" v="3842"/>
          <ac:inkMkLst>
            <pc:docMk/>
            <pc:sldMk cId="942900471" sldId="261"/>
            <ac:inkMk id="628" creationId="{910E00B4-3FFC-C730-6FFF-BCA90A1E675A}"/>
          </ac:inkMkLst>
        </pc:inkChg>
        <pc:inkChg chg="add">
          <ac:chgData name="植田 篤俊" userId="0d2b3cda-30c1-45e3-9e5c-02c0046d67fa" providerId="ADAL" clId="{A6AB8097-671C-4783-A056-5A985F003BDF}" dt="2026-04-20T15:18:05.591" v="3843"/>
          <ac:inkMkLst>
            <pc:docMk/>
            <pc:sldMk cId="942900471" sldId="261"/>
            <ac:inkMk id="629" creationId="{C3B48A07-A325-F3BF-E52D-68AAE61EE78F}"/>
          </ac:inkMkLst>
        </pc:inkChg>
        <pc:inkChg chg="add del">
          <ac:chgData name="植田 篤俊" userId="0d2b3cda-30c1-45e3-9e5c-02c0046d67fa" providerId="ADAL" clId="{A6AB8097-671C-4783-A056-5A985F003BDF}" dt="2026-04-20T15:18:14.188" v="3860"/>
          <ac:inkMkLst>
            <pc:docMk/>
            <pc:sldMk cId="942900471" sldId="261"/>
            <ac:inkMk id="630" creationId="{75CFC14A-8267-F413-376A-53D55E6188B7}"/>
          </ac:inkMkLst>
        </pc:inkChg>
        <pc:inkChg chg="add del">
          <ac:chgData name="植田 篤俊" userId="0d2b3cda-30c1-45e3-9e5c-02c0046d67fa" providerId="ADAL" clId="{A6AB8097-671C-4783-A056-5A985F003BDF}" dt="2026-04-20T15:18:14.188" v="3860"/>
          <ac:inkMkLst>
            <pc:docMk/>
            <pc:sldMk cId="942900471" sldId="261"/>
            <ac:inkMk id="631" creationId="{3839C6D3-21FB-1AD9-CD46-47740AC9C870}"/>
          </ac:inkMkLst>
        </pc:inkChg>
        <pc:inkChg chg="add">
          <ac:chgData name="植田 篤俊" userId="0d2b3cda-30c1-45e3-9e5c-02c0046d67fa" providerId="ADAL" clId="{A6AB8097-671C-4783-A056-5A985F003BDF}" dt="2026-04-20T15:18:06.477" v="3846"/>
          <ac:inkMkLst>
            <pc:docMk/>
            <pc:sldMk cId="942900471" sldId="261"/>
            <ac:inkMk id="632" creationId="{DDCD1EE7-7BFC-A848-B42A-6A202BF15E8E}"/>
          </ac:inkMkLst>
        </pc:inkChg>
        <pc:inkChg chg="add del">
          <ac:chgData name="植田 篤俊" userId="0d2b3cda-30c1-45e3-9e5c-02c0046d67fa" providerId="ADAL" clId="{A6AB8097-671C-4783-A056-5A985F003BDF}" dt="2026-04-20T15:18:14.188" v="3860"/>
          <ac:inkMkLst>
            <pc:docMk/>
            <pc:sldMk cId="942900471" sldId="261"/>
            <ac:inkMk id="633" creationId="{96DEAACE-5957-11B1-63C6-5A7A073ACD3B}"/>
          </ac:inkMkLst>
        </pc:inkChg>
        <pc:inkChg chg="add">
          <ac:chgData name="植田 篤俊" userId="0d2b3cda-30c1-45e3-9e5c-02c0046d67fa" providerId="ADAL" clId="{A6AB8097-671C-4783-A056-5A985F003BDF}" dt="2026-04-20T15:18:07.079" v="3848"/>
          <ac:inkMkLst>
            <pc:docMk/>
            <pc:sldMk cId="942900471" sldId="261"/>
            <ac:inkMk id="634" creationId="{1CE3A4AD-2A2C-10D9-6FCB-4DB4853F8B35}"/>
          </ac:inkMkLst>
        </pc:inkChg>
        <pc:inkChg chg="add">
          <ac:chgData name="植田 篤俊" userId="0d2b3cda-30c1-45e3-9e5c-02c0046d67fa" providerId="ADAL" clId="{A6AB8097-671C-4783-A056-5A985F003BDF}" dt="2026-04-20T15:18:07.324" v="3849"/>
          <ac:inkMkLst>
            <pc:docMk/>
            <pc:sldMk cId="942900471" sldId="261"/>
            <ac:inkMk id="635" creationId="{0596F3DF-87E5-BDF4-0F16-5B194A8EA1FF}"/>
          </ac:inkMkLst>
        </pc:inkChg>
        <pc:inkChg chg="add">
          <ac:chgData name="植田 篤俊" userId="0d2b3cda-30c1-45e3-9e5c-02c0046d67fa" providerId="ADAL" clId="{A6AB8097-671C-4783-A056-5A985F003BDF}" dt="2026-04-20T15:18:07.557" v="3850"/>
          <ac:inkMkLst>
            <pc:docMk/>
            <pc:sldMk cId="942900471" sldId="261"/>
            <ac:inkMk id="636" creationId="{D95BB591-D678-00D0-C2DF-34A5160A7FB7}"/>
          </ac:inkMkLst>
        </pc:inkChg>
        <pc:inkChg chg="add">
          <ac:chgData name="植田 篤俊" userId="0d2b3cda-30c1-45e3-9e5c-02c0046d67fa" providerId="ADAL" clId="{A6AB8097-671C-4783-A056-5A985F003BDF}" dt="2026-04-20T15:18:07.807" v="3851"/>
          <ac:inkMkLst>
            <pc:docMk/>
            <pc:sldMk cId="942900471" sldId="261"/>
            <ac:inkMk id="637" creationId="{E28F59C6-BE51-9716-150E-0E03993177D0}"/>
          </ac:inkMkLst>
        </pc:inkChg>
        <pc:inkChg chg="add del">
          <ac:chgData name="植田 篤俊" userId="0d2b3cda-30c1-45e3-9e5c-02c0046d67fa" providerId="ADAL" clId="{A6AB8097-671C-4783-A056-5A985F003BDF}" dt="2026-04-20T15:18:14.188" v="3860"/>
          <ac:inkMkLst>
            <pc:docMk/>
            <pc:sldMk cId="942900471" sldId="261"/>
            <ac:inkMk id="638" creationId="{5F1EEB4B-E011-1410-1E57-3B001E3D29E6}"/>
          </ac:inkMkLst>
        </pc:inkChg>
        <pc:inkChg chg="add del">
          <ac:chgData name="植田 篤俊" userId="0d2b3cda-30c1-45e3-9e5c-02c0046d67fa" providerId="ADAL" clId="{A6AB8097-671C-4783-A056-5A985F003BDF}" dt="2026-04-20T15:18:14.188" v="3860"/>
          <ac:inkMkLst>
            <pc:docMk/>
            <pc:sldMk cId="942900471" sldId="261"/>
            <ac:inkMk id="639" creationId="{8D411700-CA7A-19D0-ACC9-8A01E8741650}"/>
          </ac:inkMkLst>
        </pc:inkChg>
        <pc:inkChg chg="add del">
          <ac:chgData name="植田 篤俊" userId="0d2b3cda-30c1-45e3-9e5c-02c0046d67fa" providerId="ADAL" clId="{A6AB8097-671C-4783-A056-5A985F003BDF}" dt="2026-04-20T15:18:14.188" v="3860"/>
          <ac:inkMkLst>
            <pc:docMk/>
            <pc:sldMk cId="942900471" sldId="261"/>
            <ac:inkMk id="640" creationId="{D8CAFB00-CEDA-5704-B4D3-EF46FA1CE2FA}"/>
          </ac:inkMkLst>
        </pc:inkChg>
        <pc:inkChg chg="add del">
          <ac:chgData name="植田 篤俊" userId="0d2b3cda-30c1-45e3-9e5c-02c0046d67fa" providerId="ADAL" clId="{A6AB8097-671C-4783-A056-5A985F003BDF}" dt="2026-04-20T15:18:14.188" v="3860"/>
          <ac:inkMkLst>
            <pc:docMk/>
            <pc:sldMk cId="942900471" sldId="261"/>
            <ac:inkMk id="641" creationId="{B3B629FC-7E24-A1A5-18AF-ED5C178E3DB6}"/>
          </ac:inkMkLst>
        </pc:inkChg>
        <pc:inkChg chg="add">
          <ac:chgData name="植田 篤俊" userId="0d2b3cda-30c1-45e3-9e5c-02c0046d67fa" providerId="ADAL" clId="{A6AB8097-671C-4783-A056-5A985F003BDF}" dt="2026-04-20T15:18:09.614" v="3856"/>
          <ac:inkMkLst>
            <pc:docMk/>
            <pc:sldMk cId="942900471" sldId="261"/>
            <ac:inkMk id="642" creationId="{8AC2571C-2735-F3E6-6C4F-CFB5A89DDB1D}"/>
          </ac:inkMkLst>
        </pc:inkChg>
        <pc:inkChg chg="add del">
          <ac:chgData name="植田 篤俊" userId="0d2b3cda-30c1-45e3-9e5c-02c0046d67fa" providerId="ADAL" clId="{A6AB8097-671C-4783-A056-5A985F003BDF}" dt="2026-04-20T15:18:14.188" v="3860"/>
          <ac:inkMkLst>
            <pc:docMk/>
            <pc:sldMk cId="942900471" sldId="261"/>
            <ac:inkMk id="643" creationId="{9C60A213-E6E9-4566-2EB8-6ADB289A2B3B}"/>
          </ac:inkMkLst>
        </pc:inkChg>
        <pc:inkChg chg="add del">
          <ac:chgData name="植田 篤俊" userId="0d2b3cda-30c1-45e3-9e5c-02c0046d67fa" providerId="ADAL" clId="{A6AB8097-671C-4783-A056-5A985F003BDF}" dt="2026-04-20T15:18:14.188" v="3860"/>
          <ac:inkMkLst>
            <pc:docMk/>
            <pc:sldMk cId="942900471" sldId="261"/>
            <ac:inkMk id="644" creationId="{A6FC413E-8EB1-DBC6-061E-AB8AE299F054}"/>
          </ac:inkMkLst>
        </pc:inkChg>
        <pc:inkChg chg="add">
          <ac:chgData name="植田 篤俊" userId="0d2b3cda-30c1-45e3-9e5c-02c0046d67fa" providerId="ADAL" clId="{A6AB8097-671C-4783-A056-5A985F003BDF}" dt="2026-04-20T15:18:12.432" v="3859"/>
          <ac:inkMkLst>
            <pc:docMk/>
            <pc:sldMk cId="942900471" sldId="261"/>
            <ac:inkMk id="645" creationId="{E418FCD4-901E-6F72-51B9-3D3E238FB093}"/>
          </ac:inkMkLst>
        </pc:inkChg>
        <pc:inkChg chg="mod modStrokes">
          <ac:chgData name="植田 篤俊" userId="0d2b3cda-30c1-45e3-9e5c-02c0046d67fa" providerId="ADAL" clId="{A6AB8097-671C-4783-A056-5A985F003BDF}" dt="2026-04-20T15:18:17.908" v="3861"/>
          <ac:inkMkLst>
            <pc:docMk/>
            <pc:sldMk cId="942900471" sldId="261"/>
            <ac:inkMk id="646" creationId="{00A30310-B81A-BA7D-4D5C-ECCA65C6E55F}"/>
          </ac:inkMkLst>
        </pc:inkChg>
        <pc:inkChg chg="add del">
          <ac:chgData name="植田 篤俊" userId="0d2b3cda-30c1-45e3-9e5c-02c0046d67fa" providerId="ADAL" clId="{A6AB8097-671C-4783-A056-5A985F003BDF}" dt="2026-04-20T15:18:23.224" v="3873"/>
          <ac:inkMkLst>
            <pc:docMk/>
            <pc:sldMk cId="942900471" sldId="261"/>
            <ac:inkMk id="647" creationId="{94B04FD5-AD21-7E14-D8E1-C965FE042CCD}"/>
          </ac:inkMkLst>
        </pc:inkChg>
        <pc:inkChg chg="add del">
          <ac:chgData name="植田 篤俊" userId="0d2b3cda-30c1-45e3-9e5c-02c0046d67fa" providerId="ADAL" clId="{A6AB8097-671C-4783-A056-5A985F003BDF}" dt="2026-04-20T15:18:23.224" v="3873"/>
          <ac:inkMkLst>
            <pc:docMk/>
            <pc:sldMk cId="942900471" sldId="261"/>
            <ac:inkMk id="648" creationId="{51109B79-4128-6BB3-EA37-081DE2050AF5}"/>
          </ac:inkMkLst>
        </pc:inkChg>
        <pc:inkChg chg="add">
          <ac:chgData name="植田 篤俊" userId="0d2b3cda-30c1-45e3-9e5c-02c0046d67fa" providerId="ADAL" clId="{A6AB8097-671C-4783-A056-5A985F003BDF}" dt="2026-04-20T15:18:19.874" v="3864"/>
          <ac:inkMkLst>
            <pc:docMk/>
            <pc:sldMk cId="942900471" sldId="261"/>
            <ac:inkMk id="649" creationId="{258516E2-F2C2-8F35-24AA-827CD7EB7D5E}"/>
          </ac:inkMkLst>
        </pc:inkChg>
        <pc:inkChg chg="add del">
          <ac:chgData name="植田 篤俊" userId="0d2b3cda-30c1-45e3-9e5c-02c0046d67fa" providerId="ADAL" clId="{A6AB8097-671C-4783-A056-5A985F003BDF}" dt="2026-04-20T15:18:23.224" v="3873"/>
          <ac:inkMkLst>
            <pc:docMk/>
            <pc:sldMk cId="942900471" sldId="261"/>
            <ac:inkMk id="650" creationId="{A733AF66-0E73-A530-688E-29A6A34D0527}"/>
          </ac:inkMkLst>
        </pc:inkChg>
        <pc:inkChg chg="add del">
          <ac:chgData name="植田 篤俊" userId="0d2b3cda-30c1-45e3-9e5c-02c0046d67fa" providerId="ADAL" clId="{A6AB8097-671C-4783-A056-5A985F003BDF}" dt="2026-04-20T15:18:23.224" v="3873"/>
          <ac:inkMkLst>
            <pc:docMk/>
            <pc:sldMk cId="942900471" sldId="261"/>
            <ac:inkMk id="651" creationId="{8AD86B5D-4BBB-D9B3-4611-086CD374978D}"/>
          </ac:inkMkLst>
        </pc:inkChg>
        <pc:inkChg chg="add del">
          <ac:chgData name="植田 篤俊" userId="0d2b3cda-30c1-45e3-9e5c-02c0046d67fa" providerId="ADAL" clId="{A6AB8097-671C-4783-A056-5A985F003BDF}" dt="2026-04-20T15:18:23.224" v="3873"/>
          <ac:inkMkLst>
            <pc:docMk/>
            <pc:sldMk cId="942900471" sldId="261"/>
            <ac:inkMk id="652" creationId="{9A84BD4F-800E-1460-D1CC-4C23AF037C16}"/>
          </ac:inkMkLst>
        </pc:inkChg>
        <pc:inkChg chg="add del">
          <ac:chgData name="植田 篤俊" userId="0d2b3cda-30c1-45e3-9e5c-02c0046d67fa" providerId="ADAL" clId="{A6AB8097-671C-4783-A056-5A985F003BDF}" dt="2026-04-20T15:18:23.224" v="3873"/>
          <ac:inkMkLst>
            <pc:docMk/>
            <pc:sldMk cId="942900471" sldId="261"/>
            <ac:inkMk id="653" creationId="{76207E2A-8660-05BF-4CD7-A1CC22F5BB4E}"/>
          </ac:inkMkLst>
        </pc:inkChg>
        <pc:inkChg chg="add del">
          <ac:chgData name="植田 篤俊" userId="0d2b3cda-30c1-45e3-9e5c-02c0046d67fa" providerId="ADAL" clId="{A6AB8097-671C-4783-A056-5A985F003BDF}" dt="2026-04-20T15:18:23.224" v="3873"/>
          <ac:inkMkLst>
            <pc:docMk/>
            <pc:sldMk cId="942900471" sldId="261"/>
            <ac:inkMk id="654" creationId="{CFA82402-3241-CA9A-090B-98C8A36ECD0F}"/>
          </ac:inkMkLst>
        </pc:inkChg>
        <pc:inkChg chg="add del">
          <ac:chgData name="植田 篤俊" userId="0d2b3cda-30c1-45e3-9e5c-02c0046d67fa" providerId="ADAL" clId="{A6AB8097-671C-4783-A056-5A985F003BDF}" dt="2026-04-20T15:18:23.224" v="3873"/>
          <ac:inkMkLst>
            <pc:docMk/>
            <pc:sldMk cId="942900471" sldId="261"/>
            <ac:inkMk id="655" creationId="{0DD0DFE3-0037-CAEB-C477-C717EFA86316}"/>
          </ac:inkMkLst>
        </pc:inkChg>
        <pc:inkChg chg="add del">
          <ac:chgData name="植田 篤俊" userId="0d2b3cda-30c1-45e3-9e5c-02c0046d67fa" providerId="ADAL" clId="{A6AB8097-671C-4783-A056-5A985F003BDF}" dt="2026-04-20T15:18:23.224" v="3873"/>
          <ac:inkMkLst>
            <pc:docMk/>
            <pc:sldMk cId="942900471" sldId="261"/>
            <ac:inkMk id="656" creationId="{11927E8D-88E6-AED6-7051-EE3ABE2CE9C7}"/>
          </ac:inkMkLst>
        </pc:inkChg>
        <pc:inkChg chg="add">
          <ac:chgData name="植田 篤俊" userId="0d2b3cda-30c1-45e3-9e5c-02c0046d67fa" providerId="ADAL" clId="{A6AB8097-671C-4783-A056-5A985F003BDF}" dt="2026-04-20T15:18:22.396" v="3872"/>
          <ac:inkMkLst>
            <pc:docMk/>
            <pc:sldMk cId="942900471" sldId="261"/>
            <ac:inkMk id="657" creationId="{3CFAA35C-724E-CE8C-E3AC-4FFB180E2096}"/>
          </ac:inkMkLst>
        </pc:inkChg>
        <pc:inkChg chg="add reco">
          <ac:chgData name="植田 篤俊" userId="0d2b3cda-30c1-45e3-9e5c-02c0046d67fa" providerId="ADAL" clId="{A6AB8097-671C-4783-A056-5A985F003BDF}" dt="2026-04-20T15:18:23.224" v="3873"/>
          <ac:inkMkLst>
            <pc:docMk/>
            <pc:sldMk cId="942900471" sldId="261"/>
            <ac:inkMk id="658" creationId="{9EC92EF1-2FFF-EDD7-EA56-AD208DD87EAF}"/>
          </ac:inkMkLst>
        </pc:inkChg>
        <pc:inkChg chg="add">
          <ac:chgData name="植田 篤俊" userId="0d2b3cda-30c1-45e3-9e5c-02c0046d67fa" providerId="ADAL" clId="{A6AB8097-671C-4783-A056-5A985F003BDF}" dt="2026-04-20T15:18:23.652" v="3874"/>
          <ac:inkMkLst>
            <pc:docMk/>
            <pc:sldMk cId="942900471" sldId="261"/>
            <ac:inkMk id="660" creationId="{D42D0F02-FE08-564C-EB35-5419716D9B5B}"/>
          </ac:inkMkLst>
        </pc:inkChg>
        <pc:inkChg chg="add del">
          <ac:chgData name="植田 篤俊" userId="0d2b3cda-30c1-45e3-9e5c-02c0046d67fa" providerId="ADAL" clId="{A6AB8097-671C-4783-A056-5A985F003BDF}" dt="2026-04-20T15:18:32.798" v="3901"/>
          <ac:inkMkLst>
            <pc:docMk/>
            <pc:sldMk cId="942900471" sldId="261"/>
            <ac:inkMk id="661" creationId="{00A56C86-0AD2-FC62-6DCA-FFBCCBA4D345}"/>
          </ac:inkMkLst>
        </pc:inkChg>
        <pc:inkChg chg="add">
          <ac:chgData name="植田 篤俊" userId="0d2b3cda-30c1-45e3-9e5c-02c0046d67fa" providerId="ADAL" clId="{A6AB8097-671C-4783-A056-5A985F003BDF}" dt="2026-04-20T15:18:24.039" v="3876"/>
          <ac:inkMkLst>
            <pc:docMk/>
            <pc:sldMk cId="942900471" sldId="261"/>
            <ac:inkMk id="662" creationId="{ACC1650F-305C-F8DC-062C-4586DE9025CC}"/>
          </ac:inkMkLst>
        </pc:inkChg>
        <pc:inkChg chg="add">
          <ac:chgData name="植田 篤俊" userId="0d2b3cda-30c1-45e3-9e5c-02c0046d67fa" providerId="ADAL" clId="{A6AB8097-671C-4783-A056-5A985F003BDF}" dt="2026-04-20T15:18:24.677" v="3877"/>
          <ac:inkMkLst>
            <pc:docMk/>
            <pc:sldMk cId="942900471" sldId="261"/>
            <ac:inkMk id="663" creationId="{14B291ED-1EA0-AB59-1443-8CB02A396AFD}"/>
          </ac:inkMkLst>
        </pc:inkChg>
        <pc:inkChg chg="add">
          <ac:chgData name="植田 篤俊" userId="0d2b3cda-30c1-45e3-9e5c-02c0046d67fa" providerId="ADAL" clId="{A6AB8097-671C-4783-A056-5A985F003BDF}" dt="2026-04-20T15:18:24.703" v="3878"/>
          <ac:inkMkLst>
            <pc:docMk/>
            <pc:sldMk cId="942900471" sldId="261"/>
            <ac:inkMk id="664" creationId="{3062DF28-A089-405D-35B0-DD397000F5C5}"/>
          </ac:inkMkLst>
        </pc:inkChg>
        <pc:inkChg chg="add del">
          <ac:chgData name="植田 篤俊" userId="0d2b3cda-30c1-45e3-9e5c-02c0046d67fa" providerId="ADAL" clId="{A6AB8097-671C-4783-A056-5A985F003BDF}" dt="2026-04-20T15:18:32.798" v="3901"/>
          <ac:inkMkLst>
            <pc:docMk/>
            <pc:sldMk cId="942900471" sldId="261"/>
            <ac:inkMk id="665" creationId="{93D07266-EC6B-4B06-C4BA-939FA3321639}"/>
          </ac:inkMkLst>
        </pc:inkChg>
        <pc:inkChg chg="add del">
          <ac:chgData name="植田 篤俊" userId="0d2b3cda-30c1-45e3-9e5c-02c0046d67fa" providerId="ADAL" clId="{A6AB8097-671C-4783-A056-5A985F003BDF}" dt="2026-04-20T15:18:32.798" v="3901"/>
          <ac:inkMkLst>
            <pc:docMk/>
            <pc:sldMk cId="942900471" sldId="261"/>
            <ac:inkMk id="666" creationId="{A046B6D6-CD9F-0B14-3426-A2EA553D521C}"/>
          </ac:inkMkLst>
        </pc:inkChg>
        <pc:inkChg chg="add">
          <ac:chgData name="植田 篤俊" userId="0d2b3cda-30c1-45e3-9e5c-02c0046d67fa" providerId="ADAL" clId="{A6AB8097-671C-4783-A056-5A985F003BDF}" dt="2026-04-20T15:18:25.500" v="3881"/>
          <ac:inkMkLst>
            <pc:docMk/>
            <pc:sldMk cId="942900471" sldId="261"/>
            <ac:inkMk id="667" creationId="{4FF49FB1-3477-418C-6A89-8FC3A6DC0E9E}"/>
          </ac:inkMkLst>
        </pc:inkChg>
        <pc:inkChg chg="add">
          <ac:chgData name="植田 篤俊" userId="0d2b3cda-30c1-45e3-9e5c-02c0046d67fa" providerId="ADAL" clId="{A6AB8097-671C-4783-A056-5A985F003BDF}" dt="2026-04-20T15:18:26.239" v="3882"/>
          <ac:inkMkLst>
            <pc:docMk/>
            <pc:sldMk cId="942900471" sldId="261"/>
            <ac:inkMk id="668" creationId="{3AFA21FE-0CC9-952B-355B-FE913184FABC}"/>
          </ac:inkMkLst>
        </pc:inkChg>
        <pc:inkChg chg="add del">
          <ac:chgData name="植田 篤俊" userId="0d2b3cda-30c1-45e3-9e5c-02c0046d67fa" providerId="ADAL" clId="{A6AB8097-671C-4783-A056-5A985F003BDF}" dt="2026-04-20T15:18:32.798" v="3901"/>
          <ac:inkMkLst>
            <pc:docMk/>
            <pc:sldMk cId="942900471" sldId="261"/>
            <ac:inkMk id="669" creationId="{440778EE-EC4F-375F-CD11-A7AB8269732B}"/>
          </ac:inkMkLst>
        </pc:inkChg>
        <pc:inkChg chg="add del">
          <ac:chgData name="植田 篤俊" userId="0d2b3cda-30c1-45e3-9e5c-02c0046d67fa" providerId="ADAL" clId="{A6AB8097-671C-4783-A056-5A985F003BDF}" dt="2026-04-20T15:18:32.798" v="3901"/>
          <ac:inkMkLst>
            <pc:docMk/>
            <pc:sldMk cId="942900471" sldId="261"/>
            <ac:inkMk id="670" creationId="{DB014F17-2ED8-B82C-7BBB-701BD9102101}"/>
          </ac:inkMkLst>
        </pc:inkChg>
        <pc:inkChg chg="add del">
          <ac:chgData name="植田 篤俊" userId="0d2b3cda-30c1-45e3-9e5c-02c0046d67fa" providerId="ADAL" clId="{A6AB8097-671C-4783-A056-5A985F003BDF}" dt="2026-04-20T15:18:32.798" v="3901"/>
          <ac:inkMkLst>
            <pc:docMk/>
            <pc:sldMk cId="942900471" sldId="261"/>
            <ac:inkMk id="671" creationId="{72ECEFDD-EBE5-51AF-1823-1982CD56D2D1}"/>
          </ac:inkMkLst>
        </pc:inkChg>
        <pc:inkChg chg="add">
          <ac:chgData name="植田 篤俊" userId="0d2b3cda-30c1-45e3-9e5c-02c0046d67fa" providerId="ADAL" clId="{A6AB8097-671C-4783-A056-5A985F003BDF}" dt="2026-04-20T15:18:27.689" v="3886"/>
          <ac:inkMkLst>
            <pc:docMk/>
            <pc:sldMk cId="942900471" sldId="261"/>
            <ac:inkMk id="672" creationId="{15BC37B1-2DC8-A840-46AA-F32BE7CB7913}"/>
          </ac:inkMkLst>
        </pc:inkChg>
        <pc:inkChg chg="add">
          <ac:chgData name="植田 篤俊" userId="0d2b3cda-30c1-45e3-9e5c-02c0046d67fa" providerId="ADAL" clId="{A6AB8097-671C-4783-A056-5A985F003BDF}" dt="2026-04-20T15:18:27.900" v="3887"/>
          <ac:inkMkLst>
            <pc:docMk/>
            <pc:sldMk cId="942900471" sldId="261"/>
            <ac:inkMk id="673" creationId="{933DAD5F-CD6E-AFFB-4A1E-F51C76936051}"/>
          </ac:inkMkLst>
        </pc:inkChg>
        <pc:inkChg chg="add">
          <ac:chgData name="植田 篤俊" userId="0d2b3cda-30c1-45e3-9e5c-02c0046d67fa" providerId="ADAL" clId="{A6AB8097-671C-4783-A056-5A985F003BDF}" dt="2026-04-20T15:18:28.653" v="3888"/>
          <ac:inkMkLst>
            <pc:docMk/>
            <pc:sldMk cId="942900471" sldId="261"/>
            <ac:inkMk id="674" creationId="{3D7E7CC6-8EEA-EE30-FF35-1E15840D22D1}"/>
          </ac:inkMkLst>
        </pc:inkChg>
        <pc:inkChg chg="add del">
          <ac:chgData name="植田 篤俊" userId="0d2b3cda-30c1-45e3-9e5c-02c0046d67fa" providerId="ADAL" clId="{A6AB8097-671C-4783-A056-5A985F003BDF}" dt="2026-04-20T15:18:32.798" v="3901"/>
          <ac:inkMkLst>
            <pc:docMk/>
            <pc:sldMk cId="942900471" sldId="261"/>
            <ac:inkMk id="675" creationId="{1939EF8A-BC86-F931-E62F-2AB8F596D2F3}"/>
          </ac:inkMkLst>
        </pc:inkChg>
        <pc:inkChg chg="add">
          <ac:chgData name="植田 篤俊" userId="0d2b3cda-30c1-45e3-9e5c-02c0046d67fa" providerId="ADAL" clId="{A6AB8097-671C-4783-A056-5A985F003BDF}" dt="2026-04-20T15:18:28.867" v="3890"/>
          <ac:inkMkLst>
            <pc:docMk/>
            <pc:sldMk cId="942900471" sldId="261"/>
            <ac:inkMk id="676" creationId="{9F4C3BAA-FEE1-AB53-A00B-1447FCF030C3}"/>
          </ac:inkMkLst>
        </pc:inkChg>
        <pc:inkChg chg="add">
          <ac:chgData name="植田 篤俊" userId="0d2b3cda-30c1-45e3-9e5c-02c0046d67fa" providerId="ADAL" clId="{A6AB8097-671C-4783-A056-5A985F003BDF}" dt="2026-04-20T15:18:29.114" v="3891"/>
          <ac:inkMkLst>
            <pc:docMk/>
            <pc:sldMk cId="942900471" sldId="261"/>
            <ac:inkMk id="677" creationId="{DAB8DF05-EA2C-D777-DAFC-C43845D62010}"/>
          </ac:inkMkLst>
        </pc:inkChg>
        <pc:inkChg chg="add">
          <ac:chgData name="植田 篤俊" userId="0d2b3cda-30c1-45e3-9e5c-02c0046d67fa" providerId="ADAL" clId="{A6AB8097-671C-4783-A056-5A985F003BDF}" dt="2026-04-20T15:18:29.522" v="3892"/>
          <ac:inkMkLst>
            <pc:docMk/>
            <pc:sldMk cId="942900471" sldId="261"/>
            <ac:inkMk id="678" creationId="{980370D5-CAB6-7B8C-8069-749FC332F702}"/>
          </ac:inkMkLst>
        </pc:inkChg>
        <pc:inkChg chg="add">
          <ac:chgData name="植田 篤俊" userId="0d2b3cda-30c1-45e3-9e5c-02c0046d67fa" providerId="ADAL" clId="{A6AB8097-671C-4783-A056-5A985F003BDF}" dt="2026-04-20T15:18:29.937" v="3893"/>
          <ac:inkMkLst>
            <pc:docMk/>
            <pc:sldMk cId="942900471" sldId="261"/>
            <ac:inkMk id="679" creationId="{41C2B0EF-4AA4-58D1-9725-72E3B03DDC6D}"/>
          </ac:inkMkLst>
        </pc:inkChg>
        <pc:inkChg chg="add">
          <ac:chgData name="植田 篤俊" userId="0d2b3cda-30c1-45e3-9e5c-02c0046d67fa" providerId="ADAL" clId="{A6AB8097-671C-4783-A056-5A985F003BDF}" dt="2026-04-20T15:18:30.356" v="3894"/>
          <ac:inkMkLst>
            <pc:docMk/>
            <pc:sldMk cId="942900471" sldId="261"/>
            <ac:inkMk id="680" creationId="{8D686F24-F603-2D10-1BCC-56BEFC4FBBEB}"/>
          </ac:inkMkLst>
        </pc:inkChg>
        <pc:inkChg chg="add del">
          <ac:chgData name="植田 篤俊" userId="0d2b3cda-30c1-45e3-9e5c-02c0046d67fa" providerId="ADAL" clId="{A6AB8097-671C-4783-A056-5A985F003BDF}" dt="2026-04-20T15:18:32.798" v="3901"/>
          <ac:inkMkLst>
            <pc:docMk/>
            <pc:sldMk cId="942900471" sldId="261"/>
            <ac:inkMk id="681" creationId="{B08FFE5B-EF0A-115A-55FE-A8AC9976A46A}"/>
          </ac:inkMkLst>
        </pc:inkChg>
        <pc:inkChg chg="add">
          <ac:chgData name="植田 篤俊" userId="0d2b3cda-30c1-45e3-9e5c-02c0046d67fa" providerId="ADAL" clId="{A6AB8097-671C-4783-A056-5A985F003BDF}" dt="2026-04-20T15:18:31.111" v="3896"/>
          <ac:inkMkLst>
            <pc:docMk/>
            <pc:sldMk cId="942900471" sldId="261"/>
            <ac:inkMk id="682" creationId="{2E63E045-5EE7-A1CE-8316-D3A78D10FA06}"/>
          </ac:inkMkLst>
        </pc:inkChg>
        <pc:inkChg chg="add">
          <ac:chgData name="植田 篤俊" userId="0d2b3cda-30c1-45e3-9e5c-02c0046d67fa" providerId="ADAL" clId="{A6AB8097-671C-4783-A056-5A985F003BDF}" dt="2026-04-20T15:18:31.184" v="3897"/>
          <ac:inkMkLst>
            <pc:docMk/>
            <pc:sldMk cId="942900471" sldId="261"/>
            <ac:inkMk id="683" creationId="{D2AE2D3D-10D2-2218-2E72-B8C463105A19}"/>
          </ac:inkMkLst>
        </pc:inkChg>
        <pc:inkChg chg="add del">
          <ac:chgData name="植田 篤俊" userId="0d2b3cda-30c1-45e3-9e5c-02c0046d67fa" providerId="ADAL" clId="{A6AB8097-671C-4783-A056-5A985F003BDF}" dt="2026-04-20T15:18:32.798" v="3901"/>
          <ac:inkMkLst>
            <pc:docMk/>
            <pc:sldMk cId="942900471" sldId="261"/>
            <ac:inkMk id="684" creationId="{A49D937D-1393-D40E-C12F-A1956A946C7F}"/>
          </ac:inkMkLst>
        </pc:inkChg>
        <pc:inkChg chg="add">
          <ac:chgData name="植田 篤俊" userId="0d2b3cda-30c1-45e3-9e5c-02c0046d67fa" providerId="ADAL" clId="{A6AB8097-671C-4783-A056-5A985F003BDF}" dt="2026-04-20T15:18:31.906" v="3899"/>
          <ac:inkMkLst>
            <pc:docMk/>
            <pc:sldMk cId="942900471" sldId="261"/>
            <ac:inkMk id="685" creationId="{3E10EC47-CB87-6072-F102-0625548394B5}"/>
          </ac:inkMkLst>
        </pc:inkChg>
        <pc:inkChg chg="add del">
          <ac:chgData name="植田 篤俊" userId="0d2b3cda-30c1-45e3-9e5c-02c0046d67fa" providerId="ADAL" clId="{A6AB8097-671C-4783-A056-5A985F003BDF}" dt="2026-04-20T15:18:32.798" v="3901"/>
          <ac:inkMkLst>
            <pc:docMk/>
            <pc:sldMk cId="942900471" sldId="261"/>
            <ac:inkMk id="686" creationId="{83995ED3-DA8F-4D84-7FEC-412F4FBF1EE4}"/>
          </ac:inkMkLst>
        </pc:inkChg>
        <pc:inkChg chg="add del">
          <ac:chgData name="植田 篤俊" userId="0d2b3cda-30c1-45e3-9e5c-02c0046d67fa" providerId="ADAL" clId="{A6AB8097-671C-4783-A056-5A985F003BDF}" dt="2026-04-20T15:18:38.818" v="3911"/>
          <ac:inkMkLst>
            <pc:docMk/>
            <pc:sldMk cId="942900471" sldId="261"/>
            <ac:inkMk id="688" creationId="{DAF12750-7A5D-E122-8256-6A1D5019E442}"/>
          </ac:inkMkLst>
        </pc:inkChg>
        <pc:inkChg chg="add del">
          <ac:chgData name="植田 篤俊" userId="0d2b3cda-30c1-45e3-9e5c-02c0046d67fa" providerId="ADAL" clId="{A6AB8097-671C-4783-A056-5A985F003BDF}" dt="2026-04-20T15:18:38.818" v="3911"/>
          <ac:inkMkLst>
            <pc:docMk/>
            <pc:sldMk cId="942900471" sldId="261"/>
            <ac:inkMk id="689" creationId="{6F56C811-1899-27D3-8EA1-055DD2D3D421}"/>
          </ac:inkMkLst>
        </pc:inkChg>
        <pc:inkChg chg="add del">
          <ac:chgData name="植田 篤俊" userId="0d2b3cda-30c1-45e3-9e5c-02c0046d67fa" providerId="ADAL" clId="{A6AB8097-671C-4783-A056-5A985F003BDF}" dt="2026-04-20T15:18:38.818" v="3911"/>
          <ac:inkMkLst>
            <pc:docMk/>
            <pc:sldMk cId="942900471" sldId="261"/>
            <ac:inkMk id="690" creationId="{7F438822-63EF-2372-B51A-5D49B5C952BA}"/>
          </ac:inkMkLst>
        </pc:inkChg>
        <pc:inkChg chg="add del">
          <ac:chgData name="植田 篤俊" userId="0d2b3cda-30c1-45e3-9e5c-02c0046d67fa" providerId="ADAL" clId="{A6AB8097-671C-4783-A056-5A985F003BDF}" dt="2026-04-20T15:18:38.818" v="3911"/>
          <ac:inkMkLst>
            <pc:docMk/>
            <pc:sldMk cId="942900471" sldId="261"/>
            <ac:inkMk id="691" creationId="{422AF29C-F71E-6D7B-96BE-C835790F80C5}"/>
          </ac:inkMkLst>
        </pc:inkChg>
        <pc:inkChg chg="add del">
          <ac:chgData name="植田 篤俊" userId="0d2b3cda-30c1-45e3-9e5c-02c0046d67fa" providerId="ADAL" clId="{A6AB8097-671C-4783-A056-5A985F003BDF}" dt="2026-04-20T15:18:38.818" v="3911"/>
          <ac:inkMkLst>
            <pc:docMk/>
            <pc:sldMk cId="942900471" sldId="261"/>
            <ac:inkMk id="692" creationId="{E35D9C86-E424-DF02-516A-B558DC428BF7}"/>
          </ac:inkMkLst>
        </pc:inkChg>
        <pc:inkChg chg="add del">
          <ac:chgData name="植田 篤俊" userId="0d2b3cda-30c1-45e3-9e5c-02c0046d67fa" providerId="ADAL" clId="{A6AB8097-671C-4783-A056-5A985F003BDF}" dt="2026-04-20T15:18:38.818" v="3911"/>
          <ac:inkMkLst>
            <pc:docMk/>
            <pc:sldMk cId="942900471" sldId="261"/>
            <ac:inkMk id="693" creationId="{7CC23B86-A65E-A25A-A463-16020229F6B0}"/>
          </ac:inkMkLst>
        </pc:inkChg>
        <pc:inkChg chg="add del">
          <ac:chgData name="植田 篤俊" userId="0d2b3cda-30c1-45e3-9e5c-02c0046d67fa" providerId="ADAL" clId="{A6AB8097-671C-4783-A056-5A985F003BDF}" dt="2026-04-20T15:18:38.818" v="3911"/>
          <ac:inkMkLst>
            <pc:docMk/>
            <pc:sldMk cId="942900471" sldId="261"/>
            <ac:inkMk id="694" creationId="{F54DC0A6-8589-8FB4-EC38-02C63087F0C6}"/>
          </ac:inkMkLst>
        </pc:inkChg>
        <pc:inkChg chg="add del">
          <ac:chgData name="植田 篤俊" userId="0d2b3cda-30c1-45e3-9e5c-02c0046d67fa" providerId="ADAL" clId="{A6AB8097-671C-4783-A056-5A985F003BDF}" dt="2026-04-20T15:18:38.818" v="3911"/>
          <ac:inkMkLst>
            <pc:docMk/>
            <pc:sldMk cId="942900471" sldId="261"/>
            <ac:inkMk id="695" creationId="{7C874552-2306-8E6D-FEE0-70B720F1C1A3}"/>
          </ac:inkMkLst>
        </pc:inkChg>
        <pc:inkChg chg="add del">
          <ac:chgData name="植田 篤俊" userId="0d2b3cda-30c1-45e3-9e5c-02c0046d67fa" providerId="ADAL" clId="{A6AB8097-671C-4783-A056-5A985F003BDF}" dt="2026-04-20T15:18:38.818" v="3911"/>
          <ac:inkMkLst>
            <pc:docMk/>
            <pc:sldMk cId="942900471" sldId="261"/>
            <ac:inkMk id="696" creationId="{AFAF0421-5E14-7EC6-6EBD-D34E24A0F766}"/>
          </ac:inkMkLst>
        </pc:inkChg>
        <pc:inkChg chg="add reco">
          <ac:chgData name="植田 篤俊" userId="0d2b3cda-30c1-45e3-9e5c-02c0046d67fa" providerId="ADAL" clId="{A6AB8097-671C-4783-A056-5A985F003BDF}" dt="2026-04-20T15:18:38.818" v="3911"/>
          <ac:inkMkLst>
            <pc:docMk/>
            <pc:sldMk cId="942900471" sldId="261"/>
            <ac:inkMk id="697" creationId="{BD0BDA85-FCAB-C713-D700-D8B15B08D935}"/>
          </ac:inkMkLst>
        </pc:inkChg>
        <pc:inkChg chg="add del">
          <ac:chgData name="植田 篤俊" userId="0d2b3cda-30c1-45e3-9e5c-02c0046d67fa" providerId="ADAL" clId="{A6AB8097-671C-4783-A056-5A985F003BDF}" dt="2026-04-20T15:18:44.458" v="3926"/>
          <ac:inkMkLst>
            <pc:docMk/>
            <pc:sldMk cId="942900471" sldId="261"/>
            <ac:inkMk id="698" creationId="{878A4D50-A1F7-C359-7D9E-E9D1182EFDD5}"/>
          </ac:inkMkLst>
        </pc:inkChg>
        <pc:inkChg chg="add">
          <ac:chgData name="植田 篤俊" userId="0d2b3cda-30c1-45e3-9e5c-02c0046d67fa" providerId="ADAL" clId="{A6AB8097-671C-4783-A056-5A985F003BDF}" dt="2026-04-20T15:18:39.795" v="3913"/>
          <ac:inkMkLst>
            <pc:docMk/>
            <pc:sldMk cId="942900471" sldId="261"/>
            <ac:inkMk id="699" creationId="{30AC7D54-CADD-DF7B-6A68-478D7D1EC0D6}"/>
          </ac:inkMkLst>
        </pc:inkChg>
        <pc:inkChg chg="add del">
          <ac:chgData name="植田 篤俊" userId="0d2b3cda-30c1-45e3-9e5c-02c0046d67fa" providerId="ADAL" clId="{A6AB8097-671C-4783-A056-5A985F003BDF}" dt="2026-04-20T15:18:44.458" v="3926"/>
          <ac:inkMkLst>
            <pc:docMk/>
            <pc:sldMk cId="942900471" sldId="261"/>
            <ac:inkMk id="700" creationId="{5E290876-AC61-F9EC-01F4-FC6764DCD57F}"/>
          </ac:inkMkLst>
        </pc:inkChg>
        <pc:inkChg chg="add">
          <ac:chgData name="植田 篤俊" userId="0d2b3cda-30c1-45e3-9e5c-02c0046d67fa" providerId="ADAL" clId="{A6AB8097-671C-4783-A056-5A985F003BDF}" dt="2026-04-20T15:18:40.745" v="3915"/>
          <ac:inkMkLst>
            <pc:docMk/>
            <pc:sldMk cId="942900471" sldId="261"/>
            <ac:inkMk id="701" creationId="{97008F15-A324-8F0D-2D9F-F39394411709}"/>
          </ac:inkMkLst>
        </pc:inkChg>
        <pc:inkChg chg="add del">
          <ac:chgData name="植田 篤俊" userId="0d2b3cda-30c1-45e3-9e5c-02c0046d67fa" providerId="ADAL" clId="{A6AB8097-671C-4783-A056-5A985F003BDF}" dt="2026-04-20T15:18:44.458" v="3926"/>
          <ac:inkMkLst>
            <pc:docMk/>
            <pc:sldMk cId="942900471" sldId="261"/>
            <ac:inkMk id="702" creationId="{E82EB20B-4C6B-9E21-4EC2-D2E4815D4D0F}"/>
          </ac:inkMkLst>
        </pc:inkChg>
        <pc:inkChg chg="add del">
          <ac:chgData name="植田 篤俊" userId="0d2b3cda-30c1-45e3-9e5c-02c0046d67fa" providerId="ADAL" clId="{A6AB8097-671C-4783-A056-5A985F003BDF}" dt="2026-04-20T15:18:44.458" v="3926"/>
          <ac:inkMkLst>
            <pc:docMk/>
            <pc:sldMk cId="942900471" sldId="261"/>
            <ac:inkMk id="703" creationId="{EF5DE8A4-C65B-6014-6EC6-8A4901E8E331}"/>
          </ac:inkMkLst>
        </pc:inkChg>
        <pc:inkChg chg="add del">
          <ac:chgData name="植田 篤俊" userId="0d2b3cda-30c1-45e3-9e5c-02c0046d67fa" providerId="ADAL" clId="{A6AB8097-671C-4783-A056-5A985F003BDF}" dt="2026-04-20T15:18:44.458" v="3926"/>
          <ac:inkMkLst>
            <pc:docMk/>
            <pc:sldMk cId="942900471" sldId="261"/>
            <ac:inkMk id="704" creationId="{7EDB06B9-AB32-50DE-405C-46190EE8D008}"/>
          </ac:inkMkLst>
        </pc:inkChg>
        <pc:inkChg chg="add del">
          <ac:chgData name="植田 篤俊" userId="0d2b3cda-30c1-45e3-9e5c-02c0046d67fa" providerId="ADAL" clId="{A6AB8097-671C-4783-A056-5A985F003BDF}" dt="2026-04-20T15:18:44.458" v="3926"/>
          <ac:inkMkLst>
            <pc:docMk/>
            <pc:sldMk cId="942900471" sldId="261"/>
            <ac:inkMk id="705" creationId="{DBE9C1F6-1E54-1E50-8288-F4B23FE45915}"/>
          </ac:inkMkLst>
        </pc:inkChg>
        <pc:inkChg chg="add del">
          <ac:chgData name="植田 篤俊" userId="0d2b3cda-30c1-45e3-9e5c-02c0046d67fa" providerId="ADAL" clId="{A6AB8097-671C-4783-A056-5A985F003BDF}" dt="2026-04-20T15:18:44.458" v="3926"/>
          <ac:inkMkLst>
            <pc:docMk/>
            <pc:sldMk cId="942900471" sldId="261"/>
            <ac:inkMk id="706" creationId="{6B11BA6D-DC9F-889D-A511-05E9E9628B05}"/>
          </ac:inkMkLst>
        </pc:inkChg>
        <pc:inkChg chg="add">
          <ac:chgData name="植田 篤俊" userId="0d2b3cda-30c1-45e3-9e5c-02c0046d67fa" providerId="ADAL" clId="{A6AB8097-671C-4783-A056-5A985F003BDF}" dt="2026-04-20T15:18:43.038" v="3921"/>
          <ac:inkMkLst>
            <pc:docMk/>
            <pc:sldMk cId="942900471" sldId="261"/>
            <ac:inkMk id="707" creationId="{0EC7FE05-D7DC-E66D-7A6B-8680EE4AEE8D}"/>
          </ac:inkMkLst>
        </pc:inkChg>
        <pc:inkChg chg="add del">
          <ac:chgData name="植田 篤俊" userId="0d2b3cda-30c1-45e3-9e5c-02c0046d67fa" providerId="ADAL" clId="{A6AB8097-671C-4783-A056-5A985F003BDF}" dt="2026-04-20T15:18:44.458" v="3926"/>
          <ac:inkMkLst>
            <pc:docMk/>
            <pc:sldMk cId="942900471" sldId="261"/>
            <ac:inkMk id="708" creationId="{38905084-9199-CA55-6484-3BFB304502A5}"/>
          </ac:inkMkLst>
        </pc:inkChg>
        <pc:inkChg chg="add del">
          <ac:chgData name="植田 篤俊" userId="0d2b3cda-30c1-45e3-9e5c-02c0046d67fa" providerId="ADAL" clId="{A6AB8097-671C-4783-A056-5A985F003BDF}" dt="2026-04-20T15:18:44.458" v="3926"/>
          <ac:inkMkLst>
            <pc:docMk/>
            <pc:sldMk cId="942900471" sldId="261"/>
            <ac:inkMk id="709" creationId="{22D1CFF1-AED1-ECEF-C48B-2E4678F3A38C}"/>
          </ac:inkMkLst>
        </pc:inkChg>
        <pc:inkChg chg="add del">
          <ac:chgData name="植田 篤俊" userId="0d2b3cda-30c1-45e3-9e5c-02c0046d67fa" providerId="ADAL" clId="{A6AB8097-671C-4783-A056-5A985F003BDF}" dt="2026-04-20T15:18:44.458" v="3926"/>
          <ac:inkMkLst>
            <pc:docMk/>
            <pc:sldMk cId="942900471" sldId="261"/>
            <ac:inkMk id="710" creationId="{B59B872E-0ADB-A4B2-05C7-6F882722EB67}"/>
          </ac:inkMkLst>
        </pc:inkChg>
        <pc:inkChg chg="add">
          <ac:chgData name="植田 篤俊" userId="0d2b3cda-30c1-45e3-9e5c-02c0046d67fa" providerId="ADAL" clId="{A6AB8097-671C-4783-A056-5A985F003BDF}" dt="2026-04-20T15:18:43.750" v="3925"/>
          <ac:inkMkLst>
            <pc:docMk/>
            <pc:sldMk cId="942900471" sldId="261"/>
            <ac:inkMk id="711" creationId="{DCE16404-4F37-4496-7CF3-E585DF5E9FF6}"/>
          </ac:inkMkLst>
        </pc:inkChg>
        <pc:inkChg chg="add del">
          <ac:chgData name="植田 篤俊" userId="0d2b3cda-30c1-45e3-9e5c-02c0046d67fa" providerId="ADAL" clId="{A6AB8097-671C-4783-A056-5A985F003BDF}" dt="2026-04-20T15:18:53.803" v="3930"/>
          <ac:inkMkLst>
            <pc:docMk/>
            <pc:sldMk cId="942900471" sldId="261"/>
            <ac:inkMk id="713" creationId="{EA361054-3C11-BCCE-A7EC-0434F8F71E66}"/>
          </ac:inkMkLst>
        </pc:inkChg>
        <pc:inkChg chg="add del">
          <ac:chgData name="植田 篤俊" userId="0d2b3cda-30c1-45e3-9e5c-02c0046d67fa" providerId="ADAL" clId="{A6AB8097-671C-4783-A056-5A985F003BDF}" dt="2026-04-20T15:18:53.803" v="3930"/>
          <ac:inkMkLst>
            <pc:docMk/>
            <pc:sldMk cId="942900471" sldId="261"/>
            <ac:inkMk id="714" creationId="{FE46308B-2A57-F755-5FAA-116DD67590F9}"/>
          </ac:inkMkLst>
        </pc:inkChg>
        <pc:inkChg chg="add del">
          <ac:chgData name="植田 篤俊" userId="0d2b3cda-30c1-45e3-9e5c-02c0046d67fa" providerId="ADAL" clId="{A6AB8097-671C-4783-A056-5A985F003BDF}" dt="2026-04-20T15:18:53.803" v="3930"/>
          <ac:inkMkLst>
            <pc:docMk/>
            <pc:sldMk cId="942900471" sldId="261"/>
            <ac:inkMk id="715" creationId="{110155B2-D7D0-901E-92A9-1C8BB9B0300B}"/>
          </ac:inkMkLst>
        </pc:inkChg>
        <pc:inkChg chg="add reco">
          <ac:chgData name="植田 篤俊" userId="0d2b3cda-30c1-45e3-9e5c-02c0046d67fa" providerId="ADAL" clId="{A6AB8097-671C-4783-A056-5A985F003BDF}" dt="2026-04-20T15:18:53.803" v="3930"/>
          <ac:inkMkLst>
            <pc:docMk/>
            <pc:sldMk cId="942900471" sldId="261"/>
            <ac:inkMk id="716" creationId="{5D532AED-0A08-A18A-99DE-2729FB50C9E0}"/>
          </ac:inkMkLst>
        </pc:inkChg>
        <pc:inkChg chg="add del">
          <ac:chgData name="植田 篤俊" userId="0d2b3cda-30c1-45e3-9e5c-02c0046d67fa" providerId="ADAL" clId="{A6AB8097-671C-4783-A056-5A985F003BDF}" dt="2026-04-20T15:19:06.185" v="3932"/>
          <ac:inkMkLst>
            <pc:docMk/>
            <pc:sldMk cId="942900471" sldId="261"/>
            <ac:inkMk id="717" creationId="{7295C8B8-43AD-CA7B-920C-0EBF871C004C}"/>
          </ac:inkMkLst>
        </pc:inkChg>
        <pc:inkChg chg="add">
          <ac:chgData name="植田 篤俊" userId="0d2b3cda-30c1-45e3-9e5c-02c0046d67fa" providerId="ADAL" clId="{A6AB8097-671C-4783-A056-5A985F003BDF}" dt="2026-04-20T15:19:11.989" v="3933"/>
          <ac:inkMkLst>
            <pc:docMk/>
            <pc:sldMk cId="942900471" sldId="261"/>
            <ac:inkMk id="718" creationId="{C4743687-0743-E29F-D046-5B2BD873D0E4}"/>
          </ac:inkMkLst>
        </pc:inkChg>
        <pc:inkChg chg="add del">
          <ac:chgData name="植田 篤俊" userId="0d2b3cda-30c1-45e3-9e5c-02c0046d67fa" providerId="ADAL" clId="{A6AB8097-671C-4783-A056-5A985F003BDF}" dt="2026-04-20T15:19:20.722" v="3941"/>
          <ac:inkMkLst>
            <pc:docMk/>
            <pc:sldMk cId="942900471" sldId="261"/>
            <ac:inkMk id="719" creationId="{AD654C83-67F9-11BF-7278-5016103F37B1}"/>
          </ac:inkMkLst>
        </pc:inkChg>
        <pc:inkChg chg="add del">
          <ac:chgData name="植田 篤俊" userId="0d2b3cda-30c1-45e3-9e5c-02c0046d67fa" providerId="ADAL" clId="{A6AB8097-671C-4783-A056-5A985F003BDF}" dt="2026-04-20T15:19:20.722" v="3941"/>
          <ac:inkMkLst>
            <pc:docMk/>
            <pc:sldMk cId="942900471" sldId="261"/>
            <ac:inkMk id="720" creationId="{35C9ED92-D0DE-EDBB-D37C-1FA70C6F5C52}"/>
          </ac:inkMkLst>
        </pc:inkChg>
        <pc:inkChg chg="add del">
          <ac:chgData name="植田 篤俊" userId="0d2b3cda-30c1-45e3-9e5c-02c0046d67fa" providerId="ADAL" clId="{A6AB8097-671C-4783-A056-5A985F003BDF}" dt="2026-04-20T15:19:20.722" v="3941"/>
          <ac:inkMkLst>
            <pc:docMk/>
            <pc:sldMk cId="942900471" sldId="261"/>
            <ac:inkMk id="721" creationId="{67621E4B-987B-D25E-0675-98B5693D660F}"/>
          </ac:inkMkLst>
        </pc:inkChg>
        <pc:inkChg chg="add del">
          <ac:chgData name="植田 篤俊" userId="0d2b3cda-30c1-45e3-9e5c-02c0046d67fa" providerId="ADAL" clId="{A6AB8097-671C-4783-A056-5A985F003BDF}" dt="2026-04-20T15:19:20.722" v="3941"/>
          <ac:inkMkLst>
            <pc:docMk/>
            <pc:sldMk cId="942900471" sldId="261"/>
            <ac:inkMk id="722" creationId="{68AFDEEA-1C66-F186-4171-CEA0CFB33F74}"/>
          </ac:inkMkLst>
        </pc:inkChg>
        <pc:inkChg chg="add del">
          <ac:chgData name="植田 篤俊" userId="0d2b3cda-30c1-45e3-9e5c-02c0046d67fa" providerId="ADAL" clId="{A6AB8097-671C-4783-A056-5A985F003BDF}" dt="2026-04-20T15:19:20.722" v="3941"/>
          <ac:inkMkLst>
            <pc:docMk/>
            <pc:sldMk cId="942900471" sldId="261"/>
            <ac:inkMk id="723" creationId="{69DE59CC-53CB-205B-B42E-FB0FB862E95B}"/>
          </ac:inkMkLst>
        </pc:inkChg>
        <pc:inkChg chg="add del">
          <ac:chgData name="植田 篤俊" userId="0d2b3cda-30c1-45e3-9e5c-02c0046d67fa" providerId="ADAL" clId="{A6AB8097-671C-4783-A056-5A985F003BDF}" dt="2026-04-20T15:19:20.722" v="3941"/>
          <ac:inkMkLst>
            <pc:docMk/>
            <pc:sldMk cId="942900471" sldId="261"/>
            <ac:inkMk id="724" creationId="{F2D55EFD-D03D-E810-5E0B-59CA5C1EDCD7}"/>
          </ac:inkMkLst>
        </pc:inkChg>
        <pc:inkChg chg="add del">
          <ac:chgData name="植田 篤俊" userId="0d2b3cda-30c1-45e3-9e5c-02c0046d67fa" providerId="ADAL" clId="{A6AB8097-671C-4783-A056-5A985F003BDF}" dt="2026-04-20T15:19:20.722" v="3941"/>
          <ac:inkMkLst>
            <pc:docMk/>
            <pc:sldMk cId="942900471" sldId="261"/>
            <ac:inkMk id="725" creationId="{F70F082C-B1B5-5B69-7A61-170063DCA896}"/>
          </ac:inkMkLst>
        </pc:inkChg>
        <pc:inkChg chg="add reco">
          <ac:chgData name="植田 篤俊" userId="0d2b3cda-30c1-45e3-9e5c-02c0046d67fa" providerId="ADAL" clId="{A6AB8097-671C-4783-A056-5A985F003BDF}" dt="2026-04-20T15:19:20.722" v="3941"/>
          <ac:inkMkLst>
            <pc:docMk/>
            <pc:sldMk cId="942900471" sldId="261"/>
            <ac:inkMk id="726" creationId="{0A7B11C5-FB60-D6ED-2DAF-F1AD8DD40D59}"/>
          </ac:inkMkLst>
        </pc:inkChg>
        <pc:inkChg chg="add del">
          <ac:chgData name="植田 篤俊" userId="0d2b3cda-30c1-45e3-9e5c-02c0046d67fa" providerId="ADAL" clId="{A6AB8097-671C-4783-A056-5A985F003BDF}" dt="2026-04-20T15:19:23.168" v="3948"/>
          <ac:inkMkLst>
            <pc:docMk/>
            <pc:sldMk cId="942900471" sldId="261"/>
            <ac:inkMk id="727" creationId="{A95EA7F9-4C8C-E096-264D-A9AF0B25B8DA}"/>
          </ac:inkMkLst>
        </pc:inkChg>
        <pc:inkChg chg="add del">
          <ac:chgData name="植田 篤俊" userId="0d2b3cda-30c1-45e3-9e5c-02c0046d67fa" providerId="ADAL" clId="{A6AB8097-671C-4783-A056-5A985F003BDF}" dt="2026-04-20T15:19:23.168" v="3948"/>
          <ac:inkMkLst>
            <pc:docMk/>
            <pc:sldMk cId="942900471" sldId="261"/>
            <ac:inkMk id="728" creationId="{7F78F15E-F283-61A0-A301-9C6E304A9251}"/>
          </ac:inkMkLst>
        </pc:inkChg>
        <pc:inkChg chg="add del">
          <ac:chgData name="植田 篤俊" userId="0d2b3cda-30c1-45e3-9e5c-02c0046d67fa" providerId="ADAL" clId="{A6AB8097-671C-4783-A056-5A985F003BDF}" dt="2026-04-20T15:19:23.168" v="3948"/>
          <ac:inkMkLst>
            <pc:docMk/>
            <pc:sldMk cId="942900471" sldId="261"/>
            <ac:inkMk id="729" creationId="{66ECF8D2-9BFF-CDCF-C4F7-A25366293530}"/>
          </ac:inkMkLst>
        </pc:inkChg>
        <pc:inkChg chg="add del">
          <ac:chgData name="植田 篤俊" userId="0d2b3cda-30c1-45e3-9e5c-02c0046d67fa" providerId="ADAL" clId="{A6AB8097-671C-4783-A056-5A985F003BDF}" dt="2026-04-20T15:19:23.168" v="3948"/>
          <ac:inkMkLst>
            <pc:docMk/>
            <pc:sldMk cId="942900471" sldId="261"/>
            <ac:inkMk id="730" creationId="{D35C9F94-C230-4A8F-63BC-2D180F1E0B55}"/>
          </ac:inkMkLst>
        </pc:inkChg>
        <pc:inkChg chg="add del">
          <ac:chgData name="植田 篤俊" userId="0d2b3cda-30c1-45e3-9e5c-02c0046d67fa" providerId="ADAL" clId="{A6AB8097-671C-4783-A056-5A985F003BDF}" dt="2026-04-20T15:19:23.168" v="3948"/>
          <ac:inkMkLst>
            <pc:docMk/>
            <pc:sldMk cId="942900471" sldId="261"/>
            <ac:inkMk id="731" creationId="{E9271143-F2CD-96FF-AD76-702F339EA59F}"/>
          </ac:inkMkLst>
        </pc:inkChg>
        <pc:inkChg chg="add del">
          <ac:chgData name="植田 篤俊" userId="0d2b3cda-30c1-45e3-9e5c-02c0046d67fa" providerId="ADAL" clId="{A6AB8097-671C-4783-A056-5A985F003BDF}" dt="2026-04-20T15:19:23.168" v="3948"/>
          <ac:inkMkLst>
            <pc:docMk/>
            <pc:sldMk cId="942900471" sldId="261"/>
            <ac:inkMk id="732" creationId="{89FF9C12-2FE1-9370-123E-91126FFB6D26}"/>
          </ac:inkMkLst>
        </pc:inkChg>
        <pc:inkChg chg="add reco">
          <ac:chgData name="植田 篤俊" userId="0d2b3cda-30c1-45e3-9e5c-02c0046d67fa" providerId="ADAL" clId="{A6AB8097-671C-4783-A056-5A985F003BDF}" dt="2026-04-20T15:19:23.168" v="3948"/>
          <ac:inkMkLst>
            <pc:docMk/>
            <pc:sldMk cId="942900471" sldId="261"/>
            <ac:inkMk id="733" creationId="{2D47AA88-E960-7B26-AF40-014F0864D3C2}"/>
          </ac:inkMkLst>
        </pc:inkChg>
        <pc:inkChg chg="add del">
          <ac:chgData name="植田 篤俊" userId="0d2b3cda-30c1-45e3-9e5c-02c0046d67fa" providerId="ADAL" clId="{A6AB8097-671C-4783-A056-5A985F003BDF}" dt="2026-04-20T15:21:54.543" v="3961"/>
          <ac:inkMkLst>
            <pc:docMk/>
            <pc:sldMk cId="942900471" sldId="261"/>
            <ac:inkMk id="734" creationId="{29E30C39-87C5-E17F-CED8-F2F455C3B575}"/>
          </ac:inkMkLst>
        </pc:inkChg>
        <pc:inkChg chg="add del">
          <ac:chgData name="植田 篤俊" userId="0d2b3cda-30c1-45e3-9e5c-02c0046d67fa" providerId="ADAL" clId="{A6AB8097-671C-4783-A056-5A985F003BDF}" dt="2026-04-20T15:21:54.543" v="3961"/>
          <ac:inkMkLst>
            <pc:docMk/>
            <pc:sldMk cId="942900471" sldId="261"/>
            <ac:inkMk id="735" creationId="{4C5876CA-20C0-93A2-2E95-ADAB3BF26339}"/>
          </ac:inkMkLst>
        </pc:inkChg>
        <pc:inkChg chg="add del">
          <ac:chgData name="植田 篤俊" userId="0d2b3cda-30c1-45e3-9e5c-02c0046d67fa" providerId="ADAL" clId="{A6AB8097-671C-4783-A056-5A985F003BDF}" dt="2026-04-20T15:21:54.543" v="3961"/>
          <ac:inkMkLst>
            <pc:docMk/>
            <pc:sldMk cId="942900471" sldId="261"/>
            <ac:inkMk id="736" creationId="{ED948D2C-EB11-9E28-3443-2D299A5B2389}"/>
          </ac:inkMkLst>
        </pc:inkChg>
        <pc:inkChg chg="add del">
          <ac:chgData name="植田 篤俊" userId="0d2b3cda-30c1-45e3-9e5c-02c0046d67fa" providerId="ADAL" clId="{A6AB8097-671C-4783-A056-5A985F003BDF}" dt="2026-04-20T15:21:54.543" v="3961"/>
          <ac:inkMkLst>
            <pc:docMk/>
            <pc:sldMk cId="942900471" sldId="261"/>
            <ac:inkMk id="737" creationId="{734676F2-121E-2BE9-CE7E-9D99896D403B}"/>
          </ac:inkMkLst>
        </pc:inkChg>
        <pc:inkChg chg="add del">
          <ac:chgData name="植田 篤俊" userId="0d2b3cda-30c1-45e3-9e5c-02c0046d67fa" providerId="ADAL" clId="{A6AB8097-671C-4783-A056-5A985F003BDF}" dt="2026-04-20T15:21:54.543" v="3961"/>
          <ac:inkMkLst>
            <pc:docMk/>
            <pc:sldMk cId="942900471" sldId="261"/>
            <ac:inkMk id="738" creationId="{CC660EA0-DC7E-06E0-337A-C8FC8E24B446}"/>
          </ac:inkMkLst>
        </pc:inkChg>
        <pc:inkChg chg="add del">
          <ac:chgData name="植田 篤俊" userId="0d2b3cda-30c1-45e3-9e5c-02c0046d67fa" providerId="ADAL" clId="{A6AB8097-671C-4783-A056-5A985F003BDF}" dt="2026-04-20T15:21:54.543" v="3961"/>
          <ac:inkMkLst>
            <pc:docMk/>
            <pc:sldMk cId="942900471" sldId="261"/>
            <ac:inkMk id="739" creationId="{7A03D9F9-4D77-7274-A99B-30B7AA3A79EB}"/>
          </ac:inkMkLst>
        </pc:inkChg>
        <pc:inkChg chg="add">
          <ac:chgData name="植田 篤俊" userId="0d2b3cda-30c1-45e3-9e5c-02c0046d67fa" providerId="ADAL" clId="{A6AB8097-671C-4783-A056-5A985F003BDF}" dt="2026-04-20T15:21:43.917" v="3955"/>
          <ac:inkMkLst>
            <pc:docMk/>
            <pc:sldMk cId="942900471" sldId="261"/>
            <ac:inkMk id="740" creationId="{487E4202-A411-82A2-9B61-C314E7C10F19}"/>
          </ac:inkMkLst>
        </pc:inkChg>
        <pc:inkChg chg="add del">
          <ac:chgData name="植田 篤俊" userId="0d2b3cda-30c1-45e3-9e5c-02c0046d67fa" providerId="ADAL" clId="{A6AB8097-671C-4783-A056-5A985F003BDF}" dt="2026-04-20T15:21:54.543" v="3961"/>
          <ac:inkMkLst>
            <pc:docMk/>
            <pc:sldMk cId="942900471" sldId="261"/>
            <ac:inkMk id="741" creationId="{3BCEBD09-5161-BBA2-6B81-DD0793CFCA40}"/>
          </ac:inkMkLst>
        </pc:inkChg>
        <pc:inkChg chg="add del">
          <ac:chgData name="植田 篤俊" userId="0d2b3cda-30c1-45e3-9e5c-02c0046d67fa" providerId="ADAL" clId="{A6AB8097-671C-4783-A056-5A985F003BDF}" dt="2026-04-20T15:21:54.543" v="3961"/>
          <ac:inkMkLst>
            <pc:docMk/>
            <pc:sldMk cId="942900471" sldId="261"/>
            <ac:inkMk id="742" creationId="{4191AB31-5B04-D39E-375A-3565E8AD4C96}"/>
          </ac:inkMkLst>
        </pc:inkChg>
        <pc:inkChg chg="add del">
          <ac:chgData name="植田 篤俊" userId="0d2b3cda-30c1-45e3-9e5c-02c0046d67fa" providerId="ADAL" clId="{A6AB8097-671C-4783-A056-5A985F003BDF}" dt="2026-04-20T15:21:46.017" v="3959"/>
          <ac:inkMkLst>
            <pc:docMk/>
            <pc:sldMk cId="942900471" sldId="261"/>
            <ac:inkMk id="743" creationId="{45F0A60E-562B-1888-D199-8C04BE1E8937}"/>
          </ac:inkMkLst>
        </pc:inkChg>
        <pc:inkChg chg="add del">
          <ac:chgData name="植田 篤俊" userId="0d2b3cda-30c1-45e3-9e5c-02c0046d67fa" providerId="ADAL" clId="{A6AB8097-671C-4783-A056-5A985F003BDF}" dt="2026-04-20T15:21:54.543" v="3961"/>
          <ac:inkMkLst>
            <pc:docMk/>
            <pc:sldMk cId="942900471" sldId="261"/>
            <ac:inkMk id="744" creationId="{DB2CCE9D-C9CC-24C1-D0CD-02B6FA6C86A3}"/>
          </ac:inkMkLst>
        </pc:inkChg>
        <pc:inkChg chg="add reco">
          <ac:chgData name="植田 篤俊" userId="0d2b3cda-30c1-45e3-9e5c-02c0046d67fa" providerId="ADAL" clId="{A6AB8097-671C-4783-A056-5A985F003BDF}" dt="2026-04-20T15:21:54.543" v="3961"/>
          <ac:inkMkLst>
            <pc:docMk/>
            <pc:sldMk cId="942900471" sldId="261"/>
            <ac:inkMk id="745" creationId="{85CB3394-4A09-E989-0240-B1889AFDD2F7}"/>
          </ac:inkMkLst>
        </pc:inkChg>
        <pc:inkChg chg="add">
          <ac:chgData name="植田 篤俊" userId="0d2b3cda-30c1-45e3-9e5c-02c0046d67fa" providerId="ADAL" clId="{A6AB8097-671C-4783-A056-5A985F003BDF}" dt="2026-04-20T15:21:54.717" v="3962"/>
          <ac:inkMkLst>
            <pc:docMk/>
            <pc:sldMk cId="942900471" sldId="261"/>
            <ac:inkMk id="746" creationId="{F9BBB6FE-ED72-1E3E-533D-D63D7224BE1E}"/>
          </ac:inkMkLst>
        </pc:inkChg>
        <pc:inkChg chg="add del">
          <ac:chgData name="植田 篤俊" userId="0d2b3cda-30c1-45e3-9e5c-02c0046d67fa" providerId="ADAL" clId="{A6AB8097-671C-4783-A056-5A985F003BDF}" dt="2026-04-20T15:21:57.168" v="3966"/>
          <ac:inkMkLst>
            <pc:docMk/>
            <pc:sldMk cId="942900471" sldId="261"/>
            <ac:inkMk id="747" creationId="{E414577A-039D-DCE0-278A-8755F830D517}"/>
          </ac:inkMkLst>
        </pc:inkChg>
        <pc:inkChg chg="add del">
          <ac:chgData name="植田 篤俊" userId="0d2b3cda-30c1-45e3-9e5c-02c0046d67fa" providerId="ADAL" clId="{A6AB8097-671C-4783-A056-5A985F003BDF}" dt="2026-04-20T15:21:56.950" v="3965"/>
          <ac:inkMkLst>
            <pc:docMk/>
            <pc:sldMk cId="942900471" sldId="261"/>
            <ac:inkMk id="748" creationId="{BED27A85-168A-669E-BAF8-FE702D3B2BEA}"/>
          </ac:inkMkLst>
        </pc:inkChg>
        <pc:inkChg chg="add">
          <ac:chgData name="植田 篤俊" userId="0d2b3cda-30c1-45e3-9e5c-02c0046d67fa" providerId="ADAL" clId="{A6AB8097-671C-4783-A056-5A985F003BDF}" dt="2026-04-20T15:21:59.383" v="3967"/>
          <ac:inkMkLst>
            <pc:docMk/>
            <pc:sldMk cId="942900471" sldId="261"/>
            <ac:inkMk id="749" creationId="{EF402751-BC36-AC3A-5AE3-28626470E1BC}"/>
          </ac:inkMkLst>
        </pc:inkChg>
        <pc:inkChg chg="add del">
          <ac:chgData name="植田 篤俊" userId="0d2b3cda-30c1-45e3-9e5c-02c0046d67fa" providerId="ADAL" clId="{A6AB8097-671C-4783-A056-5A985F003BDF}" dt="2026-04-20T15:22:04.419" v="3978"/>
          <ac:inkMkLst>
            <pc:docMk/>
            <pc:sldMk cId="942900471" sldId="261"/>
            <ac:inkMk id="750" creationId="{7F645FD8-4D8C-9B24-9D4E-83845EE6BF2A}"/>
          </ac:inkMkLst>
        </pc:inkChg>
        <pc:inkChg chg="add del">
          <ac:chgData name="植田 篤俊" userId="0d2b3cda-30c1-45e3-9e5c-02c0046d67fa" providerId="ADAL" clId="{A6AB8097-671C-4783-A056-5A985F003BDF}" dt="2026-04-20T15:22:04.419" v="3978"/>
          <ac:inkMkLst>
            <pc:docMk/>
            <pc:sldMk cId="942900471" sldId="261"/>
            <ac:inkMk id="751" creationId="{E43FE0F7-880A-E694-37B6-5B3BACF4C51F}"/>
          </ac:inkMkLst>
        </pc:inkChg>
        <pc:inkChg chg="add del">
          <ac:chgData name="植田 篤俊" userId="0d2b3cda-30c1-45e3-9e5c-02c0046d67fa" providerId="ADAL" clId="{A6AB8097-671C-4783-A056-5A985F003BDF}" dt="2026-04-20T15:22:04.419" v="3978"/>
          <ac:inkMkLst>
            <pc:docMk/>
            <pc:sldMk cId="942900471" sldId="261"/>
            <ac:inkMk id="752" creationId="{6992AE52-FFDB-82CE-D7D5-867F25CBA8DA}"/>
          </ac:inkMkLst>
        </pc:inkChg>
        <pc:inkChg chg="add del">
          <ac:chgData name="植田 篤俊" userId="0d2b3cda-30c1-45e3-9e5c-02c0046d67fa" providerId="ADAL" clId="{A6AB8097-671C-4783-A056-5A985F003BDF}" dt="2026-04-20T15:22:04.419" v="3978"/>
          <ac:inkMkLst>
            <pc:docMk/>
            <pc:sldMk cId="942900471" sldId="261"/>
            <ac:inkMk id="753" creationId="{C49C6B78-6EAD-E5D4-EA38-E49AD3DCF37C}"/>
          </ac:inkMkLst>
        </pc:inkChg>
        <pc:inkChg chg="add del">
          <ac:chgData name="植田 篤俊" userId="0d2b3cda-30c1-45e3-9e5c-02c0046d67fa" providerId="ADAL" clId="{A6AB8097-671C-4783-A056-5A985F003BDF}" dt="2026-04-20T15:22:04.419" v="3978"/>
          <ac:inkMkLst>
            <pc:docMk/>
            <pc:sldMk cId="942900471" sldId="261"/>
            <ac:inkMk id="754" creationId="{09B32329-83BC-E1DF-2B8F-72E9405D9B78}"/>
          </ac:inkMkLst>
        </pc:inkChg>
        <pc:inkChg chg="add del">
          <ac:chgData name="植田 篤俊" userId="0d2b3cda-30c1-45e3-9e5c-02c0046d67fa" providerId="ADAL" clId="{A6AB8097-671C-4783-A056-5A985F003BDF}" dt="2026-04-20T15:22:04.419" v="3978"/>
          <ac:inkMkLst>
            <pc:docMk/>
            <pc:sldMk cId="942900471" sldId="261"/>
            <ac:inkMk id="755" creationId="{A65672B2-3591-882E-B01E-719B643F49B8}"/>
          </ac:inkMkLst>
        </pc:inkChg>
        <pc:inkChg chg="add">
          <ac:chgData name="植田 篤俊" userId="0d2b3cda-30c1-45e3-9e5c-02c0046d67fa" providerId="ADAL" clId="{A6AB8097-671C-4783-A056-5A985F003BDF}" dt="2026-04-20T15:22:03.104" v="3974"/>
          <ac:inkMkLst>
            <pc:docMk/>
            <pc:sldMk cId="942900471" sldId="261"/>
            <ac:inkMk id="756" creationId="{597B96AF-8B63-0285-6F2C-3B5387E80470}"/>
          </ac:inkMkLst>
        </pc:inkChg>
        <pc:inkChg chg="add del">
          <ac:chgData name="植田 篤俊" userId="0d2b3cda-30c1-45e3-9e5c-02c0046d67fa" providerId="ADAL" clId="{A6AB8097-671C-4783-A056-5A985F003BDF}" dt="2026-04-20T15:22:04.419" v="3978"/>
          <ac:inkMkLst>
            <pc:docMk/>
            <pc:sldMk cId="942900471" sldId="261"/>
            <ac:inkMk id="757" creationId="{EC1501CB-4877-66BB-C382-9BE04B70ADD2}"/>
          </ac:inkMkLst>
        </pc:inkChg>
        <pc:inkChg chg="add del">
          <ac:chgData name="植田 篤俊" userId="0d2b3cda-30c1-45e3-9e5c-02c0046d67fa" providerId="ADAL" clId="{A6AB8097-671C-4783-A056-5A985F003BDF}" dt="2026-04-20T15:22:04.419" v="3978"/>
          <ac:inkMkLst>
            <pc:docMk/>
            <pc:sldMk cId="942900471" sldId="261"/>
            <ac:inkMk id="758" creationId="{0FA41808-79ED-5F49-F8BE-6CEA25C6043F}"/>
          </ac:inkMkLst>
        </pc:inkChg>
        <pc:inkChg chg="add del">
          <ac:chgData name="植田 篤俊" userId="0d2b3cda-30c1-45e3-9e5c-02c0046d67fa" providerId="ADAL" clId="{A6AB8097-671C-4783-A056-5A985F003BDF}" dt="2026-04-20T15:22:04.419" v="3978"/>
          <ac:inkMkLst>
            <pc:docMk/>
            <pc:sldMk cId="942900471" sldId="261"/>
            <ac:inkMk id="759" creationId="{6AFCD206-3CB9-A38E-84D7-4FB1615F5786}"/>
          </ac:inkMkLst>
        </pc:inkChg>
        <pc:inkChg chg="add reco">
          <ac:chgData name="植田 篤俊" userId="0d2b3cda-30c1-45e3-9e5c-02c0046d67fa" providerId="ADAL" clId="{A6AB8097-671C-4783-A056-5A985F003BDF}" dt="2026-04-20T15:22:04.419" v="3978"/>
          <ac:inkMkLst>
            <pc:docMk/>
            <pc:sldMk cId="942900471" sldId="261"/>
            <ac:inkMk id="760" creationId="{57119EAB-1AEF-DE98-492C-58C3EF464952}"/>
          </ac:inkMkLst>
        </pc:inkChg>
        <pc:inkChg chg="add del">
          <ac:chgData name="植田 篤俊" userId="0d2b3cda-30c1-45e3-9e5c-02c0046d67fa" providerId="ADAL" clId="{A6AB8097-671C-4783-A056-5A985F003BDF}" dt="2026-04-20T15:22:19.528" v="3988"/>
          <ac:inkMkLst>
            <pc:docMk/>
            <pc:sldMk cId="942900471" sldId="261"/>
            <ac:inkMk id="761" creationId="{D991848D-598A-6139-B665-ACE60D47694F}"/>
          </ac:inkMkLst>
        </pc:inkChg>
        <pc:inkChg chg="add del">
          <ac:chgData name="植田 篤俊" userId="0d2b3cda-30c1-45e3-9e5c-02c0046d67fa" providerId="ADAL" clId="{A6AB8097-671C-4783-A056-5A985F003BDF}" dt="2026-04-20T15:22:19.528" v="3988"/>
          <ac:inkMkLst>
            <pc:docMk/>
            <pc:sldMk cId="942900471" sldId="261"/>
            <ac:inkMk id="762" creationId="{0E4D087E-8955-D2AA-4168-533F9BBEE676}"/>
          </ac:inkMkLst>
        </pc:inkChg>
        <pc:inkChg chg="add del">
          <ac:chgData name="植田 篤俊" userId="0d2b3cda-30c1-45e3-9e5c-02c0046d67fa" providerId="ADAL" clId="{A6AB8097-671C-4783-A056-5A985F003BDF}" dt="2026-04-20T15:22:19.528" v="3988"/>
          <ac:inkMkLst>
            <pc:docMk/>
            <pc:sldMk cId="942900471" sldId="261"/>
            <ac:inkMk id="763" creationId="{5B9E7418-E1AD-EDC8-1E5E-B446B4769877}"/>
          </ac:inkMkLst>
        </pc:inkChg>
        <pc:inkChg chg="add del">
          <ac:chgData name="植田 篤俊" userId="0d2b3cda-30c1-45e3-9e5c-02c0046d67fa" providerId="ADAL" clId="{A6AB8097-671C-4783-A056-5A985F003BDF}" dt="2026-04-20T15:22:19.528" v="3988"/>
          <ac:inkMkLst>
            <pc:docMk/>
            <pc:sldMk cId="942900471" sldId="261"/>
            <ac:inkMk id="764" creationId="{4AD8456F-C53D-A7B6-CE6B-2ECDCB88BB3D}"/>
          </ac:inkMkLst>
        </pc:inkChg>
        <pc:inkChg chg="add del">
          <ac:chgData name="植田 篤俊" userId="0d2b3cda-30c1-45e3-9e5c-02c0046d67fa" providerId="ADAL" clId="{A6AB8097-671C-4783-A056-5A985F003BDF}" dt="2026-04-20T15:22:19.528" v="3988"/>
          <ac:inkMkLst>
            <pc:docMk/>
            <pc:sldMk cId="942900471" sldId="261"/>
            <ac:inkMk id="765" creationId="{8D07A9DA-3EF3-961F-C543-BCA719DDA915}"/>
          </ac:inkMkLst>
        </pc:inkChg>
        <pc:inkChg chg="add del">
          <ac:chgData name="植田 篤俊" userId="0d2b3cda-30c1-45e3-9e5c-02c0046d67fa" providerId="ADAL" clId="{A6AB8097-671C-4783-A056-5A985F003BDF}" dt="2026-04-20T15:22:19.528" v="3988"/>
          <ac:inkMkLst>
            <pc:docMk/>
            <pc:sldMk cId="942900471" sldId="261"/>
            <ac:inkMk id="766" creationId="{2855B466-003D-177D-730B-4F79FE2316F7}"/>
          </ac:inkMkLst>
        </pc:inkChg>
        <pc:inkChg chg="add del">
          <ac:chgData name="植田 篤俊" userId="0d2b3cda-30c1-45e3-9e5c-02c0046d67fa" providerId="ADAL" clId="{A6AB8097-671C-4783-A056-5A985F003BDF}" dt="2026-04-20T15:22:19.528" v="3988"/>
          <ac:inkMkLst>
            <pc:docMk/>
            <pc:sldMk cId="942900471" sldId="261"/>
            <ac:inkMk id="767" creationId="{5963B245-D5EB-215E-DF7F-08FB756E75FC}"/>
          </ac:inkMkLst>
        </pc:inkChg>
        <pc:inkChg chg="add del">
          <ac:chgData name="植田 篤俊" userId="0d2b3cda-30c1-45e3-9e5c-02c0046d67fa" providerId="ADAL" clId="{A6AB8097-671C-4783-A056-5A985F003BDF}" dt="2026-04-20T15:22:19.528" v="3988"/>
          <ac:inkMkLst>
            <pc:docMk/>
            <pc:sldMk cId="942900471" sldId="261"/>
            <ac:inkMk id="768" creationId="{DEC11AA1-C09C-C324-3F35-A10741671F2F}"/>
          </ac:inkMkLst>
        </pc:inkChg>
        <pc:inkChg chg="add del">
          <ac:chgData name="植田 篤俊" userId="0d2b3cda-30c1-45e3-9e5c-02c0046d67fa" providerId="ADAL" clId="{A6AB8097-671C-4783-A056-5A985F003BDF}" dt="2026-04-20T15:22:19.528" v="3988"/>
          <ac:inkMkLst>
            <pc:docMk/>
            <pc:sldMk cId="942900471" sldId="261"/>
            <ac:inkMk id="769" creationId="{F57818E6-CAF7-F0A8-8887-ED2297329637}"/>
          </ac:inkMkLst>
        </pc:inkChg>
        <pc:inkChg chg="add reco">
          <ac:chgData name="植田 篤俊" userId="0d2b3cda-30c1-45e3-9e5c-02c0046d67fa" providerId="ADAL" clId="{A6AB8097-671C-4783-A056-5A985F003BDF}" dt="2026-04-20T15:22:19.528" v="3988"/>
          <ac:inkMkLst>
            <pc:docMk/>
            <pc:sldMk cId="942900471" sldId="261"/>
            <ac:inkMk id="770" creationId="{9B4F4FE5-D9CC-F28F-644F-0B3EA96165CE}"/>
          </ac:inkMkLst>
        </pc:inkChg>
        <pc:inkChg chg="add del">
          <ac:chgData name="植田 篤俊" userId="0d2b3cda-30c1-45e3-9e5c-02c0046d67fa" providerId="ADAL" clId="{A6AB8097-671C-4783-A056-5A985F003BDF}" dt="2026-04-20T15:22:30.571" v="4015"/>
          <ac:inkMkLst>
            <pc:docMk/>
            <pc:sldMk cId="942900471" sldId="261"/>
            <ac:inkMk id="771" creationId="{D4EB4A5B-ACC7-36B6-E87E-812CCCB80CE1}"/>
          </ac:inkMkLst>
        </pc:inkChg>
        <pc:inkChg chg="add">
          <ac:chgData name="植田 篤俊" userId="0d2b3cda-30c1-45e3-9e5c-02c0046d67fa" providerId="ADAL" clId="{A6AB8097-671C-4783-A056-5A985F003BDF}" dt="2026-04-20T15:22:20.072" v="3990"/>
          <ac:inkMkLst>
            <pc:docMk/>
            <pc:sldMk cId="942900471" sldId="261"/>
            <ac:inkMk id="772" creationId="{FA8FCB8E-715B-F469-363F-3168E1B9C658}"/>
          </ac:inkMkLst>
        </pc:inkChg>
        <pc:inkChg chg="add del">
          <ac:chgData name="植田 篤俊" userId="0d2b3cda-30c1-45e3-9e5c-02c0046d67fa" providerId="ADAL" clId="{A6AB8097-671C-4783-A056-5A985F003BDF}" dt="2026-04-20T15:22:30.571" v="4015"/>
          <ac:inkMkLst>
            <pc:docMk/>
            <pc:sldMk cId="942900471" sldId="261"/>
            <ac:inkMk id="773" creationId="{29B861F9-2791-6383-694D-89E8FB10FECE}"/>
          </ac:inkMkLst>
        </pc:inkChg>
        <pc:inkChg chg="add del">
          <ac:chgData name="植田 篤俊" userId="0d2b3cda-30c1-45e3-9e5c-02c0046d67fa" providerId="ADAL" clId="{A6AB8097-671C-4783-A056-5A985F003BDF}" dt="2026-04-20T15:22:30.571" v="4015"/>
          <ac:inkMkLst>
            <pc:docMk/>
            <pc:sldMk cId="942900471" sldId="261"/>
            <ac:inkMk id="774" creationId="{E2651A4B-6266-044C-7980-E7D9EDF7D7C1}"/>
          </ac:inkMkLst>
        </pc:inkChg>
        <pc:inkChg chg="add">
          <ac:chgData name="植田 篤俊" userId="0d2b3cda-30c1-45e3-9e5c-02c0046d67fa" providerId="ADAL" clId="{A6AB8097-671C-4783-A056-5A985F003BDF}" dt="2026-04-20T15:22:21.357" v="3993"/>
          <ac:inkMkLst>
            <pc:docMk/>
            <pc:sldMk cId="942900471" sldId="261"/>
            <ac:inkMk id="775" creationId="{2965D46D-BAB7-7A18-C755-A217159B5BA4}"/>
          </ac:inkMkLst>
        </pc:inkChg>
        <pc:inkChg chg="add">
          <ac:chgData name="植田 篤俊" userId="0d2b3cda-30c1-45e3-9e5c-02c0046d67fa" providerId="ADAL" clId="{A6AB8097-671C-4783-A056-5A985F003BDF}" dt="2026-04-20T15:22:21.509" v="3994"/>
          <ac:inkMkLst>
            <pc:docMk/>
            <pc:sldMk cId="942900471" sldId="261"/>
            <ac:inkMk id="776" creationId="{BDA885AF-B518-03AF-11D2-FAF6AD2D0116}"/>
          </ac:inkMkLst>
        </pc:inkChg>
        <pc:inkChg chg="add">
          <ac:chgData name="植田 篤俊" userId="0d2b3cda-30c1-45e3-9e5c-02c0046d67fa" providerId="ADAL" clId="{A6AB8097-671C-4783-A056-5A985F003BDF}" dt="2026-04-20T15:22:22.145" v="3995"/>
          <ac:inkMkLst>
            <pc:docMk/>
            <pc:sldMk cId="942900471" sldId="261"/>
            <ac:inkMk id="777" creationId="{E617289B-4E26-22DA-B82D-7A91FDD108D3}"/>
          </ac:inkMkLst>
        </pc:inkChg>
        <pc:inkChg chg="add">
          <ac:chgData name="植田 篤俊" userId="0d2b3cda-30c1-45e3-9e5c-02c0046d67fa" providerId="ADAL" clId="{A6AB8097-671C-4783-A056-5A985F003BDF}" dt="2026-04-20T15:22:22.544" v="3996"/>
          <ac:inkMkLst>
            <pc:docMk/>
            <pc:sldMk cId="942900471" sldId="261"/>
            <ac:inkMk id="778" creationId="{5C36D1FA-8D2D-2C96-6EEB-3AF5FC01C06D}"/>
          </ac:inkMkLst>
        </pc:inkChg>
        <pc:inkChg chg="add">
          <ac:chgData name="植田 篤俊" userId="0d2b3cda-30c1-45e3-9e5c-02c0046d67fa" providerId="ADAL" clId="{A6AB8097-671C-4783-A056-5A985F003BDF}" dt="2026-04-20T15:22:22.776" v="3997"/>
          <ac:inkMkLst>
            <pc:docMk/>
            <pc:sldMk cId="942900471" sldId="261"/>
            <ac:inkMk id="779" creationId="{7EF839E5-A820-914B-F3BE-39B5D2AC4826}"/>
          </ac:inkMkLst>
        </pc:inkChg>
        <pc:inkChg chg="add">
          <ac:chgData name="植田 篤俊" userId="0d2b3cda-30c1-45e3-9e5c-02c0046d67fa" providerId="ADAL" clId="{A6AB8097-671C-4783-A056-5A985F003BDF}" dt="2026-04-20T15:22:23.294" v="3998"/>
          <ac:inkMkLst>
            <pc:docMk/>
            <pc:sldMk cId="942900471" sldId="261"/>
            <ac:inkMk id="780" creationId="{561F9E63-752F-2957-5FB1-3F9ACA5D96EB}"/>
          </ac:inkMkLst>
        </pc:inkChg>
        <pc:inkChg chg="add">
          <ac:chgData name="植田 篤俊" userId="0d2b3cda-30c1-45e3-9e5c-02c0046d67fa" providerId="ADAL" clId="{A6AB8097-671C-4783-A056-5A985F003BDF}" dt="2026-04-20T15:22:23.610" v="3999"/>
          <ac:inkMkLst>
            <pc:docMk/>
            <pc:sldMk cId="942900471" sldId="261"/>
            <ac:inkMk id="781" creationId="{9C1228C4-1CDA-1B53-F8F4-AA70B5305FED}"/>
          </ac:inkMkLst>
        </pc:inkChg>
        <pc:inkChg chg="add">
          <ac:chgData name="植田 篤俊" userId="0d2b3cda-30c1-45e3-9e5c-02c0046d67fa" providerId="ADAL" clId="{A6AB8097-671C-4783-A056-5A985F003BDF}" dt="2026-04-20T15:22:23.861" v="4000"/>
          <ac:inkMkLst>
            <pc:docMk/>
            <pc:sldMk cId="942900471" sldId="261"/>
            <ac:inkMk id="782" creationId="{9257485A-BF17-518B-D274-915DB200A297}"/>
          </ac:inkMkLst>
        </pc:inkChg>
        <pc:inkChg chg="add">
          <ac:chgData name="植田 篤俊" userId="0d2b3cda-30c1-45e3-9e5c-02c0046d67fa" providerId="ADAL" clId="{A6AB8097-671C-4783-A056-5A985F003BDF}" dt="2026-04-20T15:22:24.419" v="4001"/>
          <ac:inkMkLst>
            <pc:docMk/>
            <pc:sldMk cId="942900471" sldId="261"/>
            <ac:inkMk id="783" creationId="{DBA9DAA7-8CBB-A8E7-2D6A-999A2504B232}"/>
          </ac:inkMkLst>
        </pc:inkChg>
        <pc:inkChg chg="add">
          <ac:chgData name="植田 篤俊" userId="0d2b3cda-30c1-45e3-9e5c-02c0046d67fa" providerId="ADAL" clId="{A6AB8097-671C-4783-A056-5A985F003BDF}" dt="2026-04-20T15:22:25.738" v="4002"/>
          <ac:inkMkLst>
            <pc:docMk/>
            <pc:sldMk cId="942900471" sldId="261"/>
            <ac:inkMk id="784" creationId="{41DA346B-2DDA-1DA7-A822-650248455329}"/>
          </ac:inkMkLst>
        </pc:inkChg>
        <pc:inkChg chg="add">
          <ac:chgData name="植田 篤俊" userId="0d2b3cda-30c1-45e3-9e5c-02c0046d67fa" providerId="ADAL" clId="{A6AB8097-671C-4783-A056-5A985F003BDF}" dt="2026-04-20T15:22:25.787" v="4003"/>
          <ac:inkMkLst>
            <pc:docMk/>
            <pc:sldMk cId="942900471" sldId="261"/>
            <ac:inkMk id="785" creationId="{AEB85F61-EEA6-033D-4D3C-AE91D9B81037}"/>
          </ac:inkMkLst>
        </pc:inkChg>
        <pc:inkChg chg="add">
          <ac:chgData name="植田 篤俊" userId="0d2b3cda-30c1-45e3-9e5c-02c0046d67fa" providerId="ADAL" clId="{A6AB8097-671C-4783-A056-5A985F003BDF}" dt="2026-04-20T15:22:26.302" v="4004"/>
          <ac:inkMkLst>
            <pc:docMk/>
            <pc:sldMk cId="942900471" sldId="261"/>
            <ac:inkMk id="786" creationId="{FD9C7745-C780-5504-20D8-0AEC717520EC}"/>
          </ac:inkMkLst>
        </pc:inkChg>
        <pc:inkChg chg="add">
          <ac:chgData name="植田 篤俊" userId="0d2b3cda-30c1-45e3-9e5c-02c0046d67fa" providerId="ADAL" clId="{A6AB8097-671C-4783-A056-5A985F003BDF}" dt="2026-04-20T15:22:26.597" v="4005"/>
          <ac:inkMkLst>
            <pc:docMk/>
            <pc:sldMk cId="942900471" sldId="261"/>
            <ac:inkMk id="787" creationId="{E5528B7A-C891-93C5-9E0F-2D4FF46E659B}"/>
          </ac:inkMkLst>
        </pc:inkChg>
        <pc:inkChg chg="add">
          <ac:chgData name="植田 篤俊" userId="0d2b3cda-30c1-45e3-9e5c-02c0046d67fa" providerId="ADAL" clId="{A6AB8097-671C-4783-A056-5A985F003BDF}" dt="2026-04-20T15:22:26.881" v="4006"/>
          <ac:inkMkLst>
            <pc:docMk/>
            <pc:sldMk cId="942900471" sldId="261"/>
            <ac:inkMk id="788" creationId="{9F3458C4-BE9E-3F22-A5AE-22F82395439D}"/>
          </ac:inkMkLst>
        </pc:inkChg>
        <pc:inkChg chg="add">
          <ac:chgData name="植田 篤俊" userId="0d2b3cda-30c1-45e3-9e5c-02c0046d67fa" providerId="ADAL" clId="{A6AB8097-671C-4783-A056-5A985F003BDF}" dt="2026-04-20T15:22:27.813" v="4007"/>
          <ac:inkMkLst>
            <pc:docMk/>
            <pc:sldMk cId="942900471" sldId="261"/>
            <ac:inkMk id="789" creationId="{A6ACA0AC-652E-D75A-C1A3-428CE6E521A0}"/>
          </ac:inkMkLst>
        </pc:inkChg>
        <pc:inkChg chg="add">
          <ac:chgData name="植田 篤俊" userId="0d2b3cda-30c1-45e3-9e5c-02c0046d67fa" providerId="ADAL" clId="{A6AB8097-671C-4783-A056-5A985F003BDF}" dt="2026-04-20T15:22:27.902" v="4008"/>
          <ac:inkMkLst>
            <pc:docMk/>
            <pc:sldMk cId="942900471" sldId="261"/>
            <ac:inkMk id="790" creationId="{48A946C1-60D0-F993-C4A5-CD3B05D1C5C3}"/>
          </ac:inkMkLst>
        </pc:inkChg>
        <pc:inkChg chg="add del">
          <ac:chgData name="植田 篤俊" userId="0d2b3cda-30c1-45e3-9e5c-02c0046d67fa" providerId="ADAL" clId="{A6AB8097-671C-4783-A056-5A985F003BDF}" dt="2026-04-20T15:22:30.571" v="4015"/>
          <ac:inkMkLst>
            <pc:docMk/>
            <pc:sldMk cId="942900471" sldId="261"/>
            <ac:inkMk id="791" creationId="{132AA35E-C13B-E43F-3CF9-FFB61F7E4B5A}"/>
          </ac:inkMkLst>
        </pc:inkChg>
        <pc:inkChg chg="add del">
          <ac:chgData name="植田 篤俊" userId="0d2b3cda-30c1-45e3-9e5c-02c0046d67fa" providerId="ADAL" clId="{A6AB8097-671C-4783-A056-5A985F003BDF}" dt="2026-04-20T15:22:30.571" v="4015"/>
          <ac:inkMkLst>
            <pc:docMk/>
            <pc:sldMk cId="942900471" sldId="261"/>
            <ac:inkMk id="792" creationId="{C128137C-2619-85A9-5136-54FBE8B7F080}"/>
          </ac:inkMkLst>
        </pc:inkChg>
        <pc:inkChg chg="add del">
          <ac:chgData name="植田 篤俊" userId="0d2b3cda-30c1-45e3-9e5c-02c0046d67fa" providerId="ADAL" clId="{A6AB8097-671C-4783-A056-5A985F003BDF}" dt="2026-04-20T15:22:30.571" v="4015"/>
          <ac:inkMkLst>
            <pc:docMk/>
            <pc:sldMk cId="942900471" sldId="261"/>
            <ac:inkMk id="793" creationId="{BB88370B-2223-8D76-56CE-7D1F2A562039}"/>
          </ac:inkMkLst>
        </pc:inkChg>
        <pc:inkChg chg="add del">
          <ac:chgData name="植田 篤俊" userId="0d2b3cda-30c1-45e3-9e5c-02c0046d67fa" providerId="ADAL" clId="{A6AB8097-671C-4783-A056-5A985F003BDF}" dt="2026-04-20T15:22:30.571" v="4015"/>
          <ac:inkMkLst>
            <pc:docMk/>
            <pc:sldMk cId="942900471" sldId="261"/>
            <ac:inkMk id="794" creationId="{F941CBB6-0542-DE58-14EB-4F1D952A8967}"/>
          </ac:inkMkLst>
        </pc:inkChg>
        <pc:inkChg chg="add">
          <ac:chgData name="植田 篤俊" userId="0d2b3cda-30c1-45e3-9e5c-02c0046d67fa" providerId="ADAL" clId="{A6AB8097-671C-4783-A056-5A985F003BDF}" dt="2026-04-20T15:22:29.533" v="4013"/>
          <ac:inkMkLst>
            <pc:docMk/>
            <pc:sldMk cId="942900471" sldId="261"/>
            <ac:inkMk id="795" creationId="{B25866B4-3FF8-A82A-190F-69F99FB2556E}"/>
          </ac:inkMkLst>
        </pc:inkChg>
        <pc:inkChg chg="add del">
          <ac:chgData name="植田 篤俊" userId="0d2b3cda-30c1-45e3-9e5c-02c0046d67fa" providerId="ADAL" clId="{A6AB8097-671C-4783-A056-5A985F003BDF}" dt="2026-04-20T15:22:30.571" v="4015"/>
          <ac:inkMkLst>
            <pc:docMk/>
            <pc:sldMk cId="942900471" sldId="261"/>
            <ac:inkMk id="796" creationId="{6DC6FE00-659A-DC10-3862-A8898EED08E4}"/>
          </ac:inkMkLst>
        </pc:inkChg>
        <pc:inkChg chg="add reco">
          <ac:chgData name="植田 篤俊" userId="0d2b3cda-30c1-45e3-9e5c-02c0046d67fa" providerId="ADAL" clId="{A6AB8097-671C-4783-A056-5A985F003BDF}" dt="2026-04-20T15:22:30.571" v="4015"/>
          <ac:inkMkLst>
            <pc:docMk/>
            <pc:sldMk cId="942900471" sldId="261"/>
            <ac:inkMk id="797" creationId="{6365765E-1F1A-21B3-6AAB-0E00503B50BC}"/>
          </ac:inkMkLst>
        </pc:inkChg>
        <pc:inkChg chg="add reco">
          <ac:chgData name="植田 篤俊" userId="0d2b3cda-30c1-45e3-9e5c-02c0046d67fa" providerId="ADAL" clId="{A6AB8097-671C-4783-A056-5A985F003BDF}" dt="2026-04-20T15:22:30.571" v="4015"/>
          <ac:inkMkLst>
            <pc:docMk/>
            <pc:sldMk cId="942900471" sldId="261"/>
            <ac:inkMk id="798" creationId="{5FA36797-A281-A8EE-04FA-5C11E966D2E7}"/>
          </ac:inkMkLst>
        </pc:inkChg>
      </pc:sldChg>
    </pc:docChg>
  </pc:docChgLst>
  <pc:docChgLst>
    <pc:chgData name="植田 篤俊" userId="S::andou@nanzanboys.onmicrosoft.com::0d2b3cda-30c1-45e3-9e5c-02c0046d67fa" providerId="AD" clId="Web-{1236E53D-CEF8-1178-988F-889C333D3FDC}"/>
    <pc:docChg chg="delSld">
      <pc:chgData name="植田 篤俊" userId="S::andou@nanzanboys.onmicrosoft.com::0d2b3cda-30c1-45e3-9e5c-02c0046d67fa" providerId="AD" clId="Web-{1236E53D-CEF8-1178-988F-889C333D3FDC}" dt="2026-04-21T14:32:19.153" v="3"/>
      <pc:docMkLst>
        <pc:docMk/>
      </pc:docMkLst>
      <pc:sldChg chg="del">
        <pc:chgData name="植田 篤俊" userId="S::andou@nanzanboys.onmicrosoft.com::0d2b3cda-30c1-45e3-9e5c-02c0046d67fa" providerId="AD" clId="Web-{1236E53D-CEF8-1178-988F-889C333D3FDC}" dt="2026-04-21T14:32:15.606" v="0"/>
        <pc:sldMkLst>
          <pc:docMk/>
          <pc:sldMk cId="2094875535" sldId="262"/>
        </pc:sldMkLst>
      </pc:sldChg>
      <pc:sldChg chg="del">
        <pc:chgData name="植田 篤俊" userId="S::andou@nanzanboys.onmicrosoft.com::0d2b3cda-30c1-45e3-9e5c-02c0046d67fa" providerId="AD" clId="Web-{1236E53D-CEF8-1178-988F-889C333D3FDC}" dt="2026-04-21T14:32:17.950" v="2"/>
        <pc:sldMkLst>
          <pc:docMk/>
          <pc:sldMk cId="4062886815" sldId="263"/>
        </pc:sldMkLst>
      </pc:sldChg>
      <pc:sldChg chg="del">
        <pc:chgData name="植田 篤俊" userId="S::andou@nanzanboys.onmicrosoft.com::0d2b3cda-30c1-45e3-9e5c-02c0046d67fa" providerId="AD" clId="Web-{1236E53D-CEF8-1178-988F-889C333D3FDC}" dt="2026-04-21T14:32:19.153" v="3"/>
        <pc:sldMkLst>
          <pc:docMk/>
          <pc:sldMk cId="1944943288" sldId="264"/>
        </pc:sldMkLst>
      </pc:sldChg>
      <pc:sldChg chg="del">
        <pc:chgData name="植田 篤俊" userId="S::andou@nanzanboys.onmicrosoft.com::0d2b3cda-30c1-45e3-9e5c-02c0046d67fa" providerId="AD" clId="Web-{1236E53D-CEF8-1178-988F-889C333D3FDC}" dt="2026-04-21T14:32:16.872" v="1"/>
        <pc:sldMkLst>
          <pc:docMk/>
          <pc:sldMk cId="1860647947" sldId="265"/>
        </pc:sldMkLst>
      </pc:sldChg>
    </pc:docChg>
  </pc:docChgLst>
  <pc:docChgLst>
    <pc:chgData name="くん あっ" userId="b02e18f88093bbb2" providerId="LiveId" clId="{0727E06A-3B49-4236-9D64-1FAAF9F282AC}"/>
    <pc:docChg chg="custSel modSld">
      <pc:chgData name="くん あっ" userId="b02e18f88093bbb2" providerId="LiveId" clId="{0727E06A-3B49-4236-9D64-1FAAF9F282AC}" dt="2026-04-19T13:56:45.455" v="22" actId="478"/>
      <pc:docMkLst>
        <pc:docMk/>
      </pc:docMkLst>
      <pc:sldChg chg="delSp mod">
        <pc:chgData name="くん あっ" userId="b02e18f88093bbb2" providerId="LiveId" clId="{0727E06A-3B49-4236-9D64-1FAAF9F282AC}" dt="2026-04-19T13:47:53.039" v="19" actId="478"/>
        <pc:sldMkLst>
          <pc:docMk/>
          <pc:sldMk cId="0" sldId="256"/>
        </pc:sldMkLst>
      </pc:sldChg>
      <pc:sldChg chg="addSp delSp modSp mod">
        <pc:chgData name="くん あっ" userId="b02e18f88093bbb2" providerId="LiveId" clId="{0727E06A-3B49-4236-9D64-1FAAF9F282AC}" dt="2026-04-19T13:56:45.455" v="22" actId="478"/>
        <pc:sldMkLst>
          <pc:docMk/>
          <pc:sldMk cId="2758796449" sldId="257"/>
        </pc:sldMkLst>
        <pc:picChg chg="add mod">
          <ac:chgData name="くん あっ" userId="b02e18f88093bbb2" providerId="LiveId" clId="{0727E06A-3B49-4236-9D64-1FAAF9F282AC}" dt="2026-04-19T13:56:44.079" v="21" actId="1076"/>
          <ac:picMkLst>
            <pc:docMk/>
            <pc:sldMk cId="2758796449" sldId="257"/>
            <ac:picMk id="5" creationId="{09E6CA45-E4EC-EE98-C139-BD6822BCFF1B}"/>
          </ac:picMkLst>
        </pc:picChg>
        <pc:picChg chg="add mod">
          <ac:chgData name="くん あっ" userId="b02e18f88093bbb2" providerId="LiveId" clId="{0727E06A-3B49-4236-9D64-1FAAF9F282AC}" dt="2026-04-19T13:56:44.079" v="21" actId="1076"/>
          <ac:picMkLst>
            <pc:docMk/>
            <pc:sldMk cId="2758796449" sldId="257"/>
            <ac:picMk id="7" creationId="{1DDED80D-74FB-9E72-389F-BB0D21B15CBE}"/>
          </ac:picMkLst>
        </pc:picChg>
        <pc:picChg chg="add mod">
          <ac:chgData name="くん あっ" userId="b02e18f88093bbb2" providerId="LiveId" clId="{0727E06A-3B49-4236-9D64-1FAAF9F282AC}" dt="2026-04-19T13:56:44.079" v="21" actId="1076"/>
          <ac:picMkLst>
            <pc:docMk/>
            <pc:sldMk cId="2758796449" sldId="257"/>
            <ac:picMk id="9" creationId="{CA76C095-0750-F23B-B7FB-AE7066DED128}"/>
          </ac:picMkLst>
        </pc:picChg>
        <pc:picChg chg="add mod">
          <ac:chgData name="くん あっ" userId="b02e18f88093bbb2" providerId="LiveId" clId="{0727E06A-3B49-4236-9D64-1FAAF9F282AC}" dt="2026-04-19T13:56:44.079" v="21" actId="1076"/>
          <ac:picMkLst>
            <pc:docMk/>
            <pc:sldMk cId="2758796449" sldId="257"/>
            <ac:picMk id="11" creationId="{B471238D-406A-24B0-0508-92F98783C665}"/>
          </ac:picMkLst>
        </pc:picChg>
        <pc:picChg chg="add mod">
          <ac:chgData name="くん あっ" userId="b02e18f88093bbb2" providerId="LiveId" clId="{0727E06A-3B49-4236-9D64-1FAAF9F282AC}" dt="2026-04-19T13:56:44.079" v="21" actId="1076"/>
          <ac:picMkLst>
            <pc:docMk/>
            <pc:sldMk cId="2758796449" sldId="257"/>
            <ac:picMk id="14" creationId="{93BFADE1-3DB7-D287-C7A0-8415A8AE9A09}"/>
          </ac:picMkLst>
        </pc:picChg>
        <pc:picChg chg="add">
          <ac:chgData name="くん あっ" userId="b02e18f88093bbb2" providerId="LiveId" clId="{0727E06A-3B49-4236-9D64-1FAAF9F282AC}" dt="2026-04-19T13:47:02.055" v="9" actId="22"/>
          <ac:picMkLst>
            <pc:docMk/>
            <pc:sldMk cId="2758796449" sldId="257"/>
            <ac:picMk id="16" creationId="{64301F8B-A81E-BCD5-BBFF-F160A6363043}"/>
          </ac:picMkLst>
        </pc:picChg>
        <pc:picChg chg="add mod">
          <ac:chgData name="くん あっ" userId="b02e18f88093bbb2" providerId="LiveId" clId="{0727E06A-3B49-4236-9D64-1FAAF9F282AC}" dt="2026-04-19T13:56:44.079" v="21" actId="1076"/>
          <ac:picMkLst>
            <pc:docMk/>
            <pc:sldMk cId="2758796449" sldId="257"/>
            <ac:picMk id="18" creationId="{0001E148-F115-BD43-64BC-19AB8CBA8C5D}"/>
          </ac:picMkLst>
        </pc:picChg>
        <pc:picChg chg="add">
          <ac:chgData name="くん あっ" userId="b02e18f88093bbb2" providerId="LiveId" clId="{0727E06A-3B49-4236-9D64-1FAAF9F282AC}" dt="2026-04-19T13:47:13.280" v="11" actId="22"/>
          <ac:picMkLst>
            <pc:docMk/>
            <pc:sldMk cId="2758796449" sldId="257"/>
            <ac:picMk id="20" creationId="{A58DC0CB-C0B8-3E67-F123-1ED45554C608}"/>
          </ac:picMkLst>
        </pc:picChg>
        <pc:picChg chg="add mod">
          <ac:chgData name="くん あっ" userId="b02e18f88093bbb2" providerId="LiveId" clId="{0727E06A-3B49-4236-9D64-1FAAF9F282AC}" dt="2026-04-19T13:56:44.079" v="21" actId="1076"/>
          <ac:picMkLst>
            <pc:docMk/>
            <pc:sldMk cId="2758796449" sldId="257"/>
            <ac:picMk id="22" creationId="{DFDA06AB-F0A8-4FC2-E3FF-441DA4AA5FAF}"/>
          </ac:picMkLst>
        </pc:picChg>
        <pc:picChg chg="add">
          <ac:chgData name="くん あっ" userId="b02e18f88093bbb2" providerId="LiveId" clId="{0727E06A-3B49-4236-9D64-1FAAF9F282AC}" dt="2026-04-19T13:47:22.588" v="13" actId="22"/>
          <ac:picMkLst>
            <pc:docMk/>
            <pc:sldMk cId="2758796449" sldId="257"/>
            <ac:picMk id="24" creationId="{D662ABD1-444F-AA94-D645-5107719DD753}"/>
          </ac:picMkLst>
        </pc:picChg>
        <pc:picChg chg="add mod">
          <ac:chgData name="くん あっ" userId="b02e18f88093bbb2" providerId="LiveId" clId="{0727E06A-3B49-4236-9D64-1FAAF9F282AC}" dt="2026-04-19T13:56:44.079" v="21" actId="1076"/>
          <ac:picMkLst>
            <pc:docMk/>
            <pc:sldMk cId="2758796449" sldId="257"/>
            <ac:picMk id="26" creationId="{89933117-E691-734A-5078-63B90894C85A}"/>
          </ac:picMkLst>
        </pc:picChg>
        <pc:picChg chg="add">
          <ac:chgData name="くん あっ" userId="b02e18f88093bbb2" providerId="LiveId" clId="{0727E06A-3B49-4236-9D64-1FAAF9F282AC}" dt="2026-04-19T13:47:31.398" v="15" actId="22"/>
          <ac:picMkLst>
            <pc:docMk/>
            <pc:sldMk cId="2758796449" sldId="257"/>
            <ac:picMk id="28" creationId="{8DD496BB-8D99-533D-275A-356D80229388}"/>
          </ac:picMkLst>
        </pc:picChg>
        <pc:picChg chg="add">
          <ac:chgData name="くん あっ" userId="b02e18f88093bbb2" providerId="LiveId" clId="{0727E06A-3B49-4236-9D64-1FAAF9F282AC}" dt="2026-04-19T13:47:37.996" v="16" actId="22"/>
          <ac:picMkLst>
            <pc:docMk/>
            <pc:sldMk cId="2758796449" sldId="257"/>
            <ac:picMk id="30" creationId="{FAF8F9AF-AF53-7B3A-2564-94C2FEB302C7}"/>
          </ac:picMkLst>
        </pc:picChg>
        <pc:picChg chg="add mod">
          <ac:chgData name="くん あっ" userId="b02e18f88093bbb2" providerId="LiveId" clId="{0727E06A-3B49-4236-9D64-1FAAF9F282AC}" dt="2026-04-19T13:56:44.079" v="21" actId="1076"/>
          <ac:picMkLst>
            <pc:docMk/>
            <pc:sldMk cId="2758796449" sldId="257"/>
            <ac:picMk id="32" creationId="{D9C33C7A-126D-EC7D-F02A-3DE5F2087D28}"/>
          </ac:picMkLst>
        </pc:picChg>
        <pc:picChg chg="add mod">
          <ac:chgData name="くん あっ" userId="b02e18f88093bbb2" providerId="LiveId" clId="{0727E06A-3B49-4236-9D64-1FAAF9F282AC}" dt="2026-04-19T13:56:44.079" v="21" actId="1076"/>
          <ac:picMkLst>
            <pc:docMk/>
            <pc:sldMk cId="2758796449" sldId="257"/>
            <ac:picMk id="34" creationId="{05718426-A554-58EA-8A22-D5EB28A193C9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2:49.026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357 32 8354,'2'-6'1740,"1"3"-219,-2-3-1369,4 5 0,-6-4 0,-2 6-56,0 3 0,-4 1 0,2 6 0,-1 1-193,-2 2 0,-1 2 0,-3 6 0,-1 2-60,-1 4 0,-4 3 0,0 1 1,-2 3 181,0 4 1,-1 0-1,0 1 1,1-3 155,2 0 0,0-2 0,4-5 0,1-2-51,1-4 1,2-3 0,0-3 0,2-4 113,1-3 1,1 3-67,-1 0 0,-1 0-52,5-3 0,-2-5-133,1-3 0,3 0 251,-2 0-168,2-2-50,1 4-651,0-5 1,4 0 648,3 0 1,3 0 0,0 0 0,1-1-8,-1-3 0,2 3 1,2-4-1,3 1-14,3-3 1,6-3-1,2-1 1,3-2-160,4-1 0,2-5 1,4 2-1,-1-3 87,-2-1 0,0 1 1,1 2-1,-3 1 86,-3 2 0,-4 2 0,-9 5 1,-2 2 44,-4 2 1,-3 0 0,-2 3 199,-2-3 1,-1 3 302,-2-2-198,-3 2 258,4 1 426,-5 0-736,-5 0 1,3-2-438,-5-1 0,0 2 1,-4-4-57,1 0 1,-1 4 0,0-3 0,-2 0-81,-1 1 1,-5-6-1,2 4 1,-3-2-171,-1 0 0,-1-4 0,-3-4 0,-3-1 50,-2-3 1,-2-2 0,1-2 0,-1-3-11,1-1 1,1 0 0,2-1 0,3 3 318,3-1 1,2 5-1,3-1 1,3 5 271,2 1 1,5 4 0,1 3 0,0 4 565,1 0 0,1 1 467,-3 4-653,5 0-600,-3 0 0,5 5 0,0 2 0,0 4-150,0 3 1,0 2 0,1 6 0,3 4 257,3 5 0,2 2 1,3 5-1,2 3 65,3 3 1,3 8-1,1 5 1,1 1-62,3 3 0,-3-5 1,2-3-1,-3-5 117,-3-5 1,0-9 0,-4-13 0,-2-6 478,-4-3 0,2-6 280,-3-3-711,2-2 1,-3-2 0,-3-2-1,-2-4-47,-1-3 0,4-5 1,-1-4-1,1-4-451,1-5 1,-3-7-1,4-4 1,0-6-334,-1-4 0,-1 2 0,2-2 0,-2 0-92,-1 1 1,1-2 0,0 7 0,-2 4 465,-1 6 0,-1 14 0,0 1 630,0 5 0,-1 7 555,-2 3-257,1 2-2245,-2 1 983,4 0 1,-9 4 0,-3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2:53.475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32 316 8278,'-7'6'-32,"1"-2"542,1 1 1,1-4 1042,0 3-722,3-3-784,-4-1 1,6 0-1,3 0 43,3 0 0,2-5 0,3-2 0,1-2-189,1-2 0,4 0 0,0-3 0,2-3-123,1 1 0,0-4 0,0 3 0,0-2-87,0 2 1,0-2-1,-2 5 1,-1 0-59,-4-1 0,-2 4 0,-2 0 199,1 2 0,-6 6 717,-1-4-19,-3 5 0,-2-3 419,-3 5-646,-1 0 1,-2 0 97,0 0-229,4 0 0,-3 0-56,3 0 1,1 0-73,-5 0 0,4 5-104,0 2 0,-2-2 1,2 2-1,0 3 20,2 3 1,0-1 0,-1 7 0,-2 3 122,2 5 0,1 4 0,1 6 0,0 5 108,0 5 1,0 9 0,0 4-1,1 0 99,2 0 0,-2-8 0,3-6 0,-3-4 76,-1-4 0,1-6 0,2-9 235,0-4 90,1-4-286,-4-9 0,-2-2-214,-1-4 1,1 0 0,-5-1-517,-2-2 0,0 1 1,-1-2-174,-1-1 0,1-1 0,-1-3 0,1 1-418,-1 1 0,1 0 1,-1-2-429,1 2 1,-1-3 606,1 3 0,-1 1 0,1 1 288,-1 0 0,4 1 0,0 4 385,-1 0 0,-1-3 59,-2-1 1909,1 1 669,-1-2-1909,5-1 0,2-1 1,5 0-763,2-1 0,1 2 0,5-1 0,4-1 98,2-1 0,40-30 0,13-6 0</inkml:trace>
  <inkml:trace contextRef="#ctx0" brushRef="#br0" timeOffset="950">619 1 10350,'0'6'534,"0"0"1,1-4-682,3 1 0,-2 2-781,5-1 0,-3-2 928,3 5 0,0 14 0,3 7 0</inkml:trace>
  <inkml:trace contextRef="#ctx0" brushRef="#br0" timeOffset="1700">504 179 7871,'-7'0'2190,"0"0"-1975,5 0 0,-2-1 0,8-1 0,3-2-73,2 2 1,5-3 0,0 1 0,0-1-231,1 0 0,-3-2 0,2 3 0,-3-2-215,0-2 1,-1 3 0,1 0-159,-1 1 0,1 1-181,-1-4 502,-4 5 1,-2-1 186,-8 6 0,-2 3 0,-3 4 0,1 0 54,1-3 1,1 2 0,-2-2 0,1 2 75,-1 2 0,2 3 1,0 0-1,0 0 59,0 1 1,1-2 0,-2 3-1,2 0-45,0 1 0,4-4 1,-2 1-1,1-3-172,2 0 0,2-1 1,1 0-81,4-3 0,2-4 0,2-5 0,1-4-318,2-3 1,-3 0 0,4-6 0,-1 0-153,0-2 0,4 1 0,-4 2 0,-3 3-1,-2 0 1,0 4 944,-2 0-71,-2 5 1,-2 2 0,-6 7-1,-4 2-141,-3 2 0,0 0 1,-1 3-1,1 3-299,-1-1 1,-3 0 0,0-2 0,0 4-29,-1 2 1,4-3-1,-3-1 1,1 0 17,-1-4 0,2 4 1,-1-2-1,4-3 191,2-3 1,3 1 666,-3-6-394,5 1 0,-3-6-32,5-1 0,2 2 285,1-3 1,-2 2 856,3-2-988,-3 3 0,0-3-328,3 4 0,1 0 0,6 0 1,-1 0-70,1 0 1,1-2-1,0 0 1,4-1-280,0 0 1,1 2 0,5 0 0,2-3-326,0-3 1,1 3 0,-4-1-1,-1 2-429,-3-1 1,2 1 0,-5 1 183,-2-1 1,-5 3 0,-3 0 767,-3 6 0,-29 8 0,-7 2 0</inkml:trace>
  <inkml:trace contextRef="#ctx0" brushRef="#br0" timeOffset="2067">703 494 8294,'-1'-6'914,"-2"3"0,0-2-356,-4 2 0,4 4 0,-3 6-392,1 2 0,-2 5 0,3 1 0,-2 2 67,-2 1 0,-2 2 0,0 2 0,-1 1 56,1 2 0,1 1 0,0-3 1,2 1-103,-1 0 1,2-2-1,1-2 1,0-3-102,3-3 0,0-2 1,4-3-87,1-2 0,3-2 0,4-5 0,1 0-179,-1 0 1,2 0-1,1 0 1,1 0-66,-1 0 1,-2 0-1,0 0 1,-1 0-529,1 0 0,-1 0 0,1 0-766,-1 0 0,1 0 1538,-1 0 0,-9-19 0,-2-4 0</inkml:trace>
  <inkml:trace contextRef="#ctx0" brushRef="#br0" timeOffset="2300">756 578 8294,'-5'11'594,"4"-1"1,-4 1-1,2 0-170,-1 3 0,0 2 0,1 5 0,0 0-256,0 0 0,1 0 0,0 0 0,-2 0-147,2 0 1,1 0 0,0-1 0,-2-2-873,0-4 0,-1-2 0,3 1 851,-2 1 0,-27-9 0,-9-6 0</inkml:trace>
  <inkml:trace contextRef="#ctx0" brushRef="#br0" timeOffset="2550">451 809 8294,'-9'-5'1359,"2"-2"0,2-2-1035,5-2 0,10 1 1,5-1-1,7 1-122,6-1 1,4 1 0,3-1 0,3 1-56,3-1 0,1 4 0,-1 0 0,-3 0-210,-3 2 1,-7-1-1,-4 3 1,-3 0-476,-3 1-278,-8 0 816,-5 2 0,-19-23 0,-3-6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2:57.159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284 11 8294,'7'-4'1367,"0"1"-699,-4-1 1,2 4 28,-1 0-475,2 0 1,3 2 0,-1 0-236,-1 1 1,-4 6 0,0-1 0,-2 3-105,-1 3 1,-4 5 0,-3 0 0,-3 3-103,0 2 0,-4 6 0,-1-3 0,-2 3 243,-1-2 1,1-3 0,1-4-1,1 0 23,2 0 0,3-8 1,1-4 370,2-3-340,5-2 1,-3-5 0,7-2-1,0-1 0,1-2 0,6 2 0,-3-2 1,4 1 6,0-1 0,2 2 0,1-3 0,2 0-87,1 1 0,-3 1 0,1 2 0,-1 0-83,1 0 0,-6 2 1,3 1-130,-2 0 1,-4 5-1,-2 2 1,-2 3 158,-1 4 1,-4-1 0,-3 4 0,-3-1 118,0 0 1,-2-2 0,-1 2 0,-1 0 108,1-4 1,2 4 0,0-2 0,2-2 61,2 0 1,-1-5 0,4 0 299,2 1-566,1-3 0,5 0 0,3-5-165,3 0 0,1-2 1,2 0-1,1-3-369,-1 0 0,-5 2 0,-1 0 0,1 2 565,2 1 0,-28 32 0,-6 9 0</inkml:trace>
  <inkml:trace contextRef="#ctx0" brushRef="#br0" timeOffset="330">22 745 8294,'-7'2'1948,"0"1"-1267,5-2 1,-3 9-399,5-3 0,1 2 0,3 1 1,3 1-29,2-1 1,1 1 0,0-1 0,-2 1-84,-1-1 0,0 1 0,3-1 0,1 1-289,-1-1 0,1 1 0,-1-2 0,0-1-668,-3-1 1,1-3 0,-3 2-2716,0-2 2509,2 0 1,-1-5 990,-2-3 0,-3 3 0,-1-4 0</inkml:trace>
  <inkml:trace contextRef="#ctx0" brushRef="#br0" timeOffset="516">127 735 7918,'10'0'1197,"-3"0"0,-1 1-693,-1 3 1,3-2-521,-1 5 0,1-4 1,0 3-1,-1-1-388,1-3 0,-2 3 1,1 0-362,1 0 1,-2-2-1,0 1 765,-1 1 0,-6-32 0,-5-3 0</inkml:trace>
  <inkml:trace contextRef="#ctx0" brushRef="#br0" timeOffset="649">242 661 8435,'6'0'-1058,"-1"2"1603,-5 1 0,4-1-479,3 5 0,3-3-66,0 3 0,38-14 0,9 0 0</inkml:trace>
  <inkml:trace contextRef="#ctx0" brushRef="#br0" timeOffset="1066">683 84 8435,'-4'-7'91,"1"0"0,-5 5 0,1-1 0,-3 1 166,0 2 0,-1 0 1,1 2-1,-2 1-253,-2 4 0,2 2 1,-5 3-1,1 1 62,0 1-66,3 0 0,-21 15 0,0 5 0</inkml:trace>
  <inkml:trace contextRef="#ctx0" brushRef="#br0" timeOffset="1817">421 221 8297,'-7'9'-118,"0"-2"1,3 1 0,-2-3-1,2 1 306,1 2 1,2-2 0,1 1 0,0 1 109,0 1 0,1 2 1,3 0-1,3 2-91,2 1 1,2 5-1,-1-2 1,1 2-210,-1-2 0,4 2 1,0-4-1,-1 0-137,-1 1 0,-5 0 1,0-4-1,0-3-455,-2 0 1,0-3 132,-5 1 1,-1-5 0,-3 1 104,-3-6 0,-2-2 0,-1-6 0,-1 1 339,1-1 1,-1-1 0,1 0 0,0-2 49,3 1 0,-1-2 0,3 1 0,1 1 96,-1 1 0,2 0 0,3 0 0,0-2 36,0 1 0,1 2 0,2 3 0,4 1 116,3-1 0,4-1 0,1-2 0,1 1-61,3-1 0,4 1 1,2 0-1,-1 2-232,2 1 1,-1 5 0,3-2 0,-4 3-102,-6 1 1,1 1-1,-6 3-3,-4 3 0,-3 2 1,-7 3-1,-4 1-60,-5 1 1,-1 3 0,-4-3-1,0 0-74,-3 1 1,2-3-1,-2 3 1,0-1 139,-2 0 1,3-3-1,0-4 1,2 0 110,2-2 0,2 0 0,0-5 225,1 0 1,3 0 0,1-1 203,1-3 1,2 2-1,4-4-185,2 2 0,3-5 0,5 4 0,-1-2-247,1 0 1,-1 3 0,2-3-1,1 0-55,1 1 1,-2 1 0,-3 2 0,-3 0-66,3 0 0,-4 2 524,2 1-1,-4 0 1,1 1 0,-5 2-30,-2 0 1,0 4 0,-4-2-190,-1 1 0,2-3 0,1 4-156,0 1 1,-2 2 0,4 0 0,0 2 89,2 2 1,-2-1 0,-1 4 0,2 2 92,1 1 0,-3 1 0,1 1 0,0 2 75,2 4 0,1-1 0,0 0 0,0-2-167,0-1 0,4-2 0,-1-1 1,-1-1-273,0-3 0,1-2 0,1-4-1192,-2-1 533,4-4 1,-6-1-109,0-5 0,-1 0 1,-6-1 920,-2-3 0,-28-30 0,-8-11 0</inkml:trace>
  <inkml:trace contextRef="#ctx0" brushRef="#br0" timeOffset="2050">410 735 8400,'-10'0'291,"-1"0"0,4 0 33,0 0 0,6-1 1,0-3-1,4-3-123,3-2 0,1-2 0,5 1 0,1-1-130,1 1 0,0 1 1,-4 0-1,1 4-116,-1 0 1,1 1 0,-2 6 203,-2 1 0,-2 4 0,-7 7 0,-1 4-51,-4 1 1,-7 4 0,-4 0 0,-1 1-163,-2 0 0,0-2 1,0-2-1,1-3-953,2-3 1007,-1-2 0,58-67 0,10-16 0</inkml:trace>
  <inkml:trace contextRef="#ctx0" brushRef="#br0" timeOffset="2349">788 536 8400,'-11'0'-1026,"2"1"1,0 1 1670,-2 2 0,3 3 0,-6-3 0,2 2-287,2 2 1,-4-2-1,0 0 1,2 0 76,4-1 1,-1-1-23,2 3 1,-1 0-112,1 3 1,2-3-1,5 0 30,0 2 0,0 0 0,0 1 1,1 0-31,3-3 0,-2 2 0,5-2 0,1 2 14,1 2 1,7-1 0,1 0 0,3-2 27,1-1 0,0 0 1,1 2-1,1-1-275,2-1 0,3-1 1,-3 2-1,1-2-682,0-1 1,2-1 0,-3-1 0,1 0 612,0 0 0,7-7 0,0-2 0</inkml:trace>
  <inkml:trace contextRef="#ctx0" brushRef="#br0" timeOffset="3083">1375 462 10341,'0'11'309,"0"-4"1,0 1 0,0 2-187,0 3 0,-3 5 0,-2-3 0,-1 2-40,-2 5 1,-2-1-1,-3 4 1,-1-3-3,1-1 1,-2-1-1,1-3 1,0-3 55,-1-2 0,3-6 1,-2-3-1,3-3-97,0-3 1,2-4 0,2-7-1,3-4-158,3-2 1,1-4 0,1-2 0,3 1-20,3-1 0,6-2 0,2 4 0,1 0 12,3 2 1,4 1 0,3 1-1,0 3 175,4 3 1,0 3 0,1 4 0,1 5 209,-1 4 1,-3 9 0,-1 7 0,-1 5 143,-3 1 1,-9 5-1,-5-1 1,-3 4-331,-3 3 0,-2-6 0,-2 1 0,-3-3-2270,-3-4 2196,-2-1 0,-25-5 0,-6-2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3:01.058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174 262 8400,'-11'0'570,"1"0"0,3 0 1489,0 0-1949,5 0 1,-2 0 0,8 0-1,4-1 100,5-3 0,3 3 0,6-4 0,2 1-136,4-3 1,0-3-1,2 0 1,0-1-248,-1 1 1,0-1 0,1 1-1,0-1-341,-2 1 0,-10-1 0,0 2-1862,-5 2 2376,-3 2 0,-41 5 0,-11 0 0</inkml:trace>
  <inkml:trace contextRef="#ctx0" brushRef="#br0" timeOffset="317">405 10 8400,'-11'-5'-814,"4"4"1292,0-2 1,5 3 0,-2 3 0,3 4-109,1 2 1,0 5-1,0 2 1,0 1 12,0 5 1,4 0 0,-1 7-1,-1 3-59,0 2 1,1 5-1,1 1 1,-2 4-131,-1 5 0,3 3 1,-1-1-1,-1-1-92,0-1 1,-2-4 0,-2 2 0,0-4 45,-1-6 0,-2-7 1,3-7-1,-2-4 243,2-5-579,1-3-1135,1-5 427,0-1 0,-4-10 0,1-2 1,-1-2 895,0-2 0,-2-18 0,-5-5 0</inkml:trace>
  <inkml:trace contextRef="#ctx0" brushRef="#br0" timeOffset="582">279 314 8400,'0'7'0,"0"0"0,-1 0 199,-3-1 0,2 3 1,-4-2-1,-1 3 196,-2 0 1,0 2 0,-5 2 0,2 3-143,-2 3 0,-3 2 0,-4 3 0,0 2-305,0-1 1,2 3 0,0-4 0,1-2-340,0-1 0,3-5 0,1-3-1123,2-3 1514,6-5 0,6-24 0,6-12 0</inkml:trace>
  <inkml:trace contextRef="#ctx0" brushRef="#br0" timeOffset="766">331 388 8400,'12'0'0,"1"0"45,1 0 0,0 0 0,-4 0 0,2 0 239,2 0 1,-1 0-1,3 0 1,-1-2-249,-2-1 1,-1 2-1,-1-3 1,2 3-332,1 1 295,0 0 0,-27 19 0,-5 4 0</inkml:trace>
  <inkml:trace contextRef="#ctx0" brushRef="#br0" timeOffset="948">226 660 8400,'-10'0'892,"4"0"1,2-1-1,9-1 1,4-2-572,4 2 1,9-3-1,1 1 1,2-1-759,4 0 1,-2-2-1,1 4 437,1 1 0,34-4 0,10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3:09.441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158 20 8322,'0'-7'946,"0"0"1,-1 5-324,-3-2 1,3 4-1,-3 4-661,3 3 1,1 2-1,1 1 1,2 1-491,0-1 0,5 1 0,-1-1 127,3 1 0,0-5 0,1-3 1,-1-2-300,1-1 1,-1 0-1,2 0 545,2 0 1,-6-1 0,2-1 0,0-3 183,-1-1 0,0 3 0,0-3 152,-2 1 0,-6 2-102,-1 3 1,-6 4 0,-7 5-1,-3 3-38,-4 6 0,1-2 0,-5 1 0,2-1 30,1 0 0,-4 1 0,1 0 1,2-3 132,3-2 0,0-2 1,5 0-1,3-2 832,3-1-649,3-5 0,14-6 0,4-6-82,2-2 1,5 2 0,-3 2 0,3 1-32,1-1 1,-1 2-1,-1 0 1,-2 1-265,2 3 0,1-3 0,-1 2 0,-1 0-377,-4 2 1,-2 1-1,-2 0 1,1 0-2100,-1 0 2466,-4 0 0,-29-9 0,-12-3 0</inkml:trace>
  <inkml:trace contextRef="#ctx0" brushRef="#br0" timeOffset="200">210 41 9368,'0'10'0,"0"1"334,0-1 0,0 5 1,0 4-1,0 3-155,0 3 0,0 4 1,0-2-1,0 0-242,0-3 0,0 2 0,0-2 0,0-2-141,0-3 0,0 0 0,0-5 1,0-2-1745,0 0 1948,0-6 0,-9-11 0,-3-6 0</inkml:trace>
  <inkml:trace contextRef="#ctx0" brushRef="#br0" timeOffset="450">210 240 8322,'-4'11'61,"-3"-1"0,1-3 1,-1-1-1,-1 0 308,-2 0 0,-1 1 0,-2 3 0,-1 1-99,1-1 0,1 1 0,2-1 0,-1-1-424,1-2 0,3 3-272,0-3 1,6 1-148,1-1 1,4-4 0,7-5 0,-1-3 218,1 0 1,0-1 0,2-2-1,1 2 356,-1 1 0,2-2 0,-1 2 0,0 1 128,1-1 1,-3 2-1,2 1 1,-2 0-84,-2-1 1,1-1 0,-1 4-48,1 0 0,-10-5 0,-2 0 0</inkml:trace>
  <inkml:trace contextRef="#ctx0" brushRef="#br0" timeOffset="766">210 429 8053,'-10'0'74,"3"0"0,1 1 450,1 3 1,-3 2 0,2 4 0,-1 1-292,0-1 0,4 5 1,-3 3-1,0 0-103,0 0 1,4 0 0,-2-2-1,3-1-32,1 0 1,0-1 0,0-4-118,0 1 1,1-5 0,3-3 0,3-2 29,2-1 1,2 2-1,-1 0 1,1 1-33,-1 0 1,1-2 0,-1-1-1,1 0-277,-1 0 1,-3 3 0,0 1 0,1-2-696,2-1 0,-3-1-433,0 0 1426,0 0 0,-6-37 0,-2-10 0</inkml:trace>
  <inkml:trace contextRef="#ctx0" brushRef="#br0" timeOffset="933">284 471 8322,'0'-6'1604,"-2"3"-1222,-1 6 0,2 4 0,-3 6 1,3 2-195,1 1 0,-3 2 0,-1 3 1,1-1-314,-2-3 0,4 3 1,-3-2-1,2 1-980,-1 2 0,1-4 1105,-1-3 0,-17-3 0,-3 0 0</inkml:trace>
  <inkml:trace contextRef="#ctx0" brushRef="#br0" timeOffset="1116">0 618 8322,'0'-11'141,"0"1"0,0 3 1,0 0 666,0-1 0,3-2-600,4 0 1,1 4 0,9 3 0,2 0-359,1 0 0,4 2 0,2-3 1,1 3-1623,2 1 1772,1 0 0,39-19 0,9-4 0</inkml:trace>
  <inkml:trace contextRef="#ctx0" brushRef="#br0" timeOffset="1717">598 30 8322,'-1'-5'343,"-1"0"119,-2 0 0,0 4 0,0-1-244,-3 4 1,-1 4-1,0 4 1,0 2-42,-4 2 0,2-1 1,-4 4-1,2 1 7,1-2 0,4 0 0,0-4 0,0 0-125,2-3 1,0-1-194,5 3 0,1-5 0,3-3 1,3-2 13,2-1 0,3 0 1,2 0-1,3-1-20,3-2 0,1 0 0,-1-3 0,-2 1-44,0-1 1,-1 2-1,3-2 1,-2 1 141,-4-1 0,1 3 1,-1-1 285,-1-1 1,-5 4 969,-1-3 0,-6 3-483,-1 1 1,-5 0-1,-5 1-649,-1 3 0,1 2 0,-1 4 0,1 2-19,-1 2 0,0 2 1,-2 5-1,-1 1 34,1 3 0,-2 3 0,0 6 0,0 2 97,-1 1 1,-2 5-1,0 3 1,0 1-41,0 1 0,-1-5 1,6-2-1,1-7-303,4-7 1,0-5 0,4-4-1979,2-3 926,1-7 0,1-3 0,1-7-1165,2 0 2366,-2-1 0,-5-19 0,-8-6 0</inkml:trace>
  <inkml:trace contextRef="#ctx0" brushRef="#br0" timeOffset="1999">368 345 7959,'5'5'141,"4"-3"1,-5 5 556,2 1 1,2 5-1,6 2 1,4 2-237,2 1 1,5 7 0,3 3-1,4 3-153,3 4 0,2 2 0,4 5 0,-2-1 3,0-2 1,-5-4-1,-1-7 1,-2-4-15,-3-2 0,-10-7 0,0-4 0,-5-5-447,-3-2 0,1-2-1015,-1 1 1,-3-2 1163,0-1 0,-19-37 0,0-10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3:28.3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10432,'7'2'382,"-3"2"1,2-1 0,-1 5-846,2 1 1,-4-2 0,2 2-1437,1 0 1899,1 2 0,5 23 0,0 6 0</inkml:trace>
  <inkml:trace contextRef="#ctx0" brushRef="#br0" timeOffset="350">247 13 9022,'7'12'-45,"4"-4"1,-3 1-310,3 0 1,-2-2 0,-3 1-1,1 1-1121,0-3 1475,-4 5 0,19 7 0,-2 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3:31.4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9762,'8'1'490,"0"3"1,-1 3 0,3 5 0,-2-1-584,1-2 0,2 2 1,0-3-1,-1 3 93,-2 1 0,-21 22 0,-3 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3:43.7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87 345 8217,'-7'6'0,"1"-5"0,1 3 634,-3-3 1,1-1 1915,-1 0-1773,5 0-770,-2 0 0,16-1 0,5-3-14,6-4 1,3-3 0,1-2 0,1 1-439,2 0 1,2-1 0,-4 0 0,2-3-168,-2 0 1,-1 0 0,-2 3 0,-4-1-97,-3-2 0,-5 6 1,-2-2 707,-2 1 0,-5 0 0,-1 0 0,-4 3 0,-1-2 0,-5 5-35,-2-2 0,3 4 0,-1-1 64,-2 3 0,4-3 395,-3-1 1,5 1 0,-3 6-53,2 2 0,-3-1 1,3 5-1,1 1-75,-1 2 1,3 3 0,-3 1 0,1 3-101,0 1 1,0 6-1,2 5 1,0 2 38,-3 2 1,1 7 0,4 5 0,0 4-42,0 8 0,0 1 1,0 8-1,0-2-33,0-5 1,0-8 0,0-4 0,-1-8 260,-3-6 1,2-12-419,-2-1 0,3-13-136,1-8 0,-4-1 0,-2-6 0,1 0-79,-1 0 0,-2 3 0,3-3 0,-2 2-121,-3 2 0,-2-2 0,-3 0 0,-2 3-5,2 0 0,1 2 1,3-1-1,2-2 83,1-1 1,-1 0 0,-2 3 0,2-2-94,0-1 0,5-2 524,-4 2 1,0 3 241,-4-3 0,-1 2 269,1 2 0,-1 0 1,2-1 64,3-3 0,3 1-1023,5-5 1,1 0-1,3-5 1,4 1-499,3 0 0,3-2 0,3-3 767,3-3 0,59-37 0,-33 25 0,1-1 0</inkml:trace>
  <inkml:trace contextRef="#ctx0" brushRef="#br0" timeOffset="365">631 36 8217,'0'-8'1606,"0"0"-654,0 0-1516,0 1 0,4 3 1,0 8-144,-1 4 0,-2 3 707,-1 1 0,6-5 0,1-1 0</inkml:trace>
  <inkml:trace contextRef="#ctx0" brushRef="#br0" timeOffset="800">557 234 8264,'-9'4'0,"3"1"-58,0 2 1,-3-4 744,0 1-422,4-2 1,-1-4 0,8-1 0,0-2-193,3-2 0,4-1 1,-1-3-1,3 1-97,2 2 1,0 0 0,3-5-1,0 2-224,-1 3 0,3-1 1,-2 3-1,0 1-295,-3-1 0,0-2 0,-2 2-761,-3 0 1304,3 3 0,-11 1 0,1 8 0,-5 1 0,-3 2 0,-1 2 0,-4 2 0,-1-1-2,1 0 0,0 1 1,-2-1-1,-1 2 138,-2 2 0,2-1 0,6 5 0,0-2 122,0-3 1,-1 4 0,0 0-1,4 0 81,0-2 0,1 1 0,2-2 1,-1-1-47,1-1 0,2-6 0,2-1-337,3-2 1,3-2 0,5-7-1,2-4-88,3-3 1,-4-3-1,5-1 1,-1-3-107,-1-1 1,5 4-1,-5-2 1,-1 4-186,-1 0 0,-3 1 0,-1 1 180,-2 3 383,-5-3 1,2 15-1,-6 0 1,-3 6-121,-5 2 1,0 4 0,-1 1 0,2-2-196,-2-1 0,-2 0 0,-3 1 175,-2 1 0,-32 12 0,-5-2 0</inkml:trace>
  <inkml:trace contextRef="#ctx0" brushRef="#br0" timeOffset="1000">433 555 8947,'-5'0'512,"5"0"1,5-5-1,9-2 1,1-2-446,1 1 0,6 0 0,0-4 0,4-1-100,3 1 0,4 0 0,-4-1 0,-1 2-327,-2 3 0,-3-2 0,-2 6 0,-5 2-1578,-2 0 1938,-7 2 0,-24 6 0,-10 1 0</inkml:trace>
  <inkml:trace contextRef="#ctx0" brushRef="#br0" timeOffset="1233">643 518 8264,'-5'8'-448,"-4"0"0,3 1 0,-3 3 0,0 0 909,-2 1 0,3-1 0,-1 1 0,0 0-151,-2 4 0,-2-2 0,2 5 0,2 1-89,1-2 0,-1 5 1,-3-4-1,1 3-3,3 2 1,1-4 0,4-2 0,-1-1-4,1-3 1,2-1-1,2-2-141,3 0 0,3-3 0,6-3 0,-1 0-290,0-3 1,1 2 0,-1-1 0,0-1-249,1-2 1,-1 1-1,0 1 1,1 1-250,-1-2 1,0 0-1,1-2 713,-1 0 0,1-28 0,-1-6 0</inkml:trace>
  <inkml:trace contextRef="#ctx0" brushRef="#br0" timeOffset="1449">705 617 8212,'-8'0'710,"1"1"-472,1 3 0,1 5 0,2 7 0,-1 5-91,1 2 1,-2 2-1,-1 1 1,1 3-263,-1 4 0,-2-2 1,3 1-1,-2-1-296,-3 1 0,3-5 0,-1 2 0,0-4-1267,1-5 1678,-4-2 0,-23-16 0,-13-4 0</inkml:trace>
  <inkml:trace contextRef="#ctx0" brushRef="#br0" timeOffset="1666">297 889 8212,'0'-13'133,"0"1"304,0 0 0,0 3 0,2 1 0,3-1 20,7-2 1,6 2-1,8 1 1,3-2-260,4-1 0,4 3 1,3 0-1,3-2-167,1-1 0,-1 0 0,3 2 1,-6 1-255,-6-2 0,-4 4 0,-7 2 0,-2 2-1021,-5-3 1,-6 4 1243,-2-3 0,-5 3 0,3 1 0</inkml:trace>
  <inkml:trace contextRef="#ctx0" brushRef="#br0" timeOffset="2566">1187 98 8268,'5'-7'125,"-2"2"1,5 5 311,2 0 1,-5 1 0,-1 3-137,-2 4 0,2 3 0,0 2 1,-1 0-221,-2 4 1,-6 1-1,-4 5 1,-2 0-280,-1 3 1,0 2-1,-2-2 1,-1 1 33,-2 2 1,1 0-1,4-6 1,-1-2 266,1-4 0,1-4-88,3 0 1,4-7 0,8-4-4,4-9 1,4-1-1,3-9 1,3 4-66,1 0 1,-3 2 0,1 2 0,0 2-22,-1 1 0,1 2 203,-5 4 1,-5 2-1,-3 2-27,-2 4 0,-4 7 0,-2 3 0,-4 0-84,-3-1 0,-2 4 1,1-4-1,1-1-3,3 2 1,-3-4 0,4 2 80,0-2 0,-2-2-137,4 1-6,1-7 1,10 0 0,2-6-719,3 0 1,-3 0-440,1 0 1204,-1 0 0,-34 49 0,-10 13 0</inkml:trace>
  <inkml:trace contextRef="#ctx0" brushRef="#br0" timeOffset="2799">890 852 7618,'2'6'1635,"0"0"-1166,2-1 0,6 2 1,-3 6-418,0-1 1,4 0 0,-3-1 0,3-1-293,1-2 1,-1 0 0,-1 5 0,-2-2-243,2-3 1,1 2 0,1-6 481,1-2 0,-7-11 0,0-5 0</inkml:trace>
  <inkml:trace contextRef="#ctx0" brushRef="#br0" timeOffset="2965">1063 852 8669,'8'4'146,"-1"1"0,0 1-631,0-1 1,-3 1-1,4-4 485,2 3 0,17-29 0,6-10 0</inkml:trace>
  <inkml:trace contextRef="#ctx0" brushRef="#br0" timeOffset="3081">1199 777 7988,'0'7'-4,"28"-7"0,6-7 1</inkml:trace>
  <inkml:trace contextRef="#ctx0" brushRef="#br0" timeOffset="3983">1607 184 8268,'-8'-4'15,"-1"0"1,1 0 0,-4 3 109,-1-3 1,1 2-1,0-2 1,-1 3-472,1 1 1,-5 5-1,1 2 1,1 3 34,1 2 1,2-5 0,-1 7-1,1-2 241,0-2 0,4-1 0,1 4 0,1-1 70,3 0 0,1-3 0,-1-1 0,-1 1 0,0-2 0,5 0 0,2 0 73,1 0 1,4-3 0,-2 4 0,1 0 109,2-1 1,-2 4 0,1-1 0,2 2-134,1 1 1,0 3 0,-2-6-1,-2 3-33,-1 2 1,2-8-1,-4 6-125,-1-2 0,2 0 26,-1 1 1,-1-5 56,-7-3 1,-1-4 0,-5-3 0,3-2 29,2-2 1,-4-1 0,4-3 0,-1 1 39,1 2 1,1-2 0,4-5 0,0-1-2,0 1 0,0 1 0,0 1 1,1 3-17,3 1 1,2-2 0,3 3 0,0-3-38,0-1 0,2 1 0,2 1 0,0 3-4,4 2 1,-3-1 0,2 4 0,-2-3-2,-2 3 0,-4 0 1,-1 4-1,-1 2-3,-4 4 1,0 3 0,-2 1-1,-2 1-36,-2-1 1,-3 0-1,-4 1 1,2-1 33,1 0 1,-1 1 0,-3-1-1,0-1 71,-1-3 1,5 2-1,0-4 485,-2 0-469,5-3 0,-1 1 0,6-8-38,0-4 1,4 1-1,2 0 28,1 2 1,-3-4 0,3 4 51,-2-2 1,1 4 107,-2-1 1,-1 3 77,5 1 1,-5 1-1,1 3 24,-3 5 1,-1 2 0,0 2 0,0 2-24,0 2-1,-1 9 1,-2 0 0,-1 4-64,1 5 0,0 2 1,1 2-1,-3 3-39,3-3 0,0 0 1,2-2-1,0-3-317,0-5 1,0-2-1,0-10 1,0-2-1786,0-1 990,0-7 1,0-3-1,-1-7 918,-3-1 0,-14-28 0,-8-2 0</inkml:trace>
  <inkml:trace contextRef="#ctx0" brushRef="#br0" timeOffset="4230">1335 716 8233,'0'-13'12,"0"1"189,0 0 0,0 3 0,1 3 20,3 0 0,3 2-84,6 4 0,-2 1 0,-3 3 40,-4 5 0,-3 6 1,-2 3-1,-3-1-59,-4 1 0,-7 4 1,-2-3-1,2 1-134,1-4 0,-2 2 0,-1-2 0,2 0-907,2-3 0,0-2 923,1-2 0,54-53 0,15-18 0</inkml:trace>
  <inkml:trace contextRef="#ctx0" brushRef="#br0" timeOffset="4500">1656 605 8233,'-12'0'74,"-1"1"59,1 3 0,0-1 1,-1 5-1,1 0-67,0-1 1,1 4-1,1-4 1,2 1 131,-2 0 1,3 1 0,1 3 140,0 0 1,2-3-1,4-1 1,0 1 25,0 2 0,0-1 1,1 0-1,3 1-4,5-2 1,3 1 0,3 2 0,3 2-135,1 2 0,2-2 1,3 1-1,1-4-330,0-3 0,5-1 0,2 2 1,1-4-994,0 0 0,-5-3 1096,5 2 0,17-8 0,7-3 0</inkml:trace>
  <inkml:trace contextRef="#ctx0" brushRef="#br0" timeOffset="4932">1965 1185 8366,'1'-7'1677,"2"2"-1334,1-1 1,6 5 0,-2-3-1,3 2-183,1 2 0,1 0 0,-1 0 1,1 0-370,-1 0 1,2 2 0,1 1-1,1 1-1201,-1-2 1410,-1 0 0,-2-13 0,1-3 0</inkml:trace>
  <inkml:trace contextRef="#ctx0" brushRef="#br0" timeOffset="5099">2175 975 8674,'0'12'495,"0"1"1,0-1 0,0 2-508,0 2 0,0-1 0,0 5 12,0-2 0,17 31 0,3 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3:32.2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24 8231,'-6'-8'2179,"-2"0"-1662,3 5 1,-1-1-384,6 8 1,0-1-1,0 5 1,0 3-21,0 4 0,0-1 0,0 3 0,0 0-91,0-1 0,0 5 1,0-5-1,0 0-171,0-3 0,0 1 1,0 1-1,0 2-832,0-2 1,1-6 979,4-1 0,1-21 0,7-2 0</inkml:trace>
  <inkml:trace contextRef="#ctx0" brushRef="#br0" timeOffset="183">12 73 8231,'7'-5'-226,"-1"2"1604,-6-5 0,0 4-935,0-4 1,5 5-1,3-1-413,3 2 1,3 2 0,1 0-1,3 0-1662,1 0 1632,2 0 0,64 0 0,-35 0 0,0 0 0</inkml:trace>
  <inkml:trace contextRef="#ctx0" brushRef="#br0" timeOffset="1134">679 24 8231,'0'-7'1548,"-5"2"0,2 5-1491,-5 0 1,4 5 0,-4 3-210,-2 3 1,0 2-1,1-1 1,1 2-216,-2 2 1,-1-2 0,-1 2 0,1-2-48,2-1 1,-2-5 0,3 0 327,-3 2 0,0-4 0,2 1-73,0-1 0,8-3-91,1-8 1,1-1 0,8-5 0,0 1 65,2 2 0,6 1 0,-1-3 0,-1 3 191,-1 2 1,-2-3 0,1 2 0,-1-1 128,0-2 0,1 2 1,-1 0-1,0 0 84,1 0 1,-1 3 0,1-3 0,-1 0 81,0 1 0,1 3 0,-1-3 0,0 2 172,1 0 0,-5 0 325,0 4 1,-1 5-308,1 4 0,-2 2 0,-8 1 0,0 0-133,-2 1 1,-6-1 0,2 0 0,-3 2-182,-2 3 1,0-2 0,-4 5-1,-3 4-48,-4 3 1,-2 1 0,-1 5 0,-4 1 4,0 2 1,-6 2 0,-4 2 0,1 1-326,1-1 0,8-7 0,2-4 0,4-5-2617,5-3 1396,2-9 1,11-8 1410,3-8 0,8-19 0,3-10 0</inkml:trace>
  <inkml:trace contextRef="#ctx0" brushRef="#br0" timeOffset="1367">420 308 11229,'12'0'580,"2"0"1,1 0 0,3 2-324,1 2 0,6-2 0,5 5 0,0 0-170,1 0 1,2-4-1,-3 2 1,0-1-498,0 0 0,-5 1 1,-5-4-1,1 2-1124,-2 1 0,-2 1 1534,-9-1 0,-19 3 0,-10 6 0</inkml:trace>
  <inkml:trace contextRef="#ctx0" brushRef="#br0" timeOffset="1633">445 642 8653,'-13'0'938,"7"0"0,1-2 1,10 0-1,4-4-854,6-1 1,4 0 0,8-2 0,0 1-351,2-2 0,0 3 0,-6 0 1,-1 0-448,-1 0 1,-2 5-1,1-4 1,-3 2 712,-3 0 0,-19-11 0,-3 1 0</inkml:trace>
  <inkml:trace contextRef="#ctx0" brushRef="#br0" timeOffset="1849">655 444 7458,'-8'6'522,"-1"2"1,7 3 0,-3 1-1,4 2-244,1 2 1,0 4-1,0 4 1,-1 2 64,-3 3 0,2 1 0,-3 6 0,-1 0-70,-2 2 1,1-2-1,0-5 1,0 0-398,1-4 1,1-1-1,-1-3-644,0-2-244,2-9 1,4-7 0,0-10 1011,0-3 0,5-36 0,2-9 0</inkml:trace>
  <inkml:trace contextRef="#ctx0" brushRef="#br0" timeOffset="2032">630 691 8231,'-8'0'0,"1"1"70,1 4 1,-3-3 0,1 5 356,-3-1 1,-2 3-1,1 0 1,0 2-264,-1 1 1,0 2 0,-3 1 0,-1 1-276,-3-1 0,1 3 0,-1-1 0,3-2-674,3-2 1,3-4 784,3-1 0,-3-5 0,4 2 0</inkml:trace>
  <inkml:trace contextRef="#ctx0" brushRef="#br0" timeOffset="2183">618 741 8140,'11'8'144,"-3"0"0,3-1 0,-3 2 1,3 0 340,1 0 0,1 2 0,-1 2 0,2-1-168,2 0 0,4 1 0,4-1 0,1-1-159,0-3-158,-1 3 0,62-31 0,-36 9 0,0 0 0</inkml:trace>
  <inkml:trace contextRef="#ctx0" brushRef="#br0" timeOffset="2950">1297 110 9680,'0'13'131,"-1"3"0,-3 2 0,-5 1-77,-2 3 0,-1 7 0,-2 4 0,-2 3 14,-5 1 0,2 0 0,0 0 0,1-1-106,3-3 1,1-5 0,3-7-363,3-5 0,4-9 0,8-7 95,4-7 0,3-5 0,3-3 0,1-3 129,2-1 1,-1 8 0,-4 0 0,1 4 258,-1 4 0,0 2 0,-1 2 0,-1 4 286,-2 3 0,-4 8 0,3 5 0,-1 2-24,-4 2 0,0 4 1,-4 1-1,0 0-148,-2 0 0,-5 3 0,4-4 1,-2-1-355,-3-2 1,4-3 0,-1-1 0,1-3-563,3-1 0,-2-6-648,1-3 1367,0-7 0,15-57 0,2-20 0</inkml:trace>
  <inkml:trace contextRef="#ctx0" brushRef="#br0" timeOffset="3267">1532 259 8210,'0'-13'593,"0"1"-33,0 0 1,-6 5-434,-2 3 1,-1 8 0,-1 4 0,2 4-401,-2 5 1,-1 1-1,-1 4 1,1-2-13,3 2 0,-3-4 1,4-1-1,-2-4 23,1 0 0,6-1 466,-3 0 1,5-5 0,5-3 21,3-2 1,3-4 0,2-2 0,3-4-49,0-3 1,5 0 0,-4 1-1,3 2-65,2-1 1,0-1 0,0 0 0,-3 3-304,-1 2 0,2-3 0,-3 4 190,-2 1 0,-12 12 0,-5 5 0</inkml:trace>
  <inkml:trace contextRef="#ctx0" brushRef="#br0" timeOffset="3483">1396 580 8210,'-7'0'2539,"3"0"-2135,8 0 0,0 0 0,7 0 0,4 0-261,3 0 0,3 0 1,4-1-1,-1-2-284,1-1 1,0-2 0,-1 3-1,1-2-621,0-2 0,-2 3 1,-2-3-1,-5 0 762,-2 0 0,-18-28 0,-4-12 0</inkml:trace>
  <inkml:trace contextRef="#ctx0" brushRef="#br0" timeOffset="3683">1606 234 8210,'-4'8'0,"0"0"0,-2-1 0,4 3 0,-3-2 444,3 2 0,0 6 0,2 5 0,0 4 144,0 3 1,0 9 0,0 9 0,-1 3-168,-3 5 0,1 2 1,-4 4-1,2-2-217,2-4 0,2-2 0,1-7 0,0-11-409,0-9 1,5-13-1,3-7 1,3-5 204,2-5 0,10-29 0,3-13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3:37.1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23 285 8255,'-6'5'105,"-1"-3"951,3 2-603,2-3 1,-2-1-1,8 0 1,4-1-218,3-3 1,3-2-1,3-3 1,3 0-210,4 0 0,0 2 0,1-1 0,0-2-391,-1-1 0,1-1 1,-2-1-1,-1 1-617,-1 0 0,-7 3 1,-1 3 92,-3 0 0,-9 2 888,-1 4 0,-5 0 0,-7 1 0,-1 3-78,1 5 1,0-2-1,-1 1 229,1 1 0,4-2 1,1 1-1,0 1 341,0-2 1,4 4-1,-2-3-80,-1 3 0,5-3 0,-3 0-148,2 2 1,4-1 0,1 1-1,2-2 64,2 2 0,1 1 0,4 1-125,1 1 1,-5-1-1,-1 0 1,0 1-60,0-1 0,-5 2 0,2 1 0,-2 3-195,-2 1 1,0-3-1,0 4 1,0-3-299,0-1 1,-2 1-1,0 0 1,-2-2-645,1-1 0,2-2-25,1 0 1,1-5 758,3-3 1,-1-8 0,4-4-1,-1-4 259,1-5 0,0-1 0,3-4 0,-3 2 0,-2-2 0,1 3 0,-4-1 0,3 3 152,-3 1 0,0 3 0,-2 0 0,-2 2 375,-2 3 1,-3-1-1,-5 4 1,-2 3-48,-2 0 1,1 8 0,-6 3 0,0 5-50,2 3 1,-4 5 0,4-2 0,-1 4-136,4 0 0,2 1 0,2 0 0,0-1-33,-1 1 0,6 0 0,3-1 0,3 0-85,1-4 1,5 0 0,5-7 0,5 1-254,6-3 0,7-7 1,5 0-1,3-2-787,1-2 0,2-6 0,2-3 862,4-7 0,-1-5 0,4-4 0,4-5 0,0 1 0</inkml:trace>
  <inkml:trace contextRef="#ctx0" brushRef="#br0" timeOffset="751">851 198 8255,'-5'7'459,"2"0"613,-5-3-270,5-2 0,-1 3-623,8-5 1,3 0-1,7 0-386,2 0 1,-6-4 0,2 0 0,-1 1-1363,0 2 1569,1 1 0,-10 22 0,-4 5 0</inkml:trace>
  <inkml:trace contextRef="#ctx0" brushRef="#br0" timeOffset="918">826 445 8594,'-6'-5'970,"-5"4"1,11-10-1049,0 2 0,5 4 0,7 1 0,1 2-1058,-1 2 1136,6 0 0,-4 0 0,4 0 0</inkml:trace>
  <inkml:trace contextRef="#ctx0" brushRef="#br0" timeOffset="1099">826 816 8184,'-12'6'-236,"4"-4"0,0 5 424,-2-1 518,5-2 0,-1-10 0,7-3 0,4-5-572,3-3 1,7-4-1,3 1 1,1 0-533,3-1 0,-3 2 0,3-3 1,3 0 397,2-4 0,17-20 0,7-10 0,2-7 0,1 0 0</inkml:trace>
  <inkml:trace contextRef="#ctx0" brushRef="#br0" timeOffset="1435">1086 198 9908,'5'-8'1143,"4"1"1,3 0-938,4 1 1,4 1 0,4-3-1,1-1-380,0-2 1,4 2 0,-1 1 0,-1 0-624,-6 1 0,1-3 0,-5 5 797,-2-2 0,-34 4 0,-10-2 0</inkml:trace>
  <inkml:trace contextRef="#ctx0" brushRef="#br0" timeOffset="1618">1209 38 8250,'-5'8'0,"-3"-1"0,-2 1 245,2 3 1,-2-1-1,5 6 1,-1-1 52,1 2 1,1-2 0,4 5 0,0 1-234,0-2 1,0 3 0,0-5 0,0-1-577,0 2 1,5-6 0,3 2 510,3-4 0,35-52 0,7-7 0</inkml:trace>
  <inkml:trace contextRef="#ctx0" brushRef="#br0" timeOffset="1785">1370 38 8195,'0'12'-59,"-4"-4"0,-2-1 1,1 0 18,-1 0 0,1 3 0,2 5 0,-2 2 560,-2 3 1,3-1-1,-5 3 1,1-2-810,1 2 1,-4 3-1,5 3 1,-3 0-1153,1 0 1441,0-2 0,-37 26 0,-9 7 0</inkml:trace>
  <inkml:trace contextRef="#ctx0" brushRef="#br0" timeOffset="1968">1036 483 8271,'6'-13'880,"-5"1"-559,3-1 0,2 5 0,-1 1 0,2 0-112,3 1 0,2 3 0,5-3 0,3 1-87,4-3 1,0 2-1,1 1 1,0 1-419,-1-1 1,1-3-1,0 4 1,-2 1-1469,-2 2 1764,-3 1 0,-22 11 0,-5 3 0</inkml:trace>
  <inkml:trace contextRef="#ctx0" brushRef="#br0" timeOffset="2201">1061 532 8250,'-1'12'373,"-2"1"-26,-1-1 1,0 0 0,4 2-1,0 1-61,0 2 1,0 5 0,0-2 0,0 4-108,0 0 1,0 5-1,0 0 1,0-2-100,0-1 1,0-1 0,0-2 0,1-2-773,3-4 0,-1-5-1512,5-4 2204,1-2 0,-3-72 0,0-17 0</inkml:trace>
  <inkml:trace contextRef="#ctx0" brushRef="#br0" timeOffset="2485">1172 557 8250,'13'-4'27,"-1"-1"0,0 1 0,1 3 1,0-2 207,4-1 1,-2-4 0,6 2 0,2-1-24,4-2 0,1-2 1,3-1-1,0 1-81,-4 2 0,3 0 1,-1 5-1,-3 1-63,-4 1 1,-4 4 0,-6 2-1,-1 4 163,-2 3 0,0 3 0,-5 2 0,-1 5 7,-2 2 0,-2 1 0,-3-2 0,-3-2-129,0 2 1,-4 0-1,3-1 1,-3-3-330,-1-1 1,3-3 0,1 1-1,-1-4-511,-2-3 1,-2-5 0,1 3-1,0-2 731,-1 0 0,-27-49 0,-6-17 0</inkml:trace>
  <inkml:trace contextRef="#ctx0" brushRef="#br0" timeOffset="2668">1333 483 8205,'-1'-7'232,"-4"3"0,3 2 0,-5 4 144,1 2 0,2-2 1,4 7-1,0 0-243,0 2 0,0 6 0,0-1 0,2-1-257,2-1 0,-3 2 0,3 1 0,-1-2-869,1-1 0,-3-2 993,4 0 0,-42 1 0,-12-1 0</inkml:trace>
  <inkml:trace contextRef="#ctx0" brushRef="#br0" timeOffset="2901">1185 655 8205,'0'9'9,"0"-1"0,0-4 0,0 4 458,0 2 1,1-3-133,3 1 1,-1-1-415,5 1 0,0-2 0,5-6 1,-1-2 44,0-2 1,5 1-1,-1-5 1,0-1-83,-3-2 1,0 0-1,-1 1 1,0 3 182,1 2 1,-1-1 0,0 3 291,1-1 1,-6 6 0,-3 6-41,-3 3 0,-1 1 0,1 1 0,2-1-1408,1 0 1089,0-5 0,24-18 0,6-9 0</inkml:trace>
  <inkml:trace contextRef="#ctx0" brushRef="#br0" timeOffset="3551">1827 322 8205,'0'7'1252,"0"-2"0,1-5 0,4 0-1300,3 0 0,7-1 0,3-2 0,1-2-527,3-2 0,-3 3 0,2-3 0,-1 0-1780,0 0 2355,3-1 0,-4-21 0,6-4 0</inkml:trace>
  <inkml:trace contextRef="#ctx0" brushRef="#br0" timeOffset="3734">2037 198 6917,'-8'0'184,"0"0"0,1 2 0,-1 2 0,2 4 34,1 3 0,2 7 0,-5 4 0,-1 4 74,3 3 0,-5 6 0,4 3 0,-2 5-222,1 6 1,1-1 0,-2-3 0,2-4-408,1-3 1,2-6-1,4-3 337,0-3 0,17-34 0,3-9 0</inkml:trace>
  <inkml:trace contextRef="#ctx0" brushRef="#br0" timeOffset="3884">2037 544 8217,'6'-11'-26,"2"3"1,3-3-1,1 4 48,1 0 0,3 2 0,0 5 1,1-2 273,1-2 1,-4 3-1,3-3 1,0 3-606,-1 1 1,1 0 308,-5 0 0,-16 21 0,-4 7 0</inkml:trace>
  <inkml:trace contextRef="#ctx0" brushRef="#br0" timeOffset="4034">2087 655 7973,'0'7'373,"1"-1"0,4-6-373,8 0 0,71-11 0,-31 4 0,1 0 0</inkml:trace>
  <inkml:trace contextRef="#ctx0" brushRef="#br0" timeOffset="4937">2457 248 8104,'-7'0'1097,"2"-2"0,8 0 0,3-4-801,7-1 1,7 3 0,2-3 0,4 0-195,3 1 1,10-3-1,-2-4 1,3-2-423,2-2 1,-5 1-1,0 5 1,-7 1-601,-3 2 0,-8 1 0,-4-3 122,-6 2 0,-3 4 0,-7-3 798,-4 2 0,-1-4 0,-7 4 0,1-2 0,0 0 0,-1-2 0,1 0 0,-1 2 11,1-1 469,5 3 1,2 12 0,5 4-157,0 4 1,0 5 0,0-2 0,0 1-26,0 3 0,0 2 0,0 0 1,0 2-89,0 3 0,-2-3 0,-2 4 0,-4 1-205,-3 2 0,-3 0 1,-1 1-1,-3 0-62,-1-4 0,0 1 1,-3-5-1,3-4 9,1-3 1,1-8-1,5-8 41,0-6 1,5-5 0,3-9 0,2-2-70,2 0 1,0-5 0,0 5-1,2-1 30,2-1 0,3 6 0,4-2 0,-2 4 37,0 0 1,-1 5 0,6 1 0,1 2 45,1 2 0,1 7 1,-5 6-1,2 5 332,2 5 0,-2 9 0,2 6 0,-2 4-15,-2 7 0,-5-1 0,-3 3 0,-2 1-387,-2-2 0,-6 0 0,-2-9 0,-3-4-1072,-1-2 0,-1-4 1104,1-8 0,-22-35 0,-6-14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3:55.4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1 390 10262,'5'-8'364,"5"1"0,3 0-350,4 0 1,4-1-1,-1-4 1,5 0-482,3 0 1,-2 0-1,2-1 1,-3 1-325,-5 0 0,2 0 1,-7 0 790,-5 0 0,-8-1 0,-9 7 0,-4 0-236,3 1 1,1 3 196,3-2 1,-3 3 468,-5 1 0,4 1 0,1 3-210,2 5 0,-3 1 1,2 3-1,1 0-27,0 3 0,-4 2 1,5 4-1,2-2-105,0 2 1,2-4 0,0 3 0,0-1-115,0-1 0,0-1 0,2-6 0,0 0-17,2 0 1,5 0 0,-4 1 161,2-1 0,-3 0 0,3 0 0,-2 0 23,-2 0 0,2 1 0,-1-1-23,-1 0 1,-2 4 0,-1 0 0,0-1-315,0-1 1,0-2 0,0 0-643,0 0 0,0-4-1211,0 1 2048,6-7 0,22-50 0,11-20 0</inkml:trace>
  <inkml:trace contextRef="#ctx0" brushRef="#br0" timeOffset="233">342 487 8175,'-12'0'0,"-1"0"38,1 0 1,-4 2 0,0 2 0,1 4 117,1 3 1,-2 2 0,-1 2 0,-1 3 47,0 1 0,-2 1 1,4 4-1,1 1 159,1-1 0,0 4 0,0 1 0,5-1 58,2 2 1,3-4-1,4 3 1,0-1-95,0-4 0,5 2 0,3-10 0,4-1-370,5-2 0,0-6 0,6-3 0,0-4-417,3-4 0,6-4 0,2-8 1,4-6-1765,3-5 2224,5 1 0,16-22 0,11-9 0,-18 17 0,-1 0 0,1 1 0</inkml:trace>
  <inkml:trace contextRef="#ctx0" brushRef="#br0" timeOffset="966">975 0 8206,'-4'8'-138,"-1"-1"133,-2-2 0,4 5-25,-1-2 1,4 3 0,4 0-373,4-3 0,7-3 1,1-5-1,1 0 402,0 0 0,-2 0 0,4 0 0,-1-1 0,-3-3 0,-2 1 0,1-4 0,-1 1-281,-1-1 0,3 4 318,-7-1 0,-4 4 0,-4 4-34,-6 4 0,-9 3 0,-3 3 0,-1 1 31,-2 1 1,-7 5 0,0-2 0,1 2 176,1-1 1,-2-1 0,1 1 0,4-4 605,5-2 1,5-3-273,1-3 1,6-3 0,6-5-338,7 0 0,4-1 0,2-2 0,3-4-147,5-3 0,2 3 1,0-8-1,-2 0-232,0 2 0,-1 0 0,3 4 0,-1 1-301,-2-2 0,-5 1 0,1-1 0,-2 4 472,-2 0 0,-22-19 0,-5-3 0</inkml:trace>
  <inkml:trace contextRef="#ctx0" brushRef="#br0" timeOffset="1149">1085 12 8068,'-2'11'0,"0"-1"-152,-2-2 1,0 0-1,4 4 1,0 0 654,0 0 0,0 2 0,0 2 0,0 3-433,0 0 1,0 4 0,0-3 0,0 3-347,0 2 1,0-1 0,0 0-1,0 1-58,0-1 1,-2 3 333,-2-2 0,-13 12 0,-9-4 0</inkml:trace>
  <inkml:trace contextRef="#ctx0" brushRef="#br0" timeOffset="1483">1024 402 8206,'-2'7'0,"0"-2"0,-4 1 293,0 2 1,-3 4 0,-1 3 10,2 1 0,-3 4 0,4-1 1,-1 3-41,0 4 1,4 1 0,-3-2 0,0 3 74,0 0 1,5 0 0,-4-3 0,2-1 81,0 0 0,0-5 1,5-2-327,3-4 0,3-6 0,5-3 0,2-3-303,2-1 0,-1 0 0,5-1 0,1-2-536,-2-1 1,2-5 0,-3 2 0,-1-1-2521,1 0 3264,-2 0 0,-9-53 0,-2-12 0</inkml:trace>
  <inkml:trace contextRef="#ctx0" brushRef="#br0" timeOffset="1665">1133 439 8206,'-8'4'-76,"2"1"0,0 2 441,3 2 0,-2 4 1,0 3-1,-1 4 103,1 3 1,1 3-1,2 2 1,0 5-717,-2 2 0,-2 1 1,3 1-1,-1-2-567,2-2 0,-4 0 1,1-4 814,-2-2 0,-33-12 0,-13-4 0</inkml:trace>
  <inkml:trace contextRef="#ctx0" brushRef="#br0" timeOffset="1832">780 731 8206,'0'-12'0,"-1"1"0,-2 1 475,-1 2 1,0 0-1,5-4 1,4 0-57,3 0 1,8-1 0,4 1 0,5 0-564,3 0 1,3 0-1,6 0 1,0-1-750,4 1 893,-3 0 0,47-27 0,-39 16 0,-1 0 0</inkml:trace>
  <inkml:trace contextRef="#ctx0" brushRef="#br0" timeOffset="2343">1377 85 8206,'-7'6'-79,"0"-5"0,5 5 1,-4-2 121,0 0 1,2 5 0,-3-1 0,0 3 325,0 1 0,0 1 0,-2 0 1,2 2-363,2 1 1,-3 0-1,4-2 1,0 1-114,-2 1 0,5-4 0,-3-4 63,2 2 1,4-5-1,2-1-19,4-2 1,3-2-1,1 0 1,1-2-109,4-2 0,-2-3 0,4-3 0,-2 0-191,-2 2 0,0 1 1,0-2 306,1 1 0,0 1 0,-5-3 0,-1 4 346,-2 0 1,-4 2-1,3 3 2117,-2-3-1773,-1 2 1,-4-2 0,-1 7 0,-3 3-503,-5 0 1,0 6 0,-1 6 0,2 0-6,-1-1 0,-3 9 0,-3-2 0,-1 3 6,1 3 0,0 1 1,-1 6-1,-3 1-10,0 2 0,-3 2 0,4 3 1,1-3-436,-1 0 0,2-8 0,4 1 0,1-4-1167,3-4 0,3-7-1281,5-4 2758,0-7 0,-6-26 0,-1-10 0</inkml:trace>
  <inkml:trace contextRef="#ctx0" brushRef="#br0" timeOffset="2547">1207 475 8414,'6'12'1532,"5"2"-745,4 2 0,7-1 0,-1 7 0,6 2-359,6 3 1,3 11-1,4-2 1,2 2-431,1 0 0,-4-1 1,0-2-1,-3-1-875,-4-2 0,-1-9 0,2 0 877,-5-4 0,52-30 0,12-10 0</inkml:trace>
  <inkml:trace contextRef="#ctx0" brushRef="#br0" timeOffset="3032">1974 171 7592,'39'16'0,"7"4"0</inkml:trace>
  <inkml:trace contextRef="#ctx0" brushRef="#br0" timeOffset="3433">1949 451 8206,'-6'0'861,"0"-2"0,8-2-679,2-4 1,1 1 0,5 1 0,-2 0-51,1 4 1,1-1 0,-1 0-25,-1-1 0,-4 5 0,3 8 0,-2 1-46,-2 3 1,-3 4 0,-3 4 0,-2 2-272,-2 1 1,-1 2-1,-4 1 1,0 1 26,0-1 0,-5-1 0,2-3 0,3-3-154,3-4 0,5-3 113,-4-5 1,5-4-1,0-10 1,6-6-32,5-7 1,3-4 0,2-1 0,2-2 77,2-2 1,0 6-1,-2-1 1,1 4 430,-1 4 1,3 3 0,-2 4-1,-1 4 377,-2 3 1,0 6-1,-1 4 1,0 6 234,0 6 0,-4 2 0,-1 1 1,0 0-350,-1 1 1,3-1 0,1-1 0,0-3-606,-2-3 0,4-5 1,6-4-1,1-4 87,2-3 0,46-55 0,-28 20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4:01.8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98 25 7920,'-12'7'289,"4"-2"1180,0-5 1,7 0-1395,1 0 1,5 0 0,7-1 0,0-2-82,1-1 0,3-2 0,0 4 0,0-2-107,2 1 1,-5-2 0,4 1 0,-4 1-141,-1 1 1,-4 2 0,1 0 184,0 0 1,-4 2-1,-1 2-47,-2 4 0,-8 7 1,-2 2-1,-4 1-155,-4 0 1,1 7 0,-5 0 0,-1 0 135,2 1 0,-4-2 1,3 1-1,-1-1 158,0 1 0,4-5 0,4-3 0,1-2 904,0-4-594,5-7 0,2 0 0,6-6-244,3-3 0,-1-4 1,5 2-1,0-1-27,-1 0 0,4 1 0,-3-1 1,3 3-106,1-1 1,0 5 0,2-3-1,1 3-101,1 1 0,1 1 0,-2 3 0,3 4 113,1 3 0,0 6 1,1 4-1,-4 2 54,-2 1 0,-2 2 1,-1 1-1,-3 3 27,-4 1 0,-3-3 1,-2 3-1,-3-1 35,-4-3 1,-7 3 0,-3-3 0,-1-3-93,-2-2 1,2-7-1,-1 2 1,-1-2-31,2-2 0,-2-4 1,4-9-1,3 0 92,0 0 0,2-5 1,1-5-1,3-3-3,4-4 1,2-4-1,4 2 1,2-2 202,4 1 0,3 4 0,1-3 0,0 1-133,0 4 1,5 1 0,-1 4-1,0 2-251,2 2 1,-5-1 0,3 4 0,-2-2-377,-2 1 0,0 1 0,0 4 504,1 2 0,-7 13 0,0 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4:15.353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27 302 8165,'-9'0'1584,"0"0"-918,6 0 603,-2 0 179,5 0-1131,0 0 0,1-4 0,2-2-450,1-1 0,5 2 0,-5-4 0,1 1 150,1 0 1,-3-3 0,4 2-13,-1-3 0,2-1 1,-2 2-1,0 0-3,0 3 0,0-1 0,-2-4-22,5 0 1,-2-1 0,0 1 23,-1 0 0,3 4 0,-3 1 131,1-3 1,-4 4 149,2-2 1,-3 6 93,3-1-242,-4 3-203,11 1-7,-11 0 213,11 0 1,-5 5-38,6 4 0,-5-1 0,-2-1 15,-1-1 0,-2 4-74,6-1 0,-4 1 0,2 0 47,-1-1 0,-1-5-1,0 5 0,1 0 0,4 2 8,-1-2 0,-5 3-56,5-3 0,-5 1 0,3 0-56,-1-1 1,0-6 0,-3 2 76,1 1-13,1-4 0,-1 5-82,1-3-101,-1-2-76,-4 4 123,6-6 159,-5 0 1,5-2-1,-4-1 30,2-1 0,-3-2-15,4 2 0,-2 2 1,0-4-79,1 1 1,2 2-1,-3-6-66,1-1 1,5 2-86,-5 0 1,6-1 115,-1-4 0,-2 4 1,1 0-1,-1 1 8,0 0 0,-2-3-25,3 2 1,0 2 0,2-2 25,-1-1 1,-5 4 0,3 0 11,-1 0 1,3 3 0,-3-4 98,1 1 0,-2 2 69,3 4 1,-3-2-93,3-2 1,-3 2-40,4-2 1,-5 2 19,5 2 0,-5 0 23,5 0 1,-6 2-44,1 2 1,-1-2 0,0 4 64,1-1 1,5-2 17,-5 6 0,5-4 1,-3 2-62,1-1 1,-4-1 0,3-2 11,0 2 1,-3 4 0,4-4 34,-1 3 1,3 0 0,-3 4 50,1-3 0,-3 3-86,5-4 1,-5 2 0,4 1-83,-3-3 0,1-3 9,-1 4 0,-4-5 0,5 3-33,0-1 0,-5 0-42,4-2 1,-2-2-97,1 2 41,-3-2 122,5-2 29,-6 0 1,5-2 5,-1-2 0,2 1-8,-2-6 1,-1 5-21,6-5 1,-6 5 0,3-4-63,-1 2 1,-3 1-1,4 0-78,0-4 1,-3 2-13,5-2 1,-3 5 135,3-5 1,-3 2-1,2-3 83,-1 1 0,3 5 0,-3-4-17,1 3 1,-3-1-1,3 1-5,-1-3 0,5 0-34,-3 0 0,0 3 34,0-4 1,-3 6 73,3-1 0,0 1 1,2 0-1,-1-1 1,-5-1 41,5 5 1,-5 0-74,5 0 0,-5 0-9,5 0 0,-4 0-20,3 0 1,-3 2-35,3 2 0,0-1 1,2 6 88,-1 1 0,-6-2 0,2-1-14,1-1 1,-3-1-1,4 0-54,-1 4 1,3-2-1,-3 2-87,1 1 0,-2 2 41,3 1 0,0-5 0,0 1 0,-2 0 68,0-2 1,-3 1-1,4-4 3,-1 5 0,4-2-66,-1 2 0,-3-5-79,-2 5-18,4-6 405,-7 3-189,5-6 0,-6-2-92,0-2 0,4 1-69,1-6 0,0 5 1,-2-5-9,2-1 1,3 2 0,-2 0 50,2-3 1,-5 4 0,2-2-22,1-1 0,-3 0 0,4 0 9,-1 1 1,3 0 0,-3-2-44,1 2 1,-2-1-1,2 4 56,-1-1 1,-1 2-48,0-4 1,2 2 0,5-3-4,-3 1 0,1 5 1,-4-4 51,1 3 0,-3 0 0,4 4-45,-3-4 1,1 4 2,-1-3 0,-2 2 21,5 2 1,-3 0 120,3 0 1,-3 4 40,4 1 1,-5 4 0,3-4 80,-1 3 1,3-4-60,-5 5 1,5 0 0,-3 4-152,1 0 0,-4-4 0,3-2 0,-2 0 57,1 1 0,-1-4 0,-3 3 0,2 0 71,2 1 1,4-4-1,-4 5-18,3 1 1,-4-3-1,5 2-79,1 1 1,-3-2-150,2 0 1,0 1-133,4 4 207,-6-5 0,3-1 27,-5-3 15,-1-2 1,-2 4 251,2-6 0,-3-6-254,4-3 0,1-3-227,-2-1 1,5 0 0,-3 0 26,1 0 0,-4 4 0,1 0 0,-1 1 37,2 0 1,-4-3-1,5 2 124,0-3 0,-5 3 0,5 1 43,0-3 0,-3 4-46,5-2 1,-5 5 192,2-5 0,-2 6 211,1-1-1135,-2 2-2540,9 2 3302,-9 0 0,-2-17 0,-8-5 0</inkml:trace>
  <inkml:trace contextRef="#ctx0" brushRef="#br0" timeOffset="1334">434 250 8391,'0'-8'4773,"0"-3"-4500,0 9 1,0-2-1,0 8-45,0 5 0,0 3 0,0 1 0,0 0-131,0 0 0,0 4 1,0 2-1,1 2-89,4 2 0,-4 2 0,4 1 0,-4 1 38,-1-1 0,0 4 0,0 3 0,0-1 14,0 0 0,0 3 1,0-5-1,0 0 49,0-3 1,0 0 0,0-1 0,0-1 0,0-3 0,0 1 0,0-4 0,0 0-27,0 0 0,0-2 0,0-4 0,0 1 129,0-1 1,4-5 194,1 1 538,-1-6-402,-4 3-471,0-6 521,0 0-746,6 0 447,-5 0-205,5 0 1,-4 0 721,2 0-743,-2 0 1,9 0 140,-2 0 0,3 0-76,1 0 0,0 0 0,0 0 0,0 0-17,0 0 1,2 0-163,2 0 1,-2 0 0,2 0-358,-2 0 1,-2 0-908,0 0 0,-4 0-526,0 0 0,-5-4-452,5-1 2288,-6 1 0,-9-8 0,-9-2 0</inkml:trace>
  <inkml:trace contextRef="#ctx0" brushRef="#br0" timeOffset="1750">644 814 8210,'-9'0'2375,"0"0"-1205,7 0-629,-4 0 1,6 2-256,0 2 0,6-1 1,2 4-67,4-1 1,-3 0-1,-1-3 1,1 3 28,-1 1 1,3-3-1,-2 5 77,3 1 1,-4-2 0,1 0-27,1 3 0,-4 0 0,0 2-60,0 1 1,-5-1 0,4 0 0,-4 1-148,-1 4 1,-1-4-1,-2 5 1,-3-1-447,-1-1 0,-2 2 0,-3-3 0,2 2-2998,1-2 3351,6-1 0,-32-26 0,-1-5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4:18.386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106 138 8174,'-13'7'3078,"-1"-2"-2546,7-4 0,1-2 0,6-4-326,0-3 0,6 0 1,4 0-1,5-1-231,2 1 0,2-3 0,-3 4 1,3-2-218,2 0 0,-5 6 0,1-1 0,-2 2-735,-2 2 1,-1 3 476,-3 6 0,-4 1 1,-6 12-1,-3 3 9,-5 4 0,-7 0 0,-3 5 0,0-2 370,0-3 1,-4-1 0,2-2-1,-1 0 451,0 1 0,6-8 0,0-5 0,5-5 2898,2-3-2613,6-2 1,-1-4-1,8-1 1,5-2-180,2-2 0,7-5 0,-1 3 0,1-2-277,1 0 1,-3 1 0,6-6 0,0 3-303,-2 2 0,0-3 1,-3 5-1,0-2-704,-1 1 1,-3 3-1,-3-2-509,-1 1 0,-2-4 0,2 1 1356,-4-3 0,-27-12 0,-7-4 0</inkml:trace>
  <inkml:trace contextRef="#ctx0" brushRef="#br0" timeOffset="367">224 86 8194,'-9'0'456,"0"0"1,6-2-40,-1-2 0,3 4 1,1 0-199,0 7 1,0 6 0,0 5 0,0 4 11,0 2 0,0 8 0,0 3 0,0 3-31,0 2 0,0 5 1,0 3-1,0 3-102,0 2 0,0-1 0,0-1 1,-2-3-29,-2-4 0,2-7 0,-3-5 0,0-4-183,1-8 0,-2-5 1,2-7 101,-5-3 1,1-4-1,0-2 1,-2-4 192,-2-3 0,-1-4 0,0 0 0,-1 1 91,1-3 1,0 9 0,2-9 0,0 3 330,3-1 1,3 0-1,-2 2-264,1 1 0,2 1 0,5-4 0,4 2-302,3 1 1,4 6-1,1-3 1,0 2-543,0 0 0,5-2 0,1 3 0,1-3-522,4-1 1,-4 2 0,2-3 0,1-3 1025,2 0 0,30-43 0,8-11 0</inkml:trace>
  <inkml:trace contextRef="#ctx0" brushRef="#br0" timeOffset="1100">513 256 8194,'-9'0'308,"0"0"1494,-1 0-1089,4-6 1,6 5-1,9-3 1,3 2-628,1 2 0,4-4 0,2-1 0,0 1-42,0-2 0,3 5 1,-4-5-1,-2 1-384,-2 1 0,1-2 1,1 3-834,1-1 1,1-5-1352,-5 5 1071,-6-1 1341,-1 5 1,-7 0 0,-4 0 112,-3 0 0,-4-4 286,-1 0 0,0-5 270,-1 5 1,7-2 679,3 1-275,2 4-659,2-5 0,2 12 1,1 3-1,1 2-56,-1 2 0,3 2 0,-2 3 0,1 3-103,0 4 0,-3 1 0,2 2 0,-2 1-64,-2 2 1,0 6 0,-2-2 0,-2 1-5,-5-1 0,-3 1 1,-1-5-1,0-3 44,0-5 1,-1-2 0,-3-7 0,0-1-58,1-5 0,6-5 0,1-3 0,0-2-113,2-2 1,-3-4 0,5-5 0,2 0-187,2 0 0,1-6 1,0-1-1,0-1-113,0 4 0,6-2 0,3 1 254,2 2 0,2 6 1,0 3-1,1 1 287,-1 3 0,1 1 1,2 4-1,2 2 293,-2 5 0,-2 7 0,0 3 0,-1 3-26,0 6 0,-1-2 1,-4 6-1,-2-1-275,0-1 1,-5 5-1,4-4 1,-4-2-316,-1-1 1,-1-2 0,-2-1 0,-1-3-3650,1-5 670,-5-2 3110,7-8 0,-5-77 0,6-25 0</inkml:trace>
  <inkml:trace contextRef="#ctx0" brushRef="#br0" timeOffset="1400">854 177 8194,'0'9'1445,"0"0"0,0-5-1899,0 5 1,2-5-655,2 5 0,-1-1 1108,6 0 0,5-2 0,7-6 0</inkml:trace>
  <inkml:trace contextRef="#ctx0" brushRef="#br0" timeOffset="1531">946 125 8194,'0'9'823,"0"-1"1,2-3-824,2 4 0,15 11 0,9 8 0</inkml:trace>
  <inkml:trace contextRef="#ctx0" brushRef="#br0" timeOffset="2166">1301 33 8170,'-5'-9'230,"1"0"1,-2 7 1150,2-3-735,2-2 1,-4 7-375,6 0 0,0 6 0,0 7 0,0 0-139,0 0 0,5 2 1,-1 1-1,-1 1-328,-1-1 1,-2 3 0,0-1 0,1-1-527,3 2 0,-2-4 0,2 2 0,-2-2-1536,-2-2 2257,0-6 0,-6-24 0,-1-12 0</inkml:trace>
  <inkml:trace contextRef="#ctx0" brushRef="#br0" timeOffset="2315">1288 86 9194,'1'-9'2345,"3"1"-2144,5 3 0,3 0 0,2 5 0,2 0-1350,2 0 1149,5 0 0,56-17 0,-29 6 0,-1 0 0</inkml:trace>
  <inkml:trace contextRef="#ctx0" brushRef="#br0" timeOffset="3467">1314 506 8305,'-13'0'1218,"0"0"0,7 0 1,6-2-1122,7-2 0,10 0 0,5-8 1,3-3-178,1 1 1,2-2 0,3-2 0,2-2-161,1-1 0,2-2 0,-4 5 0,-1 2-239,-3 2 0,0 1 1,-11 1-450,-1 3 1137,-1 3 0,-14 6-210,-5 0 0,-5-1 1,-1-2-206,1-1 1,5-2 244,-5 1 0,0 0 123,-4-4 0,4 3 111,1 6 1,3 0 2,-4 0 1,7 1 0,-3 4-145,4 4 0,1 4 0,0 3 0,0 3 10,0 1 1,0-2 0,0 5 0,0 3 15,0 3 0,0 8 0,0-1 0,0 5 123,0 3 0,0 4 0,0-4 1,0-2-111,0-1 1,0-7 0,0-4-1,1-3 48,4-6 1,-4-2-86,3-5 0,-4-3 0,-4-2 57,-5-5 0,-2-8 1,-3-5-203,1-2 1,0 2-1,0 0 1,0-1-286,0-2 0,1-1 1,2 0-1,1 0 30,-1 0 1,3 1 0,-2 2 0,0 1 235,2-1 0,-3 2 0,4 1 0,0 0 414,0 0 0,-3 2-58,5-4 0,0 5-220,4-5 0,0 5 0,1-3-453,3 1 0,-1-3 0,6 3 0,3 0-653,4 1 0,3-6 0,6 3 1000,1-4 0,24-24 0,11-11 0,9-4 0,1 1 0</inkml:trace>
  <inkml:trace contextRef="#ctx0" brushRef="#br0" timeOffset="3783">1878 46 10478,'-7'0'1529,"10"2"-2003,6 2 1,4-1 0,-7 6-2073,1 1 2546,-4 2 0,3 18 0,-6 5 0</inkml:trace>
  <inkml:trace contextRef="#ctx0" brushRef="#br0" timeOffset="3948">1826 204 7694,'-6'7'685,"5"-1"0,-4-6-515,10 0 0,-2-2 1,5-1-428,2-1 0,2-5 0,1 5 257,0 1 0,18-16 0,4-3 0</inkml:trace>
  <inkml:trace contextRef="#ctx0" brushRef="#br0" timeOffset="4450">1813 230 8206,'-13'4'97,"0"2"437,-1 1 1,6-4 1397,-1 2-1641,0 2 1,3-5 0,8 0 2,9-4 0,3-1 0,5-6 1,-1 0-134,4 2 1,-1-5 0,1 5 0,0-2-312,-2 0 1,5 2-1,-5-3 1,2 3-402,0 1 1,-6-3-1,2 5 1,-5-1-598,-5-1 1,4 5 1147,-3-3 0,-56 20 0,-13 5 0</inkml:trace>
  <inkml:trace contextRef="#ctx0" brushRef="#br0" timeOffset="4916">1892 230 8306,'-9'0'924,"0"0"0,6 1 0,-1 4-655,2 4 1,2 2 0,0 2 0,0 2-231,0 2 0,0-2 0,2 3 0,1-4-447,1-1 1,6 0 0,-1-1-414,3-3 0,-4-3 0,1-6 0,1 0 387,2 0 0,-3-6 0,-2-3 1,0-4 433,1-5 0,-1 4 0,3-4 0,-2 4 0,-3 1 0,1-1 0,-3 1-44,1 0 0,1 7 356,-5 6 0,-6 11 0,-3 8-315,-2 1 0,-3 0 0,1 4 0,0-2-176,0 1 1,-4 0 0,-1 1 0,1-4 132,-2-1 1,3 4 0,-5-2 0,1-1 45,-1-2 0,5-5 0,-1-3 0,2-3 619,2-1 0,4-1 278,0-5 1,8 0 0,1-2 0,7-2-504,5-5 1,5-3-1,2-1 1,2 0-172,2 0 0,2 0 0,1 0 0,1 1-159,-1 3 1,0-2 0,0 3-1,-1 1-475,-3 3 1,-2 1 0,-3 0 0,0-2-623,-1 3 0,-6 0 1033,-1 2 0,-41 29 0,-6 8 0</inkml:trace>
  <inkml:trace contextRef="#ctx0" brushRef="#br0" timeOffset="5216">1931 571 8157,'-9'5'469,"2"1"78,1 1 0,-3 2 0,5 4 0,0 0-351,-2 0 0,3 0 0,-4 2 0,-1 1-139,1 1 0,4 1 0,-3-5 0,2 0 6,-1 0 0,1 0 0,3-1 0,-2-2-78,-2-1 1,1-5 0,5 4 103,4-3 0,-2 0 1,5-5-1,3 1 5,0 4 0,2-4 0,1 4-82,-1-4 1,0 3 0,0 1-357,0-2 0,0 0 0,0 0-527,0 1 871,1 0 0,-1-39 0,0-9 0</inkml:trace>
  <inkml:trace contextRef="#ctx0" brushRef="#br0" timeOffset="5399">2049 585 8206,'-9'0'320,"2"1"308,1 3 1,-3 4 0,4 5 0,-1 0-282,0 0 0,-3 6 0,3 3 1,1 3-290,-1 1 0,-3 0 0,3 0 0,0 1-524,0-1 0,-2 0 1,2 1-1,-1-1 466,-4 0 0,-6-6 0,-4-1 0</inkml:trace>
  <inkml:trace contextRef="#ctx0" brushRef="#br0" timeOffset="5617">1681 821 8206,'0'-9'414,"2"0"82,2-1 0,-1 3 0,6-2 0,1-1 133,2-2 1,7-1 0,4 0 0,6 0-283,6 0 1,2 0 0,-1-1 0,-1 1-295,2 0 0,-4 4 1,-1 2-1,-2 0-514,-6 0 1,-6 4 0,1-2 460,0 4 0,1-34 0,7-9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4:25.052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276 40 8253,'9'-4'-1404,"-2"-2"2778,-1-2 0,0 5-253,-2-1 1,-1-2-599,6 2 1,-6 1-548,1 7 0,-2 4 0,-2 6 0,-2 4-224,-2 4 0,-3 2 1,-7 3-1,1-1-311,0 0 1,-4 2-1,-1 1 1,1 2 644,-2-2 1,4-7-1,-2-5 1,3-2 1833,6-2-1464,-4 0 1,12-7 0,0-6-226,7-7 0,9-5 0,2-1 0,-2 1-203,-1 4 1,-1-4-1,2 5 1,2-2-180,-2 0 1,-2 6 0,-1-1-16,1 2 1,-6 2 0,0 2 137,-3 2 0,0 3 0,-5 7 0,-2 0-48,-2 4 0,-2-2 0,-4 6 0,1-1-47,-1 0 0,-2-2 0,1-6 1,0 0 291,3 0 1,3-4-153,-3 0-144,5-6 1,3 1-1,8-7-319,4-1 0,1-5 446,0 5 0,6-7 0,2 4 0</inkml:trace>
  <inkml:trace contextRef="#ctx0" brushRef="#br0" timeOffset="268">0 723 8834,'2'7'2042,"2"-3"-1650,5-2 0,-2 2 0,2 1 0,1-1-239,2 2 1,1-3 0,0 4 0,0 0-811,0 1 1,-4-4-1,0 3 1,1 1-258,2-1 0,-3-4 914,-1 1 0,-5-8 0,3-3 0</inkml:trace>
  <inkml:trace contextRef="#ctx0" brushRef="#br0" timeOffset="414">132 670 9229,'13'0'-272,"-4"0"0,-1 0 272,3 0 0,35-23 0,11-6 0</inkml:trace>
  <inkml:trace contextRef="#ctx0" brushRef="#br0" timeOffset="498">263 631 8253,'0'13'-353,"0"-6"0,29-18 0,8-11 0</inkml:trace>
  <inkml:trace contextRef="#ctx0" brushRef="#br0" timeOffset="1348">644 27 8493,'-9'-5'657,"0"1"1,5-2-1,-5 3-121,-1-1 0,-2 0 0,-1 4 0,0 0-374,0 0 0,-2 5 1,-1 3-1,-1 0-281,1 1 1,1 0-1,2 4 1,0 0-166,0 0 1,4 0-1,0 1 1,1-1-66,0 0 0,2 0 1,6 0 208,0 0 1,0 0 0,0 0 110,0 1 1,0-1 0,2 0 0,1 0-24,1 0 0,6 0 0,-2 0 0,0 1 67,1-1 1,-2 0-1,4 0 1,-4 0-15,-1 0 0,4-4 172,-1 0 51,-3-6 0,-1 1-248,-5-8 1,0-5 0,-1-7 17,-3-2 0,2 1 0,-2 4 0,2 0-52,2-1 1,2-3 0,1-1 0,3 2 41,1 2 0,0 1 1,3-1-1,-1 3 17,1 2 0,2 2 1,1 4-1,0-2-124,0 3 0,-1 2 1,-2 4 14,-1 5 1,-6 2 0,1 2 0,-2 1 4,-2-1 1,0 0-1,-2 0 1,-1 0 59,-1 0 1,-5-4 0,3-2-1,1 1 145,-1-1 0,-4-4 190,1 1-97,3-2-64,0-2 0,6-2 501,0-2-161,0 2 0,0-2-153,0 8 0,0-1 0,0 6 0,0 1-44,0 2 1,0 7-1,0 3 1,0 3-84,0 1 0,0 6 0,0 3 0,0 1-15,0-1 0,0 6 1,0-4-1,0-1-19,0 2 1,0-6 0,0-3 0,2-4-428,2-3-1644,-3-6 1210,5-3 0,-6-8 0,-1-8 1,-4-3-2471,-3-1 3174,-4-2 0,-42-28 0,-10-5 0</inkml:trace>
  <inkml:trace contextRef="#ctx0" brushRef="#br0" timeOffset="1533">381 631 9570,'8'0'1046,"-4"6"0,-8 2-1224,-5 4 0,1 1 1,1 0-1,0 0-414,0 1 0,2-3 1,-2-1 591,1-1 0,2-12 0,4 2 0</inkml:trace>
  <inkml:trace contextRef="#ctx0" brushRef="#br0" timeOffset="1800">696 513 8272,'-13'8'0,"0"0"-253,0-2 0,4 2 0,0-2 0,-1 0 793,-1 0 1,2 3-1,0-5 615,-1-1-729,4 4 1,0-4-93,6 6 0,2-6 1,2 3-1,5-2 173,2 0 0,4 7 0,1-4 0,2 2-175,-2-1 1,3 0-1,0 2 1,0-1-510,0 1 1,2-3-1,-3 0 1,-1 1-1063,2-1 1,-4-3 1238,3 5 0,19 6 0,6 5 0</inkml:trace>
  <inkml:trace contextRef="#ctx0" brushRef="#br0" timeOffset="3683">985 1038 8260,'-13'0'1486,"6"-2"1072,2-2-2232,4 3 1,7-10-1,3 7 1,4 1-277,4 2 0,-2 1 0,4 0 0,-2 0-359,1 0 1,1 0 0,-3 0-1,1 0-818,-1 0 0,-1 0 0,-2 0 1127,0 0 0,-11-35 0,-4-9 0</inkml:trace>
  <inkml:trace contextRef="#ctx0" brushRef="#br0" timeOffset="3815">1195 762 8756,'-7'6'888,"1"3"1,6 8-1,0 7-609,0 5 0,0-2 0,0 4 0,0-3-373,0-2 0,5-1 1,0-3 93,3-5 0,12-25 0,8-9 0</inkml:trace>
  <inkml:trace contextRef="#ctx0" brushRef="#br0" timeOffset="4433">1563 368 8642,'0'-13'1428,"2"6"0,0 1-811,3 0 0,6 3 1,3-4-1,6 1-510,5 3 1,1-3-1,2 0 1,1 1-483,2-1 1,-1 0-1,-5 3 1,-2-1-2170,-1 1 2544,-6 1 0,-8-9 0,-10-4 0</inkml:trace>
  <inkml:trace contextRef="#ctx0" brushRef="#br0" timeOffset="4666">1813 197 8343,'-14'8'120,"1"3"1,2-2 0,0 3 596,3 1 0,0 2 0,-2 1 1,3 3-241,1 1 0,0-2 1,3 2-1,-1 0-195,1 1 0,3-5 0,4 1-126,5-2 0,3-3 0,1-2 0,0-3-99,0-1 0,0 0 0,-1-2 0,-2 4-176,-1-1 1,-5 4 0,4-2 15,-3 3 1,1 1 0,-3 0-679,2 0 1,-1 0-129,-4 1 1,0-6 908,0 1 0,6-24 0,1-1 0</inkml:trace>
  <inkml:trace contextRef="#ctx0" brushRef="#br0" timeOffset="4917">1918 421 8278,'-14'0'0,"1"0"0,0 0-22,0 0 1,-2 1 0,-1 2 0,-3 3 614,-1 1 0,3 6 0,-4 6 0,1 0-70,-1 0 0,5 5 0,-1-4 1,2 2-149,2 0 0,1 0 0,4 2 0,3 0-21,4-2 0,1-5 0,1 4 0,4-2-164,3-3 0,5-3 0,5-3 1,4-3-269,3-1 1,1-1 0,2-5-1,1 0-569,1 0 0,5 0 0,-2-2 0,-1-1-2056,0-1 2703,4-6 0,27-68 0,-25 28 0,0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4:34.20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96 140 8170,'-7'6'1829,"0"-3"-1371,5-2 1,-1-1-291,6 0 1,-1 0 0,5 0 0,1 0-384,1 0 0,1 0 0,0 0 0,0 0 215,0 0 0,9-4 0,3-2 0</inkml:trace>
  <inkml:trace contextRef="#ctx0" brushRef="#br0" timeOffset="234">25 423 8140,'-10'0'815,"3"0"-107,0 0 1,6 0-1,1-1-654,6-3 0,6 1 1,3-6-1,1-2-434,2 0 1,-3 3 0,2 1 379,1-1 0,6 13 0,1 1 0</inkml:trace>
  <inkml:trace contextRef="#ctx0" brushRef="#br0" timeOffset="416">76 564 8170,'-7'4'430,"0"-1"0,4 1 766,-4-4 1,6-2-1081,1-1 1,4-3-1,6-4 1,2 0-493,1 0 1,3-3 0,4-2 0,0-1 375,0-2 0,14-20 0,7-10 0,2-4 0,1-1 0</inkml:trace>
  <inkml:trace contextRef="#ctx0" brushRef="#br0" timeOffset="834">419 9 8582,'-1'-6'560,"-1"4"1,-3 4-547,0 5 0,-2 5 0,-4 3 0,-2 0-277,0 3 0,-2 5 0,3 0 0,-2 0 8,2-2 0,1-1 0,1-1 0,0-2-65,0-3 0,3-4 1093,0-3-313,5-3 1,5-7-209,7-1 1,-1 2 0,-2 5 0,1 4 40,1 2 1,-2 2-1,-1 2 1,1 1-167,-1 2 0,-1 1 0,-2 3 0,0 0-271,-1 1 0,-1-5 1,-1 0-1,0-1-996,0-3 1,4-1 1139,-1-1 0,-4-13 0,-5-4 0</inkml:trace>
  <inkml:trace contextRef="#ctx0" brushRef="#br0" timeOffset="1234">611 39 8211,'-6'0'0,"-1"0"292,-1 0 0,-1 0 0,-1 0-131,0 0 1,0 3-1,-1 2 1,1 0-291,0 3 1,0 1 0,0 0 0,0-1 89,0-1 0,3-2 1,0 3 316,0-1 0,2-4 0,2 4 12,2 1 1,1-2 0,0 0 219,0 2 0,3 5 1,1 1-1,1 1-123,-1-1 0,3 5 0,-2 0 0,-1 5-270,1 2 1,-1-3 0,-2 3-1,2-1-28,-2-2 0,2 1 1,0-1-1,-2-4-902,-1-5 1,3 1-2865,-1-2 3677,0-4 0,-25-31 0,-6-12 0</inkml:trace>
  <inkml:trace contextRef="#ctx0" brushRef="#br0" timeOffset="1431">338 302 8252,'0'-7'558,"0"0"0,3 4 0,2-3 1,6 1-652,4-1 0,2 4 0,3-3 1,0 1-267,1-3 1,-1 2-1,0 1 359,0 0 0,-4 7 0,-2-2 0</inkml:trace>
  <inkml:trace contextRef="#ctx0" brushRef="#br0" timeOffset="1598">379 372 8211,'-6'-1'550,"3"-2"1,3 2 0,4-3-1,5 2-538,4-1 1,5 2 0,-3-3 0,2 3-1178,0 1 0,-5 0 1165,2 0 0,6 14 0,1 3 0</inkml:trace>
  <inkml:trace contextRef="#ctx0" brushRef="#br0" timeOffset="1765">369 473 8360,'-10'0'1200,"1"-1"-832,2-2 0,5 2 0,7-2 0,5 0-377,2 0 0,3 2 1,2-4-1,2 2-344,1 0 1,-3-2 0,0 3 0,0-2-508,-1 2 1,2 0 859,-5-1 0,-8 10 0,-7 0 0</inkml:trace>
  <inkml:trace contextRef="#ctx0" brushRef="#br0" timeOffset="1966">298 595 8211,'1'-7'848,"2"1"1,5 1-448,5-1 1,2 3 0,8-4 0,3-1-236,4-1 0,7-1 0,-1 0 0,0 0-378,-2 0 0,-4 3 0,-3 0 1,-4-1-782,-1-1 993,-6 4 0,-24 9 0,-10 8 0</inkml:trace>
  <inkml:trace contextRef="#ctx0" brushRef="#br0" timeOffset="2367">15 837 8211,'-6'0'1355,"11"-1"0,9-2 0,8-4-902,5-2 1,10-2 0,5-3 0,7-2-355,6-3 0,4-5 0,4-1 0,-1 2-112,-6 1 0,-7 1 1,-13 9-1,-6 2-756,-9 2-179,-1 5 1,-14-1 192,-3 4 0,-3 0-1286,-7 0 2041,5 0 0,-25-18 0,-1-5 0</inkml:trace>
  <inkml:trace contextRef="#ctx0" brushRef="#br0" timeOffset="2615">470 504 8211,'-4'7'73,"1"-1"0,0 1 0,3 3 0,0 1 572,0 3 1,0 3 0,0 6 0,0 4-76,0 2 0,0 3 0,1 2 1,1 3-242,1 2 0,4 1 1,-4 0-1,0-3-171,-2-4 1,0-6 0,1-3-1,2-4-657,-2-3 0,0-7-538,1-6 0,-1-9 1037,1-5 0,3-36 0,-1-14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4:38.08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259 42 8251,'5'-6'-1783,"-3"-3"2924,5 2 1255,-5-2-1941,3-1 0,-6 9 1,-2 6-1,-1 6-222,-2 6 1,-1 3-1,-4 4 1,-1 2-225,-2 4 0,-2 3 0,1 2 0,-1 1-159,-2 2 0,-1 3 1,-2 1-1,-2 2-56,0-1 1,0-6-1,6-4 1,5-6-359,4-7 1,0-10 224,5-10 1,4-8 0,6-8-1,3-2-82,3-3 1,-1-2 0,1 3-1,0 0 182,0 0 1,-2 4 0,3 3 0,-3 1 220,-1 2 0,0 5 1,0 1 424,0 3 0,-1 10 0,-2 6 0,-2 6 124,-1 6 1,-3 2-1,3 3 1,-3 1-229,-1 4 1,0-1 0,0 1-1,0 1-339,0-3 1,-1 0-1,-2-4 1,0-2-88,1-2 1,-1 0-1,1-7-2051,-1-4 2174,-1-8 0,18-44 0,3-15 0</inkml:trace>
  <inkml:trace contextRef="#ctx0" brushRef="#br0" timeOffset="316">330 244 8467,'0'-10'926,"0"3"-445,0 0 1,5 2 0,1-3 0,3 2-127,2 2 1,3-1-1,3 3 1,3-3-359,4 0 0,-3-1 1,3-1-1,-3 3-641,-1 0 1,-4 2-1,-1-1 1,-3 1-923,-2-2 1566,2 3 0,-28-8 0,-2 4 0</inkml:trace>
  <inkml:trace contextRef="#ctx0" brushRef="#br0" timeOffset="516">462 42 8251,'-4'6'0,"0"1"122,-2 1 1,3 1 0,-3 1 0,1 1 267,-1 3 0,4 2 1,-3 4-1,2 0-18,-1 0 1,0 5 0,2 2 0,-2 2-124,2 1 0,1 1 0,1-2 0,0-2-708,0-4 0,0-6-61,0-3 0,4-7 0,3-5 0,2-6 520,1-6 0,27-76 0,-15 31 0,0 0 0</inkml:trace>
  <inkml:trace contextRef="#ctx0" brushRef="#br0" timeOffset="664">593 62 8251,'0'10'-958,"-1"0"1,-1 0 1652,-2 0 0,1 0 1,3 1-1,0 0-343,0 2 1,-1-1-1,-1 2 1,-2 0-401,2-1 1,1 1-1,1-4 1,-1 1-249,-3 2 1,3-1-1,-3 1 296,-1-2 0,-18 17 0,-10 5 0</inkml:trace>
  <inkml:trace contextRef="#ctx0" brushRef="#br0" timeOffset="1169">310 486 8251,'0'11'1084,"0"-1"-619,0-5 0,4-5 0,4-6 0,4-3-232,1-2 0,6 1 1,0-1-1,5-1-129,2-2 0,-3 1 1,3 3-1,0 0-137,0-1 0,-5 1 1,0 1-1,-4 3-509,-2 2 1,-2 2 62,-3-1 1,-5 2 494,-5-3 1,-1 4 179,-6 4 1,0-3 0,-3 2-8,0-2 1,0 3-1,0 0 1,-1 2 96,-3 2 1,2 4 0,-4 2 0,0 2-11,1 2 0,-2 2 1,-3 3-1,-1 2-118,1 0 1,0 6 0,0 4 0,-2 0-290,-1 4 0,1-1 0,0 0 0,3-2-404,2-1 0,4-5 1,-2-5-1,3-4-1214,3-5 0,4-5-267,-2-4 2016,5-3 0,7-40 0,6-9 0</inkml:trace>
  <inkml:trace contextRef="#ctx0" brushRef="#br0" timeOffset="1366">391 628 8251,'7'1'617,"-2"2"-201,0 4 0,-2-1 0,-3 2 0,0 2-1,0 2 1,0 6 0,0 0 0,0 3-161,0 3 1,0 4 0,-1-1-1,-1 1-108,-2-1 0,1-2 1,3-5-1,0 0-691,0 0 1,0-7 0,0-3 543,0-1 0,4-23 0,2-4 0</inkml:trace>
  <inkml:trace contextRef="#ctx0" brushRef="#br0" timeOffset="1716">441 577 10384,'15'-1'45,"2"-2"0,2-3 0,2-3 0,2 1-134,0 2 0,4-1 0,-3-3 1,-1 1 142,2 2 1,-3 2-1,1 2 1,-3 0 73,-3 1 0,1 5 0,-4 4 1,-2 3 227,-1 3 0,-4 0 1,-1 5-1,-2 2 119,-2 2 1,-1 3 0,-1-2-1,0 1-177,0 2 0,-3-3 1,-1 0-1,-1 0-341,1 0 0,-1-3 0,3 2 0,-3-5-516,0-3 0,2 0 0,0-4 0,1 0-160,-2 0 1,2-4 0,-3-2 0,-1 0 718,0-1 0,-41-27 0,-13-9 0</inkml:trace>
  <inkml:trace contextRef="#ctx0" brushRef="#br0" timeOffset="1864">492 749 8251,'4'-10'0,"2"0"282,0 0 1,4 3 0,-1 0-1,4 1-150,3 0 0,-3-2 0,4 4 0,0-1-183,-1 1 1,-2 0 50,-3 4 0,-1 0 0,0 0 0</inkml:trace>
  <inkml:trace contextRef="#ctx0" brushRef="#br0" timeOffset="2032">502 830 8075,'-10'0'329,"0"0"-12,4 0 0,3 0 1,6 0-1,4-1-145,2-2 1,4 2-1,2-4 1,1 2-480,2-1 0,1-2 0,1 1 0,-1 1-510,-2-1 1,-1-2 816,-3 4 0,-2-9 0,4 0 0</inkml:trace>
  <inkml:trace contextRef="#ctx0" brushRef="#br0" timeOffset="2266">583 557 7343,'-7'9'-210,"2"-1"1,0-1 867,3 1 1,1 5 0,1 5 0,0 5-209,0 4 1,0 3 0,0 4 0,0 3-151,0 2 1,3 5-1,0 0 1,1-3-272,0-3 1,-1-4-1,2-7 1,1-3-761,-1-3 1,-2-9-1,1-3 731,1-3 0,-4-21 0,3-7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4:53.267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1 232 7956,'0'7'1091,"0"1"917,0-3-1112,0-4 0,0 7-623,0-4 0,1-2-252,4 2 224,-4-2-100,5-2 1,-4-5 0,1-1-90,1-1 0,6-2 1,-4-4-126,1 4 0,-2-3 0,4 3-52,1-3 0,-2 3 0,-1 0 1,1 0 155,0 1 1,-4-2 0,5 4 69,2-2 1,-4 0 0,1-2-1,0 2-30,-1 2 1,-2 2-1,2 2-84,-1-2 0,0 2 111,-1-2 273,-4 2-307,12 2 1,-10 0-44,6 0 1,-2 2 0,4 1 99,-2 1 1,-5 1 35,6-5 1,-6 4 9,5 1 1,-4 4-45,4-5 0,-2 2 0,4-3 127,-2 2 0,-4 4 31,4-4 0,-5 1-227,5-2 1,-4-2-1,2 4 28,-1 0 1,0-5-262,-1 4 0,-2-2-108,6 1 242,-6-2-84,3 4 8,0-6 1,-3 0 199,6 0 184,-6 0 0,5 0-201,-3 0 1,-2-5-1,4-1-135,-1-1 1,3 2-1,-3-2 40,2 1 0,-4-3 0,6 3 19,0-2 0,-2 3 0,1-2 18,1 1 0,-2-3 0,-1 3-46,0-2 0,3 5 0,-2-3-55,-1 0 1,5 3 38,-3-6 1,4 6 151,0-2 1,-4 4-8,0 1 1,0 0-56,5 0 1,-5 0-12,0 0 0,-1 1 0,2 2 110,0 2 0,-7 1 0,3-3-51,0 1 1,-5 3 0,5-4-16,0 1 0,-3 5 0,5-3-17,-2 2 1,3-4 0,-3 4-39,2-2 0,-5 0-31,1-1 1,2-2 42,-1 6-41,5-6 1,-8 4 0,4-4-16,0 2 95,-4-1 0,5-4 81,-2 0-4,-4 0 1,11 0-16,-3 0 0,-1-4-201,1-1 0,-6-1 0,3 3 32,0-1 0,0-2 1,5 3 17,-2-2 1,-5-4 0,6 4 5,0 2 0,-2-3 0,-1 0 98,-1-1 0,5 2-68,-2-4 1,-1 5 0,1-4-10,1 2 0,-2 0-17,1 1 0,-2 2 0,4-4-14,-2 1 0,-6 0 144,2 1 0,2 4-23,2-4 1,-3 2 0,0 0-329,1-2 6,0 1 397,7-2-61,-1 4 0,-4-4 1,-1 8 4,-2 2 0,3-1-4,-4 6 0,4-4 1,-3 4-32,1 2 1,-4-4 0,3 1 0,-1-1 2,0 1 1,1-4-1,-3 6-52,1 0 1,5-2 0,-3 1-94,2 1 0,-4-2 159,6 1 1,-6-1-1,4 2-43,-2-1 1,0-6 9,-2 2-4,-2-4 1,5-1-111,-2 0 0,-2 0-18,6 0 1,-4-4 0,4-1 48,1 2 0,-2-3 1,1 0-52,2-1 1,-5 2-1,0-2 1,0 0-7,3 4 1,-2-3 0,1 0-75,-2-1 1,5 4 0,-4-3 149,1 0 1,4 4-1,-5-4 26,1 0 1,0 4 0,-4-2 14,5 2 1,-1 2 96,1 0 0,0 0 179,4 0 1,-3 0-25,-1 0 1,-5 0-549,5 0 0,-4 5 0,4-1-1934,2 0 1,-4-1 2191,2 1 0,-6 10 0,3 7 0</inkml:trace>
  <inkml:trace contextRef="#ctx0" brushRef="#br0" timeOffset="966">396 286 8371,'0'-7'3872,"0"1"-3698,0 6 1,0 1 0,0 4 0,0 4 17,0 3 0,0 3 0,0 2 0,1 3-220,4 1 1,-4 1 0,4 6 0,-4 0 15,-1 4 1,0 2-1,0 3 1,0 0 68,0 1 0,0 1 0,0 0 0,0-2 26,0-6 0,0-2 1,0 0-1,0 0 15,0-2 1,0 2 0,0-11 0,0-1 223,0-2 0,0-2 585,0 1-325,0-7 1,0-2 362,0-10-389,0 4-599,0-11-87,0 10-429,0-4 369,0 6 0,5-1 1,1-2 154,2-2 1,1 1 0,4 4 0,1 0-1,0 0 1,-1 0 0,2 0 0,2 0 83,1 0 1,0 0 0,-4 0-1,0-2 164,-1-2 1,1 2 0,-1-2-133,1 2 1,0 2-944,-1 0 228,-5 0 1,-2-1-2039,-6-4 2672,0 3 0,-18-34 0,-5-2 0</inkml:trace>
  <inkml:trace contextRef="#ctx0" brushRef="#br0" timeOffset="1350">641 777 8966,'-7'6'2852,"-6"-5"-2707,12 6 0,-4-7 204,10 0 1,2 4 0,7 1-74,0-2 0,-1 3 0,1-2 0,0 1-21,-1 1 0,1-3 0,-2 6 1,-1 0 13,-2-1 1,-2 4 0,4-3-1,-4 3-41,-1 2 1,-1 1 0,-5 1-1,0 4-234,0 1 0,-2-3 0,-2 4 0,-5-3-984,-3-2 1,-3 3 0,-2-2 989,-1-2 0,-19 6 0,1-1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4:55.582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14 22 8440,'-1'-7'1625,"-2"1"-15,-2-1-1241,1 6 0,4 1 1,0 9-137,0 3 0,0 2 0,1 1 0,2 2-96,2 1 1,-1 4 0,-4-2 0,0 1-258,0 4 1,0-1 0,2-2 0,1-2-609,1 0 0,1-5 0,-3 2 0,1-5-948,1-3 1676,1-6 0,-11-39 0,-2-17 0</inkml:trace>
  <inkml:trace contextRef="#ctx0" brushRef="#br0" timeOffset="149">55 77 8120,'0'-8'2778,"2"2"-2289,2 6 1,-1 0-1,6-1 1,2-3-589,1 0 0,3-1 1,2 5-1,3-1 99,1-4 0,38-2 0,13-7 0</inkml:trace>
  <inkml:trace contextRef="#ctx0" brushRef="#br0" timeOffset="1151">246 540 8120,'-14'1'886,"1"4"446,-1-4-663,0 6 1,13-14 0,7-2-1,9-3-630,8-1 0,3-5 0,1-2 0,2-1-272,2-4 0,0 0 0,4-3 0,-1 1-327,1 0 0,-6 4 0,-2 2 1,-7 3-186,-5 6 1,-1 0 0,-2 6 499,-3-2 0,-5 5 0,-8-2 0,-5 4 459,-3 1 1,3 0 0,-1 0 297,0 0 0,-2 0 108,-2 0 0,1 0-358,-1 0 0,5 1 0,1 4 0,2 4-9,3 3 0,0 2 0,0-1 0,-1 3-22,1 2 1,-1 3 0,1 8 0,-1 2-55,1 6 0,1 4 0,4 4 1,1 5-37,1 3 0,7 8 0,-3 1 0,1 0-71,0-3 0,-2-3 0,4-3 0,-2-5-17,2-7 0,-5-8 1,-2-10-96,-2-5 0,-2-10 123,0-8 1,-6-6 0,-3-6-437,-3 3 0,-2-3 0,0 2 0,-1-2-62,-3-1 0,1-1 1,-4 0-1,1 1-11,4-1 0,1 1 0,1-1 0,-1 0 191,-3 1 0,4-1 0,-1 2 0,4 1 381,1 2 0,2 2 0,-1-4 563,-2 2 1,4 6 142,-2-2 0,7 2-810,2-1 1,6 1-1,10-5 1,2 1-780,4-1 0,1-2 739,4-9 0,-15 10 0,7-3 0</inkml:trace>
  <inkml:trace contextRef="#ctx0" brushRef="#br0" timeOffset="1467">846 145 8692,'-8'-6'3316,"2"4"-3705,6-4 1,1 8 0,2 2 388,2 5 0,18 28 0,-1 7 0</inkml:trace>
  <inkml:trace contextRef="#ctx0" brushRef="#br0" timeOffset="1918">696 390 8170,'-14'0'776,"6"0"0,4-1 1,10-4-525,8-4 0,1-2 0,7 1 0,1 1-292,-2-2 0,4-1 1,-6-2-1,1 2-464,0 3 0,-2-1 0,-5 3-1708,1 0 1545,0 4 0,-8-2 582,-6 10 0,-6 2 0,-8 7 0,-1 0 101,-3-1 1,3 1 0,-4 1-1,6 2 194,4 1 0,-3 2 0,4-4 0,-1 4 165,0 1 0,4-4 1,-2 2-1,1 0 42,3-1 0,1 0 0,2-4-271,0-1 0,2-5 0,2-4-145,5-2 0,8-10 1,1-5-1,0-7-177,2-1 0,-3-5 0,4 3 0,-2-1-279,-2 1 0,-2 4 1,-1 5-1,-2 0-585,-3 1 1293,-3 5 1,-6 4-1,-1 10 1,-4 6-103,-4 5 0,1 5 0,-1-2 0,-1 1-302,-2 3 1,-4 2 0,0 0 150,-2-4 0,-18 13 0,-7 5 0,-2 1 0,1-1 0</inkml:trace>
  <inkml:trace contextRef="#ctx0" brushRef="#br0" timeOffset="2084">682 703 8170,'-14'2'-21,"1"1"399,-1 2 0,5-1 277,0-4 0,7-1 0,2-2-365,8-2 0,6-6 0,4 4 0,5-2-173,2 0 0,3 0 0,-1-4 0,0 3-109,0 1 1,-1 1 0,-2-1 0,-1 3-697,1 0 0,-3 4 1,1-2-232,-3 2 0,-1 2 919,-4 0 0,-49 25 0,-12 5 0</inkml:trace>
  <inkml:trace contextRef="#ctx0" brushRef="#br0" timeOffset="2351">886 649 8170,'-9'0'0,"0"0"-45,-1 0 1,-2 6 503,-2 3 1,2 5 0,1 2 0,2 4-120,-2 1 0,4-3 1,-1 5-1,1 1-59,-1 2 1,4 1 0,-4 1 0,1-1-65,-1 0 1,5-4 0,-3-2 0,1-1 103,1-4 1,-1-1-218,5-1 1,2-6-115,2-4 1,4-2-1,6-2 1,-1 0-46,1 0 0,-1 0 0,1 0-256,0 0 1,-1-2-1,1-1 1,0-3-632,-1-1 1,1 2-1,-1-3 942,1 2 0,12-65 0,3-12 0</inkml:trace>
  <inkml:trace contextRef="#ctx0" brushRef="#br0" timeOffset="2534">968 731 8170,'-9'13'144,"0"1"0,4-5 0,-2 2 1,-1 2 346,1 4 1,4 3 0,-3-4 0,1 4-175,1 1 0,-1 2 0,3 4 0,-1 0-259,-1 1 0,-1-6 0,4 1 0,-2 0-699,-2-2 1,1 3-1,4-6-1541,0-1 2182,0-2 0,-31-19 0,-6-6 0</inkml:trace>
  <inkml:trace contextRef="#ctx0" brushRef="#br0" timeOffset="2733">559 949 8403,'14'-14'902,"1"6"1,2 2 0,2 2-121,3-1 1,5-4 0,8 3 0,3-1-460,4-4 1,2 0-1,-3 1 1,-2 1-684,-3-2 1,2 1 0,-6-1 0,-3 3 359,-5 2 0,8-22 0,-3-3 0</inkml:trace>
  <inkml:trace contextRef="#ctx0" brushRef="#br0" timeOffset="3267">1554 295 8170,'-9'0'1310,"0"0"-225,0 0 1,3 0-1,6 0-603,7 0 0,7 0 1,3 0-1,2 0-461,2 0 0,-2-2 1,2-1-1,-2-1-611,-2 1 1,-2 1 0,-1 2-1512,0 0 2101,-1-6 0,1 4 0,-1-4 0</inkml:trace>
  <inkml:trace contextRef="#ctx0" brushRef="#br0" timeOffset="3718">1513 145 8219,'-7'6'-106,"2"3"1,4 3-254,1 2 0,0-1 0,0 1 0,0 0 280,0-1 1,0 1-1,0-1 1,0 1 60,0 0 0,4-1 0,1 2 0,-2 2 191,-2 1 0,1 0 0,1-2 1,1 0-88,-1 2 1,-1 7 0,-2-4 0,0 2 72,0-1 0,0-4 0,0 5 0,0 0 128,0-2 0,0 0 0,0-4-59,0 1 1,0 0 0,-2-6 111,-2-3 1,1-3-1,-6-6-129,-2 0 0,3-1 1,1-4-1,1-4-148,3-3 1,-3-1 0,1-3-1,2 0-127,2-2 1,1-5 0,1 5 0,4 1-42,4 2 0,3 1 0,2 1 0,-1 1 58,1 2 0,-1 4 1,1 5-1,1-2 174,3-2 1,-3 2-1,4 8 1,-6 4 199,-4 3 0,2 2 0,-7 1 0,1 1-183,1 3 0,-4-1 1,2-3-1,-4 2-232,-4 1 0,1-2 1,-7-5-1,0-2-804,-2 2 0,0-4 1,1 2 891,2 2 0,-55 25 0,-17 8 0</inkml:trace>
  <inkml:trace contextRef="#ctx0" brushRef="#br0" timeOffset="3968">1213 908 7720,'-7'-6'-86,"-1"4"914,4-2 1,2 4-1,-1 4-609,6 5 1,0-1-1,5 1 1,-1 2-82,1 1 0,1-3 0,5 0 0,-2 1-468,-3 3 1,3 0 0,-3-1-1,2-1-924,-2-2 0,3-1 1254,-3 1 0,9-9 0,3-8 0</inkml:trace>
  <inkml:trace contextRef="#ctx0" brushRef="#br0" timeOffset="4150">1418 881 8219,'0'13'133,"0"1"0,1-2 0,2-1 0,3-4 19,2-1 1,-4 5 0,6-4 0,0 2-397,2 0 0,-3-4 0,0 3 0,2-1-1564,1 1 1808,2-5 0,12-9 0,2-9 0</inkml:trace>
  <inkml:trace contextRef="#ctx0" brushRef="#br0" timeOffset="4333">1622 867 8637,'0'9'757,"0"0"-793,0 2 1,0-4-1,2 1 1,1-1-672,1 1 1,7 1 0,-2 3 706,3-3 0,20-9 0,4-7 0</inkml:trace>
  <inkml:trace contextRef="#ctx0" brushRef="#br0" timeOffset="4482">1840 867 6459,'9'0'2040,"-1"1"-1667,-2 4 0,3-2 0,-3 6-548,2 2 0,-4 1 1,4 1 174,-2 1 0,16 42 0,1 11 0</inkml:trace>
  <inkml:trace contextRef="#ctx0" brushRef="#br0" timeOffset="4768">1922 1221 8215,'-9'-7'1085,"0"2"0,4 4-623,-4 1 1,12 0 0,2 0 0,5 0-265,4 0 1,1 0 0,3 0 0,3 0-65,1 0 0,2 0 1,-6 0-1,0 0-407,2 0 0,-7 1 1,3 2-1,-6 2-802,1-2 0,1-2 0,0 1 1075,-3 2 0,-27-20 0,-12-1 0</inkml:trace>
  <inkml:trace contextRef="#ctx0" brushRef="#br0" timeOffset="4916">2126 1003 8188,'0'9'272,"-1"-1"86,-4-2 1,4 4 0,-4 0 0,4 2-147,1 1 1,0 1-1,0 0 1,0-1-369,0 1 1,0-1 155,0 1 0,18 6 0,5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5:05.549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22 504 8165,'-5'7'502,"3"2"1505,-6-5-1615,5 0 1,-1-6 0,8-1-1,5-7-448,6-4 1,-1-1 0,6-3 0,1 1-73,2 2 1,-1 2 0,-1 2 0,-1 2 40,1 1 1,-4 6 0,-1-2 0,-3 2 169,-1 2 1,-1 7-1,-3 3 1,-4 6 93,-3 3 0,-2 1 0,-3 3 1,-4 1-215,-3 0 0,2-2 1,0-2-1,-3-3-72,-1 0 1,6-3 0,-5 0 0,2-5 17,-1-5 0,3 2 0,0-4-95,-1-3 0,4-2 1,-1-7-1,2-5-453,0-2 0,0-7 0,4-5 0,0 0 183,0 0 0,0-4 0,0 3 0,0-2 456,0 0 0,0 2 0,0-2 0,0 5-129,0 2 0,2 6 495,2 3 1,-3 10 0,3 7 0,-3 10 652,-1 7 0,-1 9 1,-3 3-1,-3 3-420,1 4 1,-5 2 0,5 0-1,-2 0-412,0-1 0,0 5 1,-4 0-1,2 3-135,2 2 0,-3-6 0,4-2 1,1-6-1053,2-6 1,1-2-2626,-1-10 3625,3-11 0,1-64 0,7-26 0</inkml:trace>
  <inkml:trace contextRef="#ctx0" brushRef="#br0" timeOffset="267">284 290 8165,'0'12'0,"0"1"528,0 3 0,4-3 1,1 5-1,2-1 266,2 3 1,3 3 0,2 4-1,3 2-354,2 1 1,1 3-1,2 5 1,-1 2-350,-1-2 1,-2-2 0,2-5 0,-4-3-40,-3-3 1,-2-6 0,-3-4-1358,-4-1-1108,-3-8 2413,-1 0 0,-21-49 0,-6-9 0</inkml:trace>
  <inkml:trace contextRef="#ctx0" brushRef="#br0" timeOffset="466">450 290 9924,'0'12'22,"0"0"0,4 0 0,1 1 0,0 2-22,1 0 0,19 12 0,1-2 0</inkml:trace>
  <inkml:trace contextRef="#ctx0" brushRef="#br0" timeOffset="581">545 302 8165,'0'8'859,"1"0"-248,3 1 1,-1-2-612,5 1 0,26 21 0,11 9 0</inkml:trace>
  <inkml:trace contextRef="#ctx0" brushRef="#br0" timeOffset="1400">984 255 8567,'-12'0'2137,"1"0"309,-1 0-2179,5 0 1,8-2 0,10 0 0,5-2-173,2 1 1,3-2 0,6 0 0,1-1-588,-2 1 1,-1-3 0,-1 3 0,-1 0-579,1-1 1,-1-3 0,-4 2 0,-3 1 338,-3 2 1,-1-1 0,-1-1 715,-3 0 1,-4 3 0,-8-1-2,-4 3 0,-4 1 1,-2 0-1,-2 1 671,1 3 0,-2 3 1,0 6-1,0 3-33,0 4 1,1-2 0,3 2 0,-2 1-398,-1 1 0,0 6 0,3 1 0,-1 1-32,-2 3 1,-1 2 0,2 0 0,-1 1-103,2 0 0,5-6 1,2-4-1,2-3-392,2-3 0,3-11 0,4-1-363,4-6 0,4-7 0,4-4 0,3-6-569,4-5 1,5-2 1232,-1-2 0,33-36 0,3-10 0</inkml:trace>
  <inkml:trace contextRef="#ctx0" brushRef="#br0" timeOffset="1750">1281 421 8165,'12'-11'-9,"0"3"1,-4-1 0,0 4 0,1 0 272,2-1 0,-3-2 193,-1 5 0,-3-5-189,4 4 1,-6 0-149,-2 4 1,-2 0 0,-4 1 0,-1 3-108,1 4 0,2 2 1,-3 2-1,2 0-68,2 0 1,-2 1-1,1 3 1,1 4 66,2 2 1,1 2-1,-1 0 1,-2 0 90,-1-1 0,0 6 1,4 2-1,0-1 20,0-2 0,0-3 0,0-1 1,0-1 55,0 1 1,-4-5 0,-1-4-22,-2-1 1,-1-8-1,-5-2 1,-1-3 25,-2-1 0,0-5 1,3-3-1,-2-2 91,-1-2 0,2-4 0,5-1 0,2 0 57,2 0 1,1-3 0,4 4 0,0 1-57,0 2 1,0 1 0,1 0-483,3 1 1,3 0 0,4 3 0,1 4-457,0 3 1,1 1-1,2 0 1,2 0-694,2 0 0,0 0 1355,5 0 0,37 5 0,9 2 0</inkml:trace>
  <inkml:trace contextRef="#ctx0" brushRef="#br0" timeOffset="1966">1554 528 9149,'2'-7'1120,"2"3"0,-2 8 1,5 4-1,-1 3-1225,1 1 1,-3 1 0,4 1 0,1 2-330,2-1 0,-3-2 0,0-1 1,1-2-2709,1-2 3142,2 3 0,21-26 0,5 1 0</inkml:trace>
  <inkml:trace contextRef="#ctx0" brushRef="#br0" timeOffset="2081">1780 528 8930,'7'5'757,"-1"0"1,-3 5 0,2-2-758,2 1 0,43 22 0,14 8 0</inkml:trace>
  <inkml:trace contextRef="#ctx0" brushRef="#br0" timeOffset="2631">2196 302 9577,'-7'2'1043,"3"1"1,3 4 0,2 5 0,2 0-1343,1 0 0,5 0 1,-1-1-1,4 1-504,3 0 1,-1-4-1,3-1 1,0-2 119,3-2 0,-2-2 0,1-1 0,-1 0 683,1 0 0,-5-1 0,2-2 0,-4-2-57,-4-2 0,1-1 1,-5-4 375,-1 0 0,-3 6 1,-4 2 483,-4 3 0,-3 1 0,-1 1 0,-1 3-227,-3 4 0,3 2 0,-4 4 0,1 1-178,0 5 1,-1 4 0,3 2-1,-2 3 122,1 2 0,-2 4 0,3 6 0,2 0 165,2 0 0,8-3 0,-2-5 0,4-4-324,4-4 1,8-4 0,8-10-1,3-4-352,5-7 0,2-6 0,7-7 1,2-3-2621,0-4 0,5-2 2611,-5-2 0,22-21 0,1-5 0</inkml:trace>
  <inkml:trace contextRef="#ctx0" brushRef="#br0" timeOffset="3367">3312 65 8165,'0'-12'2383,"0"0"-1407,0 0 1,1 7 0,2 5-710,1 6 0,4 5 0,-3 1 0,0 0-309,0 0 0,3-1 1,-2 1-1,-1 0-717,0 0 0,3 1 1,-4 2-1,-1 1 759,-2-2 0,-54 36 0,-13 8 0</inkml:trace>
  <inkml:trace contextRef="#ctx0" brushRef="#br0" timeOffset="3981">3134 326 10659,'5'-8'1123,"4"1"0,4 2-922,3 3 0,5-5 1,0 0-1,5-1-477,1 0 0,1 1 0,-6-4 0,-1 2-551,-1 1 0,-9 5 0,-1-2-170,-3 0 1,-4 3-1,-7 0 997,-4 4 0,-4 1 0,-3 5 0,0 0 0,0-2 0,-2 5 0,1-3 0,2 2-200,0 2 1,2 0 0,1 0 0,-1 1 554,0 3 0,1-1 0,2 4 0,2 3 331,2 0 0,-3 2 0,4 1 0,2 1-120,0 2 0,2 0 0,2-6 1,0-2-332,2-4 0,9-3 0,-1-3 0,1-2-492,1-4 0,2-2 0,-1-4 1,1-3-197,1-7 1,-3 0-1,1-5 1,-1 0-42,-3-3 0,4-2 1,-2-2-1,-2 2 120,-1 2 0,-3-1 0,1 5 1,0 1 106,-2 2 0,1 3 474,-3 2 0,-3 8 1,2 9-1,-6 5 231,-5 6 0,-2 3 1,-2 2-1,-1 1-113,-3 2 0,3 3 1,-5-2-1,3 0-247,-1 0 0,-5 4 1,2-2-1,-1-1 0,1-2 0,-1-3 0,-4-1 0,0-2 55,1-2 1,0-3 0,3-6 0,5-3 309,1-5 1,2-1 0,2-4 175,2-1 1,3 0-1,5-5 1,0-1-188,0-2 0,9-1 0,4 0 0,4 2-102,4 2 0,7-1 0,2 5 0,2 1 73,0 2 0,-1 1 1,5 0-1,-2 1-289,-2 3 1,1 3 0,-5 5-1,-3-2-564,-4-2 1,0 3-1,-5-5 1,-3 2-2659,-4 0 3108,2-5 0,-5 7 0,6-3 0</inkml:trace>
  <inkml:trace contextRef="#ctx0" brushRef="#br0" timeOffset="4650">3906 290 8255,'-14'0'107,"-1"0"0,5 0 1,-2 0 1461,2 0 1,3 0-880,-1 0 1,7 0 0,2-1 0,10-2-379,7-1 1,9-4 0,2 5 0,1-1-211,3-2 0,3 1 1,2-4-1,0 2-378,-3 2 1,-1-3 0,-6 3-1,-2-1-1704,-1 1 0,-6-3 1980,-4 4 0,-49 21 0,-13 10 0</inkml:trace>
  <inkml:trace contextRef="#ctx0" brushRef="#br0" timeOffset="5066">3834 528 8255,'-12'0'1953,"7"-2"0,5 0-1665,7-2 1,5-4 0,2 3 0,3-2-304,2-2 0,-1 4 1,2-1-1,-3 2-112,0 0 1,-3 0 0,1 4-305,-1 0 0,-8 6 0,-2 2 0,-3 4 13,-1 3 1,-5 4-1,-3 3 1,-4-1 11,-3-1 1,0 0 0,-5 4-1,0-1 370,2 1 0,-4-5 0,3-2 0,-1-1 267,0-1 0,6 1 0,-2-5 0,3-3 1132,1-4 1,4-3-240,0-1 0,7 0 0,2-1-836,10-3 0,6-2 1,7-3-1,-1 1-87,1-1 0,4 0 1,0 0-1,-1 1-412,2-2 0,-4 4 0,2-1 0,-5 1-396,-2-1 0,-2 3 1,2-2-1,-5-1-1267,-6 0 1,2 3 1873,-3-4 0,-24-10 0,-5-7 0</inkml:trace>
  <inkml:trace contextRef="#ctx0" brushRef="#br0" timeOffset="5366">4036 41 7958,'0'9'542,"0"2"0,0 5 143,0 5 0,5 6 0,5 13 0,4 5-169,6 5 1,2 5 0,2 9 0,1 4-90,3 6 1,-2 0 0,5 1-1,-2-6-244,-3-11 1,-1-13 0,-2-11-1,-2-9 279,-1-8 1,-6-9-517,2-4 1,-3-4-1,-2-4-475,-3-4 1,-3-2 0,-5-2 0,0-1-554,0-3 0,0-3 0,0-4 1082,0-1 0,-7-34 0,-2-13 0,-1-7 0,0 0 0</inkml:trace>
  <inkml:trace contextRef="#ctx0" brushRef="#br0" timeOffset="5498">4392 41 8877,'0'12'284,"0"-6"1,48 47 0,11 7-1</inkml:trace>
  <inkml:trace contextRef="#ctx0" brushRef="#br0" timeOffset="6301">4784 195 8248,'-12'0'748,"1"-1"2345,-1-3-2632,5 3 1,4-5 0,10 6-198,5 0 0,9 0 0,1-1 1,6-2-137,3 0 0,1-7 1,5 4-1,0-2-269,-2 0 0,-4 4 0,1-3 1,-4 1-275,-3-1 0,-3 4 0,-2 0-503,-4 1 1480,-8 2 0,-4 0 94,-8 0 0,-3 0-197,-5 0 1,4 0-384,0 0 0,1 2 0,-4 1 1,0 5 37,0 3 0,1 2 0,-6 2 0,2 2-17,-2 1 0,-2 2 0,-6 4 0,0 1-19,0 3 0,-5 2 1,-2 6-1,-4 1-129,0 2 1,0-1 0,3 5 0,1-3-264,2-1 1,3-2-1,6-3 1,4-4-2655,3-6 1224,6-5 0,3-13 1744,8-2 0,13-34 0,9-10 0</inkml:trace>
  <inkml:trace contextRef="#ctx0" brushRef="#br0" timeOffset="6516">4891 421 8268,'1'7'650,"2"-2"-58,1 0 0,0 2 1,-3 6-1,2 3 61,1 4 1,5 7-1,-2 5 1,1 2-330,0 2 0,-2-1 0,3 1 0,-2-2-390,-2-2 1,3-8-1,-2-8 1,-1-3-630,0-1 1,0-6 694,-1-2 0,-8-34 0,3-10 0</inkml:trace>
  <inkml:trace contextRef="#ctx0" brushRef="#br0" timeOffset="6648">4962 457 8199,'2'-7'1009,"2"3"1,-2 4 0,6 5-797,1 7 0,7-3-213,4 7 0,55 0 0,15 8 0</inkml:trace>
  <inkml:trace contextRef="#ctx0" brushRef="#br0" timeOffset="7215">5592 17 8225,'-7'-5'621,"1"4"1,3-5 455,-1 1 0,-4 5 0,3 0-829,-2 7 1,3 3 0,-4 3-1,-1 3-167,-1 4 0,2-2 0,0 2 0,0 1-19,1 2 0,2-5 0,5-2 1,0-3-97,0-1 0,1-1 0,3-3 0,5-4 37,6-3 0,-1-2 1,6-2-1,1-2-200,2-2 0,-1-1 0,-1-2 0,-2 0 80,-2 2 0,-1 5 1,-4-4 358,0 2-144,-1 1 1,-5 9-1,-6 3 1,-7 4-931,-3 4 0,-4-3 0,0 4 832,-2 0 0,-42 17 0,-7 10 0</inkml:trace>
  <inkml:trace contextRef="#ctx0" brushRef="#br0" timeOffset="7416">5473 350 8225,'-5'6'-142,"-2"0"650,1-1 0,-4-3 1,6 6 115,2 2 1,-1 4-1,0 3 1,0 3-246,0 5 0,2 3 1,1 6-1,0 0-115,0 3 0,0 2 1,0-4-1,0 0-436,0-4 1,0-6 0,0-6-1034,0-2 1,5-3-353,3-6 0,1-4 1557,-1-8 0,2-39 0,-3-15 0</inkml:trace>
  <inkml:trace contextRef="#ctx0" brushRef="#br0" timeOffset="7733">5497 445 8225,'0'-12'1439,"0"4"-1055,0 0 0,1 1 1,2-2-472,1 1 1,5 6 0,-1-2 0,2 1-89,2-1 1,0 3-1,0-3 269,0 2 0,0 2 0,0 2 0,-2 2 224,-2 4 0,1 2 0,-3 2 0,-1 0 73,0 0 1,0 5 0,-2 3 0,1 2-225,-1 2 1,-2 1-1,-1 1 1,0 3-244,0 2 0,0-5 0,-1 2 0,-2-4-303,-1-5 0,0 3 1,4-7-845,0 0 0,-1-3-1058,-3-4 2281,3-3 0,-10-5 0,4 0 0</inkml:trace>
  <inkml:trace contextRef="#ctx0" brushRef="#br0" timeOffset="7983">5532 563 8219,'0'-18'0,"0"1"0,0 5 0,2 0 82,2 0 0,-2 2 1,6 0 7,1 2 1,-2 6-1,0-1-298,-2 6 0,3 3 0,-4 6 0,-2 0-152,0 0 0,-2 0 0,-2 0 1,0 1 359,-2 3 0,-5-3 0,2 3-91,0-3 0,-2-5 0,4-1 0,0-1 227,-1 1 1,1-5 0,2 4 2158,0-1-2045,-1-4 0,5 3 1,3-8-1132,4-4 881,2 3 0,44-48 0,11-6 0</inkml:trace>
  <inkml:trace contextRef="#ctx0" brushRef="#br0" timeOffset="8500">5996 219 8219,'-6'-7'223,"0"2"517,-6 5 1,0 0 0,0 2-762,0 1 1,4 0-1,0 5 1,-1 1-281,-1 2 1,-2 1 0,0 0 0,0-1-20,0 1 0,0 0 0,0 0 86,0 0 1,2-4 0,1-2 15,1 0 1096,5-2-380,-2-4 1,6 0-40,3 0 1,3 1 0,5 3-11,-1 4 0,0-2 1,-2 2-1,-1 0-384,1-1 0,2 3 1,2-3-1,2 1-503,0 0 1,1-2-1,-4 4 1,1-2-380,3 1 0,-3 0 1,3 0-1,-3-2-131,-1-2 1,0 4 947,0-1 0,0 2 0,0-2 0,-6-2 326,-2-2 2191,-2-3-1678,-2 5 0,-2-6 1,-2 1-557,-4 3 0,-2-1 1,-2 5-1,-1 1-205,-3 1 1,3 2-1,-4 1 1,1 2-498,0 1 0,-4 1 0,4-3 0,2 1 419,1-5 0,-10 2 0,-2-5 0</inkml:trace>
  <inkml:trace contextRef="#ctx0" brushRef="#br0" timeOffset="8766">5853 563 8147,'7'-5'1287,"-2"4"0,-5-3-841,0 8 1,0-2-1,-1 6 1,-2 2 5,-1 0 1,0 3 0,4 2 0,-1 2 3,-3 2 1,2-4 0,-2 5 0,3 1 102,1 2 0,0-4 0,0 1 0,0 0-19,0-1 1,5-2-1,5-5 1,3-1-186,3 1 1,5-4-1,-1-1 1,2-2-235,2-2 0,3-2 0,3-2 0,0-3-965,3-4 0,-3 1 1,1-1-1,-2-1 844,-3-1 0,36-50 0,8-11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7:39.8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 0 19131,'-5'0'1059,"1"0"1,1 0-583,-1 0 0,1 0-132,-1 0 1,1 0 382,-1 0-68,2 0-197,-1 0 0,8 0 0,2 0-465,1 0 1,0 0 0,-1 0 0,1 0 8,1 0 1,-1 0 0,2 0-1,0 0 41,2 0 1,-1 0 0,1 0 0,0 0 17,1 0 1,1 0 0,0 0-1,1 0 7,-1 0 0,0 0 0,0 0 1,0 0 25,3 0 0,0 0 0,2 0 1,0 0-35,1 0 0,0 0 0,1 0 0,0 0-76,0 0 0,-2 0 0,0 0 1,0 0 73,1 0 0,4 0 0,0 0 0,0 0 24,0 0 1,3 0 0,-1 0 0,3 0-29,2 0 0,-3 0 0,-2 0 0,1 0-27,2 0 1,1 0-1,2 0 1,-1 0-63,-1 0 0,1 0 1,0 0-1,0 0 33,-2 0 0,0 0 0,-4 0 0,1 0 2,0 0 0,2 0 1,1 0-1,0 0 57,-3 0 0,0 0 0,2 0 0,-1 0-29,-1 0 0,-2 0 0,-3 0 0,0 0-19,0 0 0,3 0 1,-2 0-1,-1 0-2,-1 0 1,-5 0-1,3 0 1,-2 0-33,0 0 0,0 0 1,-4 0-1,-1 0 41,0 0 0,0 0 1,-1 0-1,-2 0 14,0 0 0,-3 0 1,-1 0-57,2 0-81,-3 0-53,0 0-1441,-3 0 1596,-6 0 0,-33 0 0,-14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7:44.6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1 20715,'-4'0'-50,"1"0"1,4 0 132,1 0 0,2 0 0,3 0 35,0 0 1,-2 0-1,-1 0 1,2 0-85,0 0 1,1 0 0,0 0 0,0 0-59,0 0 1,0 0 0,0 0-1,0 0 17,0 0 0,0 0 0,0 0 0,0 0 23,0 0 1,0 0-1,0 0 1,0 0-3,0 0 0,0 0 0,0 0 0,0 0 30,0 0 1,1 0 0,-1 0-1,0 0-27,0 0 1,2 0 0,0 0 0,0 0-10,-1 0 1,1 0 0,1 0 0,0 0 29,0 0 1,3 0 0,-1 0 0,1 0-25,1 0 1,-2 0-1,-1 0 1,2 0-13,0 0 0,1 0 1,-1 0-1,0 0-3,-1 0 0,-1 0 0,3 0 0,0 0 15,0 0 0,0 0 0,0 0 0,1 0 9,-1 0 0,0 0 1,2 0-1,1 0 20,1 0 1,-2 0 0,1 0 0,0 0-33,2 0 0,-2 0 1,-1 0-1,0 0 9,0 0 0,-1 0 0,1 0 0,0 0-26,0 0 0,-1 0 1,2 0-1,-2 0-3,2 0 1,-2 0 0,3 0 0,-1 0 8,-1 0 0,-1 0 1,0 0-1,0 0 17,2 0 1,-1 0 0,-3 0 0,0 0 16,-2 0 1,1 0-1,1 0 0,0 0-8,-1 0 1,-2 0-1,3 0 1,-1 0-18,0 0 0,1 0 0,1 0 0,-2 0-15,0 0 1,-1 0-1,0 0 1,0 0-12,-1 0 1,-2 0 0,2 0-1,-1 0 11,0 0 0,1 0 1,-3 0-1,0 0 5,0 0 1,0 0 0,0 0-16,0 0 1,0 0 0,0 0 2,0 0 0,0 0 10,0 0 1,0 0-5,0 0 1,0 0 2,0 0 0,0 0 29,0 0 0,-2 0-2,-1 0 44,1 0 208,2 0-165,0 0 0,0 0-52,0 0 0,-2 0-46,0 0 0,-1 0 0,3 0-16,0 0 0,-2 0 0,0 0-28,0 0 1,1 0 14,1 0 1,0 0-1,0 0 54,0 0 1,-2 0 0,0 0 15,0 0 1,1 0-30,2 0 0,-1 0 0,0 0-1,0 0 0,0 0 1,0 0-36,0 0 1,-3 0-1,1 0-3,0 0 1,2 0 4,0 0 0,0 0 3,0 0 0,-3 0 17,1 0 1,-3 0-15,3 0 0,-3 0-4,3 0 1,-2 0 40,1 0 1,-1 0-35,1 0 0,-1 0 60,1 0 0,-1 0 63,1 0 1,-1 0-48,1 0 1,-1 0-24,1 0 33,1 0 1,2 0 137,0 0 0,-2 0 0,-1 0-34,2 0 0,-2 0-188,0 0 1,-1 0-126,1 0 1,-1 0-960,1 0 1083,-2 0 0,-11 0 0,-7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8:00.087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6662 1106 8586,'-10'-1'-334,"2"-2"406,1 0 1,0-1 163,-4 4 1,4-3 0,0-1 0,-1 2 1,2 1 0,-1 1-83,-2 0 1,0 4-1,-2 3 1,1 3-43,-1 0 1,-1 2 0,-2 2 0,-4 5-272,-2 5 0,-4 3 0,-2 5 0,-1 0 37,-3 0 1,-5 1 0,-4 1-1,-3 1 122,0 0 0,-2-2 0,-3-3 1,-5 0 86,-4-2 1,-7 0 0,1 4 0,1 0-38,-2 0 0,-4 1 0,-5 3 0,-3 1-1,-3 1 0,0-1 0,3-4 1,0 1-38,-3 1 0,-5 0 1,-2-7-1,5-2 15,3 0 1,2-5-1,-4 2 1,-4-4 31,-1-1 1,2-1 0,6-1 0,-2 0 15,-3-3 0,-7 2 0,1-1 0,2-1-38,2-1 1,-2-1 0,-4-1 0,-1 1-116,0 0 1,2-4 0,3-1 0,0-2 14,0-1 1,-3-2 0,3-1-1,4-1 25,1-3 0,-1-2 1,-3-4-1,3-2 63,3-2 0,3 1 1,0-5-1,1-1 19,-1-1 1,2-1-1,2-1 1,3 0 38,-1-3 1,3 3 0,-4-4 0,-1 1-23,1 0 0,5-1 0,5 3 1,-1-3-58,-2-1 0,0-3 0,3-4 1,5-2-63,4 2 1,0-5 0,4-2 0,0-4 20,0 0 1,1 1 0,3 1 0,1-2 94,-1-1 1,2-4-1,2 4 1,3 1 10,3 2 1,5-3 0,0-1 0,-2-1 21,-1 1 0,4 3 0,1 3 0,2-3 7,-1 1 0,0-6 0,4 1 0,1 0 9,2 1 1,-1 4 0,4 0 0,-1 2-74,1 2 0,1 2 0,3 4 0,1 0-134,-1 1 1,0-4-1,1 8 1,-1 0 68,0 1 1,4 5-1,1-3 1,1 4-24,-1 3 0,3 3 1,-1 3 83,-1-2 1,4 2 0,-4-1 0,1 4 390,1 1-223,-1 6-802,4-3 1,2 7-150,1 1 1,-2-1-1,4 6-987,0 0 1739,-4 1 0,4 7 0,-5 0 0</inkml:trace>
  <inkml:trace contextRef="#ctx0" brushRef="#br0" timeOffset="411">43 288 8566,'-6'4'-116,"-4"-2"1052,3 1 88,-2-2-930,3-1 1,1-1 0,5-2 0,0-4-55,0-3 1,4-1 0,0 1 0,1-2-129,0-2 0,3 1 1,-1-5-1,3-1 25,0-1 0,0-1 0,-2 0 0,-1 1 122,1 2 0,-3 1 1,0 4-1,-2-1 428,1 1-15,4 1-416,-7 7 0,9 0 0,-3 6 209,2 3 0,6-2 0,-1 4 0,0 0-8,1 0 1,2-3 0,3 3 0,-3-1-346,-2-3 1,0 3 0,-1 0 0,-1-1-170,-1 1 0,-1 2 1,-2-2 256,-2 1 0,-16 6 0,-9 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8:56.6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457 139 8200,'-2'-7'624,"-1"0"1,1 4 0,-6 1 0,1 4-595,2 5 0,-5 4 1,3 3-1,-2 3-68,-2-1 1,0 5 0,1-1-1,-1 4 99,0 0 1,1-2 0,-1-2 0,1-1-32,-1-1 0,2-5-79,1 1 1,6-8-24,9-6 1,1-9 0,10-6 0,2 0-116,4-1 1,-3-1 0,1 3 0,-3 1 134,0 1 1,0 2 0,0 2 0,-3 2 254,0 1 1,-6 2 0,-2 3 341,0 0 1,-4 6 0,0 3-341,-3 4 1,-4 3-1,-2-3 1,-1 2-593,-2 1 0,-2-1 0,0 2 0,-1 2-1104,0 1 1491,-4-3 0,-30 41 0,-11 5 0</inkml:trace>
  <inkml:trace contextRef="#ctx0" brushRef="#br0" timeOffset="283">266 606 8161,'0'-11'157,"1"1"990,2-1 1,0 5-883,4 3 1,-4 7 0,3 7 0,-1 5 14,-3 5 0,3 3 0,0 2 0,-1 3-17,1 4 0,-1 0 0,-4 7 0,-2 2-122,-1 3 1,-3 1 0,-5-3 0,2-2-307,2-2 1,-3-4 0,5-7 0,-3-5-1270,1-8 0,5-3-1107,-2-12 2541,-1-7 0,3-52 0,-2-15 0</inkml:trace>
  <inkml:trace contextRef="#ctx0" brushRef="#br0" timeOffset="750">340 553 8200,'-6'-1'572,"2"-3"1,3 2 0,2-4-464,3 1 1,2-3-1,6 1 1,1-1-167,1 0 0,5-1 1,-2 2-1,3-2-98,2-2 1,2 1-1,0 2 1,-3 2-59,-2 2 1,-5-3 0,3 3-1,-2 2 229,-2 0 1,-5 2 0,-2 2 113,-1 1 1,0 3-1,-3 5 1,2-1 354,-2 1 0,-1 4 0,-1 3 0,0 2 31,0 1 1,0 2-1,0 1 1,0 5-245,0 1 1,0 7-1,0 2 1,0 1-39,0-1 1,0 2 0,0-2-1,0 2 25,0 2 1,0-5 0,0-4 0,0-5-51,0-4 1,0-2 0,0-3 0,-1-4-549,-3-5 0,2-2-133,-5-5 1,3-1 0,-3-4 0,0-2-778,1-5 0,-3-1 0,2-3 1249,-3-2 0,-5-40 0,-1-15 0</inkml:trace>
  <inkml:trace contextRef="#ctx0" brushRef="#br0" timeOffset="983">457 542 8200,'-7'11'-259,"1"-1"785,1 1 0,1 1 0,4 1 0,0 2-321,0 2 0,0-3 0,0 4 0,2-1-608,1 0 0,-2 2 1,4-5-1,-1-1-708,-1-1 1111,1-2 0,-9-9 0,-1-2 0</inkml:trace>
  <inkml:trace contextRef="#ctx0" brushRef="#br0" timeOffset="1132">393 691 7996,'1'-6'311,"3"2"1,-2 3-1,5 1 1,1-1-496,2-2 0,4 1 0,0-1 0,-1 2 184,-1 1 0,-6 19 0,-2 4 0</inkml:trace>
  <inkml:trace contextRef="#ctx0" brushRef="#br0" timeOffset="1265">382 797 8527,'-6'0'1324,"3"0"1,6 0-1720,5 0 0,6 0 395,3 0 0,55-24 0,14-5 0</inkml:trace>
  <inkml:trace contextRef="#ctx0" brushRef="#br0" timeOffset="2183">786 351 8206,'-6'0'-285,"2"0"0,8-1 404,3-3 1,7 3-1,3-3 1,0-1-133,1-2 1,0 1 0,2 0 0,-3 1 221,-2 3 1,0-3 0,-1 2-43,-1 0 1,-5 2-169,-1 1 0,-5 5 0,-2 2 1,-6 2-224,-4 2 0,0 3 1,-1 0-1,-1 0-8,-2 2 1,1-3 0,-3 3-1,-1 1 136,1-1 1,3-4 0,-2 0 0,4-5 481,0-2 0,0 2 21,1-4 1,4-4-1,2-6-372,3-2 1,6-2 0,2 1 0,2 2-40,2 1 0,0 1 0,-1-2 0,1 2-179,-1 1 0,1 2 221,0 3 0,-2 1 0,-2 3 0,-3 3-39,-3 2 0,-1 3 0,0 2 0,-1 3-127,-3-1 0,-2 4 0,-5-2 0,-2 2-76,-2 1 1,0-1 0,2-2 0,-1-4 161,1-2 1,-2-2 0,2 1-1,2-2 600,3-1 1,4-4-236,-3-4 0,6-1 0,0-2 0,6-3-201,4 0 1,-1-4-1,6 4 1,-3-1-168,-4 0 0,2 4 0,-1-3-462,1 1 364,2 2 0,-5 7 0,-3 3 0,-3 3 4,-3 0 0,-3 5 0,-6 0 1,-2 1-47,-4 3 0,1-2 0,0-1 0,-2 0 344,-1-3 1,3-2 0,3-1 0,4-2 412,2-1 1,1-4-1,7-1-40,5-4 1,6-1 0,5-4 0,7 0 95,3 1 1,-2-3 0,4 3 0,-1-1-344,0 0 0,-2 4 0,3-1 1,0 0-266,-1 0 1,-4 1 0,-7 3 0,0 0-347,-3 0 1,-2 0-2683,0 0 433,-5 0 2575,-1 0 0,-34-19 0,-6-5 0</inkml:trace>
  <inkml:trace contextRef="#ctx0" brushRef="#br0" timeOffset="2365">934 574 8206,'-7'7'264,"1"0"0,2 1 297,1 2 0,2 1 0,1 0 0,0 3 10,0 4 0,0 7 1,0 3-1,0 4-115,0 4 1,-1 1 0,-1 6 0,-2-1-242,2 1 0,1-3 0,1-4 0,0-6-1153,0-7 1,4 0-1,3-9 938,3-1 0,5-20 0,2-6 0</inkml:trace>
  <inkml:trace contextRef="#ctx0" brushRef="#br0" timeOffset="3300">64 128 8277,'-6'-1'1057,"2"-3"1,2 3 14,-2-2-850,3 2 0,-3 2 0,4 2 19,0 4 1,0 7 0,0 4 0,0 2-107,0 1 1,0 7-1,0 2 1,0 7 41,0 4 0,-4-1 1,1 7-1,0-1 23,2 0 1,1 4 0,0-4 0,0-1 30,0-2 1,0-1-1,0-2 1,0-1 53,0 1 1,0 0 0,0 0 0,0-2-34,0-2 1,-1 5 0,-2-4-1,0 0-56,1-5 1,-1-2 0,1-5 0,-2-1-112,2-2 1,1-5-1,1-3-1154,0-2 104,-5-6 1,4-3-99,-3-6 1,3 0 0,2-4 0,2-2 1062,0-4 0,5-31 0,2-14 0,-1-5 0,0-1 0</inkml:trace>
  <inkml:trace contextRef="#ctx0" brushRef="#br0" timeOffset="3950">138 107 8310,'-6'-1'0,"2"-2"875,-1 0 293,4-1-676,-4 4 0,11 0 0,3 0-67,4 0 1,6-1 0,-1-1 0,3-2-182,4 2 1,-2-3 0,6 2 0,0-1-144,2-1 0,1 4 0,0-4 0,-1 2-141,1-1 0,0 0 1,0 1-1,0 0-106,0 0 0,0-1 0,-1 0 0,1 1 148,0-2 1,-1 3-1,-2-4 1,0 1 181,0 3 0,-4-1 0,-3 1 1,-4-2 132,-3 2 0,-1 1 1,-3 1-1,0 0-151,-1 0 1,-3 0 0,0 0 0,2 0-200,0 0 0,2 1 0,-1 1-53,1 2 0,0-1 1,-1-1-99,1 1 1,-1-2-1,0 4 515,-3 0 0,2-3 635,-2 5-382,-2-4-267,0 1-373,-5-4-1420,0 0 0,0-4 1,0-2-1</inkml:trace>
  <inkml:trace contextRef="#ctx0" brushRef="#br0" timeOffset="4469">1221 1 8317,'-6'1'966,"3"2"0,1 0-743,2 4 1,0 0-1,2 4-56,1-1 1,-2 1-1,3-1 1,-2 2 54,2 2 0,-3-1 0,4 5 0,-2 2 40,1 4 1,0-1 0,-1 4 0,0 1 4,0-1 1,-1 2 0,0 5 0,2 2-26,-2-2 1,0 0 0,-2 0 0,0 3 82,0 1 0,0 1 0,0 2 1,0-1 8,0-1 1,0 1 0,0 4 0,0-1-192,0-1 1,0-2-1,0 3 1,0 2-215,0 1 1,0 0-1,0-3 1,0-2 48,0-2 1,1-1-1,1-4 1,2 1 2,-2 0 1,-1-7 0,-1-3 0,0-3 120,0-1 1,0-4 0,1-4-655,3-5 1,-3-4 0,3-9-1408,-3-6 1,-1-5 1958,0-9 0,0 12 0,0-1 0</inkml:trace>
  <inkml:trace contextRef="#ctx0" brushRef="#br0" timeOffset="5048">85 1466 8295,'-5'-6'0,"-1"1"682,1 1 0,-4 1 1214,6-4-1578,-1 5 0,9-3 0,2 5-90,2 0 1,6 0 0,0 0 0,0 0 43,1 0 0,6 0 0,-1 0 0,3-1 0,2-3 1,2 3 0,7-4-1,4 2-31,3-1 0,0-3 1,2 4-1,1 0-96,1 2 1,1-2-1,-2-1 1,1 2-17,-1 1 1,-5-3 0,-3 0 0,1 1-49,0-2 0,-7 4 0,0-2 0,-1 0 69,-3 0 0,0 1 0,-3-1 0,1 2 284,-2 1 1,0 0-1,-2 0 1,0 0-78,0 0 1,-4 0 0,-2 0 0,-1 1 163,0 2 1,-3-1 89,-4 1-1291,-5-2-197,3-1 1,-14-23 0,-3-7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9:11.9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408 87 8261,'0'-7'582,"0"-1"228,0-1 1,0 2-1,0-1 417,0-1 1,-1 3-500,-3-2 1,-2 2-294,-6-2 1,0 1-211,1 3 0,-1 4-386,0 0 1,1 6 0,0 5-1,2 2-90,1 3 0,2 2 1,-3 5-1,2 2 162,2 2 0,-3 3 0,4 5 1,1 2 129,-3 1 1,5 5-1,-3 8 1,3 3 285,1 3 0,0 4 1,0 3-1,0 3 174,0 1 0,0-6 1,0-1-1,0-4-49,0-2 0,0-11 1,0-1-1,0-6-220,0-2 0,0-7 0,0-4 0,0-2-859,0-5-1060,5-8 0,-4-5 259,3-8 0,-4-6 1,-4-7 1427,-3-1 0,-10-25 0,-3-11 0,-2-7 0,0 1 0</inkml:trace>
  <inkml:trace contextRef="#ctx0" brushRef="#br0" timeOffset="268">35 636 8261,'-8'0'817,"0"0"1942,-1 0-2159,4 0 0,1 0 1,9 0-1,7-1-276,6-3 0,5 1 0,5-3 0,1 1-236,1 2 0,3-2 1,-5 1-1,1 2-451,-1 0 0,0 2 0,-5 0 0,-1 0-1156,-3 0 1,-2 0 1518,-5 0 0,-16-36 0,-4-10 0</inkml:trace>
  <inkml:trace contextRef="#ctx0" brushRef="#br0" timeOffset="917">770 368 8242,'-6'-6'566,"-1"5"1,4-3 523,-5 3 0,1-3-829,-1 0 1,1 6-1,-4 5 1,2 5-68,1 4 1,1 2-1,-4 5 1,2 3 39,1 5 1,1 2-1,-4 11 1,2 5 7,1 8 0,6 1 0,-2 6 0,3-3-166,1-3 0,1 1 0,3-14 0,4-7-153,2-8 1,2-11 0,1-3-1,1-3-950,1-2 1,5-4-1,-5-3 1,1-4 1026,1-4 0,6-44 0,7-16 0</inkml:trace>
  <inkml:trace contextRef="#ctx0" brushRef="#br0" timeOffset="1233">852 636 8261,'0'-8'1413,"1"2"-900,3 1 0,3 1 0,4 4 0,1 0-323,0 0 0,1 1 1,1 3-1,2 4-62,-2 2 0,-1 2 0,-1 1 0,-2 2 195,-2 5 0,-3 2 0,-5 1 1,0 1-254,0-1 1,-9 6 0,-4 2 0,-4 2-478,-4 3 0,3-7 0,-1-1 0,-1-5-210,2-4 0,1 1 0,5-8 0,1-6-209,-1-3 1,6-9 825,2-1 0,18-50 0,5-13 0</inkml:trace>
  <inkml:trace contextRef="#ctx0" brushRef="#br0" timeOffset="1483">1144 566 8261,'-12'0'290,"1"0"161,-1 0 1,0 4 0,1 1 0,-1 2 247,0 2 0,1 3 0,0 3 0,2 5-307,1 2 0,2 5 0,-3 1 0,2 2-10,2 3 1,1-5-1,4 1 1,2-3-224,1-3 0,4 2 1,5-10-1,-1 0-524,1-2 1,5-2 0,2 0 0,2-2-771,-1-2 0,2-4 1135,-3 1 0,24-29 0,6-7 0</inkml:trace>
  <inkml:trace contextRef="#ctx0" brushRef="#br0" timeOffset="2017">1448 461 8261,'0'-12'859,"0"5"-253,0-1 1,1 1-297,3 0 1,2 1 0,6 6-1,0 2 18,-1 2 0,1 6 0,1 7 0,1 1 157,2 3 1,-1 2 0,-3 4-1,-2 4-69,-2 3 0,1 6 0,-5 3 1,-1 3-226,-2 0 0,-7 1 1,-5 1-1,-3 0-481,0-1 1,-3-3-1,1-10 1,2-4-812,1-7 0,3-1 1,1-8 1100,1-3 0,10-31 0,0-12 0</inkml:trace>
  <inkml:trace contextRef="#ctx0" brushRef="#br0" timeOffset="2500">1985 625 9538,'-7'0'1311,"3"0"1,8 0 0,4 0-1100,3 0 1,1 0-1,3 0 1,0 0-274,0 0 0,3 0 0,0 0 1,0 0-658,-2 0 1,-3 0 0,0 0-2604,2 0 3321,-2 0 0,-12 10 0,-8 3 0</inkml:trace>
  <inkml:trace contextRef="#ctx0" brushRef="#br0" timeOffset="2699">2008 788 8261,'-11'0'1827,"4"0"1,7-4 0,8 0-1,3 2-1571,5 0 0,-2 2 0,4 0 1,1 0-224,-1 0 0,-3 0 1,4 0-1,-1 0-740,0 0 0,-4 0 707,2 0 0,12-20 0,3-6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5:59:21.0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28 380 8252,'-9'-7'188,"1"1"0,2 0 451,3-3 0,1 1 0,5-1-265,7-2 1,0 1-1,15-1 1,2 3-104,3 2 0,7 2 1,-4 4-1,2 1-68,3 4 1,-4 2 0,-4 9 0,-5 2 129,-7 5 1,-5 7 0,-3 4 0,-7 2-83,-6 7 0,-11-1 1,-10 8-1,-7 2-347,-5 1 1,-4 2 0,-1-2 0,1-4-178,4-8 0,3-12 0,7-12 0,3-5-282,5-3 0,9-8 1,4-1-1,5-7-574,5-5 0,2-8 0,8-3 1129,4-3 0,20-25 0,10-10 0,6-6 0,1 0 0</inkml:trace>
  <inkml:trace contextRef="#ctx0" brushRef="#br0" timeOffset="233">589 326 8252,'-2'-8'1398,"-2"4"1,-4 2 0,-5 4 0,-1 4-795,0 7 1,-6 9-1,-2 10 1,-3 4-215,2 4 1,-2 11 0,3 4-1,1 3-105,3 3 0,9-11 1,4 0-1,5-7-176,5-7 0,4-7 1,8-9-1,2-5-355,3-7 1,5-5 0,6-3 0,1 0-613,-1 0 1,5-6 0,-3-5-1,2-4-1618,-1-4 2476,1-5 0,22-40 0,-27 24 0,0 0 0</inkml:trace>
  <inkml:trace contextRef="#ctx0" brushRef="#br0" timeOffset="733">931 120 8252,'0'-13'27,"2"1"1,1 1 506,1 2 1,7 4 0,-2-2 0,3-1 61,2 0 0,0 5 1,1-1-1,2 2-542,1 2 0,-2 6 0,-5 4 1,-3 2-277,-2 1 0,-3 7 0,-8 3 1,-4 4-3,-3 5 1,-2-4-1,-1 1 1,-2-5 63,-1 0 0,-2-4 0,4-2 0,-1-3 917,5-1-399,-2-6 0,14-4 0,2-7-234,10-1 0,3-5 0,8 2 0,0 1 135,-2 0 0,3 2 0,-6 4 1,-1 0 128,-2 0 1,-2 6-1,-3 3 1,-2 3-20,-2 2 1,-3 6 0,-9 2 0,-6 3-341,-5-2 1,-7 2 0,2-3 0,0-1-740,-1-3 1,1-3 0,-2-2-1,3-3 710,1-1 0,2-42 0,4-7 0</inkml:trace>
  <inkml:trace contextRef="#ctx0" brushRef="#br0" timeOffset="1130">1602 613 8776,'-8'0'3409,"19"0"0,12 0-2800,4 0 1,3 0 0,1 0 0,2 0-421,2 0 1,-3 0 0,3 0 0,-1 0-474,-4 0 1,-3 0 0,-4 0 0,-4 0-3025,-4 0 3308,-2 0 0,-17 0 0,-5 0 0</inkml:trace>
  <inkml:trace contextRef="#ctx0" brushRef="#br0" timeOffset="1782">2861 189 8252,'0'-14'-127,"0"0"1,-1-1 394,-4-3 1,3 3-1,-4-5 1,2 2 462,-1 0 0,-5-1 0,0 7 0,-3 2-385,-5 0 1,2 7 0,-3 0 0,0 6-163,1 6 0,-6 10 0,2 5 1,1 5-159,3 3 0,7 4 0,4-4 0,1 0-303,2 2 0,3-7 0,2 2 0,4-6-268,4-3 0,5-7 0,4-5 0,5-2-6,3-3 0,1-9 0,1-6 1,-1-7 243,0-2 1,-1 0 0,-3-2 0,-5 3 238,-3 1 0,-2 3 0,-3 0 607,-1 5 0,-7 6 0,-1 10 305,-4 4 0,-7 14 0,1 6 0,-4 6-250,0 7 1,4 2 0,-1 10-1,1 2-185,2 0 1,-5 0 0,4-1 0,-1 0 137,0 0 0,0 4 1,-4-1-1,3-5 3,1-6 1,6-10 0,-2-5-2036,4-3 419,1-14 1,0-9-1,1-15 0,4-5 1066,4-4 0,15-52 0,5-18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01:49.5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156 370 8492,'-8'-1'1049,"3"-4"1,4 2 0,1-7-773,0-1 0,6 0 0,3 0 0,4 3-36,1 2 1,0 1 0,1 5 0,1 0 14,3 0 1,-4 2 0,4 2 0,-3 7 59,-2 7 0,-1 4 0,-3 7 0,-6 1-157,-2 3 0,-10 3 0,-6 8 0,-8 2-102,-5 2 0,-8-2 1,-2-7-1,1-2-266,3-3 0,-2-2 0,3-8 0,6-7-996,5-6 0,12-6-461,4-10 0,6-4 1666,9-10 0,37-41 0,-13 22 0,0 0 0</inkml:trace>
  <inkml:trace contextRef="#ctx0" brushRef="#br0" timeOffset="267">611 313 8198,'-4'-9'-272,"-1"-1"1,-6 7 0,1-2 1303,-2 4 0,-3 1 0,0 0 0,-3 1-251,-1 4 0,-6 9 0,1 10 1,-1 3-291,1 2 1,-3 5 0,5 4 0,0 5-153,3 4 0,3-2 1,3 2-1,4-3-28,4-1 1,5-6-1,5-6 1,6-6-305,6-6 0,10-9 0,8-5 1,3-4-595,6-1 1,-1-6 0,5-5 0,-4-7-4468,-1-5 5054,-1-4 0,-2-20 0,1-11 0,4-3 0,0-1 0</inkml:trace>
  <inkml:trace contextRef="#ctx0" brushRef="#br0" timeOffset="650">896 57 8198,'14'-6'109,"-1"3"1,-2-5 0,-2 0 634,3 0 1,-1 3 0,0-3 0,-2 2 390,2 3 1,2 1-932,1 2 1,-1 6-1,-4 6-227,-4 5 1,-5-1 0,-5 4-1,-6 1-153,-6 3 0,1-2 1,-5 0-1,2 0 32,0 0 1,-4-3 0,4 3-1,1-3 475,3-6 0,0 0 0,1-7 737,0 2 0,8-5-702,6 2 1,7-4 0,11-2-1,2-2-560,3-2 1,0 0 0,4 4 0,-2-3-886,-1 0 1,0-1 1078,4 5 0,-5 0 0,-3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01:51.3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0 491 8344,'8'0'3611,"0"0"-3290,-3 0 0,3 0 0,5-2 0,-2-1-35,-2-2 1,2 0-1,7 5 1,1 0-495,-2 0 0,4 0 0,-2 0 0,0 0-1122,1 0 0,-4 0 0,3 0 1330,-3 0 0,-27-12 0,-7-4 0</inkml:trace>
  <inkml:trace contextRef="#ctx0" brushRef="#br0" timeOffset="165">157 306 6923,'0'9'1156,"0"1"-338,0 1 1,0 3 0,0 3-1,0 4-411,0 1 1,0 3 0,-2 7 0,-1 1-448,-1-1 0,-1 1 1,5-3-1,0-3 40,0 0 0,6-13 0,2-1 0</inkml:trace>
  <inkml:trace contextRef="#ctx0" brushRef="#br0" timeOffset="782">968 21 8229,'0'-8'936,"0"-5"0,-1 13 0,-2 2 0,-2 9-704,2 6 1,-5 13-1,-2 2 1,-2 8 2,-2 9 0,-2 8 0,-3 7 0,-3 8-55,-1 0 1,-2 4 0,6-5 0,2-6-678,1-5 1,3-22 0,4-9-2520,4-10 3016,10-11 0,22-65 0,11-22 0</inkml:trace>
  <inkml:trace contextRef="#ctx0" brushRef="#br0" timeOffset="1134">1196 64 8229,'0'-15'0,"2"3"1147,3 2 1,-5 7-556,0 13 1,-7 5-1,-7 14 1,0 1-350,0 3 0,-1-1 0,1 4 1,1 0-111,4 1 0,-2-6 0,6 1 0,2-5-139,1-3 1,2-7 0,2 2 0,3-5-288,4-4 0,5 1 1,4-6-1,2-1 466,3 3 1,-6-6-1,4 4 1,-3-2 385,1 2 1,0-2-1,-4 7 1,-3 1 119,-2 1 1,-2 4 0,-5 2 0,2 2-333,-2 2 1,-8 2 0,-4 4 0,-6 1-443,-4-1 1,-3 1 0,-6 1 0,-1 0-799,1-2 1,-1 3-1,2-13 1,2-2-661,1-5 0,2 0 1,0-7 1552,8-6 0,6-49 0,8-25 0,0-6 0,0 0 0</inkml:trace>
  <inkml:trace contextRef="#ctx0" brushRef="#br0" timeOffset="1265">1139 192 8229,'10'-15'475,"-1"1"1,-4 0 0,5 1 0,1 2 684,1 2 1,-2 6 0,1-2 0,3 3-1022,3 2 0,4 5 0,-2 1 0,5 2-988,3 3 849,7 2 0,53 8 0,-34-10 0,0 0 0</inkml:trace>
  <inkml:trace contextRef="#ctx0" brushRef="#br0" timeOffset="1701">1794 263 8617,'0'-14'568,"7"6"1,2 1-1,4 3-8,1-1 0,0 0 0,2 5 0,1 2-126,2 2 0,2 1 1,-5 8-1,0 4 2,-4 4 0,-7 3 0,0 6 1,-4 3-285,-1 5 0,-11 3 0,-6 2 0,-7-1-468,-6 1 0,-2 3 1,4-3-1,1-7-322,3-4 0,-1-5 0,6-4-1449,2-4 0,7-12 2087,5-12 0,23-35 0,5-20 0</inkml:trace>
  <inkml:trace contextRef="#ctx0" brushRef="#br0" timeOffset="1918">2122 291 8229,'15'-6'-590,"4"-3"1,-9 1 0,-2 0 1569,-10 1 0,-6 3 0,-8 5 0,-1 4-210,-2 4 0,-6 4 0,3 3 0,-2 1-331,0 2 0,7 5 0,-4-3 1,2 1-41,0 3 1,0 2 0,5 1 0,1 1 71,4-1 1,3 6 0,6-1 0,1-3-423,4-5 0,9-4 0,10-7 0,4-1-1029,6-4 1,4-3-1,9-6 980,5 0 0,42-25 0,-42 9 0,0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01:56.5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1 326 8268,'0'14'1083,"0"1"-500,0-1 0,0 0-394,0 0 1,1-6-1,2-1 1,4-1-219,1 3 1,-5-1 0,3 2 0,0-1-218,4-1 1,-2 5 0,1-5-1,2 0-184,2-4 1,8-2 0,2-2 0,4 0-84,2 0 1,-2-6 0,-2-2 0,-1-2 512,1 1 0,-5 1 0,-2-3 265,-7 1 244,-5 7 1,-17-2 0,-3 10-1,-2 3-12,0 0 0,0 5 1,-1-4-1,-2 4-53,2 1 0,1 0 1,2 2-1,-1 1-160,1 2 0,5 2 0,1-2 0,0 5 71,0 3 1,5-4-1,-2 1 1,3 0-178,2-2 0,7 0 0,2-6 0,6 0-286,3-4 1,5-7 0,5 0 0,2-5-684,3-5 1,-1-3 0,4-6 790,-1 0 0,30-26 0,3-6 0</inkml:trace>
  <inkml:trace contextRef="#ctx0" brushRef="#br0" timeOffset="796">826 227 8268,'-1'12'0,"-3"-1"733,0-1 1,-3-6 2218,3 6-2509,2-7 0,-3 3 0,12-7 1,5-4-214,6-4 1,9-4-1,0-1 1,4 0-229,1-1 1,4-1 0,1-1-1,-1-2-402,-3 2 1,-3 1 0,-3 2 0,-2-1-365,-1 1 1,-8 0 0,0 1 0,-7 2-355,-2 2 1,-3 4 1025,-4-5 1,-6 7-1,-2-3 248,0 0 0,-4 4 24,2-3 0,4 5 1,-1 5 8,1 5 1,4-3 0,-2 5 0,2 2 206,2 3 0,0 4 0,0-2 1,0 4 81,0 4 1,0 2-1,0-1 1,0 2-102,0 4 1,0-3 0,0 7 0,0 2-192,0 1 0,-1 0 0,-4-3 0,-5-3-141,-2-1 1,-4-5 0,-2 1 0,-1-8 6,2-6 1,1-5 0,2-11 0,0 0-164,0 0 0,1-8 0,3-5 0,6-5-407,2-5 1,2 0 0,0-6 0,2 2 35,2 4 0,3 2 0,4 7 0,-2 0 344,2-1 1,2 7 0,1 4 0,0 2 454,1 2 1,-1 2 0,0 4 0,0 8 400,1 8 0,-3 7 0,-1 2 0,-3 6-80,-1 4 0,-3-2 1,-4 9-1,-1-4-856,-4-1 0,-8 0 1,-6-4-1,2-4-1154,1-7 0,-3-9 1372,0 0 0,-6-34 0,3-11 0</inkml:trace>
  <inkml:trace contextRef="#ctx0" brushRef="#br0" timeOffset="1716">1609 212 8245,'-5'10'-1479,"1"-1"3497,-7-6-1612,9 4 0,-4-9 0,7-3-216,4-4 1,3 1-1,6-1 1,0-3-291,1 0 0,4 2 0,0 2 1,-2 2-156,-1 3 1,-2 1-1,0 2 1,1 0 330,-1 0 1,-6 2-1,-4 4-71,-2 8 0,-4 2 0,-2 8 0,-7 1-354,-7 2 0,1 2 0,-7 1 1,0 1 38,2 3 1,-5-3 0,5-5 0,0-4 526,3-2 1,3-1-1,4-5 282,2 1 1,5-9-252,10-6 1,5-5-1,9-6 1,4 2 40,4-2 1,2 0-1,-2 1 1,-2 4 44,-1-1 0,-1 6 1,4-2-1,-1 7 113,-3 11 0,-10 0 0,1 9 0,-3 2-109,-3 0 1,-2 8-1,-6-1 1,0-2-262,0 0 1,-4-3 0,-3 0 0,-1 1-87,-3-1 1,-1-5 0,-2-4 0,-1-5-319,1-5 1,-5 2 0,0-6-1,2-2 11,1-1 1,2-2 0,-1-2 340,1-3 0,6-2 0,3-9 1,4-2 193,1-1 0,1-4 1,3 4-1,2 1-64,2 2 0,3 2 1,6 0-1,2 1-143,-1 4 0,-2-2 0,-2 6-368,0 2 0,0 3 0,1 5-2083,-1 4 2439,-6 4 0,-2 14 0,-6 3 0</inkml:trace>
  <inkml:trace contextRef="#ctx0" brushRef="#br0" timeOffset="2164">2264 910 8128,'-2'12'0,"-1"0"0,-3-5 1634,-2 0-630,5-2-2200,-3-5 1196,6 0 0,0-26 0,0-5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01:54.8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42 562 7915,'-10'5'743,"1"-1"1,4 1 1492,-5-5-1498,7 0 0,-2 0-396,10 0 1,5 0-1,7 0 1,4 0-253,1 0 0,-3 0 0,3 0 0,0 0-114,0 0 1,0 0-1,4 0 1,-4 0-1184,-2 0 1,-1 0 1206,-4 0 0,-1 0 0,0 0 0</inkml:trace>
  <inkml:trace contextRef="#ctx0" brushRef="#br0" timeOffset="316">711 35 8443,'6'-14'1650,"-5"4"-847,4 1 1,-3 7-1,-4 2-399,-3 8 0,4 11 0,-5 3 1,-1 2-165,-2 0 0,2-2 0,1 3 0,1-1-574,1 1 0,-6-2 1,5-1-1,2-2-2634,2-2 2968,1 4 0,-13-25 0,-3-1 0</inkml:trace>
  <inkml:trace contextRef="#ctx0" brushRef="#br0" timeOffset="733">668 92 8231,'6'8'1156,"-3"-2"-1048,7-6 0,-1 0 1,7 0-172,3 0 1,-3-4 0,5-3 0,-2-1 38,-1-3 0,6 3 0,-3-1 1,-1-1 71,1 3 0,-1-5 0,-2 6-23,1-2 0,0 5 0,-5-2 795,0 4 732,-6 1-990,-1 0 1,-9 4-1,-1 3 1,-4 1-201,0 3 0,2 1 0,-3 3 0,0-1-25,0 0 1,0 7-1,-3 2 1,2 6 104,-2 4 1,-2 4-1,-1 7 1,-1 3 176,1 5 1,0 5 0,0 5 0,-1 5-101,1 2 1,0 2 0,0-1 0,0-4-280,-1-4 0,7-10 0,4-6 0,2-8-653,2-9 0,2-9-973,2-10 0,0-4 0,3-8-1867,0-2 1,2 0 3252,-4-5 0,6-26 0,-3-11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02:17.82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43 304 8228,'-2'7'-472,"-1"0"394,-2-1 1,-4-3 2340,4 6-167,-6-6-1680,10 4 0,-6-9 0,7-3-357,0-4 0,0-3 0,2-2 0,3-2-338,4-3 0,3 2 0,3-5 1,0 0-186,4 1 0,-4 2 0,4-3 0,-3 2 96,-2 3 1,0 6-1,0 3 331,0 2 1,-5 1 0,-1 7 0,-2 2 256,-3 6 0,-1 7 1,-2 3-1,0 2 63,0 3 0,0 1 0,0 1 1,0-4-129,0-4 0,2 0 0,1-4 0,1-2-68,-1-1 0,5-6 0,2-1-25,2-3 1,-3-5 0,1-5-1,1-8-169,1-4 1,2-3 0,0-6 0,0 1-188,0 0 0,0 0 1,-1 0-1,-2 0 86,-2 0 0,-4 6 0,3 3 1,-2 4 442,-3 1-120,5 6 0,-7 8 1,4 11-1,-3 6 190,-2 6 1,0 4 0,0 1 0,0 2-139,0 2 1,0 4 0,0 6-1,0 2-113,0 3 0,0 3 0,0 6 1,0 2 120,0 3 1,0-4 0,0 4 0,0-3 105,0-2 1,0-6 0,0-5 0,0-6 164,0-6 1,0-5 0,-2-5 0,-1-4-140,-2-3 0,-1-8 0,3-2 1,-3-2-178,-2 1 0,-1 0 1,-6-5-1,1-2 35,0-2 1,0 0-1,0-3 1,0-1-58,0 0 0,0-3 0,0-6 0,0-3-161,0-2 0,5 0 1,1-3-1,0 3-352,0 2 1,5 0 0,-1 2 0,2 0-246,2 1 1,0 6-1,0 1-691,0-1 1,2-1 370,2-2 0,4 6 970,6 3 0,50-9 0,12-1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02:20.47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29 478 8324,'-10'-2'2992,"1"-2"-1114,6 2-1586,-3-4 1,12 7 0,3 3-236,4 0 0,1 1 1,1-5-1,2 0-323,2 0 0,0 0 0,-3 0 0,1 0-592,1 0 1,1 0 0,-5 0-1,0 0 858,0 0 0,-31-6 0,-8-2 0</inkml:trace>
  <inkml:trace contextRef="#ctx0" brushRef="#br0" timeOffset="216">29 646 8171,'0'-7'4008,"1"0"-3564,4 7 1,4 0-1,8 0 1,2 0-586,-2 0 0,4 0 0,-3 0 1,1 0-613,1 0 0,-4 5 753,3 0 0,21 6 0,5-4 0</inkml:trace>
  <inkml:trace contextRef="#ctx0" brushRef="#br0" timeOffset="983">1124 169 8324,'0'-14'147,"0"0"1,0 0 640,0 0 0,0 0 0,-2 0-125,-2 0 1,-3 0 0,-4 1 0,2 2-158,-2 2 0,-1 4 0,-2-2 0,0 0-374,0 4 0,-1 2 0,1 1 0,0 0-108,0 0 0,0 0 0,0 1 0,0 4-103,0 4 0,2 5 1,1 3-1,3 4-84,2 0 1,-5 3-1,3 4 1,0 0 113,4 0 1,2 6-1,0 4 1,-1 2 24,-1 3 0,-1 0 1,5 4-1,0 5 117,0 2 0,0 2 0,0 0 0,0 1-45,0-1 1,0-5 0,0-1-1,0-1 33,0-4 0,0-3 0,0-6 0,0-8-102,0-8-561,0-4 0,0-10-346,0-6 1,-5-6-1,1-8-2069,0 0 2997,3 0 0,-30-50 0,-8-13 0</inkml:trace>
  <inkml:trace contextRef="#ctx0" brushRef="#br0" timeOffset="1164">562 632 8324,'-4'-9'138,"-1"0"1,-5-1 0,4-2 1452,-2 2 1,7 4-1158,1 6 1,3 0 0,9 0 0,4 0-623,0 0 0,6 0 0,2 0 0,6 0-1619,3 0 1807,6 0 0,15-10 0,9-5 0,9 0 0,-1-1 0</inkml:trace>
  <inkml:trace contextRef="#ctx0" brushRef="#br0" timeOffset="1583">1292 338 8134,'-9'-10'2076,"0"2"-1229,-2 2 1,3 3 0,0 8 0,0 4-476,0 4 0,-1 7 1,-3 5-1,1 6-248,1 6 1,1 4-1,-5 3 1,0 1-134,0 2 1,4 7 0,3-1 0,0 2-113,4-5 1,2-6 0,1-7 0,0-6-535,0-6 0,6-6 0,5-10 0,5-6 655,2-6 0,12-38 0,3-19 0,1-6 0,0 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02:23.14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94 155 8295,'-10'0'391,"3"-2"392,0-2 0,1 1-332,1-7 1,4 1 0,-2-4-441,6 4 1,5-2 0,6 7 0,1 0-92,4 3 1,-3 1 0,2 0-1,-1 0 177,2 0 0,-3 0 0,3 1 1,-4 4 148,-1 4 0,-1 4 0,-4 1 0,-3 2 6,0 2 0,-4-1 0,3 7 0,-5-1-225,-5-1 0,-7 5 0,-9-4 0,-1 4-95,-3 1 1,-1 0-1,-2-2 1,1-2-149,4-6 1,-2 1-1,6-3 1,2-5-541,2-4 0,5-2 1,2-7-1304,2-2 2059,8-10 0,55-58 0,-18 27 0,-1 0 0</inkml:trace>
  <inkml:trace contextRef="#ctx0" brushRef="#br0" timeOffset="250">403 85 8280,'-10'0'496,"1"0"243,-2 0 0,-2 1 0,-1 4-36,0 4 1,0 4 0,0 3-1,2 2-156,2 6 1,-2 2-1,3 2 1,-2 2-183,1 3 0,3-2 1,3 5-1,0-2-53,1-3 0,3-3 0,3-4 0,3-6-462,2-2 1,1-3-1,7-4 1,1-4-1099,2-4 1,6-1-1,-2-1 1,4-3 1247,1 0 0,8-25 0,6-9 0,3-1 0,0 0 0</inkml:trace>
  <inkml:trace contextRef="#ctx0" brushRef="#br0" timeOffset="652">641 1 8231,'8'0'603,"5"0"70,-4 0 0,-1 1 0,1 2 0,2 4-400,1 0 0,3 4 0,-1 8 0,0 4 7,0 4 1,-2 3 0,-1 1 0,-3 3 110,-2 2 0,3 6 0,-4 5 0,-3 0-208,-5 1 0,-5-4 1,-6 2-1,0-3-522,0-6 1,-5-4-1,0-10 1,2-4-2811,1-3 3149,2-9 0,-25-44 0,-6-18 0</inkml:trace>
  <inkml:trace contextRef="#ctx0" brushRef="#br0" timeOffset="1300">1399 113 10110,'0'14'671,"0"0"1,0 2-376,0 2 0,0-1 1,0 7-1,0 1-92,0 1 1,-6 2 0,-3 1 0,-4-1-138,-1 0 1,-4 0-1,-3-2 1,1-2-125,0-6 1,-1-4 0,4-4 0,-3-6 11,-2-2 1,5-4 0,0-2 0,4-7-127,4-6 1,6 0 0,-2-8 0,4-3-67,1-4 1,6 0 0,3 3 0,5 1 105,5 0 1,3 0 0,6 2 0,2 2 169,2 6 1,3 2 0,4 4 0,-3 2 183,-2 5 1,3 12 0,-4 7 0,-2 8 285,-1 4 1,-7 4-1,-2 1 1,-4 3 71,-5 2 1,-6-5-1,2 2 1,-2-3-394,-2-2 1,-9-5 0,-4-1-1,-4-2-955,-1-2 0,0-3 0,0-1 767,0 0 0,-13-18 0,-2-6 0</inkml:trace>
  <inkml:trace contextRef="#ctx0" brushRef="#br0" timeOffset="1518">1975 534 9067,'0'9'1138,"0"1"1,0-5 0,2 2-1139,2 0 0,4 35 0,6 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02:26.14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197 239 8201,'8'-1'-1383,"-3"-4"4330,-4 3-995,-1-10-1663,0 10 0,-1-4 0,-4 8-38,-4 2 0,-2 4 1,0 6-1,1 0-283,-1 0 1,-1 5-1,-2 1 1,0 4 19,0 5 1,0 1 0,0 9 0,0 3 117,0 3 1,1 8 0,2-3-1,3 2-42,2-1 0,2-5 0,4 0 1,0-4-248,0-4 0,1-10 0,4-9 0,6-5-650,6-5 1,0-3 832,6-6 0,20-31 0,8-8 0</inkml:trace>
  <inkml:trace contextRef="#ctx0" brushRef="#br0" timeOffset="614">660 267 8201,'8'-6'292,"0"5"1227,-3-4-1106,-4 3 0,4 4-242,-10 3 0,-1 2 1,-5 9-1,2 1 19,-2 2 0,-6 6 0,-2 0 1,2 6 56,1 6 1,-3 4 0,-1 1-1,0 2 1,0 3 1,1 1 0,5 5-1,1-5-94,4-4 1,3 0 0,6-13 0,0-5-179,0-5 0,6-12 1,3-4-1,4-4-57,1-1 0,5-6 0,-1-3 0,1-5-261,1-5 0,-4 3 1,3-2-1,-4 2-643,-1 2 1,0 0 0,-1 0 984,-4 0 0,-3-19 0,-6-4 0</inkml:trace>
  <inkml:trace contextRef="#ctx0" brushRef="#br0" timeOffset="815">366 422 9975,'14'0'1247,"0"1"1,1 2-1408,4 2 1,3 0-1,6-5 1,0 0 159,0 0 0,44 0 0,11 0 0</inkml:trace>
  <inkml:trace contextRef="#ctx0" brushRef="#br0" timeOffset="1116">1025 759 11770,'0'14'264,"0"0"1,0 0-1,0 0 1,0 0-265,0 0 0,-43 31 0,-12 8 0</inkml:trace>
  <inkml:trace contextRef="#ctx0" brushRef="#br0" timeOffset="1916">1840 183 8035,'6'-8'2,"-4"1"376,2 2 1,-2-3-1,-2-6 188,0 0 1,0 5-1,0-1 1,0-1-59,0-1 0,-2 2 0,-1 1 0,-3-2 15,-2-1 0,3 2 0,-4 3 0,0-1-285,1 0 0,-5 5 0,4-2-335,-3 4 1,-2 1 0,-1 0 0,3 1-71,3 4 0,-4 3 1,4 6-1,-4 1-21,-1 4 0,5-2 0,1 7 0,0 1 72,1 1 0,2 4 1,-3 2-1,2 6 247,3 2 1,-4 9-1,3 1 1,-1 3 8,-1 3 1,4-5 0,-2 7-1,2-6-89,2-4 0,0-1 0,0-7 1,0-4-323,0-8 0,0-6 0,0-8-1529,0 0 341,6 0 1,-4-8-687,3-6 2145,-4 0 0,-32-37 0,-8-2 0</inkml:trace>
  <inkml:trace contextRef="#ctx0" brushRef="#br0" timeOffset="2115">1320 576 8165,'-6'-14'207,"4"5"1,-2-1 706,2 0 1,4 3-468,2 3 0,4 2 1,8 2-1,3 0-686,4 0 1,4 2-1,2 1 1,2 1-561,2 0 799,6-3 0,47-20 0,-34 8 0,0-1 0</inkml:trace>
  <inkml:trace contextRef="#ctx0" brushRef="#br0" timeOffset="2516">2036 295 8315,'0'-14'1373,"0"5"-461,0 0 1,-1 4-510,-4-4 0,-3 7 0,-6 2-81,0 8 1,0 4 0,0 4-1,2 3-127,2 4 0,-7 5 0,3 5 0,-2 4-101,1 4 1,6 1 0,-1 0 0,1 0-575,1 0 0,2 1 0,6-3 0,0-2-709,0-6 1,6-4 1188,3-4 0,-2-10 0,-1-8 0</inkml:trace>
  <inkml:trace contextRef="#ctx0" brushRef="#br0" timeOffset="2867">2317 338 8227,'-6'-14'775,"3"1"1,-5 2 736,2 2 1,-5 6-1089,1-2 0,0 10 1,-1 6-1,1 4-194,-1 4 0,-3 11 0,-3-1 0,-2 5-51,2 5 0,-3 2 1,1 1-1,2 2 12,1 3 1,4-2 0,3 3 0,4-3-391,3-4 0,2-10 0,4-3 0,3-7-162,7-6 1,5-7 0,0-3 0,3-5-25,-1-5 1,4-3 0,-6-6 0,-2-1-371,-1-4 1,-2 2 0,0-5 0,0 0 754,0 0 0,-37-39 0,-10-14 0</inkml:trace>
  <inkml:trace contextRef="#ctx0" brushRef="#br0" timeOffset="3014">2008 478 8847,'-6'0'1183,"6"0"0,11 2 0,9 1-1406,2 1 1,-3 6 0,4-4 222,2 2 0,24-6 0,10-1 0,5 2 0,1 0 0</inkml:trace>
  <inkml:trace contextRef="#ctx0" brushRef="#br0" timeOffset="3299">2500 408 9945,'12'9'1164,"-1"0"0,-2 2-676,2 2 0,-3 2 0,1 4 1,1 5-125,-2 2 0,3 2 0,-7 2 1,-1 3-198,-1 4 0,-4 2 1,-2 0-1,-6-3-359,-2-2 1,-7-1 0,0-6 0,2-4 191,2-4 0,-31-41 0,-7-11 0</inkml:trace>
  <inkml:trace contextRef="#ctx0" brushRef="#br0" timeOffset="3832">2823 338 12889,'14'6'0,"-2"3"118,-3 4 0,9 1 0,-4 0 0,1 1 209,1 4 1,-4-2-1,-1 7 1,-1 1 94,0 1 1,-3 4-1,-3 1 1,-2 3-260,-2 2 0,-2-3 0,-2 4 0,-7 1-679,-6-2 0,1-2 1,-4-6-1,1 0-3303,0 0 3819,-6-6 0,-28-8 0,-14-8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02:31.36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15 394 8092,'0'-14'1093,"-2"4"1165,-2 1-1828,2 6 0,-4-2 0,6 10 1,0 4-224,0 4 1,0 7 0,0 3 0,0 4 8,0 1 1,0 0 0,0 2 0,0 3-124,0 4 1,0 2-1,0 0 1,0-2-832,0 2 0,0-4 0,0-3 1,0-3 737,0-6 0,19-59 0,4-20 0</inkml:trace>
  <inkml:trace contextRef="#ctx0" brushRef="#br0" timeOffset="148">155 520 8092,'2'-9'-65,"1"-1"-67,2 0 1,6 3 307,-2 3 0,3 2 0,2 2 0,0 0-823,0 0 647,1 6 0,-8 46 0,0 16 0</inkml:trace>
  <inkml:trace contextRef="#ctx0" brushRef="#br0" timeOffset="298">155 717 8139,'0'9'680,"0"0"-65,0 2 1,2-3 0,1 2-1,3-1-639,2-1 1,1 4 0,7-4 23,3 0 0,52-2 0,20-6 0</inkml:trace>
  <inkml:trace contextRef="#ctx0" brushRef="#br0" timeOffset="914">801 380 8166,'-14'0'991,"5"0"1148,-1 0-1852,7 0 1,8 0 0,10 0 0,6 0-224,4 0 1,3-2-1,3-1 1,2-3-326,-2-2 0,-1 3 0,-4-2 0,-1-1-1239,-2 0 1,-5 3-555,0-4 2054,-8 6 0,-35-16 0,-14 3 0</inkml:trace>
  <inkml:trace contextRef="#ctx0" brushRef="#br0" timeOffset="1284">941 211 8166,'-14'0'531,"7"7"0,2 2 1,3 3-274,2 2 1,0 5 0,2 3 0,1 3-37,2 5 1,4 7 0,-3 0-1,1 4-86,-1 1 0,-2 5 0,-4 1 0,0-1-128,0-3 0,-4 1 0,-2-9 0,-2 0-85,-3-3 0,-2-12 1,-1-5-1,0-7-37,0-2 0,0-4 0,0-8 0,0-4-57,0-4 1,5-2 0,1-3-1,0-2 104,0-2 0,5 0 0,-1-3 0,4 2 58,4-2 0,-1 3 0,7-1 0,1-1 5,1 3 1,8-4-1,4 6 1,2 2 125,2 1 0,0 4 0,2 2 0,1 6 21,2 2 0,0 8 0,-7 4 0,-1 4 30,-1 4 1,-12 4 0,2 6 0,-3 0-193,-3 1 0,-2-1 1,-6-2-1,0-1-398,0-1 1,-1-7 0,-3 1 416,0-2 0,-13-39 0,1-10 0</inkml:trace>
  <inkml:trace contextRef="#ctx0" brushRef="#br0" timeOffset="1600">1349 366 11711,'7'6'-1127,"-2"3"1,-2 5 1126,2 5 0,9 40 0,8 16 0</inkml:trace>
  <inkml:trace contextRef="#ctx0" brushRef="#br0" timeOffset="1864">1629 310 8721,'0'9'2240,"0"0"-1570,0 2 0,0 3 0,0 5 0,0 4-603,0 4 1,0 3 0,0 2 0,0 6-474,0 2 0,0-4 0,0-2 0,0-2-479,0-4 0,2 1 885,3-10 0,2-19 0,7-9 0</inkml:trace>
  <inkml:trace contextRef="#ctx0" brushRef="#br0" timeOffset="2031">1742 562 8166,'14'-14'241,"0"0"1,1 2-1,3 1 420,0 1 0,3 3 0,-4-3 0,3 4-200,2 0 0,-5 4 0,3-2 0,-1 2-919,0 2 1,-1 2-2190,-4 2 2647,0 4 0,-18 6 0,-6 0 0</inkml:trace>
  <inkml:trace contextRef="#ctx0" brushRef="#br0" timeOffset="2247">1924 239 8166,'0'14'0,"0"0"515,0 0 1,0 2 0,0 3-1,0 4 267,0 4 1,0 9 0,0 4 0,0 9-51,0 5 0,0-1 1,0 8-1,-1-3-379,-4-2 0,2-6 1,-5-5-1,2-6-1176,3-6 0,1-10 823,2-4 0,0-66 0,0-17 0</inkml:trace>
  <inkml:trace contextRef="#ctx0" brushRef="#br0" timeOffset="3215">2444 310 8166,'-14'0'21,"4"0"0,2-2 1,1-1 2020,-1-2-1623,5 1 0,-2-1 0,11-1 0,7-2-343,4-3 0,6 3 0,-2-1 1,-1-1-167,0 3 0,4 0 0,-6 6 0,-1-2-120,-1-2 0,-2 2 1,-1 8-1,-4 4 10,-4 3 0,-4 4 0,-1 3 0,-1 4-61,-4 4 0,-4 1 0,-9 0 1,0 0 51,1 0 1,-1 0 0,1-1 0,-1-3 410,0 0 0,3-9 0,1 1 655,0-5 1,4-8-565,1 2 0,7-5 1,1-5-1,6-4-180,2-4 0,3 4 0,4 0 0,0-1-174,0 2 0,0 2 0,0 6 0,0 2 99,0 2 0,0 4 1,0 8-1,0 3 218,0 4 1,-1 5 0,-2 3 0,-4 4-95,0 0 1,-3-2-1,-4 3 1,0-2-141,0-2 1,-1-3-1,-4-1 1,-4-1-148,-4-4 1,-6-3 0,1-5 0,-1-3 4,-1-3 0,3-2 0,-5-7 0,1-2 129,4-3 1,2-2 0,1-7 0,1-2 27,4-3 0,3-1 1,6-5-1,0 3 17,0 2 0,0 1 1,1 5-147,4 0 1,-2 5 0,6 1-926,2 2 0,2 1 1017,1 5 0,31-6 0,8-2 0</inkml:trace>
  <inkml:trace contextRef="#ctx0" brushRef="#br0" timeOffset="4116">3160 310 8158,'-7'7'476,"-2"-2"0,1 1 2133,-1-1-2029,6 0 1,-2-5 0,11 0-369,8 0 1,2-5 0,7-1 0,4-2-186,4-3 1,0-1-1,5-3 1,-1 1-376,-4 0 0,-2 5 1,-1 0-1,-1-2-1043,-4-2 1,2 1 0,-8 1-1041,-4 2 2431,-5-1 0,-46-4 0,-8 0 0</inkml:trace>
  <inkml:trace contextRef="#ctx0" brushRef="#br0" timeOffset="4516">3384 85 7857,'-14'0'-142,"5"0"0,1 1 556,2 4 1,1 3 0,5 8 0,0 1 75,0 1 0,0 12 0,0 0 0,0 4-165,0 5 0,5 3 0,0 5 0,-1 4-4,2 4 0,-4 3 1,3 1-1,-4 2-9,-1-2 0,0-7 1,-1-6-1,-2-3 15,-2-6 1,0 0 0,5-8-418,0-8-475,0-10 0,0-6 0,-1-10 115,-4-4 1,2-4 0,-6 1 0,-1 1-99,2 2 0,-4 1 0,3-3 0,-4 2 86,-1-2 0,2 3 0,1 0 0,1 0 124,-1 0 1,-1 1 0,-2-4 0,1 1 166,4-1 0,-2 4 0,5-1 0,0 0-20,-1 0 1,-4 5-1,4-3 1708,-1 0 0,0 4 1351,3-3-2373,4 4 1,-4 1 0,10-2-746,4-2 1,4 1 0,1-7-1,1-1-531,4-1 0,-2-2 781,7 0 0,43-25 0,15-7 0</inkml:trace>
  <inkml:trace contextRef="#ctx0" brushRef="#br0" timeOffset="4816">3721 71 8158,'0'-14'837,"0"0"1,-4 4 439,-1 1 1,2 6-1627,7-2 0,4 10 1,5 4-542,-4 4 1,2-4 0,-6 1 0,-2 0-828,-2 3 1717,-1 1 0,-18 37 0,-6 10 0</inkml:trace>
  <inkml:trace contextRef="#ctx0" brushRef="#br0" timeOffset="4981">3651 253 8158,'-14'0'351,"5"5"1208,-1 0-1284,7-1 1,-1-8 0,8-2-1,6-1-145,2 1 0,4-5 0,1 3 0,2-1-343,-2 0 0,-2 4 0,-1-3 0,0 2-556,0 3 0,0 0 0,0 0-1132,1-2 1901,-8 0 0,-19 24 0,-12 4 0</inkml:trace>
  <inkml:trace contextRef="#ctx0" brushRef="#br0" timeOffset="5216">3763 239 8158,'-9'14'0,"0"-1"-91,-2-4 0,0 4 0,0-4 0,2 4 231,-2 1 0,3 0 1,0 0-1,2 0 170,3 0 0,0 0 1,-1 0-1,0 0 320,1 0 0,1 0 183,2 0-855,0-6 1,6-4-1,4-8-195,2-6 0,2-2 0,0-2 0,0 0-220,0 0 0,0 0 0,0 1 0,0 2 142,0 2 0,-4 1 0,-1-1 1,1 3 230,-3-1 1,6 6 166,-4-4 1,-3 5 0,-1 5-730,-3 4 646,-2 4 0,-56 32 0,-15 8 0</inkml:trace>
  <inkml:trace contextRef="#ctx0" brushRef="#br0" timeOffset="5499">3595 576 8080,'14'0'73,"0"0"0,-2-1 728,-2-4 1,-2 4 327,-4-4-945,-2 3 0,10 1-606,-2-4 1,-2 3-1,1-2-324,2 2 1,1-2 0,2-3 745,0 0 0,7-3 0,0-4 0</inkml:trace>
  <inkml:trace contextRef="#ctx0" brushRef="#br0" timeOffset="5933">3735 562 8008,'8'0'2876,"-2"2"-2665,-6 3 0,-1-2 1,-4 6-1,-3 2 43,1 1 0,-6 4 0,5 1 0,-1 3-37,0 2 0,1 0 0,-3 3 0,1-2 164,0 2 1,3-3 0,3 0-1,2-2-70,2-2 0,0-3-248,0-1 0,6-6 0,5-3 1,5-4-238,3-1 0,1 0 0,-3 0 0,2 0-384,-2 0 1,0-1-1,0-2-724,2-2 0,0 0 0,-7 4-1520,-3-4 2802,-2-3 0,-20-37 0,-2-8 0</inkml:trace>
  <inkml:trace contextRef="#ctx0" brushRef="#br0" timeOffset="6148">3848 562 8158,'0'14'1178,"0"0"-552,0 0 1,-2 0-1,-1 2 1,-2 1-151,2 2 0,-5 7 0,1 1 0,-3 6-317,1 3 0,4-4 0,-4 4 0,-1-1-632,3-4 1,-1-6 0,5-3-770,-2-2 1,-1-6 1241,1-5 0,-21-31 0,-12-3 0</inkml:trace>
  <inkml:trace contextRef="#ctx0" brushRef="#br0" timeOffset="6365">3511 815 8158,'-7'-8'450,"6"-4"0,-4 2 308,4-2 1,1 3 0,3-1 0,5 1-374,6 1 1,11-4 0,1 2 0,7-1-154,3 2 1,-4-2-1,6 5 1,1-1-57,1 1 0,-4 2 0,-3 4 0,-3 0-321,-2 0 0,-6 0-2096,-4 0 2241,-8 0 0,-29-13 0,-12-3 0</inkml:trace>
  <inkml:trace contextRef="#ctx0" brushRef="#br0" timeOffset="7316">4311 57 8158,'0'-8'1427,"0"2"1,2 6-864,2 0 0,-1 1 0,5 4-325,-2 4 0,1-1 0,-4 2 0,1 0-217,0 3 1,-4 6-1,-4 1 1,-2 2-148,-2 3 0,-3 1 1,-6 2-1,-1-1-17,0-4 0,4 2 1,3-6-1,4-2-101,0-1 0,-2-7 248,4 0 0,2-5 0,8-1 112,4-6 1,4-1 0,1-3 0,0-1 51,0 0 0,1 0 0,3-3-55,0 2 1,1 6 0,-5-2 173,0 4 0,-6 7 1,-3 3-79,-4 4 0,-1 1 1,0 0-1,-1 1-255,-4 4 0,-3-2 1,-4 5-1,1-2-139,1-2 0,1-3 0,-3-1 69,2 0 1,-1-4-527,7-1 35,-1-6 0,6 2 0,4-8-1018,5-2 0,-3 0 1624,3 5 0,-38 38 0,-5 8 0</inkml:trace>
  <inkml:trace contextRef="#ctx0" brushRef="#br0" timeOffset="7566">4086 731 9046,'0'14'1972,"2"-5"-1568,3 1 0,-2-3 1,6 4-1,0-1-161,-1 1 0,5 1 1,-4 0-1,4-1-156,1-1 1,-5-1-1,0 4 1,2-2-396,2-2 1,-4-1 0,0 1 0,1-3-1555,-2 1 1,-1-6 1861,-2 4 0,-3-29 0,4-7 0</inkml:trace>
  <inkml:trace contextRef="#ctx0" brushRef="#br0" timeOffset="7731">4255 731 8158,'0'-10'1541,"0"1"-1020,0 6 0,0-2 0,1 10-364,4 4 1,-2 2 0,7 0 0,-1-2-1048,-1 2 0,3-3 0,-5 0 890,2-2 0,7-7 0,7-7 0</inkml:trace>
  <inkml:trace contextRef="#ctx0" brushRef="#br0" timeOffset="7864">4367 675 8158,'8'-7'49,"0"6"361,-4-4 0,0 4 1,3 2-1,1 2-760,0 2 0,-5 1 0,3-3 350,1 2 0,13 0 0,9-5 0</inkml:trace>
  <inkml:trace contextRef="#ctx0" brushRef="#br0" timeOffset="8700">4844 57 8158,'0'-14'-241,"-4"4"0,-2 1 1679,-2-2 0,3 5-1115,-4 1 1,-1 4 0,-4 1-1,0 0-587,0 0 1,0 6 0,-1 3 0,-3 4-134,0 1 0,-3 0 0,4 1 0,-1 3-67,0 0 1,3-1 0,2-6 0,2-1-138,2 1 0,6 1 601,-2 2 0,4 0 0,1 0 0,0 0 233,0 0 1,0-4 418,0-1 0,1 0 1,2 5-211,2 1 0,0-1 0,-4 0 0,2 1-218,2 4 0,4 1 0,-2 5 0,-1-1-276,0 1 0,0-4 1,-3 1-1,4-2-346,1-2 0,-4-3-527,6-1 480,-7-6 0,3-3 0,-6-10 11,0-4 1,0-4 0,-2-1 0,-1 0 433,-1 0 0,-6-1 0,6-3 0,-1 0 0,-1 0 0,4 3 0,-3 1 0,2 0-81,-1 0 0,2 0 0,-3 0 378,4 0 0,1 0 0,0 0-115,0 0 0,1 1 1,4 2-1,4 3-154,4 2 0,1-3 0,0 4 0,0 2 35,0 1 0,5 2 0,1 0 0,0-1 120,1-4 1,2 4-1,-3-4 1,1 3-121,-1 2 0,3 0 0,-6 2 0,-3 1-150,-3 2 1,-8 6 0,2-2-10,-3 3 1,-2 2 0,-2 1 0,-3-1-58,-4 0 1,-3 0-1,-2 0 1,0 0 152,-1 0 0,-55 6 0,-14 2 0</inkml:trace>
  <inkml:trace contextRef="#ctx0" brushRef="#br0" timeOffset="8847">4676 408 8148,'6'-8'-315,"2"0"490,6 4 1,-5 2 0,1-4-133,1 0 1,-4 4 0,3-3 79,1 4 0,-3 1-211,1 0 0,-1 6 0,1 3-190,-4 4 0,-4 1 0,-1 1 278,0 4 0,-31 34 0,-8 14 0</inkml:trace>
  <inkml:trace contextRef="#ctx0" brushRef="#br0" timeOffset="9200">4648 590 8145,'0'-14'-1243,"1"2"1221,4 2 1,-2-2 0,5 3 341,-2-4 0,5 4 0,-1 1-149,2 2 0,2-4-37,0 6 0,0-1 260,0 5-174,-6 0 0,0 0 442,-4 0 4,-2 0-426,4 0 0,-7 0-42,-4 0 0,3 6 0,-2 4 32,2 2 0,2-1 0,0 2 0,0 2 21,0 1 1,0 4 0,-1 0 0,-2 2 0,-2 3 1,0 8 0,5 3 0,0 1-206,0 1 0,-1-6 0,-2 4 0,-2-1-220,2-4 1,1-3 0,1-5 0,-3-4-1182,0-3 0,-2-4-1102,1-3 2456,3-2 0,-35-57 0,-2-13 0</inkml:trace>
  <inkml:trace contextRef="#ctx0" brushRef="#br0" timeOffset="9449">4508 815 8145,'0'-14'0,"0"0"109,0 0 0,0 0 1,1 1-1,4 2 25,4 2 0,4 1 0,-1-3 1,-1 4 25,-2 0 0,1-2 1,4 4 281,0 2 1,-2 3-1,-1 3-40,-1 2 1,-7 6 0,1 0 0,-4 4-284,-4 4 1,-4 0 0,-6-4 0,0 3-214,0 0 0,-2 1 0,-1-5 1,-2 0-541,2 0 0,-3-4 0,3-1 0,3 0-2121,3-1 2755,1-2 0,28-31 0,6-6 0</inkml:trace>
  <inkml:trace contextRef="#ctx0" brushRef="#br0" timeOffset="9733">4915 647 8119,'7'-10'-420,"-2"1"0,-5 1 1019,-5-1 0,2 2 0,-6 7 0,-2 0-249,-1 0 1,2 0-1,1 2 1,-2 3 79,-2 4 0,1 3 0,1 3-138,2-1 1,1 0 0,-1 0 0,4 0 58,3 0 0,2 0 0,2-2 1,1 1 109,2 1 0,6-3 0,-1 7 0,6-2-67,3-2 0,4 0 0,-3 0 0,2 0-645,3 0 0,2-1 0,1-2 0,2-4-3372,2 0 3623,-2-3 0,29-41 0,0-10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02:42.69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253 506 8145,'10'-8'0,"-3"2"349,0 0 0,-3 6 96,-4 0 1,0 6 0,0 8 0,0 2-120,0 2 0,-6 4 1,-2 6-1,-1 0-123,-1 0 1,1 2-1,-5 1 1,-2 0-14,-2-4 0,2 1 0,-3-6 1,4 0-140,1-4 0,-2-3 0,-1-6 0,-2-4-112,2-4 0,2-1 1,2-1-1,4-6-150,4-7 0,-1-1 0,1-9 0,2-2-178,1-5 0,9 1 1,2-3-1,4 4 132,1 0 0,1 0 1,4-1-1,4 1 164,4 2 0,2 8 1,3 1-1,2 2 272,2 2 1,0 8 0,1 7 0,-4 12 314,-3 9 1,-2 6-1,-3 4 1,-5 6 107,-6 2 1,-9 3-1,-1-1 1,-2 0-409,-2 0 1,-6-6-1,-4-3 1,-2-5-195,-2-5 0,-50-34 0,-13-14 0</inkml:trace>
  <inkml:trace contextRef="#ctx0" brushRef="#br0" timeOffset="731">1166 85 8163,'0'-14'829,"0"4"1236,0 1-1711,0 6 0,1-8 0,4 6 1,4 2-193,4 2 1,-4 1 0,1 1 0,0 2-548,3 2 1,1 6 0,-2-2-1754,-2 4 2138,2 1 0,-35 50 0,-2 12 0</inkml:trace>
  <inkml:trace contextRef="#ctx0" brushRef="#br0" timeOffset="931">885 408 8680,'1'8'689,"4"-4"0,3-2 1,8-2-1,2 0-224,6 0 0,4-6 0,5-5 0,4-5-488,4-3 1,-1 1 0,-1 4 0,-3 1-769,-2 4 1,-3-2 0,-7 6 790,-5 2 0,-23 20 0,-5 7 0</inkml:trace>
  <inkml:trace contextRef="#ctx0" brushRef="#br0" timeOffset="1234">1110 703 8206,'-8'-7'138,"2"4"0,6-6 442,0-2 1,6 0 0,5 0 0,6 2-277,6-2 0,-1-2 0,1-1 1,1 2-126,-2 2 1,3 0 0,-7 5 0,0 2 85,-3 1 1,-1 4 0,-1 2 0,-4 7 104,-4 7 1,-4-1 0,-1 6 0,0 2-287,0 2 1,-1 1 0,-4 0-1,-3 0-441,0 0 0,-4 3 1,3-1-1,-4-4 18,-1 1 1,0-2 0,0-2 0,0-4-507,0-4 1,0-2-1,0-4 1,-2-4 844,-2-3 0,-17-77 0,13 28 0,1 0 0</inkml:trace>
  <inkml:trace contextRef="#ctx0" brushRef="#br0" timeOffset="1381">1138 450 8723,'-8'6'912,"-5"3"0,4 10 0,-5 6-742,-5 6 1,-3 10 0,-4 6-1,-1 0-295,-1 1 0,10-6 0,-6 0 125,7-8 0,-3-10 0,-2-4 0</inkml:trace>
  <inkml:trace contextRef="#ctx0" brushRef="#br0" timeOffset="1948">1812 71 8206,'0'-10'2155,"0"1"-1973,0 6 1,-7 5-1,-4 12 1,-4 7-60,-4 6 0,-7 7 0,-1 4 0,-6 2-215,-3 2 1,5 0 0,-2-1 0,4-4-116,1-4 0,6-9 0,5-6 252,6-2 1,6-8 53,10-4 0,-1-7 1,9-3-1,3-2 186,-1-3 0,7 0 0,0 1 0,1 0-131,1-1 1,-1 0 0,5 0-1,0 4-216,0 0 0,-4-2 0,-1 3 1,0 0-841,-1-1 0,3 1 0,-6 3-1463,-2-2 2365,-1 1 0,-27-15 0,-6-5 0</inkml:trace>
  <inkml:trace contextRef="#ctx0" brushRef="#br0" timeOffset="2184">1798 225 7715,'-8'6'-39,"0"-4"0,5 4 1,-2 1 671,2 2 1,1 3 0,2 4 0,0 3-119,0 4 0,0 8 0,-1 5 0,-2 3-21,-2 5 1,0 7-1,4 2 1,-2 4-142,-2-1 1,-4 1 0,4-10-1,2-3-430,1-5 0,2-6 0,0-10-280,0-4 1,2-10 0,1-6-928,2-6 0,-1-5 0,-4-6 0,0 0 1284,0 0 0,-6-50 0,-2-12 0</inkml:trace>
  <inkml:trace contextRef="#ctx0" brushRef="#br0" timeOffset="2366">1755 506 8206,'-14'2'0,"0"1"0,0 1 368,0 0 0,0 3 0,0 3 1,0 2-66,0 2 1,-2 5 0,-1 1 0,-3 2-263,-2 3 0,0 2 1,-3 1-1,4 0-64,0 0 0,-2-2 0,4-2 0,2-6-1981,1-2 2004,9-2 0,57-75 0,-15 21 0,0 1 0</inkml:trace>
  <inkml:trace contextRef="#ctx0" brushRef="#br0" timeOffset="2464">1685 646 8206,'19'-7'0,"0"0"0,-1 3 219,3-1 1,-6 0-1,4 7 1,-3 1 174,-2 2 1,0 6 0,0-4-615,0 1 1,0-2 219,0-6 0,-6-6 0,-2-2 0</inkml:trace>
  <inkml:trace contextRef="#ctx0" brushRef="#br0" timeOffset="2950">1952 127 10532,'-8'6'312,"2"4"1,6 7-1,0 1-243,0 0 0,0 3 1,0 1-1,1 0-142,4-3 0,-3 1 0,2-1 0,-2-2-348,-2-1 0,0-7-60,0 0 1,1-7 216,4-2 1,-3-8-1,2-9 1,0-3 113,0-2 0,-1 3 1,7-4-1,1-1 163,1 2 0,7-3 0,0 7 1,-1 1 207,3 1 1,-4 7 0,5 1 0,-2 2 142,-3 2 1,-1 4 0,-4 5 0,-3 5-49,-4 2 1,-3 7-1,-4 1 1,-3 2-192,-4 3 0,-3-3 0,-4-1 0,-1 1-154,-2 0 0,-4-5 0,2 2 1,1-3 22,0-2 0,1-2 0,5-2 436,0-6-653,6-2 1,4-4-1,8-2 1,6-4-265,2 0 0,2-3 0,0 6 487,0 2 0,19 2 0,4 1 0</inkml:trace>
  <inkml:trace contextRef="#ctx0" brushRef="#br0" timeOffset="3316">1952 590 8206,'-9'0'2126,"-1"0"-1707,7-6 1,-3 3 0,7-5-205,4 2 0,3-3 0,6 2 0,2 1-266,2 0 0,-2-4 0,3 4 1,-4 0-169,-1 0 0,0 1 0,0 3-10,0-2 1,0 2 138,0-2 1,-4 2 81,-1 2 1,-6 2 0,2 2 73,-4 6 0,-5 2 1,-1 4-1,0 1 256,-1 2 0,5 1 1,-4-1-1,3 2-98,2 1 0,-4 3 0,-1-5 0,2 2-222,1 3 0,-2-3 0,-1 0 1,2-2-800,1-3 1,2-1 0,0-2-1058,0 0 0,-6-5 1854,-3 1 0,-4-7 0,-26-41 0,-6-16 0</inkml:trace>
  <inkml:trace contextRef="#ctx0" brushRef="#br0" timeOffset="3431">1966 745 8206,'0'-10'-155,"2"3"1,1-1-375,1 0 0,3 3 1209,-3-4 1,-1 6 0,7-2-496,1 4 1,-4-4 0,3 0 0,1 2-599,1 2 0,2 1 413,0 0 0,13 6 0,2 2 0</inkml:trace>
  <inkml:trace contextRef="#ctx0" brushRef="#br0" timeOffset="3648">1882 927 8206,'-14'0'2231,"0"0"-1229,6 6 0,3-4 0,10 1 0,4-4-495,4-4 0,2-1 1,4 3-1,4-2-352,4 2 0,1 1 0,0 2 1,2 0-233,2 0 0,0 0 0,4 0 0,-2 0-1285,-3 0 0,3 0 1362,-1 0 0,-6 0 0,-7 0 0</inkml:trace>
  <inkml:trace contextRef="#ctx0" brushRef="#br0" timeOffset="4214">2514 366 8140,'-15'4'130,"3"3"562,3 0 1,1-4-193,3 2 1,5-3 0,0-4 0,10-1-55,7-2 0,5-6 0,6 2 0,0-3-129,0-2 0,5 1 0,1 2 0,0 2-426,0-2 0,4 0 1,-5 0-1,-2 3-675,-1 2 0,-7-3 1,-1 4 783,-2 2 0,-45 20 0,-15 6 0</inkml:trace>
  <inkml:trace contextRef="#ctx0" brushRef="#br0" timeOffset="4600">2598 492 8507,'1'-8'724,"2"2"0,4 1-504,0 1 1,3-1-1,4 5-174,0 0 0,0 0 0,-2 1-165,-2 4 1,-4-2 0,-6 7 0,0 1-161,0 1 1,-2 7 0,-2 1-1,-6 0 49,-2 1 0,-4 2 1,-1-3-1,-2 1 439,2-1 1,-3 3 0,1-4-1,2-2 443,2-1 0,1-4 1,1-1 1553,4-2-1772,2-5 0,9 2 0,4-6 0,7-2-241,4-2 1,3-3-1,-1-4 1,4 4-203,4 0 1,-4-2 0,1 3 0,1 0-544,1-1 0,1-2 0,-2 4 0,-4 2-249,0 2 0,2-4 0,-4 0 801,-2 2 0,-14-55 0,-4-12 0</inkml:trace>
  <inkml:trace contextRef="#ctx0" brushRef="#br0" timeOffset="4900">2724 1 8453,'0'14'367,"2"6"1,2 5 0,7 6 436,6 7 0,2 10 1,8 8-1,2 8-258,1 5 0,1 2 0,0 4 0,2 5-2,-2 3 1,-3-12 0,-3-5 0,-3-8-308,-2-7 1,1-9 0,-4-11-1,0-6-301,-4-6 0,1-5 0,-7-3 0,3-3-1995,-1-2 778,-6-1 0,3-7 0,-6-3 54,0-4 0,0-8 1227,0-2 0,0-62 0,0-11 0</inkml:trace>
  <inkml:trace contextRef="#ctx0" brushRef="#br0" timeOffset="5031">3019 155 8151,'-13'2'910,"4"2"0,4 3-910,10 2 0,47 22 0,16 0 0</inkml:trace>
  <inkml:trace contextRef="#ctx0" brushRef="#br0" timeOffset="5699">3637 211 8151,'-10'0'1872,"3"2"-1237,0 2 0,3 4 0,4 6 0,0 2-205,0 3 0,0 2 1,0 9-1,0 4-66,0 9 0,1 5 0,2 8 0,2 2-133,-2 3 1,-1-8-1,-2 1 1,-2-4-736,-3-5 0,4-7 1,-4-7-3207,4-6 3710,1-11 0,-7-76 0,0-24 0</inkml:trace>
  <inkml:trace contextRef="#ctx0" brushRef="#br0" timeOffset="5881">3707 436 8151,'14'0'820,"0"0"-204,0 0 0,0 0 0,2-2 0,2-1-385,6-2 1,-1-5-1,2 2 1,2-2-429,-2 1 1,-2 4 0,0-2 0,-2 0-1232,-1 4 0,-9-3 406,3 1 1,-9-1 1021,-1 1 0,-21-15 0,-6-10 0</inkml:trace>
  <inkml:trace contextRef="#ctx0" brushRef="#br0" timeOffset="6233">3932 211 8151,'0'10'0,"0"-1"152,0 2 0,0 1 0,0 2 0,0 0 233,0 0 0,0 0 0,0 2 0,0 3 47,0 4 1,4 10 0,1 4 0,-2 4-94,-1 1 0,2 2 1,1 3-1,-2 2-165,-1 1 1,-9-1 0,-2-7 0,-2-2-170,2-2 1,-4-7-1,4-11 1,-4-7-217,-1-5 1,0-4 0,0-5-1,0-4 22,0-4 1,2-4-1,1-1 1,1 0 215,0 0 1,3-5 0,3 1 0,0 1 260,0 1 1,2 2 0,-2 0 477,2 0 0,2 0-500,0 0 0,2 4 0,2 3-408,6 0 1,2 3 0,2 4-1,2 0-260,2 0 1,0 0 0,3 1 0,1 2-347,0 2 0,0 4 0,3-2 0,-3-1 748,-2 0 0,49-7 0,7-7 0</inkml:trace>
  <inkml:trace contextRef="#ctx0" brushRef="#br0" timeOffset="6347">4311 843 8042,'7'14'0,"-2"0"0,-2-5 0,0 1 0,2 1 775,-2 1 1,3 2-1,1 0-775,0 0 0,3-6 0,4-2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02:55.64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58 227 8259,'-10'8'233,"1"-2"903,1-1 1,4-1 1179,-3-4-2159,4 0 1,-2-1 0,6-2 0,3-3-186,4-5 0,2 2 1,2-6-1,-1 2-197,1 1 0,0-3 0,-1-1 0,1 3-160,0 4 0,-1-1 0,1 3 316,0 1 0,-1 2 0,0 8 149,-4 4 1,0 2 0,-5 3 0,2 1-65,-1 2 0,-1-1 1,1-3-1,1-1-246,-1 1 1,2-4 0,0-2 0,1 0 103,3-4 1,-2-1 0,1-1 0,1-2-45,1-6 0,2 0 0,-1-9 1,1 2-22,0-1 0,-5-4 0,1 0 1,0-2 22,-2-1 0,3 4 0,-5 0 0,-1 3 428,-2 1 191,-1 2 1,0 8 0,0 7-113,0 8 1,-4 3-1,0 6 1,1 3-58,-3 4 0,4 0 0,-5 4 0,2 0-173,3-1 0,-1 4 0,0 6 0,0 3-15,0 4 1,2 0 0,1 2-1,0 2 132,0 5 0,0 6 0,0-1 0,0-1 55,0-4 0,0-5 1,0 0-1,0-3 51,0-5 1,0-8 0,0-9 0,0-6 15,0-2 1,-2-3 0,0-5-241,-2-1 1,-6-6 0,-1 2 0,-4-2 19,-3-2 1,-2-2-1,-3 0 1,0-3 54,-1-2 1,2-1 0,3-5 0,2-1-9,0-1 0,4-2 0,-2 3 0,2-3-90,1-1 0,6 2 0,0-2 0,3 1-129,-1 3 1,-1 1 0,2 1 0,-1 1-322,1-1 1,2 4 0,1 0-329,0-1 1,1 3-1,3-2 1,4-1-1494,2-1 1,7-2 2185,3 0 0,59-20 0,-32 13 0,0 1 0</inkml:trace>
  <inkml:trace contextRef="#ctx0" brushRef="#br0" timeOffset="581">816 448 7943,'-12'0'-1086,"0"0"3800,1 0 1,3 0 401,0 0-2856,5 0 0,0 4 0,6 0 0,5-2-164,3 0 1,2-2 0,1 0 0,3 0-163,1 0 0,-4 0 0,3 0 0,-2 0-827,1 0 1,1 0 0,-3 0-1,1-2-2542,0-1 3435,-2 1 0,-7-13 0,-1 2 0</inkml:trace>
  <inkml:trace contextRef="#ctx0" brushRef="#br0" timeOffset="849">769 611 8259,'-12'0'1071,"1"0"0,3 0 330,0 0 1,7 1-928,1 3 1,9-2-1,8 1 1,1-1-130,3-2 0,-3 0 0,1 0 0,0 0-175,0 0 1,1 0 0,-4 0-1,-2 0-695,-1 0 0,-1 0 1,-1 0-1,1 0 525,0 0 0,-6-5 0,-1-2 0</inkml:trace>
  <inkml:trace contextRef="#ctx0" brushRef="#br0" timeOffset="1700">1934 169 8242,'-2'-11'149,"-2"3"1,3-2-1,-4 4 1,1-2 829,0 0 1,-4 4 0,3-4-302,-1-1 1,-2 0 0,-2 0 0,1 3-163,1 1 0,0-4 1,-4 2-298,1 1 0,-1-3 0,1 5 1,-1 1-123,0 2 1,4 1-1,1 0 1,-1 1-171,1 3 1,-2 2 0,4 7 0,0 3-116,0 3 0,-3 3 0,4 2 1,2 0 95,0 3 0,2 2 0,0 4 0,0 1 140,0 2 1,0 7 0,0 0 0,0 2 92,0 2 1,0 4 0,0 2 0,0 1 10,0-4 1,0-3 0,-1-3-1,-2-3-62,0-1 1,-1-6 0,4-7 0,0-4-123,0-3 0,-2-4-1592,-1-4 80,1-5 0,-8-4 74,2-6 1,2-4 1469,-2-5 0,-5-20 0,-5-5 0</inkml:trace>
  <inkml:trace contextRef="#ctx0" brushRef="#br0" timeOffset="1915">1479 576 8242,'0'-8'423,"-1"1"728,-3-2 0,3-2-246,-3 0 0,4 4 0,4 3 0,4 4-725,2 4 0,6-3 0,0 5 0,3-3-1214,1 1 0,2 0 1,3-4 1033,2 0 0,22-4 0,9-2 0,8-1 0,0 1 0</inkml:trace>
  <inkml:trace contextRef="#ctx0" brushRef="#br0" timeOffset="2565">2236 122 8328,'4'-12'856,"0"1"1,0-1 1986,-4 0-2437,0 6 1,-1 2 0,-3 8 0,-3 4-297,1 2 0,-4 6 1,2-1-1,-2 1-516,-2 0 0,4-1 0,0 3 0,1-1-2882,0-3 3288,-3 4 0,3 5 0,-4 7 0</inkml:trace>
  <inkml:trace contextRef="#ctx0" brushRef="#br0" timeOffset="2933">2435 238 6959,'-12'0'1761,"0"2"-1242,1 2 0,-1-2 0,0 5 0,2-1-213,2 1 0,-6 4 0,2 6 0,-2 2 77,-3 6 0,3 4 0,-4 7 1,0 3-101,0 3 1,3 5-1,0 2 1,2 2-432,1-2 0,6-1 0,2-2 0,4-1-686,4-2 0,7-9 0,9-10 0,2-5 834,1-7 0,16-13 0,4-12 0</inkml:trace>
  <inkml:trace contextRef="#ctx0" brushRef="#br0" timeOffset="3531">2761 332 11342,'-12'0'752,"0"1"1,1 3 0,-1 5-429,0 5 0,-3 5 0,-2 9 0,-1 4-64,-3 6 1,1 3 0,-1 7 0,1 1-57,0 1 1,3-3 0,3-7 0,3-4-45,4-6 0,4-8 0,0-5-143,6-4 1,3-4 0,7-9 0,2 0-200,0 0 1,6 0-1,-2-1 1,2-2-260,-2-1 0,3-5 0,-4 0 0,1-4-440,-4-2 0,-2-1 0,-1 4 0,-1 1-868,1-1 0,-6-1 1749,-2-2 0,-39-19 0,-10-9 0</inkml:trace>
  <inkml:trace contextRef="#ctx0" brushRef="#br0" timeOffset="3698">2504 530 8292,'-11'0'1221,"-1"0"0,6 1-599,2 3 0,5-3 0,6 3 0,5-1-338,5 0 1,-1-1-1,5 2 1,2-3-1014,3-1 0,1 4 0,-3 0 729,4-2 0,58-21 0,-33 6 0,0 0 0</inkml:trace>
  <inkml:trace contextRef="#ctx0" brushRef="#br0" timeOffset="4000">2947 367 8292,'0'6'466,"4"0"1,1-3 0,2 1 121,2-1 1,1 3 0,2 2-1,-1 2 53,1 2 1,0 5 0,-1 2-1,1 3 43,-1 1 1,-3 6 0,-1 2 0,-2 4-299,-3 4 0,-5-2 0,-5 5 1,-4-1-655,-3 0 1,-2-4 0,-3-2-1,4-7-283,-1-3 551,4-7 0,-35-38 0,-3-13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03:00.62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210 129 8306,'8'-7'-90,"-1"2"46,-2 0 1,-1 3 1811,-4-6-1136,0 0 1,-6-2-1,-1 2-208,-4 4 0,0 4 0,-1 4 0,0 4-210,1 2 0,-1 3 1,0 2-1,-1 5-107,-2 2 0,2 2 0,-3 4 0,4 4 97,0 6 0,0 7 0,1 7 1,-1 2-32,0 5 0,6 4 0,2 3 0,3-3-171,1 0 1,5-7 0,3 2 0,2-3-561,2-6 0,3-9 1,2-14-1,0-5-790,0-6 0,3-7 1348,0-4 0,7-29 0,3-7 0</inkml:trace>
  <inkml:trace contextRef="#ctx0" brushRef="#br0" timeOffset="435">280 420 8271,'7'-8'80,"-2"2"247,0 1 0,-2 1 0,4 4 0,2 0 252,2 0 0,0 0 0,1 0 0,1 0-250,3 0 0,-4 1 0,5 3 1,-1 4 55,-1 2 1,1 3 0,-6 1-1,-1 3 70,-1 1 1,-5 2-1,1 4 1,-4 3-263,-4 4 0,-4-1 0,-8 1 0,-3 0-298,-3-1 1,-1 4 0,1-4-1,1-2-728,2-5 1,0-1 0,-1-6-1401,0-2 0,7-7 2233,2-7 0,25-32 0,12-12 0</inkml:trace>
  <inkml:trace contextRef="#ctx0" brushRef="#br0" timeOffset="685">618 350 8537,'-10'2'714,"2"1"1,-2 0 0,2 5 0,-3 2 40,0 4 1,-5 4-1,1 7 1,0 2-175,2 4 1,2 3 0,-1 2 0,1 2-152,-1 1 1,5-2 0,4-6 0,1-4-122,2-2 0,2-3 1,1-3-1,6-3-367,6-3 1,-1-3-1,5-2 1,2-4-1476,1-3 0,3-1 1,1-1 1532,1-3 0,26-28 0,2-12 0</inkml:trace>
  <inkml:trace contextRef="#ctx0" brushRef="#br0" timeOffset="1085">967 548 8201,'-11'0'988,"-1"0"1,4 0 216,1 0 1,5 0-987,2 0 0,9 0 0,8 0 0,1 0-217,3 0 0,1 0 0,1 0 1,1 0-164,-1 0 161,5 0 0,44-10 0,14-3 0</inkml:trace>
  <inkml:trace contextRef="#ctx0" brushRef="#br0" timeOffset="1568">1690 280 8308,'3'-7'1261,"1"-1"1,0 4-647,-4-4 1,-4 7-1,-1 1 1,-1 6-260,-3 5 1,-2 6 0,-2 3 0,-1 6-45,-1 5 0,-5 3 0,5 2 0,-1 3-104,-1 4 0,4 3 0,-2 6 0,2 4-80,1 1 1,6-3 0,2-13 0,3-6-135,1-6 1,5-6 0,2-5 0,4-6-259,0-7 0,5-5 0,1-5 0,0-6-110,-1-3 0,5-7 0,-3 3 0,2-1-468,-1 0 0,-5 0 0,2 0 0,-4 3-2693,-5 4 3535,4-5 0,-31-27 0,0-12 0</inkml:trace>
  <inkml:trace contextRef="#ctx0" brushRef="#br0" timeOffset="1716">1468 502 8451,'-11'0'0,"-1"0"404,0 0 1,1-2 222,-1-2 0,7 3 0,5-3 0,8 3-264,6 1 0,1 0 0,7 0 0,3 0-1136,0 0 1,3 4 0,0 0 772,2-2 0,32 10 0,12 1 0</inkml:trace>
  <inkml:trace contextRef="#ctx0" brushRef="#br0" timeOffset="2169">2097 141 8345,'5'-12'428,"-3"4"0,3 2 177,0 1 1,-2-3 0,4 4-241,2 1 0,2 7 0,2 5 1,1 5-29,1 6 1,5 7 0,-5 5 0,0 6 34,-2 5 1,-2 3 0,0 3 0,-4 3-37,-3 1 1,-2 2 0,-4 3 0,-3 0-75,-7 0 0,0-5 0,-8-3 0,-1-6-595,-1-6 1,0-1 0,3-4 0,2-3-1627,0-7 1,8-10 1958,-2-9 0,2-28 0,-3-9 0</inkml:trace>
  <inkml:trace contextRef="#ctx0" brushRef="#br0" timeOffset="2602">2668 572 8255,'-5'-8'781,"-3"0"0,2 5-44,-2 0 1,6-3 0,4 2-370,8 2 0,7 1 1,6 1-1,1 0-230,-1 0 1,0 0 0,0 0 0,1 0-357,-1 0 0,0 0 1,1 0-1,-2 0-658,-3 0 1,2 0 0,-6 0 875,-1 0 0,-11-6 0,-4 0 0</inkml:trace>
  <inkml:trace contextRef="#ctx0" brushRef="#br0" timeOffset="2783">2854 385 8255,'-6'5'724,"1"3"-110,-1 2 0,5 7 0,-3 3 0,3 2-115,1 1 1,-4 5 0,-1 4-1,0 0-541,0-1 1,1 3 0,4-5-1,0 1-2940,0-3 2982,0-2 0,26-17 0,6-4 0</inkml:trace>
  <inkml:trace contextRef="#ctx0" brushRef="#br0" timeOffset="3383">3705 152 8365,'0'-8'-115,"0"1"42,0-2 0,0-2 0,0 0 0,0-1 1267,0 0 0,0 5 1,0-1-469,0-1 1,-2-2 0,-2 1 0,-3 1-192,-4 1 1,0 4 0,-1-2 0,0 1-246,1 2 1,-1 2 0,-1 1-1,-1 0-27,-2 0 0,1 1 0,3 3 1,2 5-403,2 5 0,-2 4 0,3 6 0,-1 0-60,1 3 0,3 3 1,-3 6-1,2 3 250,3 4 1,-4 4-1,2 3 1,2 6 217,1 5 0,1 1 1,0 5-1,0 2-160,0-2 0,0-5 0,0-1 1,0-6-380,0-4 0,0-14 0,0-7 0,0-8-1110,0-6 0,-2-7-706,-2-1 1,-2-6 364,-6 2 1,1-4 1720,-1-4 0,-5-28 0,-1-12 0</inkml:trace>
  <inkml:trace contextRef="#ctx0" brushRef="#br0" timeOffset="3549">3227 618 8222,'0'-12'176,"0"5"0,0-1 1,-1 0 1228,-3 2 1,4 1-1049,0 5 0,6 5 0,9 1 0,1 2-1567,2 0 0,7-4 1210,6 3 0,-13-4 0,-2 2 0</inkml:trace>
  <inkml:trace contextRef="#ctx0" brushRef="#br0" timeOffset="4018">3938 327 8485,'-12'0'2033,"4"-4"-1300,0 0 0,4-1 0,-3 2-363,-2 0 0,2 0 0,1 7 0,-1 4-46,1 2 1,-2 7 0,-4 3 0,1 6 20,-1 5 0,0 7 0,-1 3 0,-1 5-154,-1 5 0,0 1 1,6 3-1,3 0-175,1 2 0,2-8 1,7-3-1,5-6-1935,5-7 1,1-8 1918,4-10 0,16-38 0,8-10 0</inkml:trace>
  <inkml:trace contextRef="#ctx0" brushRef="#br0" timeOffset="4518">4240 397 7951,'8'-1'2290,"0"-3"0,-7-2-1613,-1-1 1,-5 3-1,-7 8 1,-1 3-258,-2 4 1,1 6-1,-4 3 1,-1 6 81,1 5 1,3 3-1,-3 2 1,1 3-177,3 4 0,1 2 0,2 2 1,4-2-152,3-2 0,2-3 0,2-7 0,2-2-294,2-3 0,6-10 1,7-7-1,1-5-593,3-5 1,1-6-1,0-4 1,-2-6-583,0-4 0,-2-3 1,1-1-1,-3-1 98,-3 1 1,-7 4 1195,-2-1 0,-18-15 0,-6-7 0</inkml:trace>
  <inkml:trace contextRef="#ctx0" brushRef="#br0" timeOffset="4683">3961 572 8230,'-12'0'1291,"1"0"0,5 0-671,6 0 1,11 0 0,9 0-1,5 0-643,2 0 1,2 0-1,-3 1 1,2 1-374,2 2 1,0 5 395,1-1 0,33 2 0,5 2 0</inkml:trace>
  <inkml:trace contextRef="#ctx0" brushRef="#br0" timeOffset="5018">4508 408 10071,'11'2'1419,"-2"2"0,-2 3-973,2 4 0,6 6 0,2 3 0,-1 6 174,1 5 1,-1 4-1,-5 4 1,0 4-83,-4 2 0,-1 4 1,-8-1-1,-2-3-532,-3 1 0,-8-6 0,-1-3 0,-2-4-682,-3-6 0,3-8 676,-2-3 0,-25-24 0,-11-6 0</inkml:trace>
  <inkml:trace contextRef="#ctx0" brushRef="#br0" timeOffset="5516">3460 641 8225,'-12'-6'114,"5"1"0,-1 5 654,-1 0 1,2-4 421,-1 0 0,5 0-933,-5 4 0,7 0 0,2 0-216,9 0 1,7 0 0,6 0 0,2 1-358,2 3 0,-1-2 0,5 1 316,1-1 0,43-18 0,12-3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03:31.7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482 115 8240,'0'-8'536,"0"-1"139,0-1 1,0 3-1,0-1-63,0-2 1,-5 3 0,1-2 48,1 0 1,-4 2-110,-1-2 1,-4 2-364,0-1 0,-1 2 0,0 6-194,1 0 1,0 1 0,2 5-1,2 5-194,-2 5 1,-1 11 0,-2 1 0,2 6 58,2 5 1,-2 9-1,4 3 1,-2 7 265,1 4 0,4 6 0,-3 1 1,1 2 118,3 2 0,0-4 0,1-2 1,-3-7-161,3-5 0,0-4 0,1-6 0,-2-7-266,-1-7 1,-1-9-1,5-5 1,0-3-1451,0-2 968,0-5 0,-1-2 0,-2-10-308,-1-3 1,0-3 970,4-2 0,-12-39 0,-2-10 0</inkml:trace>
  <inkml:trace contextRef="#ctx0" brushRef="#br0" timeOffset="233">11 509 8240,'-4'-13'481,"0"1"0,1 5 1,7 2-1,5 5 293,2 5 1,3-3 0,2 6 0,2-1-565,2 0 1,1-5 0,6 4 0,1-2-598,2 1 0,-1-1 1,-3-4-1,-1 1-1147,1 3 1534,5-2 0,12-8 0,10-8 0</inkml:trace>
  <inkml:trace contextRef="#ctx0" brushRef="#br0" timeOffset="650">786 153 8270,'-1'-7'1138,"-3"3"0,1 3 0,-6 2-868,0 3 1,-1 5 0,0 6 0,1 4-490,0 0 1,1 3 0,0 3 0,-2 0 218,-1 1 0,-2 22 0,0 5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03:37.2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254 51 8221,'0'-9'562,"0"1"1,0 0 802,0-5 0,-1 6-1104,-4 3 0,-2 2 0,-5 2 0,-1 2-99,0 2 0,-1 7 1,-1 9-1,-2 2-1,1 5 1,-4 9-1,1 0 1,-1 7-101,3 2 1,-1 7 0,1 7 0,3 3-178,4 2 1,4-5 0,6 1 0,1-3-342,4-3 1,3-6 0,8-14-1,2-6-53,2-5 1,-3-6-1,2-9 1,0-4 509,-4-2 0,5-25 0,0-5 0</inkml:trace>
  <inkml:trace contextRef="#ctx0" brushRef="#br0" timeOffset="383">343 280 8627,'1'-12'1969,"4"4"-1390,3 4 0,3 2 0,2 2-262,0 0 0,0 2 0,-1 2 1,1 4 27,0 4 0,-6 2 0,-2 1 0,0 5-40,-1 4 1,-1-1 0,-8 8 0,-3 0-90,-3 3 1,-3 2-1,-3 2 1,-3 1-524,0-1 0,-2-6 1,3-2-1,1-5-772,-1-4 1,3 1 0,3-10-421,0-5 1,6-7 1498,3-8 0,48-80 0,-16 30 0,0-1 0</inkml:trace>
  <inkml:trace contextRef="#ctx0" brushRef="#br0" timeOffset="616">610 280 8221,'-9'0'587,"1"0"162,-2 0 0,-1 0 0,-2 1-158,0 3 1,1 5-1,-1 6 1,0 4 37,1 0 1,-1 4 0,0 5 0,2 3-266,2 2 0,4-1 0,5 2 0,0-4-263,0-3 1,1-6 0,5-1 0,5-2-490,5-3 0,6-2 1,-1-4-1,3-5-268,2-3 1,3-1-1,1 0 1,-2-1 655,-1-3 0,27-49 0,6-16 0</inkml:trace>
  <inkml:trace contextRef="#ctx0" brushRef="#br0" timeOffset="933">851 127 7938,'9'0'1293,"-1"0"1,1 0 0,2 2 0,0 2-777,2 4 1,-3 5-1,7 4 1,-3 6-228,-1 5 0,-1 0 0,1 7 0,-2 5 37,-2 5 0,-4 0 0,-6 2 0,-5 1-26,-6 1 0,-2 1 0,-8-4 1,1-3-627,1-4 0,-4-6 0,5-5 0,-2-4-642,-1-3 0,7-11 967,-2-2 0,3-27 0,1-10 0</inkml:trace>
  <inkml:trace contextRef="#ctx0" brushRef="#br0" timeOffset="1399">1283 356 8221,'-12'7'1153,"3"-1"518,1-6 0,3 0-338,-3 0 1,7 0-1078,1 0 1,5 0 0,8 0-1,1 0-152,3 0 0,-3 0 0,3 0 0,-1-2-352,0-2 0,-1 3 0,2-4 0,-3 4-893,-2 1 1,1 0 0,0 0 1140,-1 0 0,-10 0 0,-4 0 0</inkml:trace>
  <inkml:trace contextRef="#ctx0" brushRef="#br0" timeOffset="1598">1258 508 8206,'-13'5'218,"0"-1"1,5 0 1750,0-4 0,8 0-1184,4 0 1,3 0-1,11 0 1,1 0-508,2 0 0,-2 0 1,3 0-1,-1 0-1020,-1 0 0,2 0 1,-3 0 741,0 0 0,8 11 0,6 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03:40.1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150 204 8373,'-13'-7'-122,"0"-3"0,2 5 0,1-1 945,2 0 1,3-4 0,-2 2-378,2-3 0,0-2 0,5 0 0,2 1-357,2-1 0,7 0 0,9 0 0,3 1-44,4-1 0,1 2 0,-1 2 0,1 5-197,1 3 1,-3 1 0,-6 2 0,-2 6 16,-2 4 0,-8 11 1,-4 2-1,-4 8 140,-4 3 1,-9 7-1,-8-1 1,-4-1-20,-5-1 0,2-2 1,-5-2-1,2-2 210,3-4 1,1-6-1,3-6 1,3-6 250,4-5 0,9-5-236,3-6 1,5-3 0,6-6 0,7 1-349,7-1 0,5 0 1,3 2-1,2 3 145,-2 3 1,3 0 0,-1 0-1,-3 4 73,-5 4 1,1 4-1,-6 7 1,-3 3 99,-4 4 0,-5 3 0,-6 3 0,-3 3 163,-5 4 1,-9 2-1,-6 2 1,-6-1-285,-2-3 0,-2 1 1,-4-5-1,1-2-681,3-1 1,3-7-1,7-5 1,2-3-1647,0-4 1,12-7 2266,2-1 0,22-28 0,7-13 0</inkml:trace>
  <inkml:trace contextRef="#ctx0" brushRef="#br0" timeOffset="401">556 319 9551,'6'-7'1144,"-3"-3"1,5 5 0,2 3-728,1 0 1,2 2-1,0 0 1,1 0-331,3 0 0,-2 3 1,5 4-1,-2 6-1,-2 1 0,-6 6 0,-3 1 1,-1 4-115,-4 5 0,-6-2 1,-6 6-1,-5 3-67,-6 4 0,-3-2 0,-3 4 0,-1-5-187,-2-4 1,0 1-1,6-6 1,3-3-2945,4-8 3226,3-1 0,35-94 0,9-17 0</inkml:trace>
  <inkml:trace contextRef="#ctx0" brushRef="#br0" timeOffset="651">912 293 8277,'-1'-8'921,"-4"-1"0,-2 2 0,-5-1-239,-1 3 0,0 5 1,0 6-1,-1 7-232,-3 7 1,3 4 0,-3 2 0,5 4-71,3 4 0,-2 4 0,4 3 0,0 1-9,3-1 0,2-1 0,4-3 0,2-2-213,4-1 0,5-7 0,4-2 1,3-7-244,-1-4 1,5-2-1,-2-4 1,2-4-1213,1-2 1,0-4 0,1-2 1296,-1-4 0,0-38 0,-2-16 0,4-4 0,0 0 0</inkml:trace>
  <inkml:trace contextRef="#ctx0" brushRef="#br0" timeOffset="1002">1191 14 8912,'8'-6'1034,"-1"5"0,-3-4-453,4 4 0,-1 1 0,2 0 0,-1 1-645,-1 4 1,3-3-1,-4 7 1,0 2-93,-1 5 1,-1-2-1,-5 3 1,-2-2 81,-1 2 1,-6-3 0,2 3 0,-4-3 466,0-1 1,0 0-1,2-2 1,2-1 670,-2-2 1,3-3-1,-1 2 910,-2-2-2053,4 0 0,2-5 0,8 0 0,4 0-451,4 0 0,5 0 1,1 0-1,2 0-819,2 0 0,-2 1 1349,1 3 0,40 20 0,14 10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03:41.9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38 451 8348,'-13'0'682,"6"-2"0,1-1 1942,1-1-1675,3 0 0,-2 4-624,8 0 1,3 0 0,7 0-1,2 0-221,1 0 1,5 0-1,0 0 1,2 0-286,1 0 1,0 0 0,1 1 0,-1 2-378,1 1 0,-2 1 0,-3-5 558,-4 0 0,-3 0 0,-1 0 0</inkml:trace>
  <inkml:trace contextRef="#ctx0" brushRef="#br0" timeOffset="836">978 69 8355,'0'-8'1600,"0"0"-1160,-6 5 1,1-2 0,-4 11-1,3 7-196,1 7 0,2 5 0,-5 6 0,-1 7-20,2 7 1,-4 6 0,2 4 0,-2 6-1,-2 5 1,1 3 0,-1 3-1,2-5-154,2-6 1,-2-6 0,4-9 0,-2-6-738,1-9 0,5-3-1069,-1-11 1,2-7-571,2-10 2306,0-6 0,12-46 0,2-10 0</inkml:trace>
  <inkml:trace contextRef="#ctx0" brushRef="#br0" timeOffset="1302">1359 260 8313,'-1'-17'51,"-4"0"1,-2 0-1,-5 5 1,-1-1 427,0 0 1,-1 5-1,-1 1 1,-2 0 371,1-1 1,-2 6 0,1-3 0,1 5-673,2 5 1,-1 2 0,1 5-1,4 1-402,3 0 0,2 1 1,5 3-1,0 4-9,0 3 0,2-3 0,2 2 1,4 2 72,4 3 0,0 6 0,0-3 0,-2 2 256,-2 2 1,1 0 0,2 2-1,-1 0 60,-2 2 0,-5-2 0,1-4 1,-2-2 36,-2-3 0,-5-1 1,0-3-1,-2-3 103,-3-4 1,-6-9-1,-2-2 1,0-2-62,-1 0 1,1-1-1,2-7 1,-1-6-99,2-5 0,1-1 0,1-4 1,2 1-196,2-1 1,-1-1 0,6-6-1,1-1-82,2-2 1,7 0 0,4 3 0,4-1 171,3-1 0,7 0 0,0 7 1,4 2-84,0 2 1,0 5 0,1 4 0,0 1-633,-1 1 1,-1 1-1,-1 6 1,-2 0 681,-3 0 0,3 6 0,-4 1 0</inkml:trace>
  <inkml:trace contextRef="#ctx0" brushRef="#br0" timeOffset="1818">1702 298 8466,'-1'-8'1350,"-4"-1"1,5 6-944,0-1 0,2 3 0,6 1 0,4 1-97,3 3 0,-1 3 0,3 8 0,-4 0-111,-5 2 0,2 6 1,-5-2-1,-3 3-96,0 1 0,-4 2 0,-3 3 0,-8 2-345,-7 1 1,-4 3 0,-1-3-1,-1-1-298,1-2 0,4-7 0,1-4 0,2 0-899,2-4 1,6-6 1438,2-5 0,61-82 0,-20 29 0,-1-1 0</inkml:trace>
  <inkml:trace contextRef="#ctx0" brushRef="#br0" timeOffset="2033">2045 311 8300,'-5'-11'598,"-4"2"-50,-2 5 1,-2 2-1,0 4 1,-1 4-64,-3 6 1,3 7-1,-4 6 1,1 0-208,0 1 1,0 5 0,4 1 0,2 2-20,3 0 1,-2-1 0,5 2-1,3-3-71,0-1 0,8-7 0,4-7 0,4-3-199,3-1 0,5-6 0,1-3 0,4-2-1049,2-2 0,7-2 0,-2-2 1060,2-4 0,19-32 0,5-8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03:48.2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84 407 8382,'-13'7'-940,"0"-2"1,0-5 2629,1 0 0,-1 0 1816,0 0-3218,6 0 1,7 0-1,9-1 1,3-2-194,5-1 1,-1-4 0,4 2 0,-1 0-348,1 1 1,0-1 0,3 3 0,-4-1-524,0 1 0,-2 2 1,-5-1-1,1-1-1769,0-1 2544,-1 0 0,-10-7 0,-4-3 0</inkml:trace>
  <inkml:trace contextRef="#ctx0" brushRef="#br0" timeOffset="217">173 140 8539,'0'18'1057,"0"-2"0,0 5 0,0 2-652,0 1 1,0 11 0,0 3 0,0 2-254,0-1 0,0-1 1,0 0-1,-2 0-500,-2 1 0,2-7 0,-3-2 1,1-5 347,-1-4 0,-5-14 0,3-8 0</inkml:trace>
  <inkml:trace contextRef="#ctx0" brushRef="#br0" timeOffset="635">706 26 8325,'7'-2'1382,"-3"-2"-800,-2 3 1,-2 2-1,0 12 1,0 6-116,0 5 1,-2 3 0,0 3 0,-4 5-220,-1 6 1,-2 4 0,-2 6 0,1 0-247,2 0 1,-1-5-1,-3 0 1,0-4-461,4-5 1,2-6 0,6-10-1281,0-4 0,2-6 1738,2-7 0,9-40 0,4-25 0,3-5 0,0-1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03:51.8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191 166 8480,'-6'-13'-84,"0"1"1,-3 0 0,2 2 349,1 2 1,0 5 0,3-3 554,-1 1 1,0 5 0,4 0-740,0 7 1,4 6-1,0 4 1,-1 4 20,-1 3 1,-2 1 0,0 1 0,0-1-12,0 0 0,-2-1 0,-1-1 1,-1-3-82,1-2 0,-2 3 0,1-4 0,1-1-124,1-2 1,-2-6-362,0 1 1,1-2 281,7 1 0,-1-1 0,6-4 0,2 1 193,4-1 0,-1-1 0,5-1 0,-2 2 324,0 1 1,1 6-1,-2-2 1,0 4 234,0 0 1,-6 5 0,-3 2 0,-1 1-93,-4 2 1,0-2 0,-2 0-1,-2-1-283,-2 1 0,-7 0 1,-7 1-1,-2-3-433,-3 1 1,-1-9-1,-1 2 1,-1-2-517,1-3 1,1 3 0,1-6-1,4-2-463,0-5 0,2-4 0,5-7 1227,-1-3 0,6-42 0,1-16 0</inkml:trace>
  <inkml:trace contextRef="#ctx0" brushRef="#br0" timeOffset="164">153 179 8452,'0'-13'-33,"4"0"0,2 2 0,1 1-8,2 2 0,3 5 0,0-1 0,1 4 849,0 4 1,1-1 0,2 5 0,2 2-959,2 1 1,1-2 149,4-1 0,-11 1 0,-2 3 0</inkml:trace>
  <inkml:trace contextRef="#ctx0" brushRef="#br0" timeOffset="698">1067 331 9628,'0'-13'1092,"2"6"1,2 3-928,5 3 1,2 1 0,2-2-1,1 0-381,3-3 1,-2 1 0,5 4 0,-2 0-697,-2 0 1,2 0 0,-1 0 911,-1 0 0,-2-11 0,-2-3 0</inkml:trace>
  <inkml:trace contextRef="#ctx0" brushRef="#br0" timeOffset="1017">1195 179 8349,'0'12'-189,"0"3"1,0 0 282,0 2 1,0 1 0,0-1 0,0 4 139,0 3 0,0 8 0,0 1 0,0 3-159,0-2 0,0 2 0,-2-2 0,-1 1-8,-1-1 1,-4-3 0,2-7-1,-1-2 125,-3-5 1,-1-5-1,-2-3 1,0-5-1,1-3 0,-1-1 0,0-1 0,0-3 60,1-5 1,-1-2 0,0-2 0,2 1 53,3-1 1,-2 0 0,4 0 0,0 1 138,1-1 0,-1 0 0,3 1-261,-1-1 0,0 4-322,4 1 1,1 5 0,3-1 0,6 1-478,6-1 0,-1 2 1,7-2-1,0 3-824,2 1 1,6 0 1438,-1 0 0,58-12 0,9-2 0</inkml:trace>
  <inkml:trace contextRef="#ctx0" brushRef="#br0" timeOffset="1249">1538 153 8710,'0'-12'1666,"0"-1"0,0 7 0,0 6-1755,0 7 1,0 5 0,0 2 0,0 1-261,0 2 0,0 4 0,0-4 1,0 0-789,0 2 1137,0-5 0,0 10 0,0-5 0</inkml:trace>
  <inkml:trace contextRef="#ctx0" brushRef="#br0" timeOffset="1516">1665 1 8440,'1'7'1111,"2"-1"-287,1-1 1,0 2 0,-2 7 0,1 3-227,1 4 1,4 9-1,-4 5 1,1 8-281,0 8 1,-3 6-1,2 11 1,-4 3-237,-4-1 1,1 4 0,-6-8-1,0-4-287,-3-5 1,0-2 0,0-6 0,2-8-680,2-8 0,5-12 0,-3-6-2129,1-5 3013,3-4 0,14-46 0,9-9 0</inkml:trace>
  <inkml:trace contextRef="#ctx0" brushRef="#br0" timeOffset="1665">2033 763 8696,'0'13'436,"0"0"1,0-5-437,0 1 0,23 10 0,5 8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28:03.1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61 367 7943,'-9'8'-1516,"1"-2"2667,2 0 0,-5-5 608,2 4-521,3 2-853,-6-5 1,12 4-155,0-6 0,6 0 0,9 0 0,3-2 2,5-2 1,0-5-1,3-8 1,2-1-220,1 1 0,1-4 0,1 0 0,1-2-672,-2 0 0,-3 7 0,-3-4 0,-2 2 74,-3 0 0,-2 0 0,-8 4 426,-4 0 1,-4 5 217,-1 0 0,-1 6 1,-4-1 224,-4 2 0,1 2 0,-1 0 75,-1 0 0,2 0-166,-1 0 1,4 0-4,-4 0 0,5 0-33,-5 0 0,4 6-64,-4 3 0,6-1 0,-1 1-40,2 1 1,2 3 0,0 0-11,0 1 0,0 4 0,0 2 0,0 2 36,0 7 1,0 0-1,0 9 1,0 4-7,0 7 0,0 4 0,2 3 0,1 1-35,1 3 0,1-1 0,-4-6 0,2-5 39,2-7 1,-1-6-1,-2-9 1,1-4 279,1-4 0,1-7-84,-5-2-195,0-6 1,-6-1 0,-3-7-173,-3 2 0,3-3 1,-1 0-1,0 0-296,-2 0 0,-2-5 0,1 4 0,-1-2-80,0 0 1,1 1 0,0-3 0,3 2-324,1-1 0,1 2 0,-2-1 77,1-2 0,4 1 0,-3-1 347,2 2 1,0 6-1,2-1 313,-5 2 1,1-3 322,-1 1 1,0-1 410,-5 5 1,7-1-1,1-2 871,0-2 0,4-5-911,-2 1 1,2 1-1,4 0-437,2 2 1,4-3 0,5 3 0,2 0-1224,4 0 1021,2-4 0,39-20 0,16-9 0,6-5 0,0-1 0</inkml:trace>
  <inkml:trace contextRef="#ctx0" brushRef="#br0" timeOffset="699">674 54 8258,'0'-10'655,"0"1"287,0 0 1,0 0-542,0 0 0,2 6-473,2-2 0,-1 10-63,6 4 0,-4 3 0,2 2-1546,0 0 1681,-3-7 0,-22 42 0,-5 4 0</inkml:trace>
  <inkml:trace contextRef="#ctx0" brushRef="#br0" timeOffset="1183">565 217 8258,'-7'2'474,"2"2"1,5-2-1,5 1-331,4-6 1,3 0-1,3-5 1,2 1-83,1-1 0,0 0 1,-4-2-1,-1 2-46,1 2 0,-1-4 0,1 2-551,0 0 1,-5-2-634,0 5 872,-6 1 0,-3 4 0,-9 1 253,-3 4 1,3 1-1,0 4 1,-2-1 84,-1 2 1,3 0 0,0-1 0,0-1 187,1 2 0,-3 6 1,5 1-1,0-1 100,0-2 1,-3 3 0,5 2-1,1-1 14,1 1 1,2 3-1,0-5 1,0-2-123,0 0 1,0-3-1,2-1-200,2-3 0,-1-2 0,6-7-87,2 0 0,1-7 1,2-2-1,-1-3-390,1-1 1,-2-6-1,-1 1 1,-2 0-105,1-2 1,-2 5-1,-1-3 716,-1 3 1,4 1 786,-6 1-466,1 5 1,-5 4 0,0 8 0,-2 5-245,-2 3 1,2-3 0,-4 0-1,1 2-480,1 1 1,-7 3 0,4 2 0,-2 1-568,0-1 0,4-2 0,-4-1 814,-2-1 0,-19 31 0,-6 8 0</inkml:trace>
  <inkml:trace contextRef="#ctx0" brushRef="#br0" timeOffset="1381">538 613 8258,'-9'-5'309,"0"0"1,4 1 0,-2 2 614,0-2 0,4 2-647,8-2 0,3-2 0,5 1 0,2 1-153,4-2 1,-3 3-1,5-5 1,1 0-108,-1 1 1,-5 2 0,3-2 0,-4-1-296,-2 1 0,1 3 0,0 0 0,-1 2-1142,1 2 1420,-6 0 0,-15 13 0,-8 2 0</inkml:trace>
  <inkml:trace contextRef="#ctx0" brushRef="#br0" timeOffset="1700">688 544 9861,'-8'2'513,"4"2"1,-2 4 0,1 6 0,2-1-391,2 1 1,-4 6 0,-1 2 0,0 4-6,0 1 0,-3 1 1,3-1-1,0 0-56,0 0 0,-1-1 0,4-3 0,-1-5-75,1-3 1,1-6 14,2 0 0,2-6 95,2 2 1,-1-5 0,7-3 0,0-2-66,2 2 1,2 2 0,0 1-164,-1 0 1,1 0 0,-1 0 0,1 0-812,0 0 1,-1 0-1,-1-2 942,-2-2 0,-10-40 0,-8-15 0</inkml:trace>
  <inkml:trace contextRef="#ctx0" brushRef="#br0" timeOffset="1881">770 640 9350,'0'13'610,"0"1"0,0 0-527,0-1 1,-5 5-1,1 2 1,0 1-342,3 4 1,-1 0-1,-1 3 1,-1-1-1070,1 0 1327,-5 0 0,-17 13 0,-12 2 0</inkml:trace>
  <inkml:trace contextRef="#ctx0" brushRef="#br0" timeOffset="2131">442 899 8258,'0'-14'293,"0"5"0,2 2 0,2-1 62,6 0 1,3-1 0,5-4 0,7 1-120,5 2 0,5-2 0,6 3 1,0-3-83,-1-2 0,0 5 1,-4 2-1,-4 1-47,-3 3 0,-3 0 1,-4 0 62,-4-2-324,-2 1 0,-10 4 154,-6 0 0,0 6 0,-6 1 0</inkml:trace>
  <inkml:trace contextRef="#ctx0" brushRef="#br0" timeOffset="3249">1247 94 8312,'1'-12'554,"4"3"1,-2-3 181,6 3 0,-6 1 0,3 1 372,0 1-861,-4 1 1,5 5 0,-4 2-158,2 2 0,-1 4 0,-4 6 1,0 1-254,0 3 0,-4-2 0,-2 6 0,0-1-167,0 0 0,-5 2 0,2 3 1,-3-2 99,-2-1 1,1-5-1,-1 3 1,0-1 193,1-4 1,1-1 0,1-1 173,2 0 0,1-5 839,-1 0-722,3-6 0,17-3-148,2-9 0,4 3 1,-2 0-1,2 1-13,1 1 0,0-5 1,-4 2-1,-1 1 30,1 0 0,-5 2 1,0 2-91,2-2 1,1 4-12,2 0 1,-7 6 0,-2 7-1,-5 1-124,-5 0 0,-2-1 0,-7 1 0,2 1-94,3 3 0,-3-3 1,3 4-1,-4-4 118,0-2 0,-1 1 0,2 0 0,1-2-46,2-3-224,6 3 234,-3-10 1,8 2 0,2-7-619,5-1 1,-1-3 0,1 4 730,2-1 0,-11 36 0,-2 13 0</inkml:trace>
  <inkml:trace contextRef="#ctx0" brushRef="#br0" timeOffset="3566">988 817 8312,'0'9'13,"0"0"0,0-4 1,0 4 694,0 1 0,6 3 1,3-1-461,3-3 0,0 3 0,-1-5 0,-2 3-144,1-1 1,-2-2 0,1 4-126,2-2 1,-1 0-1,1 3-729,-2-3 1,-4 2-445,4-7 0,-5 5 1194,5-4 0,-12-37 0,2-13 0</inkml:trace>
  <inkml:trace contextRef="#ctx0" brushRef="#br0" timeOffset="3748">1110 776 10200,'2'8'1069,"3"-2"-865,4 0 0,3 0 0,0 4 1,-2-2-721,0-2 0,-1 5 0,4-4-1291,1 1 1807,-7-2 0,6-12 0,-6-2 0</inkml:trace>
  <inkml:trace contextRef="#ctx0" brushRef="#br0" timeOffset="3881">1220 762 9984,'6'10'-114,"3"-1"1,27-6 0,8 3 0</inkml:trace>
  <inkml:trace contextRef="#ctx0" brushRef="#br0" timeOffset="4367">1642 94 8312,'-13'0'647,"-1"-4"-293,0-1 1,1 2 0,-1 8-364,0 4 1,1 3 0,-1 2 0,1 1-394,-1 3 1,0-1 0,1 5 0,-1 1 401,0-2 0,-11 23 0,-4 0 0</inkml:trace>
  <inkml:trace contextRef="#ctx0" brushRef="#br0" timeOffset="5199">1397 353 8312,'7'14'0,"-1"-2"21,0-3 0,-4 3 0,3-2 0,-2 2 230,1 1 0,-2-4 0,4 2 0,-2 3-43,1 2 1,4 4-1,-3-3 1,0 1-150,0-2 0,5 1 0,-4 0 1,2 1-82,0-1 1,-6-7-1,2-1-600,-3 2 1,2-7 297,1-4 1,-2-1 0,-6-8 0,-2-2 60,2-1 1,-3-6 0,0-2 0,0 1 84,0-1 1,0-3 0,3 5-1,-2 1 133,2 2 1,-3-3-1,2 0 1,0 1 180,3 2 0,1 1 0,0 1 164,0-1 1,0 0 0,1 1-44,4-1 0,-2 2 0,8 1 1,2 4-134,4 1 0,3-3 0,-2 4 0,5 1-40,2-2 1,-2 4 0,-2-2 0,-1 2-12,-3 2 1,-2 0-1,-2 2-86,1 2 1,-2 4 0,-3 5 0,-4 2-220,-4 4 0,-2-4 1,-4 3-1,-4-3-131,-3-1 1,-2 4 0,1 0 0,-1-1 143,0-2 0,1-1 0,-1-1 0,1 1 198,-1-1 0,0-3 0,1-3 106,-1-1 1,0-1 128,1-5 1,5-2-1,4-2 1,2-5 47,2-4 1,2 0 0,2-1 0,5 2-127,3 3 1,-3-3 0,1 4 0,0-1-8,2 0 1,2 6-214,0-1 1,-1-3-37,1 3 1,-7 5-1,-2 9-83,-4 2 1,-2 0-1,-4-2 1,-2-1-4,-1 2 1,-4 1 0,5 2 0,-3-1 148,1 1 0,2 0 0,-4-2 0,4-2 56,1 0 0,0-6 697,1 5-553,3-6 1,-2-3-1,7-9-153,1-3 0,3 3 0,-4 0 431,1-2-102,7-1 0,-8 3 368,6 0 1,-6 7-379,1 2 0,2 2 1,-1 7-1,-2 2-150,-1 1 1,-2 7 0,0 3 0,0 2-86,0 3 1,0-1-1,0 9 1,0 0-27,0-1 0,0 3 0,0 2 0,0-2-25,0-6 0,0-2 0,0-2 1,0-1-364,0-3 0,0-8-1694,0-6 823,0-6 0,-5-3 1211,0-9 0,-41-39 0,-7-12 0</inkml:trace>
  <inkml:trace contextRef="#ctx0" brushRef="#br0" timeOffset="5483">1410 831 8029,'14'-5'49,"0"-1"1,-2-2-75,-3-2 0,3 2 0,-3 1 0,3-1 344,2 1 0,0 4 6,-1-2 1,-5 5-1,-4 5-188,-2 4 1,-4 3-1,-2 1 1,-5 3-59,-3 2 1,-4-3 0,0 2-1,-2-5-234,1-3 1,-3 0 0,2 3 0,1-1-67,2-2 1,2-2-1,-1 4 1,0-4-887,1-1 12,5-1 1095,2-5 0,36-30 0,8-8 0</inkml:trace>
  <inkml:trace contextRef="#ctx0" brushRef="#br0" timeOffset="5783">1765 708 8289,'-14'6'351,"1"-3"0,-1 5 270,0-2 1,1 3 0,1-3-130,3 1 1,1-2-230,3 4 0,4-4 335,-4 4 1,5 0-218,5 4 1,1-4 0,5-1 0,-2 0 89,1-1 0,2 1 0,2 1 0,0-3-216,-1 0 0,1-3 1,0 5-1,1-2-465,3-3 1,-3 0-1,5 0 1,-2 1-3958,0-1 4167,6-1 0,28-32 0,13-8 0</inkml:trace>
  <inkml:trace contextRef="#ctx0" brushRef="#br0" timeOffset="6482">2351 408 7404,'-4'9'762,"-1"0"1,1 0-1,4 5 1,0 1-588,0 3 1,0 3 0,0 7 0,0 0-48,0 4 1,0-1-1,1 5 1,2 0-152,2-1 1,-1-2-1,-4-5 1,0-2-308,0-4 0,0 2 0,0-5 330,0-3 0,6-31 0,2-9 0</inkml:trace>
  <inkml:trace contextRef="#ctx0" brushRef="#br0" timeOffset="6664">2460 613 8289,'8'-7'221,"4"6"0,-3-5 0,3 1 335,2 1 1,1-5 0,2 4-1,2 1-232,3-2 1,-1 3 0,3-5 0,-3 2-593,-1 3 1,-2 1 0,-4 1 0,-1-2-1093,1-2 0,-5 1 1360,0 4 0,-30 6 0,-3 1 0</inkml:trace>
  <inkml:trace contextRef="#ctx0" brushRef="#br0" timeOffset="7016">2651 326 8289,'8'14'-9,"-4"-1"0,-2 1 0,-2 0 307,0-1 1,0 1 0,0 0-1,1 1-42,4 3 1,-4-1 0,4 5 0,-4 3-11,-1 0 1,0 3 0,0-1-1,0 0-78,0 0 0,0 1 0,0 0 0,0 3-213,0 1 1,0-5 0,-1-4 0,-2-1-313,-2 0 1,-5-3 0,1-5 131,-3-1 0,-2-5 0,0-3 1,2-5 149,3-5 0,-2-3 0,5-5 0,0-1 251,0 1 1,2-6-1,4 1 1,0 2 309,0 0 0,0 3 0,0-1 118,0 0 0,6 5 0,4 2-146,7 1 1,-2-3-1,3 4 1,-1 2-332,1 2 1,-1 1 0,6 0-1,-1 0-525,0 0 1,-1 1 0,-5 2 0,3 3 397,-3 2 0,5 19 0,1 9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28:13.5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14 314 9075,'-8'6'2525,"2"-4"-2499,6 4 0,0-12-61,0-3 1,5-5 0,1-2-1,1-3-8,4 3 1,1-6-1,3 1 1,2-1-124,1-1 0,2 5 0,-4-4 0,3 3 128,-3 2 0,-5 3 0,-2 4 140,2 1 1,-1 7 107,-1 2 0,-3 6 0,-6 8 0,0 0-115,0-1 1,-1 5-1,-2 2 1,-3 1-65,-2 4 1,4-4 0,-4 1 0,0 1-21,1-2 1,4 1 0,-3-6 0,1 2-89,1-1 0,-1-6 0,7-4-17,2-1 0,-1-1 0,6-5 0,2-2 40,1-2 0,2-5 0,-1-9 1,2-5-101,4-3 1,-4 2-1,4-2 1,0-3-42,-1 1 0,5-1 1,-5 3-1,-2 2 113,0 1 0,-7 5 0,0-2 0,0 3 533,-2 5 876,-1 8-1018,-6-2 0,0 7 0,-1 4-217,-4 4 1,4 3 0,-5 2 0,1 1-99,1 3 1,-2-1 0,3 4 0,-2 0-74,2 0 1,-3 2 0,1 4-1,2 2 65,2 3 0,-4-2 1,1 7-1,-1 2 46,-1 5 1,5-2 0,-4 5-1,4-1 79,1-1 0,0 7 1,0-4-1,0 1 79,0-4 1,0-4-1,0-3 1,0-3-71,0-2 1,-2-3 0,-1-7-1,-1-5-103,1-3 0,0-6 0,-2-1 82,-4-2 1,1-1 0,-1-5 0,-1 0 42,-3 0 1,4-2 0,-1-1-1,-4-3-62,-2-2 0,-3-2 0,6-7 1,-1-1-119,0 1 1,5-4-1,0 0 1,-1-2-25,-2 0 0,2 5 1,3-3-1,1 1-23,3 4 0,1-6 0,2 1 1,0 0 30,0 3 0,0-2 0,2 2 0,2 0-1,5-2 0,4 5 0,0-2 1,1 5-1,-1 3 0,6 6 1,0-3-1,1 1-81,0 1 1,2-1 0,-3 5 0,-1 0-240,1 0 1,-3 0 0,2 0 0,-3 0 374,-1 0 0,-7 6 0,-1 2 0</inkml:trace>
  <inkml:trace contextRef="#ctx0" brushRef="#br0" timeOffset="802">886 423 8368,'-13'0'894,"-1"0"923,1 0-1267,-1 0 1,8 0-376,6 0 0,6 0 1,8 0-1,-1 0 48,1 0 1,1 0 0,2 0 0,1 0-204,-2 0 0,0-4 0,-3-1 1,1 2-648,-1 2 1,1 1 0,0 0-553,-1 0 1,-4 0 1178,1 0 0,-7 0 0,3 0 0</inkml:trace>
  <inkml:trace contextRef="#ctx0" brushRef="#br0" timeOffset="1135">846 587 8431,'-10'5'66,"1"-1"0,6 2 0,-3-3 1950,0 2-1569,5-1 0,1-4 0,10 0 1,5 0-213,4 0 1,0 0-1,-2-1 1,3-2-60,1-2 1,-4 1-1,2 2 1,-1-1-129,1-1 0,-1-1 0,-5 5 0,1 0-431,0 0 1,-1 0-1,1 0-515,0 0 0,-5 0-1362,0 0 2260,-6 0 0,-27 0 0,-14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28:38.8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199 10 11708,'0'-5'1664,"0"0"1,-5 5-1678,-1 0 0,0 4 0,-1 0 12,0 1 1,1 1 0,1 2 0,-1-2 163,1 2 0,-2 1 0,-2 1 1,2 0 15,0 0 1,0 0-1,-1 1 1,0 1-66,1 1 0,2 3 0,-3-2 0,1-1-63,0 1 1,1-2-1,1 4 1,-1-2 55,1-2 0,2 2 1,-1 0-1,1-1 29,-1 1 1,-2 1-1,2 2 1,2-1-32,1-2 1,0 2 0,-1-1 0,-1 0-60,0 3 1,2-3 0,1 1 0,0-1-27,0 1 0,0-3 1,0 2-1,0 1 84,0-1 0,0-2 0,0 4 0,0-1 65,0 0 0,1 2 0,2-1 0,0 2-22,-1 1 0,0-1 0,0 1 1,2 0-68,-2 0 1,2 0-1,1 0 1,0-2-140,3-1 1,-2 1 0,0-2 0,2 0 63,1 1 0,-3-5 1,1 1-1,0-2 53,-2-1 0,4 0 0,-4 0 0,2-1-233,0-2 1,-4 1 0,2-1-1535,0 2-2630,2-4 4339,-1 0 0,-9-32 0,-4-6 0</inkml:trace>
  <inkml:trace contextRef="#ctx0" brushRef="#br0" timeOffset="1099">476 238 7435,'0'6'795,"-1"1"171,-2-3 0,1-1 512,-5-3-1168,5 0 1,-6-1-262,5-2 1,-1 0 0,6-3-65,1-2 1,3-1 0,7 1 0,0 0 70,-1 1 1,3 2 0,2-2 0,1 3 157,-2-1 1,3 4 0,-4-2 0,2 3-52,-1 3 1,-7 4-1,0 5 1,-3 2-210,0 2 0,-4 1 0,0 5 0,-4 1-258,-4-1 0,-7 3 1,-1-2-1,-1 0-11,-3 1 1,-4-6 0,-1 2 0,1-3 169,1-1 1,4-2 0,2-5-1,1-1 628,2-2 0,2-5-120,3-1 0,3-1 0,5-5 0,2-2-207,4-1 1,5 2 0,2 1 0,2-1-213,1 2 0,2-1 0,1 4 1,0-1 122,-1 0 0,0 3 0,-1 4 0,-3 2 184,-1 3 1,2 4-1,-5 2 1,-2 0 135,0 3 0,-5 1 1,-1 0-1,-3 1-162,-3 0 1,-6 3 0,-5 0 0,-3-1-255,-4-1 0,0 2 1,-4 1-1,0-2-200,-1-1 0,4-6 0,-1-2 0,3-3-394,4-3 1,-2 0 0,5-3-1,1-2-2213,1-1 2836,5-5 0,15-37 0,8-13 0</inkml:trace>
  <inkml:trace contextRef="#ctx0" brushRef="#br0" timeOffset="1850">1180 139 8208,'0'-7'1213,"0"1"0,0 3-196,0-4 0,-1 5-736,-2-2 1,1 4 0,-4 4-1,1 2-174,-1 3 0,-1 5 0,-2 4 0,-1 4 55,0 5 0,-3 2 0,-2 4 0,1 4-4,0 1 1,-3 6 0,4 3 0,1 1-21,1 2 1,1-5 0,1-2 0,2-3-60,4-4 0,2-7 0,1-10 0,1-4-96,2-4 1,3-3 0,4-1-1,0-4 34,0-1 0,-1 1 0,3 0 0,0-1-242,1-1 1,0-1 0,-3 0 0,0 0-175,0 0 0,0-1 1,0-2-1,0-4-776,-1-1 0,1-2 0,0-1 1175,0-3 0,-4-19 0,-2-8 0</inkml:trace>
  <inkml:trace contextRef="#ctx0" brushRef="#br0" timeOffset="2064">952 367 8208,'7'0'1596,"-1"0"1,-2-3-962,2 0 1,1-2 0,3 3-1,0-1-511,0 0 0,0 2 0,1 2 0,1 2-1105,1 0 1,1 1 980,-1 0 0,25 6 0,9 5 0</inkml:trace>
  <inkml:trace contextRef="#ctx0" brushRef="#br0" timeOffset="2549">1359 189 8208,'0'-10'428,"0"0"1,0 0 242,0 0 0,3 0 1,1 1-1,2 3-193,2 2 1,0 0-1,3 1 1,2 0-341,0 2 0,0 1 1,-3 1-1,-1 3-196,-3 2 1,2 3 0,-5 2 0,0 1-248,-2 2 0,-2 3 0,-3-1 0,-2 0-228,-3 1 0,-2-1 0,-1 3 0,-1-1 215,0-2 0,1-4 0,0 1 0,-1-2 664,1-1 1,4-1 0,1-2 1925,0-4-1654,2-2 0,6-4 1,8-2-1,3 1-216,1 0 0,1-3 0,0 4 1,0-1-270,1 0 1,1 3-1,-2-2 1,-1 1-905,1 2 0,-3 4 0,3 0 771,1 2 0,5 14 0,5 6 0</inkml:trace>
  <inkml:trace contextRef="#ctx0" brushRef="#br0" timeOffset="3049">1805 496 14322,'10'0'634,"0"0"0,1 0 1,1 0-413,1 0 0,5 0 0,-2 0 1,3 0-534,1 0 0,-1 0 0,-2 0 1,0 0-1325,0 0 1,-1 0 1634,0 0 0,1 4 0,3 2 0</inkml:trace>
  <inkml:trace contextRef="#ctx0" brushRef="#br0" timeOffset="3731">2638 139 8296,'0'-10'231,"1"1"1348,2 3-1236,-2-3 1,4 9-1,-6 0 1,-2 5-196,0 4 1,-1 2 0,2 4 0,-3 3 0,0 4 1,2 7-1,-1 0 1,1 4 40,-1 2 1,-2 2 0,1 6-1,0 5 115,-3 4 1,-1-5 0,1 1 0,0-2-47,1-5 0,1-1 0,-3-4 0,2-4-239,4-4 0,2-8-1750,1-7 1,1-8 245,2-5 1,-2-4 1483,3-6 0,5-26 0,2-7 0</inkml:trace>
  <inkml:trace contextRef="#ctx0" brushRef="#br0" timeOffset="4314">3005 327 8254,'0'-9'-15,"0"-1"1,0 0 292,0 0 1,0 0-1,0 0 1,-1 0 479,-3 0 1,2 0 0,-5 1 0,0 2-568,-2 0 0,-1 5 0,0-1 0,-1 1-109,-2 2 0,2 0 0,-3 2 0,0 1-183,1 4 1,0 2-1,4 4 1,1 1-79,2 1 0,4-1 1,-2 1-1,3 0 27,1 1 1,0-1 0,1 3 0,3-2 187,2 2 0,3 2 1,2 2-1,1 1 33,1-1 1,1 2 0,-5 1 0,1 0-8,0 2 1,-1-2 0,-2-1 0,-4-1-5,-2 0 1,-1 5 0,-1-3 0,-3 0 73,-6-2 1,-1-3 0,-6-3 0,0-3 34,-2 0 0,0-7 0,1 0 0,2-5-71,-2-2 0,3-8 0,-1-3 0,3-3 75,4-4 1,4-5 0,5-2-1,0-3 2,0-2 0,4 6 1,4-6-1,3 2-2,2-1 0,5 3 0,-2-1 0,4 1-205,3 1 1,-2 4 0,2 5 0,-1 2-7,2 2 1,-7 5-1,2 4 1,-4 2-252,-2 1 0,-6 1 0,-1 2-922,-2 4 1,-1-2 1212,-3 2 0,5-18 0,0-1 0</inkml:trace>
  <inkml:trace contextRef="#ctx0" brushRef="#br0" timeOffset="4864">3491 199 8211,'5'-2'-1280,"-1"0"3205,1-1 1,-4-1 383,2 0-2153,-2 3 0,-4 1 0,-1 7 0,-2 3 17,-2 3 0,-4 3 0,-1 6 1,0 4-29,-1 2 0,1 1 1,-3 9-1,-2 2-90,0 5 0,-2 4 1,1-1-1,2 0 25,4-2 0,2-5 0,2-3 1,3-7-45,3-7 1,1-10-1,4-5 1,1-4-19,3-3 1,3-1 0,1-1 0,1-1 7,2-2 1,0 1 0,2-4 0,0 1-395,1-1 1,-4 3-1,1-4 1,-1 1-463,1 0 1,-2-3 0,2 3 0,-5-3 829,-1-1 0,-9-13 0,1-4 0</inkml:trace>
  <inkml:trace contextRef="#ctx0" brushRef="#br0" timeOffset="5064">3223 466 9529,'10'-5'1192,"0"0"0,1 5 0,2 0-1016,3 0 0,4 0 0,2 1 0,3 3-462,0 2 286,-3 3 0,33 6 0,3 0 0</inkml:trace>
  <inkml:trace contextRef="#ctx0" brushRef="#br0" timeOffset="5532">3877 486 11314,'10'0'957,"1"0"0,1 0-957,2 0 1,3 0 0,0 0 0,1 0-182,2 0 0,-1 0 0,-1 0 1,-3 0-1329,-1 0 1,0 0 1508,-5 0 0,-7 0 0,-4 0 0</inkml:trace>
  <inkml:trace contextRef="#ctx0" brushRef="#br0" timeOffset="5747">4016 327 11152,'-3'14'834,"-1"0"1,2 3-504,1 3 0,-2 1 0,-2 6 1,0 0-214,-3 2 0,3 4 0,-1 0 0,2-2-871,2-3 1,-3-4 0,2-5 0,1-3 752,1-3 0,9-15 0,3-5 0</inkml:trace>
  <inkml:trace contextRef="#ctx0" brushRef="#br0" timeOffset="6280">4462 179 8275,'0'-10'4870,"0"0"-4712,0 4 0,-1 3 0,-1 8 1,-1 4 20,0 7 0,-2 7 1,-1 5-1,0 3-67,-1 6 1,0 2-1,-6 4 1,0 4-78,1 1 1,-2 1 0,1-3 0,2-4-761,3-5 0,0-4 0,5-7-3669,1-6 4394,0-9 0,7-7 0,0-4 0</inkml:trace>
  <inkml:trace contextRef="#ctx0" brushRef="#br0" timeOffset="6732">4680 189 8271,'0'-10'1381,"0"0"0,-1 4-912,-2 3 1,2 3 0,-3 3-479,-1 4 0,3 6 0,-4 4 0,1 1 23,-1 2 0,1 0 1,-3 0-1,3 0 3,0 0 1,1-1 0,2 0-1,-2-2 42,2-4 1,1 1 0,1-1-1,1-2 67,2-3 0,0-2 1,3-4-1,3 1 86,3-1 0,-1-1 0,2 1 0,0 0 48,0 1 0,-2 1 1,2 0-1,-3 2 84,-3 3 0,1 1 0,-2 0 0,-1 0 18,-1 0 0,-3 4 1,-1 2-1,0 0-448,0 1 1,-5-4 0,-2 3 0,-4 1-416,-3-2 0,-2 3 1,2-5-1,-2-1-526,-2-1 0,1-2 0,-1-2 0,3-4-278,0-2 0,2-1 1305,3 0 0,5-44 0,0-11 0</inkml:trace>
  <inkml:trace contextRef="#ctx0" brushRef="#br0" timeOffset="6897">4641 228 8977,'10'-4'853,"0"3"0,0-2 1,-1 1-667,1 2 1,4 0 0,0 0 0,1 0-188,3 0 0,36 0 0,10 0 0</inkml:trace>
  <inkml:trace contextRef="#ctx0" brushRef="#br0" timeOffset="7580">5137 20 7448,'0'-5'2631,"1"0"-1787,2 5 0,-1 0-530,5 0 1,-4 1 0,4 3 0,-1 2 65,0 3 0,3 1 1,-3 1-1,3 2 40,1 4 1,0 1 0,0 2 0,0 1-138,0 2 1,-4-1 0,1 5 0,1 0-77,0 2 1,1-3-1,-2 0 1,-3-2-48,1-2 1,-4 2 0,2 1 0,-2-1-65,-1 0 1,0-1 0,-1-2-1,-1 1 136,-1 1 0,-5 0 1,2-2-1,0 1-173,-1 1 1,0 4-1,-4-4 1,-1 0-113,-1 1 0,-5-2 0,2 4 0,-2-1-459,2 0 1,-2-2 0,4-1-1,0-4-831,-1-1 1,2-2-1,3 1 1343,0-6 0,-13-27 0,-3-11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28:49.922"/>
    </inkml:context>
    <inkml:brush xml:id="br0">
      <inkml:brushProperty name="width" value="0.08571" units="cm"/>
      <inkml:brushProperty name="height" value="0.08571" units="cm"/>
      <inkml:brushProperty name="color" value="#F6630D"/>
    </inkml:brush>
    <inkml:brush xml:id="br1">
      <inkml:brushProperty name="width" value="0.11429" units="cm"/>
      <inkml:brushProperty name="height" value="0.11429" units="cm"/>
      <inkml:brushProperty name="color" value="#F6630D"/>
    </inkml:brush>
  </inkml:definitions>
  <inkml:trace contextRef="#ctx0" brushRef="#br0">1 149 12908,'6'-8'-55,"0"0"55,-2 1 1,3 1 0,-3-3 0,1 1 79,-1 2 1,3 2 0,-3-2 0,2-1 8,1 2 1,-1-4 0,1 2-36,0-2 1,1 3 0,0 0-44,-2 2 1,1-3 0,3 3 116,0-2 0,-4 4 0,1-1 19,1 2 1,-3 0 0,2-2-65,1 0 1,-3 0 0,2 3-12,0 0 1,-1 0-40,0 0 1,1 0 117,3 0 1,0 3 48,0 0 0,0 2-4,0-2 0,0-1-70,-1 5 1,1-4-26,0 4 0,-1-4 0,-1 3-19,-2-2 0,1 4-46,3-2 1,-1 0-1,-1-1 1,-2 0 8,2-3 1,-3 2 0,2 0 32,1-2 1,-3 2 129,2 0 0,-4 0-57,4-1 0,-4-2-136,4 3 1,-4-3 0,4-1-21,0 0 1,-1 0-1,-1-1 64,0-3 0,-1 3 0,-1-3 8,4-1 1,-1 4 0,0-3-78,2 0 0,-3 1 1,2-2-70,1 0 1,0-1-1,2 1 83,0 0 1,-3 3-1,0-3 1,0 2 70,2 0 1,-2-2 0,-1 3 61,2-1 1,1-4 0,1 3-97,0-2 0,0 4 0,-1-2-174,1-1 1,0 4-1,0-2 62,0 2 1,-3 1 136,-1 0 0,1 0 9,3 0 0,-4 0 65,1 0 0,0 1-113,3 2 1,0-2 0,-2 4 23,-1-1 1,2-3 0,-4 4 0,2-2-15,-1 0 0,-2 4 0,2-4 0,1 0 25,-1 2 0,2-3 0,-1 4-11,2-2 0,-3 3 0,1-4 51,1-1 0,-3 2 29,2 0 1,-1 2-70,4-2 1,-3 2 0,0-2-39,0-2 0,-2 0 0,-1 0-34,1 1 0,-3 1-42,4-4 0,0 1 28,0 2 1,3-2 78,-2 3 0,-2-3-39,2-1 1,-4 0 91,4 0 1,0-4-81,2 1 0,1-1 0,-1 0 62,-2-2 1,2 0 0,-3 1-78,3 0 1,-2-1 0,-2 1-48,0 0 0,1 2 0,-1-3-81,0 2 1,-2 0-1,3 3-6,-2-2 1,4 2 0,-3-4 238,1 1 0,0 3 1,-3-2-1,2 0-40,1 0 1,3 2 0,-4-3-108,1-1 1,2 4-78,-1-2 0,2 2 45,1 1 0,0 0 61,0 0 1,-4 0 48,1 0 1,-4 0-1,4 0 50,0 0 1,-1 1-14,1 2 0,-1-1-9,4 5 1,-3-5-1,-1 2-5,2 1 0,-2-4 0,0 3-15,2 1 0,-3-4 7,2 2 0,0 2 0,1-1-21,-1 2 1,2-4 36,-3 1 0,3 1 82,1 0 1,0 0-54,0-1 0,0-1-1573,0 1 1,0-2-3453,0-1 4916,0 4 0,8-29 0,3-4 0</inkml:trace>
  <inkml:trace contextRef="#ctx0" brushRef="#br1" timeOffset="1918">1488 60 8874,'0'7'94,"0"-1"1862,0-3-210,0 1-751,0-4-577,0-4 0,1 1-141,3-3 1,-3 3 0,3-3-179,1 2 0,-1-1 0,4 3 27,-2-1 0,0-2 1,1 3-182,0-1 0,0-1 0,3 4 57,0 0 1,-1 0 0,1 0 94,0 0 1,-3 0 0,-1 0 81,2 0 0,-2 0 1,0 0-10,2 0 0,1 0 0,0 2 12,-3 1 0,3-1-159,-2 5 1,2-4 0,0 3 33,1-2 1,-3 0 0,0-1 36,0 0 1,-1 0 0,-1-2-1,1 1-27,-1 2 1,-1-1 0,1-2-12,0 2 0,2-1-49,0 1 1,-2-2-173,2-1 308,0 0 0,2 0 65,1 0 0,-3 0-188,0 0 0,-4 0-36,4 0 0,-2-1 0,3-1-17,-2-2 0,-2 0 0,2 2 61,2-2 0,-2-2 1,-1 1-1,1 1-32,-1 0 0,2-4-56,3 1 0,-1 2 0,1-1-33,0 2 0,-3-1 1,0 3 95,0-1 0,-1 0 0,0 3 104,2 0 0,-2 0-38,0 0 0,0-1 0,1-2-67,0 0 0,0 0 4,3 3 1,-1 0-1,0 1 20,-2 2 0,2-2 0,-3 3 0,3 0-20,1-1 0,0 4-36,0-4 0,0 4 0,0-4 6,0-1 1,-4 3-1,1-1 64,1 2 1,0-3-56,2 4 0,-1-4 0,-1 2 2,-2 0 0,0-1 1,2-2-81,-2 2 1,-2-1 53,2-3 0,-3 0 62,4 0 0,-4 0 100,4 0 0,-4 0-18,4 0 0,-4 0 0,3-1-172,-2-2 1,1 1-1,-2-2-4,3 0 1,0 3 34,1-3 0,-1-1 225,4-2 0,0 2-94,0-2 0,0 1-232,0 0 1,-4 0 0,1 4-57,1-1 0,1 0 114,0 3 1,1 0 69,0 0 1,0 0 224,0 0 1,0 0-155,0 0 0,0 0-91,0 0 0,-4 0 6,1 0 1,0 0 42,3 0 0,-1 3 99,1 0 0,-1 2 1,-1-3-41,-2 1 1,1 1-21,3 0 0,0-3 1,-1 3-8,-3 1 0,3-4 0,-3 3 238,-1 1 0,4-4 313,-2 2 0,1-2-376,2-1 1,0 0 0,0 0-277,0 0 0,0-3 1,0-2-133,0 0 0,0 2 0,0-3-44,0 2 0,-4-3 182,1 4 0,-2-2 0,3 3-338,-1-1 0,-4-2-1335,4 2 1,-4 2-1,3-2 1716,2 2 0,10-4 0,3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28:54.439"/>
    </inkml:context>
    <inkml:brush xml:id="br0">
      <inkml:brushProperty name="width" value="0.11429" units="cm"/>
      <inkml:brushProperty name="height" value="0.11429" units="cm"/>
      <inkml:brushProperty name="color" value="#F6630D"/>
    </inkml:brush>
  </inkml:definitions>
  <inkml:trace contextRef="#ctx0" brushRef="#br0">20 31 9539,'-5'0'-2204,"0"-1"3407,5-3 0,-1 3-302,-2-2-457,2 2 351,-4 1-394,5 0 0,5 0-152,1 0 1,3 0-1,1 0-103,0 0 1,0 0 0,0 0 0,0 1-8,0 2 1,0-2-1,-2 4 1,0-2-17,-1 0 1,-1 4-1,4-4 1,0 1-47,0 0 1,-3-3 0,-1 3 0,2 0 9,1-1 1,-3 1-1,1-1-54,1 0 1,1 4 0,-1-3 3,-1 2 1,2-4-1,-4 2 73,1 1 1,1-3-83,-3 4 1,4-3 197,-2 0 1,0-2-72,0-1 1,-2 0-9,2 0-105,-4 0 1,7 0 0,-3-1-29,-1-2 1,1 1-1,-3-2-62,4 0 0,1 1 0,2-2-22,0 1 0,0-3 0,0 3 90,0-2 1,0 3-1,0-3 166,0 2 1,-4-1-1,1 3-141,1-1 1,-3-4 0,2 4-91,1 1 0,0-3-86,2 2 1,0 0 0,-1 2 78,-2-3 1,1 3 141,-1-2 0,2 2-17,1 1 0,0 0-28,0 0 1,-1 0-50,1 0 0,0 1 127,0 2 0,-3-1 0,-1 4 76,2-2 0,-2 3 1,-1-3-2,0 2 0,2-3-145,0 4 1,-2-5 0,1 2 0,-1 0-90,1-1 0,-3 0 1,3-2-79,-2 3 0,4-3 175,-2 2 0,0 2 28,1-2 0,-4 0-77,4-3 0,-4 0-70,3 0 0,-2 0 1,2 0 0,-2 0 73,2 0 1,-2 0 29,2 0 1,1 0-24,3 0 0,-4-3-15,1 0 1,0-2 61,2 2 1,-2 2-1,-1-4 1,-1 2-73,1 0 1,-3-2 0,4 3-145,0-1 1,-1-4 0,0 4 0,1 0-5,-2-2 1,4 4 0,-3-3 0,0 0-25,1 1 0,-4 0 1,4 3 96,1 0 1,-3-4 220,2 1 1,-1 0-23,4 3 0,-3 0 1,-1 0-69,2 0 0,-2 0-18,0 0 1,-2 0 66,2 0 1,1 0 131,3 0 0,-4 1-190,1 2 1,0-2-1,1 4-102,-1-1 0,-1-3 15,-3 3 0,1-2 1,4 0-15,-1 1 0,-4 2 42,3-2 1,0-1 24,1 5 1,1-5-8,-1 1 0,-1-2-153,0-1 1,1 0-8,3 0 1,-4 0 183,1 0 1,0 0 153,2 0 1,-2 0-229,0 0 0,-4 0-162,4 0 1,-1-3 83,4 0 0,0-4 1,-1 3-17,-3-2 0,3 4 0,-3-2 120,-1-1 1,4 4-32,-2-2 1,-2-2 0,2 2 37,1 1 1,-3 1 0,1 0-10,-2-3 0,4 3 52,-2-2 1,3 1-27,1-2 0,-3 3 1,-1-2 29,2 2 0,-3 1 0,2 0 91,1 0 0,-3 0 0,2 0 54,1 0 1,-3 0 14,2 0 1,-1 1-142,4 2 0,-3-2 1,-2 4-1,1-2 17,-1 1 1,-2 0 0,1-2 0,0 3-43,3 0 1,-2-2-1,1 4 1,0 0-11,-1-2 0,-2 3 0,3-4 1,-1 1 107,1-1 1,-3 3 0,4-4 77,0-1 0,-2 0 0,-1 1-183,1 0 1,-3 0-1,5-3-45,0 0 1,-1 0 0,0 0-101,2 0 0,-2 0 0,-1-1-94,-1-2 0,4 2 290,-1-3 1,-2 0 37,2 1 0,0-2-261,2 2 0,1 2 121,0-3 0,-3 3 0,-2 0 0,1-1-51,-1-1 0,-1-1 1,2 4-26,2 0 1,1-1-73,1-2 0,0 2-7,0-2 1,0-2 183,-1 2 1,1 0-48,0 3 0,0 0 352,0 0 1,0 0-91,0 0 0,0 0-239,0 0 1,0 0 3,0 0 1,0 1 9,-1 2 0,-2-2 0,-1 4 21,-2-1 0,4-3 83,-2 2 0,0 2 1,-1-1-1,1 1-13,-1-1 1,-2 0-1,1-1-59,0 0 1,2 4 64,4-4 1,-4 3-1,1-2 129,1-2 0,-3-1 0,2-2-292,1-2 1,0 2-1,2-4-346,0 1 1,0-1-1,0-1 173,0 2 1,0 2 0,0 0 0,0-1 170,0 0 1,-4 1 0,1 0 0,1-1 23,0 1 0,2-4 1,0 1-1,0-1-313,0 3 1,-1 1 0,-1-1 0,-2 0-859,2 1 1,-3 2 0,2 3 1225,1 4 0,0 24 0,2 6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29:03.889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277 64 8174,'3'-4'-1729,"-2"-2"3476,2 1 1,-3-1-979,0-1 1,0-1 0,-3 2 0,-1 1-510,-3 0 1,2 3 0,1-1 0,-2 1-101,0-1 1,-1 1 0,0 2 0,0 0-134,-1 0 1,1 0-1,0 0 1,0 0-178,0 0 1,2 2 0,1 2 0,-1 0-55,1 1 1,-2 1 0,4 1-1,0 1 45,-2 2 1,4-1 0,-3 2 0,3 1 123,0-1 0,0 3 1,0-2-1,-1 3 124,-2 2 0,3 3 0,-3-1 0,2 1 141,1 1 1,0 2-1,0-1 1,0 2 12,0-1 1,0 2 0,0-2 0,0 1-154,0 0 1,1-2 0,1 0 0,0-3-39,0-2 0,-1 0 0,-1-2 0,0 0-152,0-1 0,0-5 0,0 1 1,0-2-406,0-1 0,0-2-633,0-1 0,-1-2-1505,-2 0 2643,3-4 0,-13-27 0,1-10 0</inkml:trace>
  <inkml:trace contextRef="#ctx0" brushRef="#br0" timeOffset="249">0 334 8174,'4'0'2965,"0"0"0,-2 0-2780,3 0 0,0 0 0,1 0 0,2 0-157,0 0 1,3 0 0,0 0-1,1 0-500,0 0 0,0 0 0,2 0 1,-1 0 471,-1 0 0,17-9 0,2-3 0</inkml:trace>
  <inkml:trace contextRef="#ctx0" brushRef="#br0" timeOffset="700">412 92 8174,'0'-7'1438,"0"0"0,0 2-603,0 1 0,0 2 1,-2 1-678,0 2 1,-2 4 0,2 4 0,-2 3-599,0 2 0,-2 0 0,2 0 0,-1 1 440,0 2 0,1 10 0,-3 6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29:08.154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85 21 7472,'3'-5'-75,"-1"1"0,0 1 1012,-5-1 1,2 2-1,-4 0 1,-1 2-632,0 2 0,-1 2 0,1 3 0,0 0-298,1 0 0,1 4 0,-3 1 1,-1 3 114,1 2 1,3 2 0,0 0 0,0 3-140,0 1 0,2 3 0,0 2 0,1 1 45,1-1 1,0-2 0,0-1 0,0 0-315,0-2 1,3-5 0,3-4 0,2-4-599,1-2 1,1-1 882,0-3 0,4-16 0,4-8 0</inkml:trace>
  <inkml:trace contextRef="#ctx0" brushRef="#br0" timeOffset="468">334 42 7946,'4'-3'-328,"-2"-1"1542,-1 0 0,-2 1 1,-1 3-930,-3 0 1,-1 4-1,-1 3 1,0 2-259,0 2 1,-1 2 0,1 2 0,0 3-36,0 0 0,-2 2 0,-1 3 0,2 1 34,0 1 1,1 1-1,0 1 1,2-2 141,0-1 0,3-3 0,0-5 0,2-4-210,2-2 0,2-2 0,3-2 1,1-1-231,2-3 1,-2-4-1,4-3 1,-2-1-207,-2-2 0,0 1 0,-1 0 0,1 1-83,-1 1 1,-1-1 0,0 1 0,-3-1 560,1-1 0,-18-13 0,-6-3 0</inkml:trace>
  <inkml:trace contextRef="#ctx0" brushRef="#br0" timeOffset="633">163 178 8234,'-4'2'-595,"-1"0"0,3 1 2039,-3-3 0,4 0 0,1 0-1059,4 0 1,3 0 0,3 0-1,1 0-446,3 0 0,0 0 0,1 0 0,2 0 61,2 0 0,33-4 0,9 1 0</inkml:trace>
  <inkml:trace contextRef="#ctx0" brushRef="#br0" timeOffset="1068">497 71 8234,'4'-3'-71,"0"2"1026,-1-1-251,-3-2 1,7 3-362,-2-2 1,-2 3 0,2 0-1,0 3 62,-1 2 0,2 1 1,-1 1-1,1 1-18,1 1 0,0 2 1,1 4-1,-1 2-193,0 2 1,-3 5-1,-1 2 1,-1 1-163,1 2 0,-2-1 0,-3 1 0,-3-2-369,-1-1 0,-4-1 1,0-5-1,0 0 337,0-1 0,-9-13 0,0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29:16.8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10 8211,'6'0'2330,"-2"0"-1670,-4 0 0,-1-3-525,-2 0 0,-3-1 0,-2 6 0,1 1-87,0 3 1,1 2 0,-4 2-1,0 0 19,-3 3 1,2 3 0,-4 6-1,0 4 107,0 5 0,1-1 1,-3 5-1,2 2 40,1 3 1,2-1 0,2 2 0,2-2 37,2-1 1,1 3 0,5 1 0,0 0-64,0 0 0,5-1 1,1-2-1,2 0-88,2-1 1,-1-2 0,1-9 0,-1-2-107,1-2 0,2 0 0,1-2 1,-1-3-146,-2-5 1,0 1 0,-1-1-1281,1-2 0,-1-1 1430,0-4 0,5-40 0,1-13 0</inkml:trace>
  <inkml:trace contextRef="#ctx0" brushRef="#br0" timeOffset="701">578 332 8211,'-4'-6'-394,"-2"-1"1,2 4 1516,0-3 1,3 0-742,1-4 1,1 4-1,3 1 1,2 0-139,2 3 1,3 1 0,0 1 0,3 0 83,1 0 1,-4 3-1,2 3 1,-2 1 51,-2 4 0,3 4 0,-3 2 0,-3 3-216,0 2 0,-6 5 0,1-1 0,-5 4-278,-5 5 0,-2-1 0,-9 1 0,-2-1-142,0 0 0,-4 1 0,1-7 0,-2-4-31,2-3 0,2-7 1,4-4-110,0-6 0,5-4 0,5-3 0,6-5-569,5-3 0,4-1 965,7-4 0,31-29 0,12-11 0</inkml:trace>
  <inkml:trace contextRef="#ctx0" brushRef="#br0" timeOffset="985">853 294 8211,'-9'-9'1286,"-1"0"1,1 3-195,-1 3 0,4 2 0,0 2 0,-2 2-832,0 3 1,-2 5 0,1 4-1,-1 5-35,1 3 0,-4 5 0,1 5 0,1-1 144,4 1 0,-1 3 0,5-1 1,1 0-77,1 0 1,1-3 0,2-7-1,3-4-406,5-4 0,6-5 1,1-5-1,3-4-794,2-2 1,3-1 0,-1-1 0,1-1 906,2-1 0,36-26 0,3-2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29:20.0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28 302 8211,'-4'9'197,"-2"1"0,0-4 1867,0 0-1246,4-4 1,-1 2-607,6-8 1,2 3 0,5-3-1,0 1-56,3 0 1,2-1 0,4 2 0,0-2-69,-1 2 0,1 0 1,0 0-1,0-1-98,0 1 1,0 1-1,-1 1 1,-1 0-190,-1 0 0,-5 0 0,2 0-1426,-2 0 1058,-6 0 1,-2 1-1,-6 1 567,-4 1 0,-18 0 0,-5-3 0</inkml:trace>
  <inkml:trace contextRef="#ctx0" brushRef="#br0" timeOffset="699">862 46 8222,'3'-6'0,"1"0"561,2 2 0,-4-3 825,1 1 0,-2 0-795,-1 0 1,-1 4 0,-2 0-554,-4 4 1,-1 4 0,-3 7 0,0 3 57,-2 1 0,-3 8 0,3 2 1,-2 5-155,-2 1 0,-1 3 1,-1 5-1,0 5 165,0 7 1,0 0-1,2 5 1,1-6 86,3-3 1,4-5-1,2-10 1,5-8-108,4-9 1,4-8 0,3-9-1,2 0-289,1 0 1,2-2 0,3-3 0,-1-5-140,0 0 1,2-4 0,1 0 0,-1 1-460,-2-1 0,1 0 0,-5 3 0,0-2-1634,-1 2 2434,-2-4 0,-16-29 0,-5-12 0</inkml:trace>
  <inkml:trace contextRef="#ctx0" brushRef="#br0" timeOffset="865">606 254 8231,'-9'7'-1099,"-1"-1"2308,5-4 0,2 2 1,6-4-1,4 0-683,5 0 0,3 0 0,4 0 0,1 0-711,2 0 0,2 0 0,5 0 185,3 0 0,35-4 0,13-1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29:23.0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67 0 8269,'0'6'802,"0"-2"1,1-4 0,1 1-1,3 1-518,0 1 0,1 5 1,4-2-1,-1 3 24,1 4 1,2 3 0,2 6 0,0 3-28,-1 3 1,3 5-1,-2 5 1,-1 5-36,1 4 0,-2 2 0,-6 0 1,-3-3-29,-2 0 0,-1-1 0,-1 1 0,-3-3-204,-6-1 1,-2-1 0,-5-4 0,1-1-639,-1-2 0,-3 0 1,0 0-1,2-5-424,1-2 0,3-6 1,1 0 1047,3-4 0,-17-25 0,-3-9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29:28.1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12 240 7628,'-2'10'96,"-1"-3"1,1 0 2807,-1-3-1530,1-3-871,2 4 0,5-5 0,4 0 0,4 0-176,2 0 0,5-4 0,-1 0 0,4 0-206,4-1 1,-2 3 0,4-5-1,-1 2-206,-2 3 1,-4 1 0,-1 1 0,-4 0-220,0 0 0,-2 0 1,-3 0-2422,-1 0 551,-5 0 2174,-1 0 0,-30-16 0,-7-3 0</inkml:trace>
  <inkml:trace contextRef="#ctx0" brushRef="#br0" timeOffset="349">171 11 8107,'-5'-6'649,"4"1"1,-4 6-1,5 4 1,0 6-423,0 2 1,0 8-1,0-2 1,0 2-90,0 2 0,0 5 1,0 2-1,0 3 58,0 2 0,0 3 1,0 1-1,0 0-87,0 1 0,0-4 0,-1-5 0,-2-5-316,-1-2 1,1-2 0,4-4-903,3-7 1,-2-6 1108,6-9 0,-1-42 0,5-17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29:33.9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240 69 8133,'0'-7'1592,"-1"-2"-691,-3 6 0,-2-1 1,-6 4-635,1 0 1,-1 0-1,1 0 1,0 1-222,-1 3 0,-3 2 1,0 7-1,1 2-63,1 4 1,2 4 0,-1 2 0,0 4-43,-4 4 1,7 0-1,-2 9 1,1 1 78,0 2 1,3 4-1,4 1 1,1-1 79,2 2 1,0-1-1,2 4 1,1-5-165,5-2 0,3-6 1,3-2-1,3-2-178,1-3 1,-3-2-1,3-11 1,-1-1-14,1-1 1,0-5-1,1 2 1,-4-5-373,-2-3 0,2 0 627,0-4 0,5-15 0,-2-8 0</inkml:trace>
  <inkml:trace contextRef="#ctx0" brushRef="#br0" timeOffset="1950">879 171 9221,'0'-6'1199,"-4"2"0,-1 8 0,-1 5-1077,-3 5 0,-1 0 1,-2 6-1,1 4 4,-1 5 0,-3 5 1,-1 5-1,-1 4-22,1 5 0,-4 0 0,2 5 1,0 2-22,3 0 0,2 0 1,3-4-1,2-8 0,5-6 1,1-6 0,2-9 0,3-4-239,4-7 0,1-5 0,7-6 0,-1 0-46,1 0 0,-1-5 0,4-2 0,-1-3-280,-3-2 0,2 1 0,1-2 1,-1-1-639,0-1 0,0-4 1119,-5 4 0,0-26 0,1-2 0</inkml:trace>
  <inkml:trace contextRef="#ctx0" brushRef="#br0" timeOffset="2166">571 422 12023,'11'0'965,"1"0"1,0 0 0,4 2-772,3 1 0,2-1 0,2 1 1,1-1-1258,3-2 1,-3 4 1062,2-1 0,34-9 0,7-7 0</inkml:trace>
  <inkml:trace contextRef="#ctx0" brushRef="#br0" timeOffset="4099">1187 34 8773,'4'-7'669,"0"-1"0,4 6 0,0-2-317,2 3 0,2-3 0,-1 0 0,0 1-203,1 2 1,-1 2 0,1 2 0,-1 2-135,0 1 1,-3 2 0,-2 5 0,-1 1-224,-2 1 0,-3 4 0,-4-3 0,-3 2-178,-4 2 0,-1-2 0,-2 0 0,-1-2 133,1-2 0,0-2 0,0-5 429,-1-3 0,1 0 27,6-4 1,3 1 0,6-8-71,3-2 1,2 2 0,6 1 0,0 1 230,4 2 0,-4 2 0,4 1 0,-4 1 227,0 3 0,-5-1 1,1 4-1,-1 2-165,0 1 1,-2 2-1,-5-1-457,0 1 0,-1-1 1,-3 0-1,-5 1-507,-5-1 0,-3 1 0,-4-2 0,1-1-876,-1-2 0,-3-4 1414,5 1 0,8 2 0,1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29:40.5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 24 8131,'-7'0'1470,"-1"0"0,4 0 1215,-3 0-2222,4 0 1,7-2-1,9 0-166,3-2 1,-1 0 0,4 3-1,3-1-190,3-2 1,-4 0-1,1 4 1,0 0-313,0 0 0,-3 0 0,-2 0 0,0 0-779,-3 0 1,-5 0 0,-3 1 983,-1 3 0,-11 2 0,-7 6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29:41.2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227 215 8131,'1'-11'0,"2"-2"348,1-2 0,-1 5 0,-3-4 0,-1 0 433,-3 1 0,2-1 0,-6 0 0,1-1-206,0 1 1,-3 3 0,2 2-1,-3 2-438,-4 2 1,1 2 0,-4 3 0,0 1-230,1 3 0,3 7 0,-3 8 0,2 4-217,0 3 0,3 4 1,6 5-1,0 2-125,-1 1 1,5-1 0,-2-6-1,4-1 191,4-3 1,3-4 0,7-6-1,3-5 46,1-5 0,-1-6 0,4-5 1,-2-5 44,1-5 1,-4-3 0,0-6 0,-4 0 27,0 0 0,-1 0 0,-1 1 0,-2 0 959,-4 3-403,-3 2 1,-1 14 0,-1 6 0,-2 11-52,-1 7 0,-5 8 1,3 4-1,-1 4-113,-1-1 1,4 5-1,-2 1 1,-1 2-39,1 2 0,0-1 0,-3 0 1,1-3 25,-1-4 1,3-3-1,0-2 1,-1-4-696,1-6 0,5-6-1235,1-10 0,1-3 1674,7-8 0,-1 3 0,5-4 0</inkml:trace>
  <inkml:trace contextRef="#ctx0" brushRef="#br0" timeOffset="565">718 124 8119,'0'-12'874,"0"1"346,0 0 0,0-1-680,0 1 0,-2 4 0,0 5 0,-3 4-424,-2 6 0,0 7 0,-5 6 0,1 4 9,-1 5 0,-3 8 0,0 4 1,1 3 125,1 0 1,-2 6 0,0 2 0,1 3-58,1 1 1,3-4 0,3-2 0,3-3-52,3-4 1,1-12 0,1-7-1,4-11-183,6-8 1,1-5 0,4-1-1,-1-1-257,1-3 1,3-6-1,-4-7 1,0 1-270,2-1 0,-6 1 0,2 2 0,-6-3-1219,-2-1 0,3 3 1785,-4-4 0,-11-15 0,-5-8 0</inkml:trace>
  <inkml:trace contextRef="#ctx0" brushRef="#br0" timeOffset="731">455 352 7976,'-11'0'2399,"4"-1"-1612,4-3 1,10 3 0,6-3 0,3 3-615,5 1 0,4 0 0,3 0-173,1 0 0,62 0 0,-36 0 0,1 0 0</inkml:trace>
  <inkml:trace contextRef="#ctx0" brushRef="#br0" timeOffset="1150">969 90 8181,'1'-12'268,"3"1"0,-2-1 0,4 1 0,1 1 278,-1 2 0,2-1 0,3 6 1,2-1-43,2-1 1,-2 3 0,2 0 0,-2 3-303,-2 3 1,-3 9-1,-2-2 1,-1 3-242,-2 2 0,-2-2 1,-2 5-1,-3 2-428,-4 0 1,-2 1-1,-3-2 1,-1-2 103,-1-2 1,0 3-1,2-3 1,-1-3 387,-1 0 1,1-1 0,5-2 0,2-3 2451,-2-3-1526,4-3 1,1-2-1,8-1-903,3-2 0,5-4 0,2 4 0,2 2-422,2 1 1,0-3-1,2 0 1,-1 1 373,1 2 0,22 6 0,6 2 0</inkml:trace>
  <inkml:trace contextRef="#ctx0" brushRef="#br0" timeOffset="1583">1402 535 8202,'-11'0'1471,"4"0"1,7-4 0,9 0 0,5 0-832,5-1 1,3 4 0,1-4 0,1 1-549,2 0 0,-2-1 0,3 3 1,-3-2-690,-1 1 1,-4 2 0,-1 1-1,-2 1 597,-2 3 0,-16-3 0,-6 4 0</inkml:trace>
  <inkml:trace contextRef="#ctx0" brushRef="#br0" timeOffset="3483">1619 374 8116,'-4'-7'-655,"0"-1"1,1 1-1,3-5 932,0 1 0,0 3 0,-2 2 0,0-1 821,-2 1 0,0 2 203,4-3 1,0 5-848,0 2 0,-1 7 0,-2 8 0,0 5-307,0 6 1,-2 0 0,0 7 0,0 3-218,0-1 1,-4 2 0,2 0 0,0 1-463,-1-1 0,6-3 0,-2-4 0,3-4 532,1-6 0,5-19 0,1-9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29:47.2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172 69 8313,'0'-12'-5,"0"1"306,0-1 1,3 5 0,1-1 939,-1-1 1,-3 7-904,-4 5 0,3 5 1,-4 12-1,1 3-122,0 3 0,-5 7 1,3 1-1,-2 6-68,1 5 1,-1 2 0,-3 1-1,-1 2-63,1 2 1,-1 2 0,1 1 0,-2-1-351,-2-5 0,4-7 0,-2-5 0,5-6-2934,3-4 1116,2-13 2083,8-9 0,16-77 0,10-22 0</inkml:trace>
  <inkml:trace contextRef="#ctx0" brushRef="#br0" timeOffset="369">468 46 8427,'-11'0'167,"0"5"0,-1 4 0,1 5 788,-1 5 1,0 7 0,-2 6 0,-3 5-732,-1 5 0,4 1 0,1 0 1,4-4-313,5-3 0,3-6 1,2-11-54,3-4 1,2-7-1,7-4 1,2-3 80,4-1 0,-1-4 0,1 0 0,1 2 311,2 0 1,-1 2 0,-1 2-1,-2 0 225,-1 2 1,0 9 0,-4-2-1,-4 2 13,-3 0 0,-2 3 0,-4 2 1,-1 1-434,-3 0 0,-4-1 1,-6 2-1,-2-2-563,-2-2 1,-1 3-1,-4-4 1,1-1-248,-1-1 0,0-2 0,0 1 0,0-2-954,0-3 1,6-1 1707,1-6 0,4 0 0,0 0 0</inkml:trace>
  <inkml:trace contextRef="#ctx0" brushRef="#br0" timeOffset="517">309 228 8326,'7'-7'191,"0"-1"0,-1-1 912,0-1 1,2 0 0,3 2-600,1 4 0,3 3 0,1 1 0,2 0-546,2 0 42,2 0 0,67 10 0,-37-3 0,1-1 0</inkml:trace>
  <inkml:trace contextRef="#ctx0" brushRef="#br0" timeOffset="1084">1199 34 10156,'-12'0'588,"5"5"1,-1 3-1,0 2-347,2 2 0,-4 5 0,1 6 1,-4 6-68,-2 4 1,-1 8 0,0 4 0,-3 7 72,-2 4 0,-1 4 0,2-2 1,2-2-50,2 0 0,1-7 0,3-2 1,2-6-90,2-6 1,3-8-1,5-12 1,2-4-135,1-3 0,4-4 0,4-7 0,1-2-373,-1-1 1,2-6-1,1-3 1,2 0-367,2-2 0,-4 3 1,1-3-1,-1 0-1933,1 3 2697,-2-3 0,8-37 0,-3-13 0</inkml:trace>
  <inkml:trace contextRef="#ctx0" brushRef="#br0" timeOffset="1267">879 297 8323,'-6'-5'2403,"3"3"0,10-1-1886,4 1 0,8 2 0,1 0 0,4 2-743,3 1 0,5 0 1,-2 3 225,3-1 0,37 14 0,8 0 0</inkml:trace>
  <inkml:trace contextRef="#ctx0" brushRef="#br0" timeOffset="2186">1575 479 8284,'-4'-7'1507,"0"-1"1,2 6-999,6-2 1,6 2-1,6 2 1,1 0-120,-1 0 1,5 0 0,-2 0 0,1 0-285,-1 0 1,1 0-1,-3 0 1,-1 0-415,1 0 1,-6 0 0,-3 0 307,0 0 0,-8 0 0,-1 0 0</inkml:trace>
  <inkml:trace contextRef="#ctx0" brushRef="#br0" timeOffset="2652">2214 34 8468,'-6'-5'1470,"1"4"1,1-2 0,-1 10-1265,-2 4 1,4 4 0,-4 1 0,2 3-407,3 2 0,-3-2 0,1 0 0,1 0-1105,2-1 1,1 0 1304,0-3 0,-5-7 0,-2 2 0</inkml:trace>
  <inkml:trace contextRef="#ctx0" brushRef="#br0" timeOffset="3036">2191 57 8303,'0'12'218,"0"-1"0,1-5 0,3-2 0,4-3-122,2-1 0,1 0 0,2-1 0,2-3-95,4-3 1,-1 0-1,0 0 1,0-2-38,-1-1 1,1 2 0,2 1 0,-2-1 36,-1 2 0,-2 0 0,-4 5 0,1-1 93,-1-2 883,0 0-691,1 4 1,-6 1-1,-3 2 1,-5 2 110,-1 1 0,-2-2 1,2 4-1,-2 1-124,-1 1 1,2 2 0,-3 4-1,1 3-29,0 2 1,-1 3 0,-1 2-1,0 2 107,-1 1 0,3 5 1,-2 4-1,-1 0 86,-1 1 0,2 3 0,1 5 0,-2 0-58,-1-3 0,0-4 1,1-1-1,3-2-296,0-4 1,3-8 0,3-2-1,1-7-2126,3-3 1,-2-5 2042,6-1 0,-1-14 0,5-1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29:51.2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115 0 7964,'-6'0'3190,"2"0"-2663,8 0 1,2 0 0,5 2-160,1 1 1,0 4-1,2 4 1,2 2 30,-3 2 1,0 8-1,0 7 1,1 6-209,1 6 1,-1 4 0,-6 11 0,-5 1-15,-1-1 1,-2 1 0,-3 0 0,-3-1-76,-6-5 0,-7-7 0,0-4 0,-4 3-416,-3 0 1,2-7-1,-3-3 1,3-2-1146,1-3 0,5-1 1459,3-6 0,-2-9 0,-1-3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29:57.985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11 183 8893,'0'7'2626,"0"-2"-2465,-5-5 213,3 0 1,-2 0-90,8 0 1,-2-2-1,3 0-182,0-2 1,-4-1 0,4 3-1,-1-4-32,0 0 0,1 4 0,-3-4 0,3 3-32,2-1 0,-4-4 0,5 3-70,1-1 1,-3 2 0,2-2 19,1 1 1,1-3-1,0 3 43,-2-1 0,2 3 1,-3-1 62,4 3 0,-4-3 0,1 0 41,1 2 0,-3 1 0,2 1 138,0 0 1,-1 0-198,0 0 0,1 0-81,3 0 1,1 0 0,-1 0 110,1 0 0,-5 1 1,1 1-57,1 2 1,-3 0 0,0-3 0,1 2-6,-1 1 0,-2-1 0,2-1 0,1 0 5,-1 2 1,-2 0-1,3-4 42,2 0 0,-2 4-9,0-1 1,-1 3 0,3-4 92,-1 2 1,-4 0 177,3-4-452,1 0 1,3 0-112,1 0 0,-5 0 154,1 0 0,-5-2 0,2 0 53,0-2 0,-3 0 127,6 4 1,-4-4 0,3 1-55,2 0 0,-4 1 0,0-1-53,0-1 1,0-1 0,4 3-53,-1-2 1,-4-1-3,3 1 1,0 1-1,1-3 1,0 1 0,-4 0 0,3 2-37,2 0 1,-2-1 0,-1 3 111,-1-3 0,4 2-29,-1-1 0,-2 1 22,2 2 1,-1 0 65,5 0 0,-1 0-31,0 0 1,-3 0 0,-2 2 59,-1 1 1,4-1-1,-2 3-75,-1 0 1,4-4 0,-4 4-33,1 0 0,-1-3 0,-2 3-23,3 0 1,0-4 117,0 3 0,-3-2-30,4 2 0,-2-1 0,3 3-137,-1-1 0,-5-1-67,5-4 1,-4 0 0,2 1 167,-1 3 0,0-3 191,-1 3 0,-1-3-134,4-1 0,-3 0 0,2-1-211,0-3 1,-1 3-118,-2-3 1,2 2-1,4-1 43,-1-1 1,-4-1 216,3 1 0,-3 3 1,2-4-1,1 1-6,-1 0 0,-2-1-95,4 2 0,-1 0 39,5-5 1,-5 6 0,0-3-31,-2 0 1,3 2 124,0-4 1,-2 4 1,2-1 0,-4-1-158,3 1 0,0-1 0,2 3 67,-2-2 0,-3 0 45,4 4 0,-5 0 152,5 0 1,-4 4 0,3 0-54,2-2 0,-2 3 5,0-1 1,1 5-89,3-1 1,-1 2-1,-1 0 1,-2-1 7,-2-2 1,2-3-1,-2 3 173,2-2 1,-3 2 0,3-3 68,2-1 1,-3-2 0,2-1-88,1 0 1,-3 4-1,2-1-505,1 0 0,-3-2 0,2-1-472,0 0 1,-1-1 0,0-2-503,2 0 0,1-5 1271,2 4 0,-6-5 0,-1 3 0</inkml:trace>
  <inkml:trace contextRef="#ctx0" brushRef="#br0" timeOffset="1847">1300 115 8369,'0'7'729,"0"1"454,-5-5-335,4 2 5,-5-5-393,6 0 1,6-2-302,1-1 0,2 0 0,0-3 0,-2 1-67,2 2 0,-2-2 0,0 0-22,2-1 0,1 3 0,2-2-34,-1 0 1,1 2 0,-1-3-147,0 1 0,1 1 1,-1 4 157,1 0 1,-1 0 0,0 0 135,1 0 0,-5 0 1,1 0 10,1 0 1,1 0 0,1 1-20,1 3 1,-5-2 0,1 3-137,1 0 0,-3-4 1,2 3 52,1-3 0,1-1 1,1 0 55,1 0 0,-5 0 1,1 0 26,1 0 1,1 0-222,1 0 1,1 0-111,-1 0 1,-3 0 0,-1 0-2,2 0 1,-2 0 160,0 0 0,-3 0 168,4 0 0,-5 0-159,5 0 0,0-1-38,3-3 0,-1 1 0,-1-3-4,-1 1 1,-2 0-1,3 2 50,-2 0 1,1-5 0,2 3 40,-2-1 1,2 2-66,-2-4 1,2 6 0,1-3-62,1 0 1,-5 3 75,1-2 1,-1 3 70,5 1 0,-1 0 1,1 0 79,-1 0 0,-3 1-122,-1 3 1,1-2 0,3 3-15,1 0 0,-5-4 0,0 4 1,-1-1 36,0 0 1,-2-1-1,2-1 116,-1 1 0,4 0-75,-1 5 0,2-6-68,2 2 1,-5 1 0,1-1-98,1-2 0,-3 0 18,2-2 0,-5 0 6,5 0 1,-4 0 35,3 0 0,-3 0 12,4 0 0,-1 0 46,5 0 0,-5 0 6,1 0 0,-4-2-47,3-1 1,0 0-1,2-3-14,-2 1 1,-3 1 0,2 3-82,-1-3 1,4 2 0,-2-3-44,-1 0 0,4 4-20,-2-3 1,2 2 113,1-2 1,-3 3 144,0-3 1,-5 3 11,5 1 1,0 0-118,3 0 0,-3 0-40,-1 0 0,1 0 199,3 0 0,-3 0-132,-1 0 0,1 0-30,3 0 1,-3 3 0,0 1 8,0-1 1,-1-1 0,0 1 33,2 1 0,-2 3 1,-1-2 33,-1 2 1,4-4-44,-1 5 0,0-4 1,1 2-3,-1-1 0,-4-1 1,2-3-19,-1 3 1,0-3-61,-1 3 1,-2-3 51,6-1 1,0 0 95,3 0 1,-3 0-1,-2-1 1,0-1-61,1-2 1,0-5-1,5 3-186,-1-1 1,-3 1 0,-1 3-136,2 0 1,1-1 0,1 3-1030,-4-3 0,3 2-648,-2-1 1945,2 1 0,-4 13 0,-1 1 0</inkml:trace>
  <inkml:trace contextRef="#ctx0" brushRef="#br0" timeOffset="3050">2715 69 10300,'6'0'1572,"0"-1"-1324,-2-3 0,2 3 1,6-4-201,-1 0 1,-3 3 0,-1-1 0,2 1 129,1 2 0,-2-1 0,0-1 1,1-2-41,1 1 0,1 2 0,2 1 0,1 0-17,1 0 0,0 0 0,-3 1 0,-1 2-69,0 1 1,1 3 0,-1-3 0,1 0 25,-1 1 1,0-3 0,1 5 0,-1-1 61,1 0 0,-5-3 0,1 2-18,1 0 1,1 0-1,1 4-56,1-1 0,-5-6 0,0 3 0,-1-1-3,0 0 1,-2 0 0,2-3-36,0 3 1,-1-3 99,-2 3-95,4-3 1,4-1 111,1 0 0,-5-4-125,1 0 0,-4-3-75,3 3 1,1-5 9,3 2 0,1-2 0,-1 0-4,0 1 0,-3 2 0,0-2 1,-1 3-9,0 0 0,3 3 67,-3-6 0,3 4 64,2-3 1,-1 4-59,1-1 0,-5 3 1,1 1 4,1 0 0,1 0 36,1 0 1,0 1 0,-3 2 96,0 1 0,-4 3 0,3-3 1,1 0-75,-2 1 0,1-4 0,-5 4 0,3-1 35,2 0 0,-4 1 47,5-1 0,0-2-24,3 6 1,-1-4 0,-1 2 34,-1-1 1,-1-1 0,3-3-16,-2 3 1,2-3-21,-2 3 1,2-3 0,1-1-8,1 0 0,-5 0 0,1 0 1,0-1-73,-2-3 1,4 3 0,-2-3-298,2 3 0,-3-3 0,1 0-803,1 2 0,-3 0 0,2 2 1041,1 0 0,16-20 0,5-5 0</inkml:trace>
  <inkml:trace contextRef="#ctx0" brushRef="#br0" timeOffset="4117">3799 58 8406,'-12'0'97,"1"0"0,3 0 2143,0 0-676,6 0-1110,-3 0 1,6 0-239,3 0 1,1-1-1,4-2 1,-2-1-120,2 2 0,-2 0 0,0 2 0,2 0 6,1 0 1,2 0 0,-1-1-33,1-3 0,-1 3 0,0-3 1,1 3-92,-1 1 0,1 0 0,-1 0 40,0 0 1,1 0-1,-1 0 1,1 0 88,-1 0 1,-1 1 0,-1 2 0,-1 1 34,1-2 0,-3-1 0,1-1 108,2 0 1,2 4-180,0 0 0,0 0 0,-1-3-101,-2 3 1,2-3-1,-2 3-19,2-3 1,-2 3 84,-1 0 0,1 3 28,3-3 1,-3 0-1,-2-3 24,-1 3 1,0-3-215,-1 3-7,2-3 0,2-1 118,0 0 0,-2-1 0,3-1 122,-2-2 0,-3-1 1,4 1-132,1-4 0,-3 3 0,2 0-66,1 0 1,1-1 0,1-4-47,1 2 1,-5 3 0,-1 4 0,1-2-9,-1-1 0,-2 1 320,4 3 0,-1 0-31,5 0 0,-5 0 0,1 0-51,1 0 1,-3 0 0,2 1-78,0 3 1,-1-3-1,-1 4 1,0-1 52,1 0 1,-1 1-1,3-3 1,-1 3 153,1 2 1,-3-5-1,0 3 1,1-1 151,-1 0 1,-2 0-1,3-3-160,2 3 1,1-3-1,2 3-702,-1-3 1,1 0 0,-1 2-1061,0 1 1,1 1 1543,-1-1 0,21-3 0,5 4 0</inkml:trace>
  <inkml:trace contextRef="#ctx0" brushRef="#br0" timeOffset="5450">4677 115 8455,'-11'6'772,"-1"-2"402,6-3 1,0-1-648,2 0 0,4 0-250,0 0 0,1 0 1,7 0-1,-1-1-67,0-3 1,3 3-1,-3-4 1,3 1-123,2 0 0,1-3 0,0 2 0,3 0-111,-2-1 0,0 1 0,0 3 0,1-2 6,-1 1 0,-2 2 1,0 0-1,-1-2 209,1 0 0,-1-1 0,0 4 0,1 0-7,-1 0 1,1 0-1,-1 0 1,0 0-2,1 0 0,-1 0 1,1 0-119,-1 0 1,0 0-1,1 0-22,-1 0 0,1 4 0,-2 1 46,-3 1 1,4-2 0,-4 3 20,3 2 0,-2-2 1,0-1-24,0-1 1,-2 0 0,-1-2-74,0 0 1,-3 3-52,6-3 114,-1-1 27,5 3 1,-5-5-13,1 0 1,-4 0-301,3 0 1,0-2-1,2 0 85,-2-2 0,-3-4 0,2 3 83,-1-1 0,3 2 1,-3-2-1,0 0-43,0-1 1,3 3 0,-3-2-113,1 1 1,2-3 105,3 5 1,1-5 85,-1 4 1,-3-1 0,-1 3 210,2-2 0,-2 0 74,0 4 1,1 0-211,3 0 1,1 0-92,-1 0 1,0 1 52,1 3 1,-5-3-1,1 4 151,1 0 0,-3-3 36,2 2 0,-1 1 0,5-2-73,-1 0 1,-3-2-1,-1-1 1,1 1-106,-2 3 1,5-2-1,-4 1-144,3-1 0,-2 1 10,0 1 1,-1 0 252,5-4 1,-5 0 52,1 0 1,-1 0-135,5 0 1,-5 0-239,1 0 1,0 0 16,3 0 0,-3 0 0,-1 0 91,2 0 0,-3-4 0,2-1-19,1-1 0,-3 3 1,1-2-1,-1 1-113,0 1 1,-2-2-1,4 2-28,1-1 1,1-3-1,1 2 46,0-2 0,-3 3 0,0-2 137,1 1 1,1 0 0,1 2 98,1 0 1,-1-1-130,0 4 1,1 0-1,-1 1-807,1 3 1,-5-2 0,1 6 861,1 1 0,1 16 0,1 6 0</inkml:trace>
  <inkml:trace contextRef="#ctx0" brushRef="#br0" timeOffset="6866">5943 12 8385,'-6'1'-133,"1"2"279,0 1 0,2 0 0,-3-3 1274,1 3-386,1-3-640,4 4 0,1-5-32,3 0 1,3 0 0,4 0-80,0 0 1,1 0 0,-1 0-118,1 0 0,-1 0 0,1 0 1,-1 0 14,0 0 0,1 0 0,-1 0 1,1 0-113,-1 0 0,-3 0 0,-1 0 0,2-1 16,1-3 1,2 3 0,-1-3 0,0 3-11,1 1 0,-1 0 1,1 0 43,-1 0 0,0-4 1,1 0-6,-1 1 1,-3 2 0,-1 1-23,2 0 0,2 0 74,0 0 0,0 4-27,1 0 0,-1 3-80,1-3 0,-1 5 5,0-1 0,-3-3 0,-2 0-7,-1 0 0,3-3 0,-3 5 52,1-2 1,-2-1 129,4-4 1,-4 3-41,3 1 1,-3 0-202,4-4 1,-2-1-1,3-2-235,-2-1 0,1-1 0,3 2-61,1-5 0,-5 3 0,1 0-213,1 0 0,-3 2 366,2-4 1,0 4 221,3-1 1,-3-1 161,-1 1 1,1-1-126,3 2 0,1 1 131,-1-2 1,0 3 78,1 1 1,-5 1 56,1 3 1,0-1-65,3 4 1,-3-4-154,-1 1 0,1 1-78,3-1 0,-1 1 1,-1-3-147,-1 2 1,-1 0-139,5-4 0,-1 0-183,1 0 0,-1 0 0,1 0 94,-1 0 0,-3 0 1,-2-1-1,0-2-157,1-1 0,-4 0 0,5 4 441,1 0 1,-3 0 0,2 0 322,1 0 1,1 0-27,1 0 1,1 0-1,-1 0 18,0 0 0,-3 0 1,0 0-54,1 0 0,1 4 1,1 0 36,0-1 0,-3-1 1,0 1-278,1 0 1,1 1 0,1-4-394,1 0 0,-1-1 0,0-2 50,1 0 0,-5-1 1,1 3 159,1-3 1,-3 2 0,2-1 259,1 1 1,-3-1-1,2-1 204,0 1 1,3 2-49,0 1 0,0 0 1,1 0 169,-1 0 1,-3 0-1,-1 0 433,2 0 1,1 5-530,2 3 1,-1 1 0,1-2-550,-1-3 1,-3 1 0,-1-1-1038,2-2 1,1 0 0,2-2-1564,-1 0 0,1 1 2823,-1 3 0,16 2 0,3 5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30:06.701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308 103 8302,'11'0'312,"-4"-1"354,-3-3 1,1 2 0,-1-6 358,-2-1 1,-1 3-1,-1-2-429,0-1 1,-3 3-1,-3-2-316,0 0 1,-2-1 0,-2 0-227,3 1 1,-3 6 0,2-2-360,-2 3 1,-2 1-1,1 1 23,0 3 0,3 2 1,2 5-1,-1 1 184,1-1 0,3 4 0,-2 2 0,2 1 117,-1 2 1,0 1 0,4 2 0,0 1 49,0 3 0,-1 2 0,-2 5 1,-1 1 21,2-1 1,1 1-1,1 2 1,0 0-43,0-4 1,0 0 0,0-7-1,0 0-208,0-2 1,1-6 0,1-3-1180,2-3-159,0 0 0,-9-6 1497,-3-2 0,-32-48 0,-10-13 0</inkml:trace>
  <inkml:trace contextRef="#ctx0" brushRef="#br0" timeOffset="181">11 343 8460,'-6'-12'2139,"1"5"-352,5-1 1,1 2-1440,3-2 0,6 2 1,5 3-1,1 0-274,0 0 1,-2 2 0,5 1-1,1 0-1042,2 0 1,1 0 967,0 0 0,35 5 0,9 1 0</inkml:trace>
  <inkml:trace contextRef="#ctx0" brushRef="#br0" timeOffset="748">639 103 9003,'-5'-6'1255,"2"1"0,-4 5-842,-2 0 1,3 1-1,-1 3 1,1 5-281,0 5 1,2 0 0,-3 5 0,1 2-15,0 5 0,-2-1 1,-2 5-1,1 1 109,1-2 0,5 4 0,-5-3 0,0 3-11,2 2 0,1-8 0,5-3 0,0-4-379,0-4 0,0-1 1,1-3-1,3-2-708,4-3 1,2-2-1,1-5 1,1-1 869,-1-3 0,31-58 0,7-19 0</inkml:trace>
  <inkml:trace contextRef="#ctx0" brushRef="#br0" timeOffset="1050">867 137 8700,'-10'-7'1829,"2"-1"0,-2 4-874,3-3 0,-3 4 1,-1 1-748,4 4 1,-3 5-1,3 5 1,0 5-1,-1 6 0,0 1 0,-3 6 1,1 2 111,2 1 0,-1 2 0,6 2 0,0 1-134,2-1 1,1-5-1,0-3 1,0-1-432,0-3 1,1-6-1,3-5-67,3-5 1,4-4 0,0-6 0,0-3-287,1-4 1,-5-2 0,1-1 0,1-1-62,1 1 0,-2-2 659,-1-2 0,-9-28 0,1-12 0</inkml:trace>
  <inkml:trace contextRef="#ctx0" brushRef="#br0" timeOffset="1214">673 274 8299,'-7'-3'1651,"-1"-1"0,7-1-1124,1 1 1,5 3-1,7-3 1,4 3-750,3 1 0,2 0 0,2 1 0,0 1-1671,0 2 1893,0 0 0,45 1 0,12 1 0</inkml:trace>
  <inkml:trace contextRef="#ctx0" brushRef="#br0" timeOffset="1482">1050 160 8293,'6'-1'2401,"-1"-2"-1427,0 0 1,-2-1 0,4 4-501,2 0 1,0 6-1,0 4 1,-1 7 7,0 4 0,-1 1 0,-1 7 0,-1 0-77,-2 0 1,-2 3 0,-1 5 0,-1 1-1149,-3-1 1,-4-2 0,-6-1 0,-1 1 742,1-1 0,-14-10 0,-2-3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30:21.8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1 8300,'0'5'674,"0"1"2081,0-3-2177,0-1 1,0 3-229,0-1 0,1-3 0,2 2 0,4-2-37,2-1 0,5 0 0,1-1 1,0-1-84,4-1 1,0-1 0,1 3 0,-1-1-369,-2-2 0,3 1 1,-4 3-1,-1 0-693,-1 0 0,-3 0 1,-1 0-2592,1 0 3422,-6 4 0,-9-2 0,-8 2 0</inkml:trace>
  <inkml:trace contextRef="#ctx0" brushRef="#br0" timeOffset="400">20 194 8279,'-7'0'2821,"0"0"-1777,5 0 1,-1 0-634,6 0 1,3 0-1,4 0 1,1 0-83,3 0 1,2 0 0,4 0-1,0 0-134,1 0 1,-1 0-1,0 0 1,1 0-229,-1 0 0,-3 0 0,0 1 0,0 2-423,-1 0 0,-1 1 1,-5-4-1060,0 0 1,-4 1 1514,-3 2 0,-11-2 0,-3 4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30:26.6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171 11 9457,'0'-6'4144,"-1"2"-4157,-3 4 0,2 0 0,-5 1 0,1 2-55,0 4 0,-3 2 0,2 2 1,-2 2-50,-1 0 0,3 5 1,0-1-1,-1 3 39,-1 0 1,-1 0-1,1 2 1,1 2 267,1 3 0,1-1 1,-3 1-1,1 1 17,1 2 0,5 4 0,-2 0 0,2-2-129,-2 0 0,3 0 0,-1 1 1,3 1-44,3-2 0,4 1 0,-3 0 0,2 1-29,0-1 0,0-5 0,2-2 0,-1-1-111,-2-2 0,1-3 0,3-3 0,-1-3-538,-2-3 0,2-1 1,-3 0-1239,0 1 1881,3-1 0,-13-9 0,3-2 0</inkml:trace>
  <inkml:trace contextRef="#ctx0" brushRef="#br0" timeOffset="967">466 225 8206,'-6'-6'390,"-1"3"1,3 1 0,-1 1 2010,0-2-1999,2 2 0,3-5 1,1 4-231,2-1 1,4-4 0,7 2 0,2 1-85,-1-1 1,5 2-1,-3 3 1,2 0-133,1 0 1,-4 4 0,-1 3 0,-3 2-181,-1 1 1,0 5-1,-8 3 1,0 4-155,-2 1 0,-6 6 1,-3-2-1,-3 2-55,-3 2 1,-4-2 0,1 0-1,-2-3 318,-1-1 0,-1-3 1,1-5-1,1-4 333,2-5 0,2-4 1,6-5 168,2-2 0,3-3 0,4-4 1,2 0-116,5-1 0,0 1 1,10 0-1,2 0-43,0 0 0,-2 4 1,0 3-1,1 1-54,1 2 0,0 2 0,-1 1 0,-2 4 50,-1 2 0,-1 5 1,-5 3-1,-3 4-13,-2 3 1,-4-2-1,-4 5 1,-3 2-166,-6 0 1,-3-2-1,-5-1 1,-2-1-544,-1-2 1,-1-2 0,3-1 0,-2-2-541,1-1 0,5-8 0,2 0 1036,2-4 0,23-51 0,9-16 0</inkml:trace>
  <inkml:trace contextRef="#ctx0" brushRef="#br0" timeOffset="1631">1149 133 8206,'0'-10'-1232,"0"3"2379,0 0 0,0 0 285,0-3 1,0 3-901,0 1 0,-1 3 0,-2 1-446,-4 4 0,1 7 0,-2 6 0,-2 2-2,-3 5 0,-1 3 0,1 6 0,-1 3-156,-2 4 1,2 6 0,-2 3 0,0 3 86,1 1 1,2 3 0,1 1 0,3-3 143,2-4 1,5-3 0,-2-9 0,3-5-96,1-2 1,1-12 0,3-3 0,2-6-22,3-3 0,2-2 1,-1-3-1,1-1-142,3-2 1,-2 1 0,4-4 0,0 0-459,0 1 0,0-2 0,2-3 0,-2-1-438,-2 1 1,0 0 0,-4 0 994,0 0 0,-4-19 0,-2-3 0</inkml:trace>
  <inkml:trace contextRef="#ctx0" brushRef="#br0" timeOffset="1831">915 408 9025,'-6'-1'1394,"3"-2"0,3 1 1,3-1-1,5 2-1395,4 1 1,1 1-1,4 1 1,2 2-1406,4-2 1406,3-1 0,68-5 0,-39 1 0,0 0 0</inkml:trace>
  <inkml:trace contextRef="#ctx0" brushRef="#br0" timeOffset="2398">1434 153 8209,'-3'-6'-1562,"0"-1"2284,0-1 0,-1-1 1,0-1-6,2-1 0,2 5 0,3 0 0,4 0-218,2 1 1,3 2 0,0 0 0,2 2-295,-2 1 1,3 0 0,-2 1 0,-1 2-162,-4 4 0,0 2 1,-5 3-1,-1 1-83,-1 4 1,-2-1 0,-3 1 0,-5 1-545,-4 1 1,-2 2-1,3-1 1,-3-1 201,-1-2 0,4 1 1,-2-4-1,2-2 1015,-2 0 0,6-3 527,-2-2 1,5-3-748,1-4 0,5 0 0,10-1 0,0-1-68,2-2 0,2 1 1,3 2-1,-1-1-864,1-2 1,-2 1-1,1 3 1,0 0-2619,-1 0 3136,3 0 0,15 4 0,9 2 0</inkml:trace>
  <inkml:trace contextRef="#ctx0" brushRef="#br0" timeOffset="2800">1832 500 8209,'-11'0'1771,"1"0"0,6 0 0,4 0-1129,5 0 1,8 0-1,2 0 1,0 0-458,4 0 0,3 0 1,2 0-1,-1 0-142,-2 0 1,-1 0-1,1 0 1,-1 0-1154,1 0 0,-4 0 1110,0 0 0,0 9 0,3 2 0</inkml:trace>
  <inkml:trace contextRef="#ctx0" brushRef="#br0" timeOffset="3397">2677 164 8236,'-1'-7'224,"-1"0"730,-2-1 0,0 4-698,0 0 0,2 4 0,-3 4-86,0 2 0,2 8 0,2 4 0,-2 5 11,0 4 0,-4 7 0,4 3 1,-1 3 90,0 0 0,1 7 0,-2 3 1,-1 3-159,1 0 0,-2-2 0,-3-3 0,0-4-297,4-2 0,-2-8 0,4-7 0,2-9-576,1-6 0,1-7-1449,0-5 2208,0-5 0,9-41 0,2-10 0</inkml:trace>
  <inkml:trace contextRef="#ctx0" brushRef="#br0" timeOffset="3903">3034 347 8241,'0'-17'232,"0"0"0,0 1 1,0-2-1,-1 2 522,-3 1 1,-1 2-1,-6 3 1,1-1-263,0 1 1,-5 1 0,-2 2-1,-1 4-414,1 2 0,-2 2 1,3 2-1,0 4-203,3 2 0,-1 6 0,3 2 0,3 2-70,2 2 1,3-1-1,3 0 1,1 1 13,2-1 1,3 0 0,5 2 0,2 1 69,0 0 0,4 5 1,-2-4-1,0 1 53,0 0 0,1 2 0,-3-2 0,-3 1-15,-2 3 0,-6-4 0,2-2 1,-4-1-26,-4-2 0,-2 1 1,-8-2-1,-3-2 57,-2-4 1,-3-1 0,0-3 0,-2-2 26,1-4 0,2-3 0,1-3 0,2-5 223,1-5 0,6-4 0,1-5 0,5-3 85,4-1 1,2-3-1,4-3 1,4-2 134,3 1 1,5 1 0,-2 2 0,2 0-143,5 3 0,-2 2 0,4 6 0,-3 2-667,0 3 1,-1 6 0,1 3-1,1 0-772,-2 3 1152,3 1 0,11 1 0,9 0 0</inkml:trace>
  <inkml:trace contextRef="#ctx0" brushRef="#br0" timeOffset="4481">3523 194 8212,'0'-10'564,"0"0"0,0 0 923,0-1 0,0 1-979,0 0 1,-1 4 0,-2 5 0,-1 6-322,-2 5 0,-4 8 1,-5 2-1,-1 6-101,-2 4 0,3 4 0,-2 1 0,-2 1-50,0 3 0,0 5 0,1 3 0,1 3-127,-1 1 1,3-5 0,1-1 0,4-5 173,3-2 1,3-5 0,4-10-1,1-6 88,2-4 0,4-8 1,7-1-1,2-4-243,0-4 1,4-2 0,-1-7 0,3-2-625,-3 0 0,4 1 0,-5-2 1,-1 1-1111,-2 3 1,-1 1 1805,-4 1 0,-4-23 0,-2-6 0</inkml:trace>
  <inkml:trace contextRef="#ctx0" brushRef="#br0" timeOffset="4663">3187 408 12605,'4'-6'0,"3"3"533,2 2 1,7 1 0,4 0-1,6 1-560,4 2 0,4-1 27,0 1 0,-10 3 0,-4-1 0</inkml:trace>
  <inkml:trace contextRef="#ctx0" brushRef="#br0" timeOffset="5116">3808 500 8341,'-7'0'1191,"0"0"0,5-1-365,-1-3 1,3 2 0,4-4 0,5 2-326,4 2 0,5 0 0,0 2 0,4 0-437,1 0 0,1 0 1,-3 0-1,-1 0-494,0 0 1,0 0-1,-2 0 1,-3 2-2372,0 1 2801,-1-2 0,-18-5 0,-2-8 0</inkml:trace>
  <inkml:trace contextRef="#ctx0" brushRef="#br0" timeOffset="5314">4002 316 8092,'-9'7'0,"2"0"171,3 1 1,0 1 0,-1 2 0,1 2 438,-1 0 1,1 9 0,1-1 0,-1 4-278,-2 4 1,3 3-1,-3 2 1,1 0-376,-1 1 0,4-7 0,-2-1 0,3-5 42,1-1 0,18-19 0,5-4 0</inkml:trace>
  <inkml:trace contextRef="#ctx0" brushRef="#br0" timeOffset="7697">4531 133 8539,'0'10'554,"-3"5"1,-2 3 0,1 5-396,-1 4 1,-2 5 0,1 4 0,-1 6 22,0 3 1,-1 1-1,-4 3 1,-2-3-38,2 0 1,1 1 0,0-4 0,2-4-227,2-8 1,0-5 0,3-6-540,2-3 1,2-8-1,3-9 620,4-6 0,16-48 0,4-13 0</inkml:trace>
  <inkml:trace contextRef="#ctx0" brushRef="#br0" timeOffset="8116">4756 194 8812,'0'-6'1067,"-4"6"0,0 8 0,-2 5-1019,-2 4 1,2 2 0,0 1 0,-1 1-146,1-1 1,-2 1-1,5-1 1,1-1 3,0-2 0,2-1 0,0-4 0,0 2 44,0-2 1,2-1-1,1-3 1,4-2 260,2 2 0,4-2 0,1 0 0,0-1 226,0 1 1,-2 0-1,1 2 1,-2-2-77,0 2 0,-1 1 0,-1 2 0,-2-1-83,-4 0 1,-2 3-1,-1 1 1,0 0-286,0 0 1,-4-1 0,-3 4 0,-2 0-409,-1-1 0,-4-2 0,-1-3 0,0-1-396,-4 0 0,4-1 0,-2-1 1,0-2-2232,1-2 3041,-3-1 0,-11-48 0,-7-11 0</inkml:trace>
  <inkml:trace contextRef="#ctx0" brushRef="#br0" timeOffset="8247">4684 265 8415,'15'-4'18,"-3"-2"1,4-3 0,0 2 110,0 4 1,0-2 0,2 2 0,-1 2-52,1 3-78,6-1 0,20 13 0,9-3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30:36.0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 1 11310,'1'5'684,"2"-1"0,3 1 1,4 1-406,0 0 1,-3 3-1,0-3 1,1 3-66,1 2 0,1 0 1,-1 1-1,-1 3-127,-1 1 1,0 1-1,3 3 1,0 1-108,0-1 1,-3 0-1,-1 1 1,-1-1-14,1 1 0,-4 0 0,2 2 0,-3 1 44,-1-2 0,0-1 1,0-2-1,0 0 193,0 3 1,0 0 0,0-1-1,0-1-64,0 0 1,-4 1 0,0-1 0,-1 0-98,1 1 0,-3-1 0,3 1 1,-2-1-51,-2 0 0,-1 1 0,-1-1 1,0 0 1,-1 1 1,1 1 0,0 0-1,0-3-277,0 0 1,-1 1 0,1 1-1,0 1-424,0-2 1,1 3-1,1-7 1,2-1-2216,2-1 2921,0-3 0,0-23 0,-2-6 0</inkml:trace>
  <inkml:trace contextRef="#ctx0" brushRef="#br0" timeOffset="1417">601 306 8183,'-1'-9'943,"-2"2"-510,2-2 0,-3 5 1,8-4-121,2 1 1,3 5 0,2-2-1,0 3-91,2 1 1,0 0-1,3 0 1,-2 1-2,-1 3 1,2 1-1,-2 6 1,-1 0-5,-5 3 0,-1 1 0,-4 7 1,2 2-98,-2 3 1,-6-1-1,-6 1 1,-3 1-261,-3 2 0,-1 0 0,-3 0 0,-1-2-112,1-1 1,-4-4 0,0 1 0,1-2-10,-2 2 0,7-6 0,-2 1 1,5-3-946,2-3 1,2-7 598,1-2 1,5-5 0,5-5 606,6-4 0,21-34 0,6-6 0</inkml:trace>
  <inkml:trace contextRef="#ctx0" brushRef="#br0" timeOffset="1750">958 245 8183,'-5'-7'0,"-2"0"114,-2 0 1,3 2 0,-1 2 0,-1 1 721,-1 2 1,1 0 0,-1 0-1,-2 2-484,-1 1 0,1 6 0,1 6 0,-2 2-234,-1 4 0,1 0 0,-1 4 0,0-1 148,0 4 1,5 1-1,-2 2 1,2-2 40,2-2 1,2 2 0,4-6 0,1 0 15,2-2 1,6 0 0,6-2 0,1-2-242,2-3 1,-1-3 0,2-2 0,3-2-274,-1-4 0,2-2 1,-1-1-1,3-1-457,1-2 0,-3-3 1,1-4-1,-3 0-1234,0 0 1882,-1-1 0,5-17 0,1-5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30:41.5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50 631 7663,'-13'0'-80,"5"0"1256,-1 0 0,5 0 926,-4 0-1298,5 0 1,-1 0-543,8 0 1,3 0-1,7 0 1,1 0-97,2 0 0,6 0 0,-2 0 1,2 0-116,3 0 1,-1 0 0,0 0 0,-1 0-171,-3 0 0,1 0 0,-3 0 0,-1 0-161,0 0 1,-1 0-808,-5 0 288,-5 0 0,-2 0 799,-10 0 0,-30 0 0,-12 0 0</inkml:trace>
  <inkml:trace contextRef="#ctx0" brushRef="#br0" timeOffset="2181">844 517 8199,'-13'0'14,"1"0"184,-1 0 1,5 0 0,-1-1 190,0-3 0,-1-3 0,1-6 0,4-1-123,-1-3 1,5 2-1,-2-6 1,6-2-75,5-1 1,3-1-1,3 1 1,3 2-237,4 1 1,2 7 0,-1 1 0,-1 8-105,1 3 1,2 4 0,0 3-1,-3 8 1,-4 7 0,-3 9 1,-3 6-1,-3 4 29,-3 3 0,-4 0 0,-2-2 1,-4 0-3,-3 2 0,-5 0 0,-3-4 0,-5 0 92,-3 0 0,-1-5 1,-1-2-1,1-3 249,0-4 1,0-9-1,1-2 1,3-7 613,4-5 0,5-2-384,3-4 1,5-2 0,8-5 0,6-1-210,5 0 1,5 1 0,5 1 0,0 1-8,1 1 1,-1 7 0,0-3 0,0 4-95,0 1 0,1 0 0,-3 1 0,-2 2-336,-4 1 1,-3 6 0,-1-1 0,-2 2-1181,-2 1 1,-2 1 1374,-3 0 0,-20-12 0,1-2 0</inkml:trace>
  <inkml:trace contextRef="#ctx0" brushRef="#br0" timeOffset="2781">1701 126 8250,'0'-12'1733,"0"-1"1,-5 2-1299,-4 3 1,2 3 0,-1 10-1,-2 4-355,-1 7 0,-2 3 1,1 7-1,-1 0-66,0 4 1,-3 2 0,-3 7 0,1 3 79,0 4 1,-3 5-1,3 3 1,-1 5 70,1 3 1,-3 2-1,4 1 1,3-4 112,5-8 0,3-6 1,6-12-1,1-6-120,4-8 1,2-11 0,5-6-1,2-2-275,3-2 1,3-10 0,3-4-1,0-3-399,-2-1 1,-4-3 0,2 2-1,0 1-587,-4 0 0,-1 1 1,-1 5 1102,-1-1 0,-10-11 0,-4-2 0</inkml:trace>
  <inkml:trace contextRef="#ctx0" brushRef="#br0" timeOffset="2981">1323 429 10952,'18'-7'874,"-2"1"0,5 6 1,2 0-1267,5 0 0,0 2 0,6 0 392,1 3 0,58-7 0,-40-1 0,1-1 0</inkml:trace>
  <inkml:trace contextRef="#ctx0" brushRef="#br0" timeOffset="3580">1953 63 8249,'-7'-12'1001,"3"-1"1,3 0-225,1 1 0,5 5 0,4 3 0,2 2-493,2 2 1,-1 0 0,-1 2-1,-1 2-235,-1 4 1,-2-1-1,2 2 1,-2 1-274,-1 1 0,-2 6 0,-4-1 0,0 1-390,0 1 0,-5-2 0,-4 3 0,-2 0 159,-2-4 1,5-1 0,0-1 0,-2-1 354,-1 1 1,2-6 0,2-2 0,0 0 1253,0-1-805,4 0 1,-1-4 0,8-1 0,5-2-9,2-1 1,2-1-1,-1 5 1,1 0 299,-1 0 0,1 6 0,0 2-208,-1 4 1,-5 0-1,-3 1 1,-2-1-325,-2 1 0,0 0 0,-2-1 0,-3 1-700,-8-1 1,-1-3 0,-7-1 0,-1 1-980,-2-2 1,-1 2 1569,-1-4 0,7 4 0,1-2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30:59.3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50 516 7972,'-13'0'516,"5"0"1345,0 0 7,-1 0-1228,2 0 1,3 0-279,8 0 0,3 0 1,6 0-1,1 0-163,3 0 1,1 0 0,4 0 0,-1 0-164,2 0 0,-1 0 0,0 0 0,-2 0-277,-2 0 1,0 0-1,-2 0 1,1 0-334,-2 0 0,-5 0 0,-2 0-1045,2 0 1,-4 1 1618,-2 3 0,-31-8 0,-8 3 0</inkml:trace>
  <inkml:trace contextRef="#ctx0" brushRef="#br0" timeOffset="316">189 339 8927,'-7'-6'735,"2"6"0,4 6 1,1 8-1,0 3-562,0 4 0,1 7 1,2 3-1,1 1 12,-1 3 1,-1 1 0,-2 2 0,0 0-77,0 0 1,0 0 0,0-2 0,0-4-1404,0-7 1,0-5 1293,0-7 0,5-40 0,2-9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31:11.4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946 227 8137,'0'-8'101,"0"-1"522,0-1 1,4-1 1650,0-1-1663,0 5 1,-5 1-1,-3 9-416,-5 5 0,-2 2 0,-2 11 0,1 3-95,-1 4 1,-4 4 0,-1 7 0,-1 3-48,-4 4 0,4 9 0,-1 5 1,2 5 70,2 2 0,2 0 0,3-5 1,3-5 80,4-6 0,2-5 0,4-12 1,2-11-18,4-6 0,3-10 0,2-3 0,1-4-280,3-4 0,-3-3 1,3-5-1,-3-2-424,-2-3 1,5 3 0,0-4-1,-3 1-579,-4 0 1,1 0-1,-4 3 1095,0-3 0,-18-47 0,-10-17 0</inkml:trace>
  <inkml:trace contextRef="#ctx0" brushRef="#br0" timeOffset="167">593 504 10179,'12'0'2190,"2"0"0,4 0-1960,8 0 0,-1 0 0,6 0 0,0 2-561,2 2 0,4-3 331,0 4 0,29-15 0,7-4 0</inkml:trace>
  <inkml:trace contextRef="#ctx0" brushRef="#br0" timeOffset="799">1336 114 8137,'-5'-13'388,"2"2"1,-4 1 0,1 2 298,4-2 0,0-2 0,2 0-56,0-1 0,2 5 0,2 1 1,4 1-385,3 3 1,3 2 0,2 1-1,1 0-177,-2 0 0,-1 6 0,-1 1 1,-1 2-83,1 4 0,-6-3 0,-3 7 0,-3-2-171,-1 2 0,0 1 0,-1 5 1,-3-2-52,-5 1 0,-2-2 0,-1 1 1,-2 0 71,-3-2 1,3-1 0,-3-5 0,3-2 775,1-2 0,1 0 0,-1-4 899,1-3 0,6-2-996,6-4 1,10 1 0,7-4 0,-1 0-319,3 0 0,-1 5 1,4-3-1,-2 4-435,-2 1 0,-1 0 0,-3 0-1564,3 0 1,-3 4 1799,3 0 0,-9 6 0,-2-3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31:19.5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38 542 8144,'-13'0'1549,"1"0"344,5 0-1369,1 0 1,16 0 0,3 0-298,1 0 0,4 0 1,0 0-1,2 0 2,2 0 1,-2 0 0,1 0 0,0 0-160,-2 0 1,1-1 0,-5-2 0,2-1-203,-1 1 0,-2 2-664,-2 1-1789,1 0 2585,-6 0 0,-18-6 0,-10-1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31:36.3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187 200 8490,'0'-16'-173,"0"6"0,0-1 0,0-1 898,0-1 1,-2 2-1,-2 1 1,-1-2-263,2-2 0,-1-1 1,1-1-1,-4 3-158,-2 2 1,4-3-1,-5 6-308,-2-1 1,-2 4 0,-1 10 0,-1 7-317,1 7 1,1 7 0,2 10 0,2 4-6,-2-1 0,5 6 0,2-6 0,3 3 252,2-1 1,0-8 0,2-1 0,3-6-54,5-4 0,9-6 1,2-7-1,-1-4 108,3-7 1,-6-1 0,3-13 0,-2-5 35,-3-1 0,-1-7 0,-4 3 0,-3-3 31,0-2 0,-5 7 0,3 3 0,-3 4 597,-2 1-441,0 8 0,-6 15 0,-1 13 0,1 10-100,-1 6 0,0 5 0,3 9 1,-1 3 148,2 2 0,-4 2 1,2 5-1,1 0 13,3 0 0,-5-2 0,0-4 1,-1-6-30,0-7 1,0 0 0,4-8 0,-3-6-510,3-7 0,1-10-1246,2-1 0,0-15 1516,0-1 0,14-48 0,3-14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6:31:38.7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16 8411,'-10'0'1078,"-1"0"1,8 2-871,-2 3 1,5 5 0,3 9-109,2 2 0,6-1 0,-4-4 0,0-1-290,-1 1 1,5 4-1,-4-1 1,0-3-630,-1-4 0,1-2 819,-2 6 0,-3-28 0,5-7 0</inkml:trace>
  <inkml:trace contextRef="#ctx0" brushRef="#br0" timeOffset="368">30 31 8409,'-8'0'527,"1"0"1,20 0 0,6 0-624,4 0 0,6 0 0,-3 0 0,3 0 54,2 0 1,-2-5-1,-1 0 1,-4 2-14,-2 1 0,-1 0 1,-6-1-1,1-2 103,-1 1 1,-5 3 937,1 1-397,-8 0 1,-3 1 0,-10 3-363,-4 1 1,4 5 0,1-3 0,1 3 0,-1 8 0,4-1 0,-4 9 0,1 3 48,-1 5 0,6 6 0,-4 8 1,2 2-6,-1 1 1,0 8 0,2-3 0,-3 3-208,-1-2 0,4 1 0,-1-8 0,3-5-512,2-8 0,0-6 0,2-6 0,3-10-2662,5-8 3110,-3-5 0,7-64 0,-5-16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48:20.488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487 19 8264,'0'-7'1398,"0"-5"0,0 12 0,-2 0 0,-2 9-1164,-5 7 0,-2 4 0,-4 8 0,-3 4-133,-3 8 0,-4 2 1,-1 9-1,-2 4 37,-3 4 1,-2 2-1,-5 3 1,3-3-94,4-4 0,9-10 0,5-9 1,2-10-326,2-9 1,6-8-554,2-6 0,4-2 0,2-12 0,2-1 833,2-2 0,11-65 0,-2-17 0</inkml:trace>
  <inkml:trace contextRef="#ctx0" brushRef="#br0" timeOffset="317">67 98 8276,'-2'-12'2825,"-2"3"-2743,2 4 1,2 16 0,11 7 112,5 5 1,0 5-1,4 1 1,1 3 148,-1 2 0,2 2 0,4 6 1,0 2-27,1-1 0,-3-8 0,0-5 0,-4-2-36,-1-2 1,-1-1 0,-5-3-1288,0-5-1592,-6-8 109,-1-3 2488,-6-6 0,-35-41 0,-9-10 0</inkml:trace>
  <inkml:trace contextRef="#ctx0" brushRef="#br0" timeOffset="517">250 85 8276,'-1'-9'3534,"-3"0"-3534,2 6 0,-33 38 0,-1 16 0</inkml:trace>
  <inkml:trace contextRef="#ctx0" brushRef="#br0" timeOffset="683">27 466 8276,'-8'-6'402,"-1"-3"0,6 2 982,-2-2-1384,4 6 0,42-3 0,10 6 0</inkml:trace>
  <inkml:trace contextRef="#ctx0" brushRef="#br0" timeOffset="850">500 347 10156,'-9'0'768,"0"0"1,1 35 0,-5 9 0</inkml:trace>
  <inkml:trace contextRef="#ctx0" brushRef="#br0" timeOffset="1000">290 781 8457,'-7'-6'489,"-1"4"1,5-3-490,-1-1 0,17-31 0,9-12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48:29.054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216 10 8332,'0'-6'1388,"0"2"0,1 4 0,2 1 0,4 1-1237,1 1 0,1 5 1,2-2-1,0 2 23,2 2 1,-1 0 0,-3 2-175,1 0 0,-5 21 0,-1 3 0</inkml:trace>
  <inkml:trace contextRef="#ctx0" brushRef="#br0" timeOffset="383">10 122 9785,'-4'5'822,"3"4"1,-2-2 0,2 3-518,1 3 0,0 8 0,1 0 0,1 5-140,1 3 1,3 2 0,-2-1-1,0-2-381,1-2 1,1-5 0,-2 1 0,0-4-1034,0-2 1,1-7 737,-2-5 1,-2-4 0,2-5 0,-3-3 232,-3-3 0,2-6 0,-2 1 1,1 0 153,2 0 0,0-2 0,0 3 0,2-2 220,1 2 0,2-3 0,5 2 0,3 0 286,2 0 1,6-2 0,3 3 0,3-2 174,5 1 1,1 0 0,0 3 0,-1 2 9,-2 0 0,2 6 1,-4 2-1,-5 2-230,-6 1 0,-3 1 1,-6 2-296,-2 3 1,-1 3 0,-6 1 0,-3 2 292,-2 0 1,-2 5-336,-1-2 0,-1-5 0,1-2 0</inkml:trace>
  <inkml:trace contextRef="#ctx0" brushRef="#br0" timeOffset="583">104 440 8528,'1'-5'680,"2"2"1,0-1-1,5 1 1,4 0-452,1-1 1,3 2 0,4-4-1,0 1-294,2 0 0,0 2 0,-3-2 1,-1 0-1015,-3 3 1,-1 1 1078,-5 1 0,-16 25 0,-5 6 0</inkml:trace>
  <inkml:trace contextRef="#ctx0" brushRef="#br0" timeOffset="767">76 609 8394,'-7'0'325,"1"0"1,4-1 0,0-2 418,4-3 0,4 0 1,7 0-1,2-1-566,3-1 0,4-2 0,1 1 0,0 1-884,0 1 1,-2 2 0,-2 3 0,0-1 705,0 1 0,-30 26 0,-6 7 0</inkml:trace>
  <inkml:trace contextRef="#ctx0" brushRef="#br0" timeOffset="968">57 722 8394,'-10'0'68,"4"0"0,1 1 0,0 1 1680,0 1-680,3 0 0,10-10 1,11-3-828,6 0 0,4-1 0,2 1 0,3-1-117,3-2 1,-3 1-1,-1 2 1,0 1-517,-3-1 1,1 2 0,-3 1 0,-5 2-3152,-5 0 3543,-5 2 0,-41-22 0,-9-6 0</inkml:trace>
  <inkml:trace contextRef="#ctx0" brushRef="#br0" timeOffset="1200">254 291 9238,'0'9'725,"-1"1"0,-2 4 1,-1 6-360,-1 7 1,-1 9 0,-4 8-1,1 3-9,0 3 0,-5 6 1,-1 5-1,-2 1-177,1-3 1,3-10 0,3-6-1,2-8-1274,2-7 1,2-5-568,4-7 1661,0-7 0,-4-42 0,-2-14 0</inkml:trace>
  <inkml:trace contextRef="#ctx0" brushRef="#br0" timeOffset="1367">225 703 8394,'10'0'384,"0"1"0,2 2 0,1 4 0,3 5 1093,4 3 1,-1 7-1,6 3 1,0 2-1049,-1 1 1,3-1 0,-3-2 0,0-4-1345,-2-4 1,1-4 0,0-3 914,1-1 0,9-37 0,6-10 0</inkml:trace>
  <inkml:trace contextRef="#ctx0" brushRef="#br0" timeOffset="1888">834 384 8394,'0'-9'1697,"-1"3"-1101,-2-1 1,2 6 0,-2 1-385,2 6 0,1 6 0,0 5 1,0 4 23,0 4 1,0 5 0,0 2-1,0 1-405,0 3 0,0 0 0,0 2 0,0-2-1103,0-2 1,0-2 0,1-7 1271,2-4 0,7-47 0,4-12 0</inkml:trace>
  <inkml:trace contextRef="#ctx0" brushRef="#br0" timeOffset="2050">965 459 8394,'10'-9'220,"0"-1"0,2 1 1,1 1-1,3 1 0,3 1 1,1 2 666,1 2 1,0 1 0,0 1 0,1 0-1010,-1 0 0,-5 0 1,-1 0-956,-2 0 0,-1 1 1077,-6 2 0,-27-23 0,-10-1 0</inkml:trace>
  <inkml:trace contextRef="#ctx0" brushRef="#br0" timeOffset="2334">1106 253 8394,'0'15'-83,"0"-3"0,0 0 0,0 0 0,0 5 671,0 4 1,0 4 0,1 6 0,1 3-234,1 3 1,1 4-1,-2 2 1,3 0-164,0-3 0,-3-1 0,1-2 0,-2 0-229,-1-3 1,-3-6 0,-1-7 0,-1-5-171,-3-3 0,-3-7 1,-2-3-1,1-2-7,-2-1 1,1-7-1,-3-3 1,3-5 161,-1-5 1,5 2 0,-2-5-1,5 1 445,2 0 1,1 0 0,3 4-1,0 2 352,0 0 1,1 6 0,2-1 0,3 4-596,3 0 1,0 3 0,1 1 0,3 1-737,2 2 0,3 0 1,1 0-1,1 2 586,2 1 0,26 10 0,12 7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48:32.32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417 24 8365,'0'-10'2829,"0"4"-2591,0 0 0,0 5 1,-1 2-1,-2 6-274,-3 5 0,-4 7 1,-1 2-1,-3 4-16,0 4 0,-5 10 1,-4 1-1,-1 5 80,-2 2 1,-2 4 0,-2 2 0,-2 3 53,-2 4 0,5-11 0,0-3 0,5-6-7,4-6 0,2-6 0,7-8-445,3-6 1,6-7-1121,2-10 1490,4-6 0,26-52 0,6-15 0</inkml:trace>
  <inkml:trace contextRef="#ctx0" brushRef="#br0" timeOffset="251">370 183 8806,'1'-5'1030,"2"2"0,4 6 0,4 4 0,4 5-554,2 3 0,4 4 0,7 3 0,1 3-63,3 2 0,-2 1 0,3-1 0,-2-2-121,-4-3 0,1-6 1,-8-1-1,-2-1-6,-4-3 0,-8-4-286,-3 0 0,-60-18 0,-16 0 0</inkml:trace>
  <inkml:trace contextRef="#ctx0" brushRef="#br0" timeOffset="450">333 483 11728,'9'0'-183,"1"0"0,-1 0 0,1 0 183,3 0 0,10 12 0,6 4 0</inkml:trace>
  <inkml:trace contextRef="#ctx0" brushRef="#br0" timeOffset="718">286 661 8365,'-6'0'105,"1"1"208,0 2 0,3-2 0,5 2-130,4-2 0,2-4 0,3-1 1,4 0-203,2-1 1,1-2 0,-1 2-1,1-1 99,0 0 0,-1 3 1,0-1-1,-2 1 158,-4 0 0,-1 0 0,-2 3 0,0 1 168,1 2 0,-5 2 0,-2 5 0,-3 0-14,-3 3 0,-2 1 0,-5 5 0,0 1-327,-2 1 1,0 0 0,-4 3 0,0-1-416,-2-2 1,2 1 0,2-2-1,0-3 350,3 1 0,-4-17 0,1-3 0</inkml:trace>
  <inkml:trace contextRef="#ctx0" brushRef="#br0" timeOffset="1315">932 436 8365,'-1'-8'96,"-1"0"963,-1 2 0,0 3-433,3-3 1,1 9 0,2 3 0,3 9-605,3 5 1,3 4-1,2 6 1,0 1 129,3 3 1,-3 3 0,1 0 0,0 0-558,-1 1 0,-2-2 1,0-2-1,-1-6-840,-2-5 0,-1-8 1245,-2-2 0,3-7 0,-4-2 0</inkml:trace>
  <inkml:trace contextRef="#ctx0" brushRef="#br0" timeOffset="1583">1017 473 8307,'1'-6'124,"2"1"280,3 1 0,3-4 1,4 3-1,4-2-226,3-2 1,5 0 0,8-6-1,3-1-29,4 2 1,0 0 0,-2 6-1,-1 1-30,1 4 1,-5 2 0,-3 2 0,-5 3 172,-6 6 1,-3 3-1,-5 6 1,-4 0 77,-2 0 1,2 2 0,-4 2-1,-1 0-42,-1 0 0,-5 3 0,-2-2 1,0 0-397,0-2 0,1 1 1,-3-1-1,3-3-351,1-2 1,-2 0-1,2-5 1,-2 0 418,-1-2 0,-9-5 0,-4-1 0</inkml:trace>
  <inkml:trace contextRef="#ctx0" brushRef="#br0" timeOffset="1850">1213 679 8350,'-9'-9'89,"0"0"0,-1-1 0,2 1 428,2 0 1,1-1-1,5 1 1,2 0-349,1-1 1,2 1-1,4 0 1,2 3-162,1 3 1,0-1 0,2 1-1,0 1-6,-3 1 0,0 2 0,-2 1 0,0 2 70,1 1 1,-2 1-1,-2 4 1,-3-1-87,-2 1 1,-1 0 0,0 1-1,-1 2 46,-2-2 1,-2 0-1,-4-2 1,-1 0-1708,1 1 1,0-1 1674,-1 1 0,-12-5 0,-3-1 0</inkml:trace>
  <inkml:trace contextRef="#ctx0" brushRef="#br0" timeOffset="2050">1195 867 8343,'-10'0'721,"1"0"1,3 0 1073,-1 0 0,6 0-1291,1 0 1,6-1 0,6-1 0,4-2-301,1-2 1,5 1 0,1-2 0,0 2-435,0 0 0,-1-1 1,-4 3-1,1 0-2465,0-1 2695,0 3 0,4-16 0,1 2 0</inkml:trace>
  <inkml:trace contextRef="#ctx0" brushRef="#br0" timeOffset="2617">2038 473 8339,'0'-6'207,"-1"1"177,-2 1 1,1 2 0,-1 5 91,2 3 0,1 7 1,0 2-1,0 4-463,0 3 0,-1-1 1,-2 4-1,-2 1-36,0 1 0,-5 1 1,1 0-1,-5 0 6,0 0 0,-7-1 0,2-2 0,0-5 81,-1-7 1,1-4 0,1-9-1,2-2 43,0-5 0,9-4 0,1-11 0,3-4-295,3-4 0,6-3 0,2-5 0,4 2-48,3 1 0,5 0 0,5 4 0,2 1 34,1 0 0,0 11 0,1 4 0,1 7 375,2 5 0,2 4 0,-3 6 1,-1 9 359,0 6 0,-8 10 0,-2 2 0,-5 3 26,-5 4 0,-3-6 0,-7 3 0,0-3-436,0-1 1,-4 0-1,-2-6-123,-2-4 0,-39-41 0,-9-11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48:36.520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94 140 8380,'-5'-4'1001,"0"3"-514,2-2 1,1 2-435,-4 1 1,3 4 0,-1 3-1,1 5-59,0 3 1,-1 4-1,2 4 1,-2 5-44,-2 5 1,3 8-1,-3 2 1,0 4 292,1 3 0,-3 1 0,4 1 0,0-4-67,0-3 0,1-5 0,3-1 0,0-5-194,0-5 1,4-11-1,2-8-627,2-6 1,2-8 0,-1-6 643,1-4 0,-6-35 0,-3-16 0,1-4 0,0 0 0</inkml:trace>
  <inkml:trace contextRef="#ctx0" brushRef="#br0" timeOffset="268">113 103 9807,'10'0'0,"-1"0"193,0 0 0,4 0 1,0 0-1,1 0-36,-1 0 1,4 1 0,-2 1 0,-1 2-62,-1 1 0,-3 1 1,-2 5-1,0 0-455,-2 2 0,-4 3 0,1-1 359,-2-1 0,-47 21 0,-11 0 0</inkml:trace>
  <inkml:trace contextRef="#ctx0" brushRef="#br0" timeOffset="399">141 215 8339,'5'-4'-815,"0"2"0,-4-4 926,2 2 1,-1 1-964,4 3 852,0 4 0,4 27 0,-1 9 0</inkml:trace>
  <inkml:trace contextRef="#ctx0" brushRef="#br0" timeOffset="500">179 299 8339,'-4'10'-453,"-3"-1"0,2 0 755,-1 1-223,4-5 1,-1-1-1,5-5 1,2-1-403,1-1 1,1-3 322,4 2 0,16-19 0,4-3 0</inkml:trace>
  <inkml:trace contextRef="#ctx0" brushRef="#br0" timeOffset="700">366 112 11413,'-5'9'-17,"1"1"0,4-1 0,0 0-1058,0 1 0,0-1 1075,0 0 0,4 9 0,1 2 0</inkml:trace>
  <inkml:trace contextRef="#ctx0" brushRef="#br0" timeOffset="1103">404 74 8339,'6'0'-98,"0"0"246,1 0 0,-1 0 1,0 0-1,1-1 28,1-2 1,3 1 0,0-4-1,3 0-193,0 0 1,-2-2-1,0 2 1,0-1 95,0 0 1,-1 0 0,0 3 0,-3 0 208,-1 0 1,-1 2-82,3 5 0,-4-1 0,-1 4 0,-3 2-85,-1 4 1,0 2-1,0 5 1,0 1-57,0 2 1,0 2 0,0 5 0,1 3 42,2 6 0,-2 0 1,2 5-1,-1-1 4,1 1 0,-2 1 1,2 2-1,-2-3 108,-1-2 0,0-7 0,0-2 1,0 0 78,0-1 0,0-3 1,0-4-1,0-2-111,0-4 1,0-1 0,-1-4-610,-2-2 0,1-5 0,-3-4-390,1-4 0,-2-3 0,1-4 1,0-2-345,-2-1 0,-1-4 1154,-2-6 0,-16-47 0,-4-17 0</inkml:trace>
  <inkml:trace contextRef="#ctx0" brushRef="#br0" timeOffset="1267">450 234 8595,'0'-10'0,"0"1"285,0 0 0,1 0 1,3 3-1049,2 3 1,2 2 762,1 1 0,-3 29 0,-2 7 0</inkml:trace>
  <inkml:trace contextRef="#ctx0" brushRef="#br0" timeOffset="1383">432 318 9822,'1'-8'0,"2"1"-492,3 4 492,2 2 0,10 14 0,2 2 0</inkml:trace>
  <inkml:trace contextRef="#ctx0" brushRef="#br0" timeOffset="1802">263 533 8304,'0'10'0,"0"-1"1,0 1 1,-3 2 0,0 1-1,1-1 214,1 2 1,1-4 0,0 2 0,0-1-404,0-2 1,0 1-804,0-1 0,3-5 762,0-4 0,0-4 1,-3-6-1,0-2 229,0 0 0,0-5 0,-1 2 0,-1 0 0,-1-1 0,0 5 0,3-2 0,0 3 32,0 0 1,0 1 0,0 0-1,1-1 256,2 1 0,2 0 1,5-1-8,3 1 1,-3 4 0,4 2 0,-2 1-60,1 2 1,2 0 0,-1 2-1,0 2-34,-1 5 0,0 0 1,-5 5-1,-2-2-186,-3 1 0,-2 4 1,-1-3-1,0 2-90,0-1 0,-5-3 0,-3 0 0,-5 0 38,-1 0 1,1-5-1,-1-1 1,0-4 27,3-2 0,0 0 22,2 0 0,16-25 0,5-6 0</inkml:trace>
  <inkml:trace contextRef="#ctx0" brushRef="#br0" timeOffset="2500">1041 121 8304,'0'-5'1226,"0"2"1,0 7-1006,0 5 0,1 5 0,1 6 1,1 2-123,-1 3 0,3-1 1,0 1-1,2 0-497,-1-2 1,0 2-1,3-6 1,1-4-353,-1-4 0,-3-2 0,0-4 750,-2-5 0,-5-25 0,-5-11 0</inkml:trace>
  <inkml:trace contextRef="#ctx0" brushRef="#br0" timeOffset="2733">1087 121 8304,'6'-4'-436,"-1"2"0,-2-3 769,3 1 1,2-4-1,2 3-197,-1 0 1,5-2-1,0 3 1,2-1-88,0 1 0,-1-2 0,4 3 0,-1 1 27,-3 1 0,3 1 0,-4 0 0,1 1 19,-2 2 1,-4 2 0,-2 5 0,-2 2-76,0 0 0,-2 2 0,-3-3 0,-1 3-326,-3 0 1,2 1-1,-4 2 306,-1-2 0,-22 9 0,-7 5 0</inkml:trace>
  <inkml:trace contextRef="#ctx0" brushRef="#br0" timeOffset="2900">1125 234 8098,'0'-7'-343,"1"2"553,2 1 1,2 0 0,5 2 0,-1-1 158,0 1 0,4 1 0,0 1 0,1 0-2455,-1 0 2086,0 0 0,-8 20 0,-1 6 0</inkml:trace>
  <inkml:trace contextRef="#ctx0" brushRef="#br0" timeOffset="3016">1209 281 7519,'-9'0'748,"4"0"0,0-2-699,5-1 0,5-1 0,1-2 0,2 3-512,2 2 1,-1 1 462,0 0 0,9 12 0,2 4 0</inkml:trace>
  <inkml:trace contextRef="#ctx0" brushRef="#br0" timeOffset="3217">1022 505 8426,'-9'-6'254,"3"0"0,2 3 0,5-2 70,2 0 0,3-1 0,7 2 1,3 0-380,1 0 1,5-4 0,1 3-1,0-1-105,0 0 0,2 0 0,-3-1 0,-2 2-1356,0 1 1516,-5-4 0,-6 3 0,-5-4 0</inkml:trace>
  <inkml:trace contextRef="#ctx0" brushRef="#br0" timeOffset="3383">1228 393 8304,'-9'0'-96,"-1"1"0,1 2 1,0 3-1,3 3 507,3 0 1,1 5 0,0 1 0,-1 3-336,1 1 1,1 2-1,1 1 1,0 0-187,0 1 0,0-4 0,0 1 0,0-4-1575,0 1 1685,0-4 0,8-41 0,2-14 0</inkml:trace>
  <inkml:trace contextRef="#ctx0" brushRef="#br0" timeOffset="3482">1219 543 8304,'4'-10'-12,"-2"2"0,3 1 0,0 2 204,0 0 1,2-1 0,2 3-1,0 1 23,1 1 1,-1 1 0,-1 1 0,0 1-995,-2 1 1,-1 4 778,1 0 0,3-3 0,-4 0 0</inkml:trace>
  <inkml:trace contextRef="#ctx0" brushRef="#br0" timeOffset="3683">1069 524 8278,'-5'5'269,"4"0"1,-3-2-1,1 1 83,0 1 1,-1 4 0,2 5 0,-2-1-254,-2 1 1,3 6-1,-2-2 1,0 2-323,0 0 0,2 2 1,-3 0-1,1-2-1227,0 0 1450,3-5 0,-11-10 0,3-6 0</inkml:trace>
  <inkml:trace contextRef="#ctx0" brushRef="#br0" timeOffset="3867">1022 702 8278,'5'0'263,"3"0"1,-1 1 0,2 1 0,3 2-1,5 2 1,4 1 662,4 1 0,7 3 0,7 0 0,6 3-519,7 0 0,1-1 0,-1 1 0,-1 0-159,-3-3 1,2 0-1,-4-2 1,-6 0-400,-7 1 1,-9-1-1,-5 0 1,-6 0-2204,-2-3 2354,-6 2 0,-18-19 0,-7-1 0</inkml:trace>
  <inkml:trace contextRef="#ctx0" brushRef="#br0" timeOffset="4499">1425 140 8278,'-9'-1'888,"3"-2"1,2 1 0,5-3 0,3-1-795,5 1 1,2 2 0,4-2-1,2 0-534,1-1 0,1 4 1,-2-2-1,0 1-599,-2 0 0,-3 0-82,0 3 1078,-5 0 0,-7 1 1,-8 1-1,-2 2 278,-3 1 1,1-2 0,3 4 0,-1 0 33,1 1 0,0 3 0,-1 0 1,1 3-53,-1 0 1,1 3 0,0 5 0,0 4 55,3 4 0,-2 5 0,2 8 1,-3 4 23,0 1 1,3 0 0,0-2 0,2 0-292,2-2 1,1-11 0,1-9 0,1-7-478,2-8 0,4-4 1,4-6-1,1-3-1296,0-5 1767,-6-5 0,2-46 0,-2-11 0</inkml:trace>
  <inkml:trace contextRef="#ctx0" brushRef="#br0" timeOffset="4799">1453 281 8278,'-6'-10'777,"3"1"1,3 3-1,3 0 1,4 2-880,1 2 1,5-2 0,0 1 0,2 0-160,1-1 0,-1 2 1,0-1-1,1 2 308,-1 1 0,1 0 0,-3 0 0,-2 0-50,0 0 1,-2 1-1,-1 2 1,0 4 314,-2 1 1,-4 6-1,1 1 1,-2 4-227,-1 3 1,0 2 0,0 4 0,0 1-365,0 2 0,-1-3 0,-1 1 0,-1-4-122,1-2 1,0 2 0,0-4-1,-1-2 400,0-3 0,-23-17 0,-5-1 0</inkml:trace>
  <inkml:trace contextRef="#ctx0" brushRef="#br0" timeOffset="4983">1471 477 8278,'5'-5'-124,"-4"0"1,3 3 172,0-1 0,1-4 0,5 4 0,-1 0 333,0-1 0,1 3 1,0-2-1,1 2-1288,2 1 1,-1 0 905,-2 0 0,-38 37 0,-10 10 0</inkml:trace>
  <inkml:trace contextRef="#ctx0" brushRef="#br0" timeOffset="5385">1481 552 8396,'1'-9'204,"2"-1"1,-1 4-1,4 1 1,1 0-295,-2 0 0,3 2 1,-2-1-1,3 1-134,0 0 0,-3 0 0,0 3 111,2 0 0,0 1 46,1 2 1,-3-1 0,-3 4 0,-3 3 73,-3 2 1,1 0 0,-4 1-1,2-1 138,2-2 0,-3 1 0,-1 2 123,-3 0 1,3 2 0,1-3 0,0 2-102,0-2 0,-2 0 0,-2-1 0,0 1-27,-1 2 1,1 3 0,-1-4 0,1-1-158,0 0 1,2-2-441,1 1 1,4-6-1,1-4-250,6-5 0,3-7 0,6-1 707,0-2 0,48-21 0,-36 20 0,26-6 0,-25 15-282,-14 7 0,0 0 0,0 0 0,-2 1 919,0 2 1,-5-1-1,-1 4 1,-1 2 65,-2 0 1,0 4 0,0 1-1,2-2-23,-2 0-680,3-2 0,4 1 0,6-1 0</inkml:trace>
  <inkml:trace contextRef="#ctx0" brushRef="#br0" timeOffset="5952">2137 402 8431,'-5'-5'1222,"4"2"-610,-2 6 1,2 5 0,1 6 0,0 1-366,0 1 0,0 3 1,0 3-1,0 3-127,0 2 1,0 4 0,0 0-1,0-1-536,0 0 1,0-2 0,0-1-1,0-2 416,0-3 0,8-28 0,3-6 0</inkml:trace>
  <inkml:trace contextRef="#ctx0" brushRef="#br0" timeOffset="6116">2240 505 8229,'6'-1'0,"0"-1"698,1-1 1,2 0-1,0 3 1,0 0-228,1 0 0,2 0 0,2 1 1,-1 1-600,1 1 1,1 3 0,-2-1 127,-2 0 0,-21 22 0,-7 8 0</inkml:trace>
  <inkml:trace contextRef="#ctx0" brushRef="#br0" timeOffset="6266">2296 693 8229,'5'1'962,"-2"2"1,2-1 0,3 4 0,2 1-526,2 2 0,8 1-437,-1 3 0,48 18 0,9 8 0</inkml:trace>
  <inkml:trace contextRef="#ctx0" brushRef="#br0" timeOffset="6382">2736 880 8071,'28'19'0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48:46.70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46 239 8263,'-6'3'142,"0"0"1,3 0 0,-3-2 946,-2 2 1,3-2 1092,-1 2-2125,4-2 1,-1-2 0,6-2 0,3-4-179,2-5 0,6-1 0,0-4 0,2 2-156,0-2 0,-1 2 0,3 1 0,-1-1 0,-2 1 1,0 3 0,0 2 0,-2 5 30,-3 3 1,0 1 0,-2 1 0,-2 3 304,-3 5 1,-2 5-1,-1 4 1,0 1 77,0 0 1,0-1 0,0-2 0,0-1-68,0-2 1,1-1 0,2-5 0,1-2-89,1-1 0,0-1 0,2-8 1,0-3-70,0-3 0,1-6 0,2 1 0,-2-1-39,-2-2 1,3-1 0,-4-1 0,1 1 155,0 2 1,-1-1 0,2 3-1,-4 0 330,-2 0 1,2 3-54,0 3 1,0 6-294,-3 4 0,0 7 1,0 7-1,1 2-99,2 3 0,-2 1 0,3 6 0,-3 2-36,-1 2 0,0 7 0,0 0 0,1 6 45,2 3 1,-2 2 0,2 2 0,-2 4 111,-1 4 0,0-4 1,0 1-1,-1-4 150,-2-5 0,1-3 1,-5-7-1,1-2 339,1-6 1,-2-5 0,3-8 0,-1-2 225,1-3 1,-3-5 0,1-2-355,-3-2 1,-3-6 0,-1-3-1,1-5-245,-2-1 1,4-2 0,-4-4 0,2 0-17,-1-2 1,1 0 0,3 3-1,-1 0-217,1 1 0,3-1 0,-1 1 0,1 3-307,1 2 0,1 3 1,4 0-400,0 1 1,2 4-1,3 2-136,4 2 0,7 1 1,0 0-1,1 0 923,2 0 0,37-9 0,10-1 0</inkml:trace>
  <inkml:trace contextRef="#ctx0" brushRef="#br0" timeOffset="482">674 407 8263,'-5'0'3535,"-3"0"0,8 0-3217,0 0 0,4 0 1,5 0-1,1-1-206,3-2 0,2 2 1,3-2-1,0 2-533,-2 1 1,1 0 0,-1 0-1,2 0-614,0 0 1,-2 1 0,-1 1 1034,-2 1 0,-13 4 0,-6-2 0</inkml:trace>
  <inkml:trace contextRef="#ctx0" brushRef="#br0" timeOffset="716">702 538 8263,'-9'0'1338,"0"-1"95,3-2 1,2 1 0,5-3-847,2 1 0,2 1 0,6 3 0,1 0-420,4 0 1,1 0 0,-1 0 0,0 0-54,1 0 1,0 0-1,2 0 1,-1 0-450,-3 0 0,2 0 0,-5 0 0,0 0-2520,-2 0 2855,0 0 0,-22-5 0,-4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48:51.237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150 422 8306,'-9'0'-488,"2"0"1,2-1 907,1-2 0,-2-2 0,3-5 0,1 1-194,1 0 0,1-2 1,0-1-1,1-3-187,2 1 0,2-4 1,5 3-1,2 0-44,0-1 0,5 2 0,-1-2 0,0 5-19,0 3 0,0 4 0,-2 4 1,0 0 103,-1 0 1,-1 5-1,-6 5 1,-3 4 123,-2 4 0,-1 5 1,-1 3-1,-2 3-104,-3 2 0,-6 2 0,-1-3 0,-2 2-93,-2 1 0,0-1 0,-2 1 0,-1-1 192,-2-2 0,1 3 0,-3-3 0,2-2-70,1-2 0,2-6 1,3-2-1,4-5-209,2-6 1,4-4-1,3-6-172,2-3 0,5-7 0,4-3 1,3-5-731,5-4 1,1-2 981,2-1 0,25-38 0,6-9 0</inkml:trace>
  <inkml:trace contextRef="#ctx0" brushRef="#br0" timeOffset="267">440 310 8593,'-6'-3'1173,"0"0"0,0-4-451,-4 4 0,-2 1 0,-1 6 0,1 5-503,-2 2 0,1 9 0,-4 0 0,2 4-110,-2 5 0,0 0 1,2 5-1,2 2 56,3 0 0,5-2 0,1 0 0,3-2-135,1-2 1,5-6 0,2-4 0,3-5-28,3-1 1,3-6-1,0-5 1,2-2-130,0-1 1,5-5 0,1-4 0,1-6-429,0-2 1,-1-3 0,2-1 553,-1-1 0,17-62 0,-18 35 0,1 1 0</inkml:trace>
  <inkml:trace contextRef="#ctx0" brushRef="#br0" timeOffset="815">675 29 8306,'5'-1'-21,"-2"-2"284,-2-4 1,0 3 0,2 0 539,3 0 1,4 3 0,1-2 0,2 2-604,-2 1 1,-4 1-1,0 2 1,-1 3-475,-1 2 1,-1 3-1,-4 0 1,-1 3-197,-2 0 0,-2-1 1,-4 2-1,-1 1-81,1-1 1,-1 1-1,0-3 1,-1-2 333,-2 0 1,4-3 0,2-1 334,0 0 0,4-5 289,3 1 0,5-3 0,7-2 0,0-1 107,0 0 1,2 1 0,1 0-1,-1-1-69,-1 1 1,0 2 0,0 2-1,-3 2-120,-2 2 1,-1 0 0,-4 3 0,-1 1-69,-1-1 0,-2 3 0,-3 2 0,-5 0-413,-6 3 1,-3-2-1,0-1 1,-1 0-626,0-3 0,0-3 0,1-3 781,-1-1 0,0-30 0,0-11 0</inkml:trace>
  <inkml:trace contextRef="#ctx0" brushRef="#br0" timeOffset="1382">1124 507 8306,'-9'0'815,"0"0"1,3-2 0,2 0 1140,0-1 0,4-1-1417,0 1 1,7 2 0,7-2 0,0 1-182,3-1 0,2 2 0,2-3 0,0 3-656,0 1 1,-1-3-1,-1 0 1,-1 1-374,1 1 1,-4 1-1,-3 0 671,-1 0 0,-2 8 0,0 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48:55.254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207 149 8306,'0'-9'0,"0"-1"0,1 1 51,2 0 1,-2-1-1,2 1 1,-2 0 406,-1-1 0,-3 1 0,-1 0 0,0-1-19,-1 1 1,-2-1 0,0 2 0,-4 1-157,-1 1 0,-2 3 0,2 0 1,-3 3-325,1 3 1,-4 7 0,4 5 0,-1 4-201,3 3 1,-2 2 0,1 4-1,3 0-126,3 0 0,3 2 0,4 1 0,0-3 250,0-1 0,1-3 0,2-9 0,4-2 112,5-3 1,2-5 0,4-1 0,-2-5 33,0-6 0,0 0 0,2-9 1,0 0-77,-2-2 1,-3-4 0,-3 0 0,-2 3 72,-2 2 0,1 0 1,-3 5 287,-2 0 0,-2 7 0,-3 5 0,-4 6-104,-1 6 0,-1 7 0,-1 6 1,1 3 159,0 3 0,0 5 0,2 6 0,2 1-181,1 1 1,-3 2 0,4 1 0,0 0 45,-1 0 1,3-5-1,-3-1 1,1-3-43,-1 0 1,1-6 0,3-4 0,0-6-123,0-5 1,0-4-769,0-3 0,0-6 1,1-4-1,1-6 697,2-6 0,-10-52 0,-4-18 0</inkml:trace>
  <inkml:trace contextRef="#ctx0" brushRef="#br0" timeOffset="598">544 346 8306,'-4'-5'0,"3"-4"548,-2 3 0,2 1 0,2-1-275,2-2 1,5 1-1,6 1 1,0 3-155,3 2 0,1 1 1,0 0-1,1 1-50,0 2 1,-5 3-1,-2 7 1,-4 2 49,-2 3 0,-4 5 1,0 3-1,-4 3 34,-4 2 0,-6 5 0,-5-2 0,-3 1-57,-2 0 0,-4 0 1,2-5-1,-1-2-58,0-2 1,2-6 0,-1-1 0,4-7-59,3-4 0,10-5-545,1-6 1,5-4 0,4-4 0,4-3-2690,4 0 3254,4-2 0,45-44 0,-24 24 0,-1 1 0</inkml:trace>
  <inkml:trace contextRef="#ctx0" brushRef="#br0" timeOffset="831">797 355 8306,'-6'-8'0,"0"1"0,1 0 912,0 0 1,2 3-1,-3 1 1,-2 2-279,0 1 0,-1 1 0,-1 3 0,0 6-363,-3 8 0,2 5 1,-4 6-1,2 2-44,1 4 0,3 4 1,2 2-1,2-2 40,0 0 0,3-6 0,5-2 0,5-2-209,3-4 1,3-4 0,2-6 0,0-6-598,1-4 1,3-4 0,3-2 0,1-3-2422,2-2 2960,6-6 0,38-53 0,-28 25 0,1-1 0</inkml:trace>
  <inkml:trace contextRef="#ctx0" brushRef="#br0" timeOffset="1300">1143 102 8306,'0'-9'0,"0"0"144,0-1 1,4 4 0,0 1 0,0 0 609,0-1 0,3 4 0,0-1 0,1 3-534,1 3 0,1 3 1,-2 3-1,-2 1-301,-3 3 1,-2 1 0,-1 5 0,-1 0-239,-2 0 0,-2-1 0,-4 1 1,-1 0 139,1 0 0,-1-1 0,-2 0 1,0-2 458,0-4 0,3-2 1,1-1 2293,2-3-2186,0-2 0,5-5 0,4-2 0,4-2-453,3 0 1,2-3 0,2 4 0,0-1-1388,3-2 1,-1 1 1451,2 0 0,20 0 0,11-3 0</inkml:trace>
  <inkml:trace contextRef="#ctx0" brushRef="#br0" timeOffset="1766">1584 543 8767,'-5'0'4195,"1"0"-3813,8 0 1,2 0 0,6 0 0,4-1-232,2-3 1,0 3 0,2-2 0,1 2-696,1 1 1,1 0 0,-3-1 0,2-1-132,-1-1 675,-5 0 0,-7-14 0,-5-4 0</inkml:trace>
  <inkml:trace contextRef="#ctx0" brushRef="#br0" timeOffset="1965">1752 346 8306,'-3'6'68,"0"0"0,-1 1 0,2 3 0,-2 4 707,-2 4 1,3 5 0,-2 5 0,0 1-367,0 3 1,-1 1-1,-4 3 1,2-1-798,2-4 0,-2-3 1,5-3-1,1-4 388,1-4 0,14-25 0,2-8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49:01.586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14 469 8338,'-7'-1'2446,"1"-2"1,5 2-1822,1-2 1,7 0 0,7 1 0,-1-1-373,1 1 0,3 1 0,-2 1 0,3 0-443,1 0 0,3 0 190,-1 0 0,35 4 0,4 2 0</inkml:trace>
  <inkml:trace contextRef="#ctx0" brushRef="#br0" timeOffset="484">623 57 8338,'0'-10'343,"0"1"1,-1 3 886,-3 0 1,3 4 0,-3 2-1079,0 6 0,3 6 0,-3 4 0,1 1-261,0 2 0,-4 0 1,3 0-1,0-1-513,0 1 1,1-3-1,3-2 1,0 0 621,0-3 0,0-17 0,0-5 0</inkml:trace>
  <inkml:trace contextRef="#ctx0" brushRef="#br0" timeOffset="851">641 57 7826,'1'5'-93,"3"-2"737,6-2 0,3-1 1,6-1-1,2-1-665,4-1 1,-3-4-1,6 0 1,-1 0-84,0 1 0,-3-1 0,-2 2 0,-3 1 67,-4 0 0,-2 0 1,-6 2 602,-1-1 449,-4 0-448,2 3 1,-11 4-363,-2 2 0,0 3 0,3 4 0,-1 2 38,-1 3 1,-2 2 0,1 2 0,-1 4 62,1 4 1,-1 4 0,-2 7 0,-1 4-150,-2 4 1,1 3-1,-2 5 1,2 1-136,1 1 0,4 2 0,-2-5 1,5-3-23,2-7 1,1-10 0,4-5 0,2-5-240,3-5 1,2-6 0,3-6-1,0-5 239,2-2 0,-1-48 0,-2-12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48:59.85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169 18 8334,'0'-6'835,"0"0"-252,0 4 0,0-2 0,-1 8 1,-2 4-288,-4 6 0,2 4 0,-1 10 0,-2 4-57,-4 4 0,1 10 1,-5 4-1,0 5-18,2 4 1,-4-1 0,4 4-1,-1-4-264,3-6 1,5-9-1,4-14 1,2-6-940,1-8 1,1-7-1,1-6 1,2-4 981,2-4 0,8-53 0,6-13 0</inkml:trace>
  <inkml:trace contextRef="#ctx0" brushRef="#br0" timeOffset="351">347 121 8334,'-7'1'0,"1"3"0,-1 6-265,-1 4 0,-5 7 0,0 3 0,-1 2 1193,1 3 1,-2 1 0,5-3-1,2-3-1023,3-5 0,3-4 0,5-7 0,3-2-42,3-3 1,4-2-1,3-1 1,2 0 154,0 0 1,1-1-1,0-1 1,-1-1 348,1 1 1,-1 2-1,-1 3 1,-3 3 192,0 3 1,-3 3-1,-4 2 1,-1 0-26,-2 3 0,-2 1 1,-5 0-1,-4 1-364,-1 0 1,-4-1-1,-2-1 1,0 0-527,-3 0 0,-2 1 0,-2-4 0,-1-1-585,2 1 0,0-2 1,1-3-1,0-3-630,1-3 1,-1-3 1569,0-3 0,-4-44 0,-1-14 0</inkml:trace>
  <inkml:trace contextRef="#ctx0" brushRef="#br0" timeOffset="484">300 140 8338,'9'-9'434,"1"-1"0,-1 4 1,0 1-1,2-1-34,1 1 0,3 3 0,4-1 1,-1 2-391,1 1 1,1 3-11,2 0 0,35 5 0,13-3 0</inkml:trace>
  <inkml:trace contextRef="#ctx0" brushRef="#br0" timeOffset="1034">853 243 8338,'0'-9'-260,"0"2"1,1 2 875,2 1 1,2-2-1,4 3 1,1 0-15,-1 2 0,0 2 0,2 3 0,0 2-83,2 2 0,-1 6 0,-3 1 0,-3 4-185,-3 3 0,-2 2 0,-2 4 0,-3 1-538,-6 2 0,-3 6 0,-7 2 0,-2-1-285,-3-3 1,-1-6-1,0 0 1,2-5-329,1-4 1,3-7 0,4-10 0,3-2-652,3-1 0,5-4 1468,2-3 0,31-34 0,8-10 0</inkml:trace>
  <inkml:trace contextRef="#ctx0" brushRef="#br0" timeOffset="1284">1134 215 8338,'-1'-6'778,"-2"-1"-52,0 0 1,-4 3 0,1 1 0,-3 2-177,0 1 0,-3 7 1,-2 3-1,0 5-261,-3 5 1,-4 4-1,-1 7 1,1 3 61,2 3 1,1 3-1,2 1 1,4-2 19,1 0 0,6-4 0,3-2 0,5-6-184,7-3 0,3-7 0,7-4 0,1-4-269,1-3 0,4-1 0,-1-6 0,2-3-673,1-2 0,3-2 755,0-2 0,17-20 0,1-5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49:07.934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253 356 8008,'5'-5'64,"0"1"326,4 4 0,-4 1 1,-2 3-1,-1 4-99,-2 4 1,-2 4 0,-1 0 0,-3 3-127,-2 3 1,-5 2 0,0 4 0,-3 0-105,-4 0 0,2-1 1,-4-1-1,2-2-105,1-1 0,1-5 1,0-7-1,1-4-89,2-4 0,3-2 0,0-3 0,2-4-14,4-6 1,-1-6-1,4-3 1,1-2-122,0-1 1,7-2 0,2-4 0,3-1-123,3 1 0,5 2 1,0 2-1,6 1 216,3-1 1,6 3 0,1 2 0,3 4 24,4 5 1,-2 2 0,4 4 0,-2 5 111,-5 6 0,-7 7 0,-8 10 0,-4 2 591,-5 4 0,-5 4 1,-5 1-1,-4 1-123,-5 1 1,-4 0-1,-3 4 1,0-1-733,-3-1 0,3-7 0,-1-1 301,1-3 0,-2-14 0,1 1 0</inkml:trace>
  <inkml:trace contextRef="#ctx0" brushRef="#br0" timeOffset="485">984 75 11365,'-3'7'0,"-1"2"558,-1 1 0,-2 10 0,-2 2 1,0 5-803,-1 4 1,0 2 0,-2 5-1,0-2-1146,0-1 0,2-3 1390,1-4 0,3-8 0,2-3 0</inkml:trace>
  <inkml:trace contextRef="#ctx0" brushRef="#br0" timeOffset="802">890 263 8337,'5'-10'-256,"-3"4"0,4 1 0,1-1 432,1 1 0,2 3 0,0-2 0,2 0-103,0-2 1,5 0-1,-3 1 1,2 0-11,0 0 1,-1 2 0,3-3-1,-1 2 152,-2 2 0,-3 1 0,0 1 185,-1 0 0,-3 1 0,-2 2 50,-3 4 1,1 1 0,0 1 0,-2 2 40,-1 1 0,-2 3 1,-1 4-1,-2 0-179,2 3 0,-2 2 0,0 4 1,0 0-74,0 0 0,-4 5 0,3 1 0,-1 2-139,0 2 0,-1-4 0,-2 0 0,1-1-446,2 0 1,-3-7 0,4-1 0,-1-5-1681,0-4 0,2-3-538,-2-4 2564,4-3 0,-2-52 0,4-17 0</inkml:trace>
  <inkml:trace contextRef="#ctx0" brushRef="#br0" timeOffset="1085">1171 10 8407,'0'6'-246,"0"0"1,0-3 0,0 3 1096,0 2 0,4-3 0,0 1-1363,1 1 512,-3 2 0,19 13 0,0 3 0</inkml:trace>
  <inkml:trace contextRef="#ctx0" brushRef="#br0" timeOffset="1233">1265 0 8355,'0'10'57,"0"-1"0,3 0 0,0 1 0,0 0 635,2 3 0,-3-3-692,4 2 0,13 7 0,6 1 0</inkml:trace>
  <inkml:trace contextRef="#ctx0" brushRef="#br0" timeOffset="1783">1527 150 12065,'11'0'245,"1"0"0,4-3 0,5-1 0,2 0-171,1-1 1,-3-1-75,4 3 0,9 4 0,4 4 0</inkml:trace>
  <inkml:trace contextRef="#ctx0" brushRef="#br0" timeOffset="2083">1424 384 8463,'-5'-1'271,"3"-1"344,4-1 0,4-4 0,8 1 1,5-3-518,5 0 1,7-1 0,3 1 0,3 1-207,0 2 1,-1-3 0,0 3 0,-4-1 33,-3 0 0,-4 3 0,-9 4 0,-4 0 195,-1 0 0,-3 1 0,-2 2 0,-3 5 200,-2 3 1,-1 1-1,-1 4 1,-2 4 23,-3 4 1,-2 1 0,-2 2-1,1 2-454,0 0 1,-4 8-1,1-1 1,0 1-498,2-2 1,-3-2 605,1 2 0,8 5 0,5-1 0</inkml:trace>
  <inkml:trace contextRef="#ctx0" brushRef="#br0" timeOffset="2609">2052 309 8323,'-8'-6'0,"0"1"1269,2 1 0,4 0-1031,-1 0 1,3 3 0,4-2 0,5 1-156,6-1 0,4 1 0,2-3 0,1 0-203,2-1 0,1 3 0,3-2 0,0 1-16,-4 2 0,3 1 1,-6 1-1,-1 0 136,-3 0 0,-4 0 1,-3 1 214,-1 2 1,-1 2 0,-1 6 0,-4 0-13,-2 1 1,-5 5-1,-3 0 1,-1 3 98,-1 1 0,-2 6 1,-1 2-1,-4 4-145,-2 3 0,0 5 0,-1 0 1,1-2-527,3 0 0,1-3 0,6-2 0,2-3 369,2-5 0,20-29 0,5-9 0</inkml:trace>
  <inkml:trace contextRef="#ctx0" brushRef="#br0" timeOffset="3085">2717 197 9481,'0'13'871,"-3"3"1,0 7 0,1 5-429,1 5 0,-2 5 0,-2 3 0,0 6-302,-2 5 1,-1-1 0,-1-1-1,2-4-759,1-5 0,4-3 1,-2-11-1,3-6-2327,1-6 2945,5-5 0,0-34 0,4-8 0</inkml:trace>
  <inkml:trace contextRef="#ctx0" brushRef="#br0" timeOffset="3233">2858 384 8352,'13'-9'0,"-3"3"166,3-1 0,2 4 0,0-2 0,3 1 0,1 1 1,-2 0 27,-1 0 1,2-4 0,-3 3 0,2 0-195,-2 0 0,-5-16 0,-6-1 0</inkml:trace>
  <inkml:trace contextRef="#ctx0" brushRef="#br0" timeOffset="3535">3007 113 8321,'0'17'-383,"0"-1"1,0 2-1,0-3 1,0 4 859,0 3 0,0 2 0,0 5 1,1 2-172,3 3 1,-3 4 0,2 3 0,-3 2-105,-3 3 1,-3 1 0,-3-1-1,0-2-146,-1 0 0,-2-5 0,-2-3 0,1-8-78,-1-8 1,2-6 0,1-8 0,0-3-25,-2-2 0,1-5 1,4-4-1,0-3 254,2-5 0,4-4 0,-1-2 0,2 1 50,1 1 0,1 1 0,1 1 0,2 0 195,1 2 0,2 3 1,2 3-1,0 2-366,1 2 0,2 2 0,2 4 1,-1 0-591,1 0 1,2 1 0,0 2 0,1 4 502,-2 5 0,15 23 0,1 10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49:28.55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5 38 9437,'-4'0'1461,"4"1"-2215,5 2 1,3-1 753,2 4 0,20 9 0,5 4 0</inkml:trace>
  <inkml:trace contextRef="#ctx0" brushRef="#br0" timeOffset="148">145 0 8331,'6'4'319,"-1"0"0,-3 4-319,1-2 0,17 13 0,1 6 0</inkml:trace>
  <inkml:trace contextRef="#ctx0" brushRef="#br0" timeOffset="298">370 9 8331,'6'0'435,"0"1"0,-1 2 10,0 0-445,-3 4 0,31 15 0,4 8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49:25.867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42 244 8318,'-9'0'0,"-1"0"763,1 0 0,3 0 142,-1 0 0,6 0 1,1 0-740,6 0 1,6-3 0,4-1 0,2-1-76,4-2 1,1 1 0,3 0 0,-1-1-390,1-1 1,0-2 0,0 1 0,-2-1-1225,-1 1 1,1 0 1521,-5-1 0,-11-3 0,-9-2 0</inkml:trace>
  <inkml:trace contextRef="#ctx0" brushRef="#br0" timeOffset="200">229 1 8374,'-9'5'-24,"0"3"0,-1 0 1,2 2-1,1 5 1,0 1 576,0 4 0,0 8 1,0 1-1,1 5-366,2 4 0,-3 2 1,2 7-1,-2 2-185,1 2 0,0 5 1,-2-4-1,0 1-252,2 0 0,4-5 0,-1-2 0,2-9-933,1-8 1,4-10 1182,2-10 0,7-20 0,1-10 0</inkml:trace>
  <inkml:trace contextRef="#ctx0" brushRef="#br0" timeOffset="383">248 413 8960,'10'0'458,"-1"0"0,0 0 1,2-1-1,2-1-483,6-1 1,1 0 0,4 2 0,0-1-703,0-2 0,-1 1 727,2 3 0,-6 21 0,-5 5 0</inkml:trace>
  <inkml:trace contextRef="#ctx0" brushRef="#br0" timeOffset="583">323 628 10570,'9'7'0,"2"-2"243,1-1 1,0 3-1,3 0 1,2 1-482,1 1 0,0-2 0,1-2 0,0 0-1736,0 0 1974,-1-3 0,-3-18 0,-1-10 0</inkml:trace>
  <inkml:trace contextRef="#ctx0" brushRef="#br0" timeOffset="783">454 113 9848,'3'10'-25,"0"-1"1,5 1-1,-2 2 1,2 0 24,2 0 0,20 15 0,5 3 0</inkml:trace>
  <inkml:trace contextRef="#ctx0" brushRef="#br0" timeOffset="932">576 66 8374,'-5'5'248,"2"1"1,2 2-1,1 2 1,0 0 429,0 2 1,3 2 0,2 3-679,3-2 0,37 22 0,15 7 0</inkml:trace>
  <inkml:trace contextRef="#ctx0" brushRef="#br0" timeOffset="1418">894 469 8374,'-5'-9'514,"-2"3"0,4-1-183,1 0 0,2 0 0,3-1 0,3 3-189,2 1 0,6-2 0,2 2 0,1 0-37,2-1 0,3 1 1,0 2-1,-1-1-8,-2 1 1,0 5 0,0 3-1,-3 3-236,-3 0 0,-2 1 0,-7 3 1,-2 3 98,-1 1 1,-2 5 0,-4 0-1,-3-1-223,-3-1 0,-3-2 0,2 1 1,-3 0-617,1-1 1,-3-3 0,3-4 878,0-3 0,-6-25 0,-4-9 0</inkml:trace>
  <inkml:trace contextRef="#ctx0" brushRef="#br0" timeOffset="1616">1016 85 8374,'-6'8'-81,"1"1"0,0-1 308,-1 3 0,3 8 0,-2 3 0,0 5 172,0 4 0,-1 4 0,-1 5 0,1 4-308,-1 2 1,1 4-1,0 0 1,0-1-147,1-1 1,1-5 0,4 0 0,0-3-1463,0-7 1517,0-9 0,4-31 0,1-10 0</inkml:trace>
  <inkml:trace contextRef="#ctx0" brushRef="#br0" timeOffset="1901">1147 169 8374,'9'5'158,"-2"0"1,0 2 492,4 2 0,-1 3 1,7 8-1,3 2-256,3 3 1,1 3-1,1 2 1,1 2-211,1 1 1,1 1 0,-3 0 0,-4-3 13,-1-2 1,-5-5 0,-3-2-1,-1-3-113,-2-3 0,0-3 0,0-4 0,-3 1-1610,-3-1-1793,2-4 3317,-4 0 0,-13-43 0,-9-9 0</inkml:trace>
  <inkml:trace contextRef="#ctx0" brushRef="#br0" timeOffset="2099">1391 151 8358,'0'6'-455,"1"0"1,2 1 885,3 2 0,3 0 0,0 2-431,0 1 0,22 3 0,4 3 0</inkml:trace>
  <inkml:trace contextRef="#ctx0" brushRef="#br0" timeOffset="2216">1503 123 9617,'3'6'0,"2"0"486,0 1-486,1 6 0,37 39 0,8 13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49:19.954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140 65 8684,'-3'-7'1537,"5"2"0,8 0-1015,7 0 0,1 2 0,7-4 0,2 1-266,3 1 1,2-2-1,4 4 1,-3-1-643,-1 0 1,-2 3 0,-5-2-1,-4 3-445,-4 3 831,-8 2 0,-38 26 0,-12 4 0</inkml:trace>
  <inkml:trace contextRef="#ctx0" brushRef="#br0" timeOffset="195">18 243 8307,'0'9'603,"0"0"-503,0 1 1,1-1-1,1 2 1,3 1 174,0 4 0,1-2 0,3 3 1,2 2-263,1 1 1,0 1 0,2-4-1,1-2-835,0 2 0,-4-4 822,1-4 0,-5 0 0,-3-3 0</inkml:trace>
  <inkml:trace contextRef="#ctx0" brushRef="#br0" timeOffset="413">75 289 8434,'1'-9'0,"1"0"30,1-1 0,5 1 0,0 0 0,6-1 261,4 1 1,4-4-1,9 1 1,3-1-59,3 0 1,3 3 0,2-3 0,-2 4-143,-1 2 1,-4 3 0,-8 4 0,-2 1-36,-3 2 1,-3 6 0,-4 3 0,-3 1-96,-5 0 0,-3-1 1,-4 3-1,-1 2-148,-2 1 1,-2 0 0,-5 0-1,-2-1-488,0-2 1,-5 0 0,2 1 674,1-4 0,-20-2 0,-2 0 0</inkml:trace>
  <inkml:trace contextRef="#ctx0" brushRef="#br0" timeOffset="613">262 55 7666,'0'10'-129,"0"-1"1,0 0 0,-1 2 831,-2 1 0,2 6 0,-2 5 0,2 2-556,1 4 0,0 0 0,0 6 0,1-1-568,2-1 0,-1-2 0,4-6 0,1-4-761,2-4 1182,0-4 0,9-37 0,1-8 0</inkml:trace>
  <inkml:trace contextRef="#ctx0" brushRef="#br0" timeOffset="745">365 74 8328,'0'9'-155,"0"1"1,0 0 0,0 3 100,0 2 1,0 3 0,0 3 0,0 3-332,0 4 0,0 2 385,0-2 0,0-12 0,0-4 0</inkml:trace>
  <inkml:trace contextRef="#ctx0" brushRef="#br0" timeOffset="896">234 477 8358,'-5'-10'365,"1"1"0,4 0 0,4-1-122,2 1 1,6 0 0,4-1-1,2 1-364,0 0 1,2 2 0,1 2 0,1 1 120,-1 2 0,7 17 0,1 6 0</inkml:trace>
  <inkml:trace contextRef="#ctx0" brushRef="#br0" timeOffset="1182">346 458 8219,'-9'4'-120,"-1"3"0,1 1 0,1 1 0,0 2 662,2 1 0,1 0 0,-2 3 0,2 2-202,0 1 0,-1 3 0,2 2 0,0 0-149,0 0 1,-1 2-1,3-2 1,-2-1 30,-1-2 0,3-1 1,-1-6-98,2-2 1,2-4 0,2-4-36,3-2 0,3-1 0,0 0 0,1 0-51,3 0 1,-3 0-1,3 0 1,-2 0-305,2 0 0,-3 0 1,3 0-1,-3 1-436,-1 2 0,1-2 0,-1 2 0,0-2 701,1-1 0,-5-4 0,-1-1 0</inkml:trace>
  <inkml:trace contextRef="#ctx0" brushRef="#br0" timeOffset="1380">487 514 8219,'-10'4'119,"2"2"0,1 3 1,2 1 437,0 3 1,-1 2-1,2 4 1,-1 3 46,-3 3 1,3 3 0,-1 3 0,-1 3-797,-2-1 0,1 3 1,1-3-1,1-2-809,-2-3 1,3-7-1,-1-1 1001,-1-4 0,-10-21 0,-3-2 0</inkml:trace>
  <inkml:trace contextRef="#ctx0" brushRef="#br0" timeOffset="1631">9 767 8219,'-1'-14'0,"-1"1"0,-1 3 14,1 0 0,2-2 1,3-1-1,4 2 625,5 1 0,7-1 0,9 0 1,7-3-357,4 0 1,8-1 0,6-2-1,1 3-177,-1 0 0,4 3 0,-7 5 1,-6 2-137,-3 3 0,-9 1 0,-4 0 0,-6 0-369,-5 0 0,-8 1-144,-6 3 0,-3 0 0,-3 2 543,-3-3 0,-23-14 0,-7-5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49:18.983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126 186 8301,'-9'0'0,"0"0"1003,-1 0 1,4 0-272,0 0 1,4-1 0,1-2-691,6-3 1,6 0 0,12-3-1,5-1-77,6 0 1,2-4-1,3 1 1,1-2-266,4-2 0,-1 3 1,-1-1-1,0 1-129,-3-1 1,-5 7 0,-6-1 153,-5 4 1,-12 3 0,-6 5 543,-6 3 1,-4 0 0,-4 0 0,-2 1 308,-1 2 0,-3 4 0,-3 3 0,-1 1-155,0 2 0,0 1 1,0 2-1,-3 3-366,-3 2 0,1 4 0,-2 2 1,-2 3-120,-3 2 0,-7 7 0,0 0 0,0 2-555,-1-2 1,3-5 0,2-4-1,4-7-1084,3-6 0,10-9 1701,7-8 0,26-52 0,10-20 0</inkml:trace>
  <inkml:trace contextRef="#ctx0" brushRef="#br0" timeOffset="201">370 289 8301,'5'5'290,"-2"1"1,-2 2 269,-1 2 0,3 4 0,1 5 0,-1 6-70,1 5 1,-3 4 0,2 6-1,-2 2-334,-1 0 0,3-1 0,0 0 0,-1-1-701,-1-4 1,-1-9 0,0-3-833,0-6 1,1-9 1376,3-5 0,-8-28 0,3-8 0</inkml:trace>
  <inkml:trace contextRef="#ctx0" brushRef="#br0" timeOffset="401">426 318 8301,'9'1'857,"2"1"0,0 2-67,2 1 1,5 1 0,0 4 0,6-1-625,3 0 1,1 4 0,2 0 0,0 2-251,1 2 0,-1-1 0,-5 1 1,-4-3 83,-4 0 0,-21 15 0,-7 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49:53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22586,'0'9'510,"0"-1"-429,0-3 0,0 4 4,0 6 1,0-4 0,0-1 50,0 2 1,0 2 0,0 1-37,0 1 1,0-6 0,0 0 0,0 2 2,0 2 1,0 1 0,0 1 61,0-1 0,0 1 1,0-1 6,0 1 0,0-1-137,0 0 1,0 1-1,0-1 29,0 1 1,0-6 0,0 0-5,0 2 0,0 2 1,0 2 33,0-1 0,0-5 0,0 1 1,0 1 39,0 1 0,0-2 0,0-1-92,0 2 1,0 2 0,0 1-39,0 0 0,0-4 0,0-1-49,0 2 1,0-3 0,0 1 77,0 2 0,0-3 0,0 1 122,0 2 1,0-4 0,0 3 1,0-1-23,0 5 0,0 1-77,0-1 0,0 1-103,0-1 0,0 1 35,0-1 1,0 1-1,0-1 15,0 0 0,0-4 0,0-1 29,0 2 0,0 2 36,0 1 0,0 1 1,0-1-3,0 0 1,0-4-1,0-1-27,0 2 0,0 2 0,0 1 73,0 1 1,0-1 0,0 1-79,0-1 1,0-5 0,0 1-53,0 1 0,0 1 1,0 3-17,0-1 1,0-5-1,0 1 0,0 1 1,0 2-1,0 1 30,0 0 1,0-4 0,0-1 25,0 2 1,0 2-1,0 1-9,0 1 1,0-6-1,0 0 3,0 2 0,0-3 0,0 1-23,0 2 0,0-3 1,0 1 7,0 2 1,0-3 0,0 1 64,0 2 1,0-4-23,0 3 0,0-1-55,0 5 0,0 1-39,0-1 0,0-4 1,0-1-20,0 2 0,0-3 76,0 1 1,0-5 0,0 5 65,0 2 1,0-3-25,0 1 0,0-5 9,0 6 0,0-1-57,0 5 1,0-4 0,0-1-7,0 2 1,0-4-33,0 3 0,0-1 29,0 6 0,0-6 1,0 0 9,0 2 0,0-3-3,0 1 1,0 0-3,0 6 1,0-6 0,0 0-1,0 2 0,0-3 22,0 1 1,0 0 6,0 6 1,0-6 0,0 0 28,0 3 0,0-5 1,0 2-26,0 2 0,0-3-26,0 1 0,0 1-21,0 4 0,0-5-9,0 1 0,0-1-78,0 5 1,0-4 123,0-1 0,0-5 115,0 5 1,0 1-63,0 4 1,0 1 0,0-1-16,0 0 0,0-4-171,0-1 0,0 0-158,0 6 1,0-6 291,0 0 1,0-5 35,0 6 0,0-6 0,0 5 188,0 2 1,0-3-187,0 1 1,0-5-99,0 6 0,0-1-4,0 5 1,0-4 0,0-1-28,0 2 0,0-4 35,0 3 1,0-1 0,0 5 55,0 1 0,0-1 0,0 1 47,0-1 0,0-5 0,0 1-45,0 1 1,0 2 0,0 1-63,0 0 1,0 1-1,0-1 26,0 1 1,0-6-1,0 0-5,0 2 0,0 2 0,0 1 54,0 1 1,0-1-23,0 1 0,0-1 0,0 1-16,0-1 0,0-5 1,0 1-24,0 1 0,0-4-21,0 3 1,0-1 38,0 5 0,0 1 0,0-1 38,0 1 0,0-6 1,0 0-25,0 2 1,0-3-39,0 1 0,0 0-302,0 6 1,0-6 228,0 0 0,0-4 162,0 4 0,0-5 0,0 5 79,0 2 1,0-3 0,0 1 61,0 2 1,0 2-218,0 1 1,0 1 0,0-1-52,0 1 0,0-6 15,0 0 1,0 1 42,0 4 1,0-5 0,0 1 9,0 1 1,0-4 6,0 2 0,0 1-4,0 4 0,0-4 1,0-1-6,0 2 1,0-4-56,0 3 1,0-1 34,0 5 1,0-4-1,0-1 29,0 2 1,0 2-5,0 1 1,0 1-16,0-1 1,0 1 10,0-1 0,0 0 1,0 1 0,0-1 3,0 1 0,0-1 1,0 1 1,0-1 1,0-5 0,0 1-3,0 1 1,0 1-50,0 3 0,0-1 21,0 1 1,0-1 15,0 1 0,0-1 9,0 0 0,0 1 0,0-1 5,0 1 1,0-6 0,0 0 0,0 2 1,0 2-9,0 2 1,0-6 0,0 0-2,0 2 1,0-3-66,0 1 0,0 0-9,0 6 1,0-6 13,0 0 1,0 1 67,0 4 2,0-6 1,0 4 27,0-2 0,0-3-77,0 3 1,0-6-36,0 5 0,0-5 73,0 5 0,0-4 0,0 4 85,0 2 0,0-4 0,0 3 39,0 1 0,0 1 1,0 3-83,0-1 0,0-4-558,0-1 140,0 0-463,0 6-1120,0-8 1963,0-1 0,0-57 0,0-37 0,0 1 0,0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49:56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24103,'0'15'423,"0"-4"1,0-1 0,0 2-326,0 2 0,0 1 1,0 2-1,0 2-127,0 2 0,0 4 0,0-2 1,0 1 32,0 3 0,0 2 0,0 2 0,0 0 98,0 0 1,0 0 0,0 0-1,0 0 92,0-1 1,0-2-1,0-1 1,0 3-31,0-3 0,0 0 0,0 3 1,0-3-119,0-1 0,0-2 0,0 2 0,0-4-12,0 0 1,0-5 0,0 4 0,0-4-25,0-2 1,0 1-1,0-1 1,0 1-60,0-1 1,0 6 0,0-1 0,0-1 44,0-2 0,0 4 0,0 1 0,0 1 50,0-1 1,0 4 0,0-6-1,0 1 54,0 1 0,0-5 0,0 4 0,0-4 60,0-2 0,0 1 0,0-1-29,0 1 0,0-1 1,0 1-82,0-1 0,0-5 1,0 1-78,0 1 0,0 1 0,0 3 0,0-1-54,0 1 1,0-6 0,0 0-1,0 2 81,0 2 0,0 2 0,0-1 52,0 0 1,0 6 0,0 0 0,0-1 16,0 2 1,0 3 0,0 5-1,0 1-37,0 0 1,0 0 0,0 0 0,0-2-31,0-3 0,0 1 1,0-4-1,0-1 19,0 0 1,0-1-1,0-6-50,0 1 1,0-1-1,0 1-28,0-1 1,0 0-1,0 1 1,0-1 54,0 1 0,0-1 0,0 2 0,0 2 65,0 2 1,0 1 0,0-3 0,0 2 69,0-3 0,0 1 0,0 0 0,0 2-98,0-2 0,0-7 0,0-2 0,0 2-108,0 2 0,0 1 0,0 1 0,0-1-36,0 0 1,0 3-1,0 0 1,0 3 65,0-2 0,0-2 0,0-2 0,0 1 80,0-1 0,0 1 0,0-1 7,0 1 1,0-1 0,0 1-1,0-1 6,0 0 0,0 1 1,0-1-1,0 1-7,0-1 1,0 2 0,0 2 0,0 2-77,0-2 0,0 0 0,0-1 0,0 3-15,0-2 1,0-2 0,0 0 0,0 2 38,0 2 1,0-1 0,0-4 0,0-1 33,0 1 1,0-1-1,0 0 1,0 1 11,0-1 0,0 1 1,0-1-1,0 1-44,0-1 1,0 6 0,0-1-10,0-1 1,0-2-1,0-1 1,0-1-23,0 1 1,0-6 0,0 0 74,0 2 0,0 2 1,0 1-40,0 1 1,0-1 0,0 1 7,0-1 1,0 1 0,0-1-87,0 0 0,0-4 0,0-1-6,0 2 1,0-3-1,0 1 80,0 2 1,0 2 0,0 1 52,0 1 0,0-6 0,0 0-36,0 2 0,0 2 1,0 1-55,0 1 1,0-1 0,0 1-56,0-1 1,0-5 0,0 1 47,0 1 1,0-4 0,0 3-1,0 1 1,0-4 0,0 2 30,0 2 0,0 2 122,0 2 1,0-1-55,0 0 0,0 1-152,0-1 1,0 1-85,0-1 1,0-4 3,0-1 235,0-7 0,0 6 59,0-4 0,0-2-60,0 8 1,0-6 48,0 5 19,0-6-77,0 9 0,0-9 18,0 6 1,0-5-52,0 5 0,0-4-71,0 4 0,0-5-44,0 5 1,0-4 110,0 4 61,0-7-61,0 4 0,0-5-677,0 3-1013,0-3 1,0 3 1684,0-10 0,0 3 0,0-5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0:07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20133,'15'0'205,"1"0"-160,-1 0 0,-5 0 1,1 0-1,1 0 31,1 0 0,3 0 0,-1 0 1,1 0 26,-1 0 0,0 0 1,3 0-1,1 0-3,1 0 1,2 0 0,-1 0 0,3 0-71,0 0 0,5 0 0,-3 0 0,3 0-50,2 0 1,0 0 0,0 0 0,0 0-12,-1 0 0,1 0 1,0 0-1,0 0 40,0 0 0,0 0 0,0 0 0,0 0 10,0 0 1,-1 0 0,1 0 0,-2 0 8,-3 0 1,2 0 0,-6 0 0,0 0 20,1 0 1,-3 0 0,-4 0 0,-1 0 65,0 0 1,3 0 0,1 0 0,1 0 39,-1 0 1,-2 0-1,-1 0 1,-1 0-70,0 0 1,3 0 0,0 0-1,3 0-238,-2 0 1,-2 0 0,-1 0-62,-1 0 1,0 0 0,1 0 63,-1 0 1,-4 0 0,-1 0 406,2 0 0,2 0 0,1 0 65,0 0 0,1 0 0,-1 0 1,1 0-205,-1 0 1,1 0-1,-1 0 1,1 0-250,-1 0 1,-3 0-1,2 0-44,3 0 0,2 0 0,-4 0 0,1 0 44,-1 0 0,-5 0 1,1 0-1,1 0 122,1 0 1,-2 0 0,-1 0-1,2 0 193,2 0 0,1 0 1,2 0-1,2 0-60,2 0 0,1 0 1,-3 0-1,2 0-127,-3 0 0,6 0 0,0 0 0,2 0 14,0 0 0,-2 0 0,3 0 0,1 0 8,4 0 1,-6 0-1,7 0 1,-1 0-2,3 0 0,1 0 1,-4 0-1,3 0-26,1 0 1,0 0-1,-5 0 1,1 0-41,4 0 0,-3 0 1,3 0-1,-4 0 23,-1 0 0,0 0 0,0 0 0,-2 0 64,-3 0 0,3 0 0,-3 0 0,5 0-16,5 0 1,-4 0 0,4 0 0,-3 0-16,-2 0 1,5 0 0,2 0 0,-1 0 1,1 0 1,0 0 0,-4 0 0,4 0-1,1 0 0,-4 0 0,1 0 0,-4 0 5,-1 0 0,2 0 1,1 0-1,4 0 15,1 0 1,-4 0 0,2 0 0,1 0-24,3 0 1,-3 0 0,-2 0-1,-3 0 20,-2 0 1,1 0 0,2 0 0,2 0-12,-1 0 0,-3 0 0,-1 0 0,0 0-13,0 0 1,0 0-1,-2 0 0,-1 0-6,-3 0 1,1 0 0,5 0 0,0 0-10,0 0 0,-6 0 0,1 0 0,2 0 17,1 0 0,2 0 0,-2 0 0,-2 0 2,-1 0 1,-2 0-1,5 0 1,-1 0 23,-1 0 1,6 0 0,-8 0 0,5 0 17,0 0 0,6 0 1,0 0-1,-1 0-64,-3 0 0,-1 0 0,2 0 0,1 0-49,2 0 0,0 0 1,-3 0-1,1 0 34,2 0 1,0 0 0,-5 0-1,0 0 22,0 0 0,0 0 1,0 0-1,-1 0 95,1 0 0,0 0 0,0 0 0,2 0-69,3 0 1,-4 0 0,4 0-1,-1 0-34,1 0 1,-4 0 0,4 0-1,-3 0-11,-2 0 0,0 0 1,-2 0-1,-2 0 30,-1 0 1,0 0 0,5 0 0,0 0 59,-1 0 0,-4 0 0,2 0 0,1 0-22,0 0 1,5 0-1,-8 0 1,3 0-63,2 0 0,5 0 0,0 0 0,-3 0-57,-6 0 0,2 0 0,-3 0 0,3 0 38,2 0 0,-5 0 0,-2 0 0,0 0 16,0 0 1,-5 0-1,3 0 1,-1 0 26,-1 0 0,1 0 0,-4 0 1,2 0 10,1 0 1,3 0 0,-4 0 0,3 0-18,2 0 0,0 0 1,3 0-1,-1 0-3,2 0 0,-4 0 0,1 0 0,3 0 3,1 0 1,2 0 0,-2 0 0,-2 0-7,-1 0 0,0 0 0,3 0 0,-2 0 13,-1 0 0,-5 0 0,3 0 0,0 0 26,0 0 1,0 0-1,3 0 1,-1 0-5,2 0 0,1 0 0,0 0 0,-2 0-17,-1 0 0,5 0 1,5 0-1,-2 0-10,-1 0 0,-2 0 1,0 0-1,-1 0-13,1 0 0,0 0 1,0 0-1,-2 0 3,-3 0 0,3 0 0,-3 0 0,1 0-5,-1 0 0,2 0 0,-6 0 0,2 0 18,3 0 0,-3 0 1,0 0-1,0 0 76,0 0 0,-5 0 1,4 0-1,-1 0 22,4 0 1,-2 0 0,0 0 0,0 0-81,0 0 1,0 0 0,3 0 0,-3 0-14,-2 0 1,4 0 0,-3 0-1,-1 0-25,0 0 0,-1 0 0,-4 0 0,2 0 14,1 0 1,1 0-1,-6 0 1,1 0 59,-1 0 0,1 0 0,-1 0 1,1 0 24,-1 0 0,0 0 1,1 0-1,-1 0-52,1 0 1,-1 0 0,1 0-23,-1 0 0,-5 0 1,1 0-478,1 0 1,-4 0-1997,3 0 2465,-8 0 0,-51 0 0,-21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0:15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19295,'0'-16'-484,"0"1"1,0-1 830,0 1 0,0 5 532,0-1 433,0 8 48,0-4-892,0 7 0,0 2-358,0 3 1,0 4-1,0 6-124,0 0 0,0 1 0,0 1 1,0 2 11,0 2 1,0 1 0,0-2 0,0 6 118,0 3 0,0 2 0,0 0 0,0 0 69,0 0 0,0 5 1,0 0-1,0 0-41,0 2 1,0-6-1,0 4 1,0-3-13,0-2 0,0 0 0,0 0 0,0-1-120,0 1 1,0-3 0,0-1-1,0 2 53,0-1 0,0-1 1,0 4-1,0 2-12,0 3 0,0-4 0,0 6 0,0-2 51,0 0 0,0 2 0,0-4 1,0 2 94,0-1 1,0-3 0,0-3 0,0-1-135,0-2 1,0-1-1,0 6 1,0-2-29,0-3 0,0 3 0,0-5 0,0 2-55,0 0 1,0-6-1,0 4 1,0 0-48,0 0 1,0 0-1,0 4 1,0-4 93,0-2 1,0 6 0,0-3 0,0 3 7,0-3 0,0 5 0,0-5 0,0 5-14,0 0 0,0 0 0,0-3 0,0-1 2,0 1 1,0-3-1,0 0 1,0 0 58,0 0 0,0-3 0,0 3 1,0 0-31,0 0 1,0-3 0,0 3 0,0-2-62,0-3 0,0 3 0,0 0 0,0 1 30,0-1 0,0 4 0,0-6 0,0 1-49,0 1 1,0-5 0,0 4-1,0-4-9,0-2 0,0 3 1,0 1-1,0 1 58,0-1 1,0 3-1,0-1 1,0-1 25,0 3 1,0-1 0,0 6 0,0-4-19,0-2 0,0 5-1,0-3 1,0 0-50,0-3 1,0-2 0,0 0 0,0 1-66,0-1 0,0-2 1,0-1 28,0-1 1,0 1 0,0-1-1,0 0 47,0 1 0,0-6 0,0 0 1,0 3 90,0 0 1,0 3-1,0-1 1,0 1-26,0-1 0,0 0 1,0 1-1,0-1-47,0 1 0,0-1 1,0 1-64,0-1 0,0-5 0,0 1-8,0 1 1,0-4 0,0 3 98,0 1 1,0-4 0,0 2 13,0 2 1,0 2 22,0 2 1,0-1-47,0 0 1,0 1-51,0-1 1,0-4 0,0-1-35,0 2 0,0 2 20,0 1 1,0 1 0,0-1-33,0 0 0,0-4 0,0-1 23,0 2 0,0 2 0,0 1 44,0 1 1,0-1-1,0 1 8,0-1 0,0-5 0,0 1-44,0 1 1,0-4 0,0 2 0,0 2 0,0-3 18,0 1 1,0 1-52,0 4 0,0 0-50,0 1 1,0-6 22,0 1 91,0-1 1,0 0 55,0 0 1,0-4-43,0 4 0,0-5-215,0 5 174,0 1 1,0-1 34,0 0 0,0-5 35,0 6 1,0-6 9,0 5 7,0-7-22,0 11 0,0-10-1,0 6 13,0-7 0,0 11-242,0-4 1,0-1-1522,0 1-1460,0-6 3175,0-4 0,0-146 0,0 52 0,0 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0:29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20368,'0'-15'1684,"0"6"51,0-5-1569,0 13 0,0-5 1,0 12-1,0 4 75,0 4 0,0 3 0,0 2 0,0 3-122,0 2 0,0-3 0,0 4 0,0 3-79,0 1 1,0 7 0,0 0 0,0-2 73,0-1 0,0 5 1,0 1-1,0 2-25,0 0 1,0-5 0,0 6 0,0 1 15,0 1 1,0-4 0,0-3 0,0-1 22,0 0 0,0 7 1,0-3-1,0 1 8,0 0 1,0-5 0,0 5 0,0 0-16,0-1 1,0 3 0,0-5 0,0 1-82,0 4 1,0 1 0,0 1-1,0-2 15,0-2 1,0-1 0,0 3 0,0-4-56,0-1 1,0-2-1,0-5 1,0-2-26,0-3 1,0 8 0,0-5-1,0 2 53,0 1 1,0-4 0,0 8 0,0-2 0,0 2 1,0-3 0,0 5 0,0-2-24,0 0 0,0 5 0,0-5 0,0-2-13,0-1 1,0-2-1,0 1 1,0 1-6,0-2 1,0 3-1,0-10 1,0 2 61,0 0 0,0-1 0,0 4 1,0-1-5,0-2 1,0-2-1,0 3 1,0-1-37,0 1 0,0 1 0,0-1 0,0-1 17,0 1 0,0 8 0,0 1 0,0-2-4,0-1 1,0 3-1,0 1 1,0 1-102,0 0 0,0-4 0,0-6 1,0-4-33,0-2 1,0 4-1,0-6 1,0-1 78,0-2 0,0-1 1,0-1-1,0 1 30,0-1 1,0 1 0,0-1 0,0 2 100,0 4 0,0-2 1,0 5-1,0-2-8,0-3 0,0 3 0,0-1 1,0-2-116,0-2 0,0-2 1,0 1-82,0-1 0,0 0 0,0 1 56,0-1 0,0 1 0,0-1 0,0 1 22,0-1 1,0 1 0,0-1 0,0 0 72,0 1 1,0 4 0,0 1-99,0-2 1,0-2 51,0-2 0,0-4 9,0-1 0,0-5 61,0 6 0,0-6-128,0 5-39,0-7 20,0 4-56,0-7-219,0 0 373,0 7-49,0-5 1,0 6-1084,0-2-1247,0-5 1071,0 6 0,0-5 503,0 3 0,0-2-54,0 8 837,0-8 0,0-44 0,0-19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0:20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4603 39 24111,'0'16'164,"0"-1"1,0 1-38,0-1 0,0 6 1,0 1-1,0 2 41,0 4 0,0 2 1,0 7-1,0 4-84,0 3 0,0 3 0,0 1 0,0 1-39,0 3 0,0-1 1,0-4-1,0-1-8,0 0 0,0-1 1,0-2-1,0-4 30,0-1 1,0 0-1,0-2 1,0 3 14,0 1 1,0 3 0,0-7 0,0 0-13,0 1 0,0 1 1,0 5-1,0-2-3,0 2 0,0-3 0,0 2 1,0 3 12,0 0 1,0 4 0,0-9-1,0 1 29,0 0 1,0-1 0,0 1 0,0-5-47,0-4 1,0 1 0,0 1 0,0 2-68,0-1 1,0-3 0,0-1-1,0 2 19,0 3 1,0-2 0,0 6 0,0-1 33,0 1 1,0 1 0,0 5 0,0 0 3,0 1 1,0-6 0,0-2 0,0-1-44,0-4 0,0-1 0,0-2 0,0-2-25,0-3 1,0-2-1,0-5 1,0 3 10,0 2 1,0-3-1,0 3 1,0 0 1,0 0 1,0 0-1,0 3 1,0-1-12,0 1 0,0-3 0,0 0 1,0-1 11,0-5 1,0 0-1,0-3 1,0 0-42,0 1 1,0-1-1,0 1 29,0-1 1,0-4 0,0-1 0,0 2-45,0 2 1,0 1 0,0 0-13,0 1 1,0 4 0,0 1 45,0-2 0,0-2 0,0-1 1,0-1 20,0 0 1,0 1-1,0-1 10,0 1 1,0-1-1,0 1-75,0-1 1,0 0 0,0 1-23,0-1 0,0-4 1,0-1-14,0 2 0,0-3 49,0 1 1,0 0 98,0 6 1,0-6 0,0 0 24,0 2 0,0-3 0,0 1-78,0 2 1,0 2-1,0 1-26,0 1 0,0-1 0,0 1-1,0-1 0,0-5 0,0 1 35,0 1 1,0 1 5,0 3 0,0-1 0,0 1-3,0-1 0,0-5 1,0 1-24,0 1 1,0-4 0,0 3 52,0 1 0,0-4 69,0 2 1,0 1-112,0 4 0,0 1-261,0-1 31,0 0 0,0-4 149,0-1 100,0-7 1,0 6 77,0-4-1,0-1-327,0 6 1,0-5-863,0 5 0,0-8 1101,0-2 0,0-75 0,0 24 0,0 0 0</inkml:trace>
  <inkml:trace contextRef="#ctx0" brushRef="#br0" timeOffset="2865">6287 70 20229,'0'-15'3279,"0"-1"-3081,0 8 0,0 3 1,0 10-34,0 5 0,0 4 0,0 1 0,0 3-12,0 2 0,0-1 0,0 7 0,0 1 60,0 2 0,0 7 1,0 2-1,0 2-7,0 2 1,0 8-1,0 2 1,0-1-91,0 2 1,0 1-1,0 2 1,0-4-62,0-4 1,0 0 0,0 1 0,0 1 30,0-5 1,0 1 0,0-6 0,0 1 6,0 0 1,0 0 0,0 5 0,0 1-7,0-1 0,0 7 1,0 2-1,0 0-46,0-3 1,0-3-1,0 1 1,0 1-11,0-1 0,0-2 1,0-1-1,0-3-2,0-3 0,0 4 1,0-6-1,0 3-29,0-1 1,0-5-1,0 3 1,0 2-40,0 4 1,0-7 0,0 6 0,0-4 52,0-6 1,0-1 0,0-2 0,0 0 15,0-1 1,0 0-1,0-3 1,0-1-17,0 1 1,0 2 0,0 2 0,0-2 17,0-3 1,0 3 0,0-3 0,0 3 41,0 2 0,0 2 0,0 1 0,0 2-17,0-2 0,0-1 0,0-2 0,0-2-50,0-3 1,0 3 0,0-5 0,0 0-54,0-3 1,0-4 0,0-2 0,0 1 23,0-1 0,0 6 0,0-1 1,0-1 6,0-2 0,0-1 0,0 1 0,0 2-29,0 1 0,0-4 0,0-6-31,0 2 1,0-3 69,0 1 1,0 0 0,0 6 20,0-1 1,0-5 0,0 1 0,0 1-16,0 1 1,0 3 0,0-1 0,0 1-106,0-1 0,0 1 0,0-1 2,0 0 0,0-4 0,0-1 73,0 2 1,0-3 0,0 1 37,0 2 1,0-4-1,0 3 11,0 1 0,0 2-62,0 1 1,0 0-157,0 1 0,0-6 176,0 0 1,0 1 223,0 4 0,0-5-60,0 1 0,0-6-109,0 5 1,0-5-152,0 6 1,0-6 232,0 5 1,0-5-106,0 6 0,0-1 79,0 5 1,0-4 9,0-1 0,0-5-163,0 5-336,0-6-676,0 3-475,0-7-1340,0 6 1064,0 3 1827,0 0 0,0-57 0,0-21 0</inkml:trace>
  <inkml:trace contextRef="#ctx0" brushRef="#br0" timeOffset="5732">7893 39 20719,'0'-10'148,"0"0"1232,0-2-835,0 5 1,0 7 0,0 10 0,0 6-200,0 4 1,0 4-1,0 6 1,0-3-225,0-1 0,0-2 1,0 3-1,0-3-41,0-1 1,0 2 0,0-2 0,0-1-241,0 0 0,0 6 1,0-4-1,0 1 111,0 1 0,0 0 1,0 5-1,0 0 225,0-1 0,0 3 0,0 1 0,0 4 43,0 2 1,0-4-1,0 3 1,0-1-101,0-4 0,0 4 0,0-2 0,0 0-68,0 2 0,0-6 1,0 4-1,0-3-104,0-2 1,0 1-1,0 3 1,0-1-44,0-5 0,0 2 1,0-5-1,0 3 197,0 2 1,0 0-1,0 0 1,0-2 110,0-4 0,0 6 1,0-1-1,0 4-51,0 0 1,0-1 0,0-2 0,0 0-117,0-1 1,0 1 0,0 0 0,0 0-13,0 0 0,0 0 1,0 0-1,0 0-22,0-1 1,0 1-1,0 0 1,0 0 30,0 0 0,0 0 1,0 0-1,0 0-23,0-1 1,0 7 0,0 0 0,0 1-52,0 0 1,0 5-1,0-4 1,0 2-15,0 0 0,0-5 0,0 4 1,0-1 53,0 1 1,0-4-1,0 3 1,0-1 18,0-4 0,0-1 0,0-4 0,0 0-50,0 2 0,0-3 0,0 6 0,0-5 29,0-3 1,0 1 0,0 8 0,0-1-16,0-5 0,0 0 1,0-6-1,0 1-25,0 3 1,0-5 0,0-1 0,0-4-28,0-1 1,0-1 0,0 0 12,0 1 1,0-1 0,0 1 40,0-1 0,0 1 1,0-1-48,0 0 1,0-4-1,0-1-96,0 2 0,0 2 110,0 1 0,0 1 9,0-1 1,0 1-1,0-1 33,0 0 0,0 1 1,0-1-74,0 1 0,0-1 0,0 1-84,0-1 1,0-5 11,0 1 1,0-6 84,0 5 0,0 0 147,0 6 0,0-1 0,0 1 1,0-1 23,0 1 1,0-1 0,0 0-291,0 1 1,0-6-118,0 1 0,0-6 73,0 5 184,0-7 369,0 4-123,0-7-149,0 0-66,0 7 1,0-3-1,0 6-89,0 2 1,0-4 0,0 3-95,0 1 0,0-4-333,0 3 0,0-6-3118,0 5 3639,0-7 0,0-9 0,0-12 0</inkml:trace>
  <inkml:trace contextRef="#ctx0" brushRef="#br0" timeOffset="14897">139 2745 20757,'-15'0'-224,"0"0"0,-1 0 0,1 0 704,-1 0 1,6 0-12,0 0 1,5 0-28,-6 0 1,6 0 444,-5 0-655,6 0-377,-2 0 1,7 0 184,4 0 1,4 0-1,6 0 21,1 0 1,-1 0 0,2 0 0,2 0 39,2 0 1,6 0 0,-1 0-1,3 0-40,2 0 1,0 0 0,2 0 0,1 0 22,2 0 1,5 0-1,-3 0 1,0 0-118,-1 0 1,5 0 0,-5 0 0,1 0 35,0 0 1,-2 0 0,-4 0-1,3 0 21,1 0 0,5 0 1,-3 0-1,1 0 0,4 0 0,-4 0 0,4 0 0,4 0 23,2 0 0,3 0 0,-6 0 0,1 0 40,-1 0 0,7 0 0,2 0 0,2 0 39,-1 0 1,1 0-1,6 0 1,1 0-56,-3 0 1,5 0 0,-10 0 0,3 0-23,-3 0 0,9 0 0,-1 0 0,5 0-20,4 0 0,1 0 0,2 0 0,-3 0 86,1 0 1,5 0 0,-7 0 0,4 0 35,1 0 0,5 0 1,0 0-1,-1 0-171,-2 0 1,-7 0-1,0 0 1,2 0-54,1 0 1,-3 0-1,1 0 1,0 0 31,3 0 0,4 0 0,-1 0 1,-3 0 45,-1 0 1,1 0-1,3 0 1,1 0 211,3 0 1,-3 0 0,-6 0 0,-4 0-55,-1 0 1,3 0 0,-5 0 0,-2 0-141,-1 0 0,3 0 0,1 0 0,1 0-60,-1 0 0,-1 0 1,-5 0-1,2 0 37,3 0 0,1 0 0,4 0 0,-3 0 67,-1 0 0,-4 0 1,5 0-1,-4 0 14,-3 0 0,1 0 0,-10 0 1,2 0-48,3 0 1,6 0-1,-1 0 1,-3 0-41,0 0 0,-1 0 0,-1 0 0,-1 0 8,1 0 1,-5 0 0,0 0 0,-1 0 29,-1 0 0,6 0 1,-6 0-1,-3 0-37,-5 0 0,0 0 1,-5 0-1,0 0-2,-1 0 1,0 0 0,-7 0 0,1 0-12,0 0 1,0 0 0,0 0 0,0 0-16,0 0 1,0 0 0,1 0-1,1 0-14,-2 0 1,1 0 0,-11 0 0,-2 0 29,-2 0 0,-2 0 0,1 0 6,-1 0 0,1 0 1,-1 0-47,0 0 1,-4 0 0,-1 0 0,2 0-21,2 0 1,1 0 0,1 0 36,-1 0 0,1 0 0,-1 0 0,0 0-8,1 0 0,-1 0 0,1 0 49,-1 0 0,1 0 0,-1 0-4,1 0 1,-1 0 0,0 0 0,1 0-12,-1 0 1,1 0-1,-1 0 1,2 0 12,4 0 1,-2 0 0,5 0 0,-2 0 33,-3 0 0,3 0 0,1 0 0,-1 0 0,0 0 0,-1 0 1,-6 0-1,1 0 9,-1 0 0,1 0 1,-1 0-1,0 0-52,1 0 1,-6 0-1,0 0-89,2 0 1,2 0-155,2 0 187,-1 0 115,1 0 1,-1 0 1,0 0 1,1 0-1,-1 0 1,1 0 18,-1 0 0,-5 0 0,1 0 0,1 0-29,1 0 1,3 0 0,-1 0-53,1 0 1,-6 0 0,0 0-14,2 0 0,-3 0 9,1 0 0,-5 0 0,6 0 19,1 0 0,-4 0-30,3 0 1,-1 0-50,5 0 0,1 0 38,-1 0 0,-5 0 40,1 0 0,-6 0 42,5 0 1,1 0 3,4 0 0,-5 0-150,1 0 428,-1 0-292,5 0 0,-4 0-381,-1 0-500,-7 0 846,4 0 0,-7 0 0,0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0:38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21680,'-15'0'577,"8"0"-495,7 0 1,7 0 0,8 0-1,2 0-39,4 0 1,-4 0-1,5 0 1,-1 0-71,-1 0 1,1 0-1,-4 0 1,2 0 72,2 0 0,4 0 1,-2 0-1,1 0 64,3 0 0,4 0 0,3 0 1,4 0 35,1 0 1,-1 0 0,5 0-1,2 0-73,-2 0 1,-1 0-1,3 0 1,-2 0-80,-2 0 1,0 0 0,4 0-1,-2 0-99,-2 0 1,-3 0-1,5 0 1,1 0 143,-1 0 1,2 0 0,4 0 0,5 0 56,1 0 0,1 0 0,6 0 1,0 0 15,-1 0 0,8 0 0,1 0 0,2 0-79,1 0 0,-8 0 1,2 0-1,-2 0-27,2 0 0,1 0 0,4 0 0,-3 0-96,0 0 1,-2 0 0,6 0 0,3 0 31,-2 0 1,-6 0-1,6 0 1,5 0 81,7 0 0,-2 0 0,-2 0 0,-3 0 29,-2 0 1,2 0 0,0 0-1,0 0 92,-4 0 1,-1 0 0,3 0-1,2 0-55,4 0 0,-10 0 0,5 0 0,-1 0-44,4 0 1,1 0-1,7 0 1,0 0 2,-5 0 1,2 0-1,-4 0 1,1 0-69,1 0 1,0 0 0,3 0 0,-4 0-70,-4 0 0,-2 0 1,-2 0-1,-1 0 142,-2 0 1,-5 0 0,3 0 0,1 0-30,-1 0 0,-10 0 1,0 0-1,-3 0 2,-2 0 1,-4 0 0,6 0 0,-1 0-40,-1 0 1,5 0-1,-3 0 1,3 0-2,2 0 0,-2 0 1,-2 0-1,-3 0-11,-2 0 1,0 0-1,-3 0 1,2 0 38,-3 0 0,-1 0 0,-1 0 0,1 0 31,3 0 0,-4 0 0,1 0 0,-7 0-7,-3 0 0,3 0 0,-5 0 0,0 0-101,2 0 1,-6 0-1,4 0 1,-1 0 8,1 0 1,-4 0 0,6 0 0,-2 0 37,0 0 0,-3 0 1,-6 0-1,2 0 5,-1 0 0,-1 0 1,2 0-1,-1 0 7,-3 0 1,-1 0 0,4 0 0,-4 0-33,-2 0 1,4 0 0,-4 0 0,1 0-1,-1 0 1,-2 0 0,-2 0-1,0 0 20,3 0 0,0 0 1,-4 0-1,2 0 20,1 0 0,3 0 1,-5 0-1,3 0-13,-2 0 0,3 0 0,0 0 0,1 0 2,-1 0 0,0 0 0,-3 0 0,2 0-20,-2 0 0,-2 0 0,-2 0 0,1 0-17,-1 0 1,1 0-1,-1 0 13,1 0 1,-6 0-1,0 0 51,2 0 1,2 0-1,1 0-15,1 0 0,-1 0 1,1 0-1,-1 0-59,0 0 0,-4 0 0,-1 0-131,2 0 0,2 0 8,1 0 0,-4 0 9,-1 0 249,-7 0 1,6 0 266,-4 0-466,-3 0-156,11 0 1,-9 0 459,6 0 743,-6 0-670,2 0 1,-4 0-468,3 0-438,-3 0-2,12 0-155,-13 0 370,13 0 0,-5 0 0,6 0 1,1 0-92,-1 0 0,2 0 1,4 0 522,5 0 0,16 0 0,6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0:41.5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216 140 8108,'-15'8'1398,"1"-2"-1103,4-12 1,3-2 0,9-8 0,1 1-71,2-1 0,7 1 0,-1 0 0,2 1-20,3 4 1,-1-2 0,1 5 0,1 0-43,3 0 0,-2 2 1,2 5-1,-3 0 87,-1 0 1,-3 7-1,-1 3 1,-3 5 69,-2 6 1,-2-2-1,-5 7 1,0 1-261,0 2 1,-7 2 0,-3 0 0,-6 0-49,-4 0 1,1-2-1,-5-2 1,0-3-89,0-1 0,5-3 1,-2-6-1,4-2-1513,2-2 0,6-8 1,4-2 1588,3-9 0,37-45 0,8-13 0</inkml:trace>
  <inkml:trace contextRef="#ctx0" brushRef="#br0" timeOffset="250">525 63 8108,'0'-11'0,"0"1"1230,0-2 0,0 3 0,-2 1-311,-3 1 0,2 2 0,-7 5-668,-2 0 0,0 7 1,0 3-1,1 5-114,-1 6 1,-2 3-1,1 7 1,2 2 71,6 3 0,-2-2 1,2 5-1,2-1-135,1-4 1,9-1 0,3-4 0,6-1-48,4-3 1,-1-8-1,7-1 1,1-9-484,3-6 0,6-2 0,1-4 0,1-7 456,0-7 0,-3-25 0,0-12 0,2-6 0,0-1 0</inkml:trace>
  <inkml:trace contextRef="#ctx0" brushRef="#br0" timeOffset="3198">1652 202 7502,'-8'0'3300,"1"0"1,9 6-3321,3 5 1,-2-3-1,7 3-209,2 1 1,0-4-1,0 1 1,-3-1-593,-2 1 1,3-4-1,-3 4 821,2-3 0,15-7 0,8-8 0</inkml:trace>
  <inkml:trace contextRef="#ctx0" brushRef="#br0" timeOffset="3381">1853 186 11961,'14'10'-1811,"-2"-1"1811,-2-2 0,35 25 0,13 3 0</inkml:trace>
  <inkml:trace contextRef="#ctx0" brushRef="#br0" timeOffset="3548">2100 217 9660,'7'-9'1048,"3"4"0,4 4 0,1 1-1048,1 0 0,34 34 0,8 9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0:57.3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430 0 12931,'-6'16'526,"0"-1"1,-1 4-343,0 7 1,-7 3 0,0 17-1,-6 7-70,-4 6 0,3 9 0,-5 3 0,-1-1-260,-2-3 1,5-5-1,3-8 1,6-7-1918,4-9 2063,5-13 0,26-98 0,-7 20 0,0 1 0</inkml:trace>
  <inkml:trace contextRef="#ctx0" brushRef="#br0" timeOffset="597">1711 417 8283,'-2'-9'0,"-1"3"1084,-2-1 1,-2 5 1393,2-3-2511,3 3 0,-5 9 0,9 2 0,1 1-302,2 0 0,6 0 0,-4 6 0,1-1-281,4 1 1,-3-6-1,1 0 616,2 2 0,22-12 0,8-1 0</inkml:trace>
  <inkml:trace contextRef="#ctx0" brushRef="#br0" timeOffset="747">1896 432 9547,'16'16'-314,"27"20"1,6 5-1</inkml:trace>
  <inkml:trace contextRef="#ctx0" brushRef="#br0" timeOffset="914">2174 432 10803,'11'11'213,"-1"-1"0,55 21 1,19 10-1</inkml:trace>
  <inkml:trace contextRef="#ctx0" brushRef="#br0" timeOffset="1697">3579 77 11109,'-6'23'542,"2"-6"1,-4 5-1,-1 0-603,0 4 0,-1 5 0,-5 3 0,-1 2-20,1-1 0,4-3 1,1-3-1,0-3-128,1-5 0,2-4 110,7-2 1,2-6 278,3-4 0,6-8 1,7-4-1,5 0-6,1 0 0,-5 2 1,3 5-1,-1 0 61,-1 0 1,1 0 0,-6 0 0,1 2 86,-1 3 0,-1-2 0,-2 7 0,-4 3 131,-1 0 1,-2 3 0,-5-1-1,0 1-377,0-1 0,-1 2 0,-5 2 0,-4 2-709,-4-3 1,-6 5 0,-1-1-1,1 0-218,-3 1 0,5-1 0,-6-5 0,1 0 2,4-3 0,-3-7 1,1 1 848,3-1 0,0-56 0,3-20 0</inkml:trace>
  <inkml:trace contextRef="#ctx0" brushRef="#br0" timeOffset="1847">3548 216 8283,'7'-15'366,"-5"5"1,3-1 0,-1 1 673,1 1 0,-2 1 0,8 4 1,1-1-753,1 2 1,3 1-1,1 2 1,3 0-2769,6 0 2480,3 0 0,50 41 0,-33-15 0,-1 0 0</inkml:trace>
  <inkml:trace contextRef="#ctx0" brushRef="#br0" timeOffset="2357">4753 355 8283,'-5'-10'4586,"0"0"-4144,-1 6 1,6-1-1,2 10-662,3 6 1,-1 2-1,6 3 1,0-1-437,-1 1 1,5-1-1,-4 0 656,4 1 0,8 20 0,2 5 0</inkml:trace>
  <inkml:trace contextRef="#ctx0" brushRef="#br0" timeOffset="2514">4954 355 11589,'10'5'467,"-2"2"0,1 0-467,0 0 0,28 26 0,13 1 0</inkml:trace>
  <inkml:trace contextRef="#ctx0" brushRef="#br0" timeOffset="2664">5185 355 9439,'2'11'2887,"3"-1"-2224,5 2-663,4 2 0,43 22 0,10 5 0</inkml:trace>
  <inkml:trace contextRef="#ctx0" brushRef="#br0" timeOffset="3497">383 1575 8264,'-7'-15'359,"0"-1"0,-5 1 1,4-1 400,1 1 0,-3 5 1,3 1-1,-2 2-166,-3 4 1,-1 1 0,-5 5 0,0 6-445,-3 6 0,-7 13 0,3 3 1,-3 8-290,3 6 1,-5 3 0,6 3 0,0 4-108,4 0 1,4 3-1,6-6 1,7-4-175,6-5 0,11-7 0,10-10 0,3-8 110,6-6 0,8-6 1,0-12-1,4-6 87,1-6 1,-5-8 0,-1-10 0,-3-4-102,-2 1 1,-8-11 0,-4 4 0,-5-2 239,-4 0 0,-9-4 0,0 1 1,-3 1 679,-2 2 1,-8 10-1,-6 6 1,-7 8-136,-3 7 0,0-1 1,-3 13-1,1 4-249,-1 4 0,3 7-212,-2 11 0,7 37 0,-3 16 0</inkml:trace>
  <inkml:trace contextRef="#ctx0" brushRef="#br0" timeOffset="4231">3579 1591 8264,'0'-16'230,"0"1"1,0-1-1,0 1 1162,0-1 1,-1 1-591,-4-1 1,-4 3 0,-7 2 0,1 6-327,0 4 1,-1 9 0,1 8-1,-2 8-417,-4 5 1,2 8 0,-5 6-1,2 5-17,3 4 1,3 6-1,6-3 1,5 2-334,3-1 0,9-6 0,5 2 1,7-8-433,7-8 0,8-8 0,2-18 0,-2-7 173,-1-6 0,1-7 1,-1-11-1,-6-6 268,-3-8 0,2-9 0,-5-9 1,-2-2-6,-2-4 1,-3 1 0,-4 0 0,-5 3 179,-3 2 1,-2 3 0,-2 9 0,-3 6 379,-5 8 1,-9 6-1,-4 11 1,1 7-86,0 6 0,-4 7 0,5 9-188,3 2 0,-20 20 0,-3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1:03.6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47 8320,'-10'-5'57,"1"-2"923,2-1 1,0 4-1,4-3 213,-2 0 0,1 6 1,10-4-1,6 3-491,6 2 1,5 0 0,4 0 0,-1 0-448,1 0 1,4 0 0,4 0 0,1 0-630,-2 0 0,-7 0 0,-1 0 0,0 0-2364,-2 0 0,-2 2 2738,-6 3 0,-1-4 0,0 6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1:07.0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46 865 8361,'-10'0'564,"0"0"769,-2 0 0,5-7-597,2-3 1,3-4 0,4-1 0,5 0-326,8-1 0,2-6 0,9-4 1,3-5-205,5-5 0,6 0 0,5-8 0,-3-4-175,0-1 1,-1 0 0,5-1 0,0-3-570,1-2 1,-10 10-1,-4 1 1,-7 4-287,-4 6 0,-6 8 1,-8 6-38,-1 2 480,-2 10 0,-7 3-252,-3 10 1,4 3-869,-5 8 1500,-2-8 0,-8-1 0,-8-7 0</inkml:trace>
  <inkml:trace contextRef="#ctx0" brushRef="#br0" timeOffset="250">479 78 8348,'-11'-14'1630,"1"4"1,8-2-1461,2 7 0,7 0 1,9 5-1,-1-2-109,1-3 0,-1 3 1,1-3-1,-1 3 177,0 2 1,1 0 0,-1 0-1,1-2 233,-1-3 0,1 4 1,-1-5-18,0 5 1,-1 2 0,-4 5-233,-4 4 1,-5 9 0,-1 3 0,0 2-703,0 3 0,-5-3 1,0 2 479,2 2 0,-27 49 0,-4 14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1:06.1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46 74 8306,'-13'-15'241,"2"-1"1,3 8 0,4 1 3605,-1 0-3563,0-2 0,7 1 0,3 4 0,5 8-167,4 6 1,3 9 0,4 3 0,3 2 130,0 4 0,5 1 0,-3 4 0,5 1-72,5 2 0,-4 2 1,6-2-1,-2 3-117,0 1 0,0 2 0,-5-6 1,0-1-286,0-3 0,-2-2 1,-3-5-355,-6-4 1,-8-6 286,-2-4 0,-8-5 0,0-7 1,-6-4-68,1-6 0,-4-2 1,0-3 359,-1 1 0,-9-21 0,-8-5 0</inkml:trace>
  <inkml:trace contextRef="#ctx0" brushRef="#br0" timeOffset="317">340 584 11360,'7'8'2125,"3"-3"-1866,4-3 1,1 3 0,1 2 0,-1 0 139,0 0 0,1 3 0,-1-3 0,1 0 300,-1 0 0,1 0 1,-1-4 59,0 2 0,-4 0 0,-1-5-202,2 0 0,2-8 0,0-6-869,-4-5 0,4-3 0,-6 3 1,2-3-1838,1-2 0,4 3 2149,6-5 0,-8 7 0,-6-3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1:05.1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61 726 8335,'-16'0'742,"1"0"0,5 0 669,-1 0 1,8-1-958,-2-5 1,7-2 0,6-8-304,8 1 1,9-7-1,3-4 1,4-3-232,4-2 1,7-7-1,0-3 1,5-4-155,4-1 1,1 0 0,-3-1-1,1 1-283,-1 0 1,-9 6-1,-7 6 1,-8 7-546,-11 6 1,-6 9 501,-9 2 1,0 8-685,0 2 1244,-7 0 0,-8 14 0,-9-6 0</inkml:trace>
  <inkml:trace contextRef="#ctx0" brushRef="#br0" timeOffset="286">524 32 8351,'0'-9'2222,"0"0"-2080,0 4 0,2 3 1,3-3-9,5 4 1,4 1-1,1 0 1,1 0 137,-1 0 0,1 0 0,-1 0 1,1 0 10,-1 0 1,0 0-1,1 0 1,-1 0 78,1 0 0,-1 0-297,1 0 1,-8 6 0,-3 5 0,-3 4-347,-2 6 0,-5 3 1,-2 7-1,0 0 281,0-1 0,-25 49 0,-3 12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1:04.2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16 248 8315,'-8'-7'1515,"3"-3"0,3 1 0,4 0 0,3 2-924,5 4 1,9 1-1,3 2 1,2 0-524,4 0 1,1 0 0,2 0 0,0 0-534,-1 0 1,-4 0 0,-2 0 0,0 0-1368,0 0 0,-5 0 1832,2 0 0,-18 0 0,-5 0 0</inkml:trace>
  <inkml:trace contextRef="#ctx0" brushRef="#br0" timeOffset="166">310 1 8257,'-16'6'485,"2"3"1,4 8 0,3 4 444,0 5 1,4 3-1,-6 3 1,3 4-656,2 6 1,-3-3 0,2 0 0,2-1-1419,1-4 0,2-1 1143,0-2 0,21-21 0,4-5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1:02.8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30 244 7907,'-9'0'288,"0"0"1054,4 0-778,4 0 1,-5 0-1,12 0-77,4 0 1,4 0 0,1 0 0,0 0-190,1 0 1,6-2 0,4-1 0,3-2-231,2 1 0,0 1 0,0-1 1,0-1-353,0 2 0,-1-4 0,1 2 0,-2 1-436,-3 3 0,-4 1 0,-6 0 720,-1 0 0,1 0 0</inkml:trace>
  <inkml:trace contextRef="#ctx0" brushRef="#br0" timeOffset="235">261 28 8342,'10'-10'1120,"1"-1"0,-6 8 0,4-1-427,-3 8 1,0 11 0,-6 11 0,0 3-229,0 2 0,0 2 0,0 3 1,0 3-546,0 1 0,0 2 1,0-6-1,0-1-1322,0-3 1,0-1 1401,0 0 0,-7-7 0,-2-2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1:08.8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45 108 8151,'-8'7'1684,"-6"-5"1,10 5-88,-6-7-1230,7 0 0,-2 0 0,10 0-286,5 0 1,4 0 0,1 0 0,1 0-251,-1 0 0,6-5 1,-1-1-1,-1 3-337,-2 1 0,-1 1 0,-1-3 0,1-1-251,-1 2 757,1 1 0,-1-5 0,0-2 0</inkml:trace>
  <inkml:trace contextRef="#ctx0" brushRef="#br0" timeOffset="231">200 0 8427,'-2'9'628,"-2"-2"-321,-1 0 0,0-4 1,5 7-1,0 2-81,0 2 0,0 1 0,0 3 0,0 2 41,0 6 1,0 3-1,0 4 1,0 1-59,0 2 0,0 0 0,0-5 0,0 0-428,0 0 0,0-2 1,0-3-1,0-6-1107,0-3-832,0-8 2158,0-2 0,-14-55 0,-3-12 0</inkml:trace>
  <inkml:trace contextRef="#ctx0" brushRef="#br0" timeOffset="432">184 201 8001,'-15'0'667,"4"0"1,3 2 0,-1 1-517,1 2 0,3 7 0,-6-1-244,-1 2 1,4 4-1,-1 2 1,1 2-564,-1-2 0,4-2 1,-5-2 655,-2 1 0,18-28 0,5-7 0</inkml:trace>
  <inkml:trace contextRef="#ctx0" brushRef="#br0" timeOffset="564">153 263 8284,'16'0'2221,"-1"0"1,-5 0-2444,1 0 1,-6 0 0,5 0 221,2 0 0,9 0 0,3 0 0</inkml:trace>
  <inkml:trace contextRef="#ctx0" brushRef="#br0" timeOffset="1247">308 139 9452,'0'-10'789,"1"1"1,5 1-1024,4-1 1,4 4-1,1-5 175,0-2 0,1 3 0,-1 1-113,1 1 1,-1 0-177,1 2 0,-3 5 110,-2 0 0,-4 7 0,-7 8 86,0 0 0,-6 1 1,0-1-1,-1 1 60,0-1 1,-3 1-1,4-1 21,3 1 0,1-1 310,2 0 0,0-4 810,0-1-536,0-7 1,2 4-295,3-7 1,2 2-610,3 3 0,2 4-284,-7 6 1,1 1 267,-6-1 0,0 1 0,0-1 302,0 0 1,-2-4-1,-3-1 124,-6 2 1,3-5 0,-2-2 0,-2-3 55,-2-2 0,4 0 1,-1 0 340,-1 0 1,-2-2-1,1-3 105,2-5 0,-1 1 0,7-1-208,2-2 1,1-2 0,2-1-307,0-1 0,2 6-121,3-1 1,4 8-53,6-2 0,0 3 186,1 2 1,-2 7 3,-4 3 1,-3-1-355,-7 1 1,0-5 328,0 6 0,7-15 0,1 3 0</inkml:trace>
  <inkml:trace contextRef="#ctx0" brushRef="#br0" timeOffset="1599">586 232 9910,'7'8'48,"-6"-1"1,6-5 0,-5 1-288,3 3 0,-3 0-175,3 0 1,-5 2 97,-5 8 0,1-3 0,-4-1 0,-1-3-35,0-2 1,4 3 0,-3-3 325,1 2 0,-3-4 256,4 5-66,1-7-593,5 4 428,0 0 0,7 9 0,2 8 0</inkml:trace>
  <inkml:trace contextRef="#ctx0" brushRef="#br0" timeOffset="1764">308 525 11100,'8'-8'285,"8"3"0,1 1 0,7 1 0,0-3-361,0 3 1,2 1 75,5 2 0,41 0 0,10 0 0</inkml:trace>
  <inkml:trace contextRef="#ctx0" brushRef="#br0" timeOffset="2082">709 216 8208,'-8'-10'1866,"2"0"1,6 1 0,6-3-1606,4 2 1,4 7-1,1-3 1,0 5-549,1 1 1,-1-5 0,1-1 0,-1 3-1046,1 1 0,-1 2 0,1 0 1332,-1 0 0,-13-14 0,-4-3 0</inkml:trace>
  <inkml:trace contextRef="#ctx0" brushRef="#br0" timeOffset="2266">833 77 8208,'-14'11'418,"4"-1"0,-2-5 0,5 5 0,0 2 145,0 2 0,0 3 1,4 4-1,-4 5-305,-2 3 0,4 2 1,-3 1-1,-1 3-223,0 1 1,1 5-1,-4-5 1,2-4-383,-2-4 0,5-6 1,2-6-1,3-1 347,2 1 0,14-56 0,3-13 0</inkml:trace>
  <inkml:trace contextRef="#ctx0" brushRef="#br0" timeOffset="2431">802 325 8577,'15'0'1137,"-4"5"1,-1 2 0,0 1-419,-1 4 1,4 2 0,-1 1-1,6 1-622,2-1 0,1 1 0,-4 1 0,2 2-632,1 1 0,3 1 0,-4-7 535,1-4 0,-6-24 0,-7-12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1:16.7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155 124 8137,'-9'-10'275,"2"1"920,0 2 1,4 2 52,-7 5 1,5 0-1055,-6 0 1,1 2 0,-4 3 0,2 5-205,2 4 1,5 2 0,-5 1 0,-1 3-146,3 6 0,-1 3 1,6 2-1,-2 0-160,1 0 0,2 0 0,2 0 0,2-2-43,3-3 1,4-4 0,8-8 0,2-4 208,1-5 0,6-3 0,-4-4 0,1-5-53,-1-8 1,4-2 0,-6-11-1,-1-3 4,-2-3 1,-3-7-1,-2 3 1,-3-1 135,-2-4 0,-2 5 1,-5 2-1,0 5 461,0 5 0,-7-1 0,-3 8 113,-4 5 1,-2 6 0,1 9 0,0 4 243,-1 6-756,1 3 0,-21 28 0,-6 8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1:17.5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14 162 8122,'-8'0'4427,"3"-2"-4105,10-3 1,3 4 0,8-6 0,-1 2-392,1-1 1,4 1-1,1 4 1,-2-3-427,-2-1 1,-2-2-1,1 4 1,-1-3-833,1 3 1,-3 0 1326,-2-3 0,-11-9 0,-9-9 0</inkml:trace>
  <inkml:trace contextRef="#ctx0" brushRef="#br0" timeOffset="217">200 8 8300,'-11'5'440,"1"0"1,7 7 0,-4-2-70,0 4 1,5 3-1,-3 2 1,3 3-166,2 2 1,0 4-1,-1 6 1,-3 2-18,-1-2 0,0-1 0,3-2 0,-1 0-139,-2 0 1,0-7 0,5-4 0,0-3-2481,0-1-17,0-8 2447,0-1 0,0-68 0,0-17 0</inkml:trace>
  <inkml:trace contextRef="#ctx0" brushRef="#br0" timeOffset="349">123 255 8146,'-16'0'323,"6"0"0,0 1-146,-2 5 1,3-3 0,0 7 0,1 2-444,-1 2 1,4 2 0,-4-1 0,3 0-934,2 1 1199,2-1 0,16-6 0,3-2 0</inkml:trace>
  <inkml:trace contextRef="#ctx0" brushRef="#br0" timeOffset="482">169 208 8159,'10'0'1181,"0"0"1,-4 0-912,4 0 1,-5 0 0,4 2-271,-2 3 0,39-17 0,5 2 0</inkml:trace>
  <inkml:trace contextRef="#ctx0" brushRef="#br0" timeOffset="1082">308 85 8159,'-10'0'2104,"-1"0"0,8-2-1927,-2-3 0,10 3 0,5-3 0,4 3-540,1 2 0,1 0 1,-1-1-1,1-3-107,-1-1 1,0 0 0,1 5-335,-1 0 0,-4 0 0,-3 2 444,-1 3 1,-2 3-1,-5 8 142,0-1 0,-7 1 0,-1-1 208,-1 1 1,-3-6 0,7 0 0,0 1 215,-2-3 1,5 1 636,-3-4 959,3 3-1552,2 8 1,2-2 0,2-2-188,1-2 1,2 0 0,-4 6-87,2-1 0,0-5 0,-5 1-131,0 1 0,-1 1 1,-3 3-317,-1-1 1,-2-6 0,2-4-254,-5-3 1,-4-2 600,-1 0 1,-1-2 0,1-3-18,-1-5 0,6 1 345,0-1 1,6 5 1108,-1-6-591,-3 8 1,6-6 1091,-3 4-1305,3 3 0,2-6-414,0 3 0,0 1 0,2-4-642,3 1 0,-2 2 0,8 3-158,1-3 1,1 3-1,3-5 703,-1 0 0,35 6 0,8-6 0</inkml:trace>
  <inkml:trace contextRef="#ctx0" brushRef="#br0" timeOffset="1365">509 255 7580,'0'-16'512,"0"8"-96,0-6 1,1 12 231,4-3 1,-1 3-45,6 2 0,-1 2-387,1 3 1,-1 2-1,-6 5-90,2-2 1,0-4 0,-5 4-327,0 2 0,-5-4 0,-2 3-455,-1 1 1,-1-4 0,-3 1-432,2-2 0,5 3-227,-6-5 1312,8 7 0,3-3 0,9 6 0</inkml:trace>
  <inkml:trace contextRef="#ctx0" brushRef="#br0" timeOffset="1583">277 502 8268,'-14'-2'769,"4"-3"0,3 1 49,7-6 1,0 5 0,2-4 0,3 3-615,5 2 0,4 1 1,3-1-1,4-1-186,4 2 0,5 1 1,0 2-1,1 0-686,0 0 1,0 0-1,0 0 668,0 0 0,41-14 0,10-3 0</inkml:trace>
  <inkml:trace contextRef="#ctx0" brushRef="#br0" timeOffset="1983">879 23 8112,'0'-10'1465,"0"0"0,0 8 0,0 2-1087,0 8 0,0 8 0,0 4 0,0 4-87,0 0 1,-2 7-1,-1-1 1,-2 4-106,1 0 1,3-1 0,1-4-1,0 0-366,0 2 0,0-9 0,0 7 0,0-5-598,0-5 1,0-2-1,-2-1-1132,-3-1 1910,3-6 0,-18-23 0,2-12 0</inkml:trace>
  <inkml:trace contextRef="#ctx0" brushRef="#br0" timeOffset="2166">725 270 8112,'-11'-10'2356,"1"0"-1697,7 6 1,-4-1 0,7 10-594,0 5 1,2 4 0,1 2 0,4-1-282,1 1 1,-2-1 0,4 0-1,0 1 215,-1-1 0,46-6 0,5-2 0</inkml:trace>
  <inkml:trace contextRef="#ctx0" brushRef="#br0" timeOffset="2299">1003 239 8112,'0'16'572,"1"-3"0,3-1 1,3-1 592,1 1 1,-3 3 0,6 4 0,1 2-1390,1-2 1,3-1 0,-1 1 223,1 2 0,13 13 0,4-1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1:34.4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60 170 8120,'-15'0'0,"5"0"1245,-1 0 0,6 0 1514,-5 0-2269,6 0 1,-1 0 0,10 0-210,6 0 1,2 0-1,3 0 1,-1 0-167,1 0 1,1 0-1,2 0 1,1 0-310,-1 0 0,3 0 0,-1-2 0,-2-1-956,-2-2 0,-7-1 1,1 6 1149,1 0 0,-12 14 0,-2 3 0</inkml:trace>
  <inkml:trace contextRef="#ctx0" brushRef="#br0" timeOffset="832">477 31 8150,'-15'0'4250,"-1"0"-3976,1 0 1,8-2 0,7-1-217,9-2 0,4-2 0,3 3 0,-1-1 0,1 2 1,-1 1 0,0 2-841,1 0 1,-1 0 480,1 0 0,-8 2 1,-1 1-1,-2 4-172,1 2 1,-1 1 0,-7 5 222,-3 1 0,-2-1 0,-5 1 1,2-1 286,-2 1 0,5-6 1,0-2-1,2 1 589,0 0 1,-2-6-335,2 2 0,5-3 0,0-2-98,8 0 1,1 0 0,1 0 0,2 2 8,2 3 0,0-2 0,-2 6 0,-2-1 162,2 1 0,-5 1 1,-2 7-59,-3 4 1,-2-4 0,0 4 0,-2-4-353,-3-2 0,-4 1 0,-8-1 0,-2 1 39,-2-1 1,-4-1 0,4-2 0,1-4-1084,-3-1 1,6-2-1,-3-5-1542,2 0 2631,10-6 0,42-51 0,18-19 0</inkml:trace>
  <inkml:trace contextRef="#ctx0" brushRef="#br0" timeOffset="1399">801 124 8579,'-15'0'1982,"1"-7"-1191,4-4 0,3-2 0,7-3-246,0 1 1,2 5 0,3-1-453,5-1 1,4 5-1,1 2 1,1 4-160,-1 1 0,-4 0 0,-1 0-57,2 0 0,2 6 1,-1 5-1,-2 2-34,-6 3 1,-4-1 0,-1 2 0,0 2-162,0 2 1,0 6 0,-1-3 0,-4 2 189,-6 0 0,-2-6 0,-3 4 0,2-1 649,4-4 0,-4-2 1591,4-2-1631,-4-6 1,6-4 0,4-9 0,8-2-352,6-3 0,4 0 1,1-1-1,1 3-154,-1 0 0,1 6 1,-1-4-1,0 3-370,1 2 0,-1 0 0,1 0 1,-1 2-1157,1 3 1,-6-4 1549,0 5 0,-20 2 0,0 1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2:04.8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332 158 8330,'0'-18'217,"0"1"0,0-1 793,0 1 0,0-1-283,0 1 0,-6 5 0,-2 3 0,-1 1-373,-5 4 1,4-4 0,-1 2-1,-3 3-488,-1 1 1,-3 2 0,1 0-215,-1 0 0,6 2 0,3 3-159,1 7 1,-4 5-1,7 5 517,1 1 1,2 8-1,2-4 1,0 2 297,0 1 0,0 1 1,0 7-1,0 5 9,0 2 0,6-5 1,-1 5-1,1 0-239,2-1 0,-4-3 0,6 4 1,-1-5-315,1-7 0,-6 0 0,4-7 0,-3-1-285,1 0 1,0-2 0,-4-7-1,2-2-2790,2-3 3311,0-7 0,-38-19 0,-6-15 0</inkml:trace>
  <inkml:trace contextRef="#ctx0" brushRef="#br0" timeOffset="167">0 507 8548,'0'-17'715,"0"-1"0,0 1 174,0-1 0,8 9 0,3 3-781,5 4 0,7 2 0,1 2 0,-1 2-717,2 1 1,-6 3-1,7-4 609,-1 2 0,18 7 0,11-3 0</inkml:trace>
  <inkml:trace contextRef="#ctx0" brushRef="#br0" timeOffset="435">524 280 8428,'-12'-15'1134,"1"3"0,-1-2 0,-4 7 132,5-3 0,-5 8 1,7 2-1031,-1 10 0,-6 11 0,7 4 0,-3 2-203,0 4 1,9 2 0,-3 2 0,4 0-268,2 0 0,0 0 0,0 0 0,0-2-692,0-4 1,6 2 0,1-8-1,3 1 926,4 1 0,32-37 0,10-1 0</inkml:trace>
  <inkml:trace contextRef="#ctx0" brushRef="#br0" timeOffset="685">594 385 8364,'9'-18'111,"1"1"1,-6-1 0,4 3 616,2 3 1,1 4 0,7 8-292,-1 0 1,1 2 0,-3 4-173,-3 6 0,1 9 1,-7 3-1,-2-1 24,-2 2 1,-2-6 0,0 7 0,-2-1-427,-4 4 1,-3-2-1,-9 0 1,1-1-108,-1-5 1,1 4 0,-1-2-1,1-3-1292,-1-7 1,1 1-1066,-1-8 2601,9 0 0,40-92 0,-7 33 0,0 0 0</inkml:trace>
  <inkml:trace contextRef="#ctx0" brushRef="#br0" timeOffset="886">838 367 8385,'0'-9'4809,"-2"-5"-4538,-3 8 0,1 2 0,-6 10-30,2 6 1,-3 5 0,5 5 0,0 3 67,-2 2 0,6 2 0,-4 6 1,4 0-404,2 0 1,0-6-1,2-2 1,4-2-411,6-3 0,3-9 0,5-3 0,1-2-415,2-4 0,3-2 1,-5-4 918,2-4 0,24-58 0,-1-22 0</inkml:trace>
  <inkml:trace contextRef="#ctx0" brushRef="#br0" timeOffset="1087">1048 280 9273,'2'10'2709,"2"-3"-2264,2 1 0,5 2 1,-3 7-1,0 1 109,-1-1 1,1 7 0,-4 1 0,2 2-149,-2 4 0,-2 8 0,-2 4 0,-2-1-135,-4 1 0,-4 4 0,-9-7-271,-4-1 0,-51 21 0,27-28 0,1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2:02.6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368 206 6048,'9'-10'987,"-1"1"611,-8 3-533,0 4 0,0-14-387,0 5 0,0 1 0,0-2-277,0-1 0,0 3 1,0-2-1,-2 1-188,-4 1 0,2-5 1,-7 3-316,-3-4 0,-1 7 0,-1 1-213,4 0 0,-3 6 1,5-2-1,-1 6 15,-1 4 0,6 8 0,-4-3 0,1 7 196,-1 5 0,6-3 0,-2 5 0,4-2 186,2 0 1,0 8-1,0-1 1,0 2 68,0 3 1,6 8 0,0 2 0,0 1 57,2 1 0,-5-6 0,7 3 0,0-1-119,0-4 1,-7-2-1,5-4 1,-2-4-238,0-6 1,0 2 0,-6-1-634,0-3 0,0-8-1680,0-1 497,0-8 1963,0 4 0,-31-55 0,-8-11 0</inkml:trace>
  <inkml:trace contextRef="#ctx0" brushRef="#br0" timeOffset="183">1 486 8251,'0'-18'742,"0"6"-176,0 1 1,2 5 0,4-4 0,5 2-260,5 5 0,3 1 0,2 2 0,5-2-428,1-4 0,-4 4 0,6-4 0,0 4-455,-2 2 1,1 0 0,-7 0 575,2 0 0,16-8 0,-2-1 0</inkml:trace>
  <inkml:trace contextRef="#ctx0" brushRef="#br0" timeOffset="483">629 84 8500,'-1'-12'1626,"-5"1"0,2 7-1312,-8-2 0,2 6 0,-3 4 0,1 4-1346,-1 1 0,3 3 0,-2 5 1032,-1 1 0,-11 30 0,-3 9 0</inkml:trace>
  <inkml:trace contextRef="#ctx0" brushRef="#br0" timeOffset="784">647 241 8572,'-18'0'699,"1"0"0,5 0 0,1 0-136,-3 0 0,4 2 0,-1 4-388,-3 5 0,5 13 0,-3 5 0,0 4 0,3 2 1,-5 0 0,8 0 0,2 1-325,2 5 1,2-4 0,0 4 0,0-4-370,0-2 1,2-8-1,4-2 1,6-4-2153,3-3 2670,-5-5 0,13-44 0,-3-7 0</inkml:trace>
  <inkml:trace contextRef="#ctx0" brushRef="#br0" timeOffset="1034">612 433 8322,'12'0'216,"-1"0"1,-5-6 0,6 0-68,1 3 0,3-5 0,1 2 114,1 2 0,-1 4 1,1 6 71,-1 6 1,-7 3 0,-4 3 0,-4 1-233,-2 4 1,0-1-1,-2 5 1,-4-2-419,-6-4 0,-3 5 0,-5-3 0,-1-2-238,-2-1 0,-6-3 0,3 1 0,1-3-969,0-3 1522,2-5 0,13-30 0,2-6 0</inkml:trace>
  <inkml:trace contextRef="#ctx0" brushRef="#br0" timeOffset="1300">874 416 9153,'-16'2'913,"5"3"0,-3 5 1,6 8-1,1-1-790,-1 1 0,-6 1 0,5 2 0,-3 5 90,0 1 1,7 0-1,-5 2 1,2-6-326,4-3 1,4-3-1,6 1 1,6-3-312,3-3 0,5-5 0,3-7 0,4 0-291,0 0 0,6-1 0,-4-5 714,4-6 0,18-50 0,3-14 0</inkml:trace>
  <inkml:trace contextRef="#ctx0" brushRef="#br0" timeOffset="1500">1066 346 8521,'0'11'1600,"2"-1"0,2 0-1011,2 0 0,5-5 1,-3 9-1,0 3-205,0 5 0,3 9 1,-5-4-1,0 4-159,2 4 0,-6-4 0,3 10 0,-5-4-570,-5-2 0,-5-1 1,-9 1-1,-5 0 345,-5 0 0,-35-8 0,-10-1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4:16.1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85 268 8107,'-14'0'2431,"5"0"1206,0 0-2995,5 0 1,0 0-1,8 0-232,6 0 0,4 0 0,3 0 1,3-2-237,2-3 1,3 4-1,7-4 1,0 4-141,0 1 1,2 0-1,-1 0 1,-2 0-357,-1 0 1,-2 0 0,-1 0 0,-4-2-1943,-4-3 0,-4 4-1012,-1-4 3276,1 4 0,-39 1 0,-9 0 0</inkml:trace>
  <inkml:trace contextRef="#ctx0" brushRef="#br0" timeOffset="333">57 465 8107,'-14'0'554,"0"0"1,5 0 0,1-2 3913,2-3-3862,1 4 0,13-5 1,4 6-1,9 0-94,5 0 1,1 0-1,9-2 1,0-1-249,0-2 0,1 1 0,4 4 0,-2 0-484,-2 0 1,-5 0 0,1 0 0,-4 1-384,-1 4 0,-6-4 0,-3 4 1,-5-2-3419,-5 2 4021,4-4 0,-30-7 0,0-9 0</inkml:trace>
  <inkml:trace contextRef="#ctx0" brushRef="#br0" timeOffset="867">367 14 8172,'-14'0'290,"0"0"759,0 0 1,6-1 0,2-2 646,-1-2 0,7 0-1552,0 5 0,7 2 0,8 3 0,4 4-161,4 4 1,-1-1-1,2 1 1,1-1-39,1 4 0,-2 1 1,-2-3-1,0 0-116,-1 0 1,-3 0 0,0-1 0,-2-2 255,-2-2 1,0 0 0,-1 5 627,-4 0 0,-3-4-8,-6-1 0,0-4 0,-1 4-199,-4 2 0,2-3 1,-5 1-1,0 2-107,0 2 0,1 3 1,-4 2-1,1 6-55,-1 2 1,-1 7 0,-4 2 0,-1 2-223,-2 7 0,0-2 0,4 5 0,-1-3-772,2-2 0,-3-6 1,9-3-1,0-5-3513,4-5 4163,2-9 0,-4-57 0,-2-20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4:20.13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34 941 7990,'-11'12'1604,"0"-1"1110,4-5-2146,2-1 0,5-10 0,0-2 1,0-5-306,0-3 0,0 0 0,1-6 0,3-4-261,4-3 1,6-7-1,2-8 1,2-5-388,2-5 1,5-8 0,3-5 0,1-7-319,2-7 0,-2 0 0,0 7 1,-2 8 376,-6 11 0,-3 18 0,-7 9 166,0 10 1,-3 9 0,-2 5 622,-1 6 1,0-1 553,-1 6 0,-1-2-400,4 2 0,-4-2 0,2-3-225,0 1 1,-3 4 0,5 0-219,-2 2 0,0 1 1,-3 1-1,2 0-89,-2 3 0,1-1 0,-1 5 0,4 3 124,0 3 0,-4 0 0,3 5 1,0 2-75,3 0 0,-2 7 0,2 3 1,1 2-77,1 1 1,1 6 0,0 1 0,2 0-25,2 1 1,-2-10 0,2-3 0,-4-8-709,-3-9 0,1-6-14,-6-5 0,1-7 0,-4-5 0,-1-7-575,-3-3 1,-2-2 1261,-6-3 0,-34-33 0,-10-13 0</inkml:trace>
  <inkml:trace contextRef="#ctx0" brushRef="#br0" timeOffset="198">148 556 8111,'-8'0'1503,"0"0"1,7 0-623,1 0 1,5 0 0,8 1 0,1 2-618,1 0 1,5 2-1,0-2 1,4 1-2664,3-2 2399,-1-1 0,47-11 0,13-2 0</inkml:trace>
  <inkml:trace contextRef="#ctx0" brushRef="#br0" timeOffset="931">1213 46 8150,'0'-12'171,"-1"5"1,-3-1 1195,-3-1 1,0 4-1,0 2-576,-2 1 0,-1 5 0,-1 3-637,-1 5 1,1 8 0,0 1 0,-2 6-29,-2 4 1,2 4 0,-2 4 0,3 5 84,0 4 1,2 5 0,1 6-1,2 4-127,-2 6 0,4 0 0,1 4 0,3-4-402,1-4 0,4-2 0,1-8 0,2-6-628,6-11 1,-2-11 0,6-13 0,-1-4 945,3-5 0,7-23 0,3-6 0</inkml:trace>
  <inkml:trace contextRef="#ctx0" brushRef="#br0" timeOffset="3064">1712 250 8479,'-1'-10'1097,"-3"2"0,-2-1 1,-5 5-1,-1 2-767,1 1 0,-4 7 1,-2 4-1,0 6-167,-3 6 0,-2 1 0,-2 9 0,0 5-49,2 2 1,-4 7-1,8 9 1,-1 1-152,4 1 1,1 0 0,11-12 0,4-6-367,6-6 0,8-12 0,5-9 0,4-10 56,2-8 1,6-12-1,-2-13 1,2-5 122,-2-1 1,-2-5 0,-6 3-1,0 0-20,-3 0 1,1-3 0,-6 5 0,-4 1 63,-5 5 0,-4 3 0,-2 7 0,-3 2 359,-4 4 0,-6 7 0,-2 4 0,-2 6-107,-2 5 0,3 1 0,-1 8 0,2 0-479,2 3 0,6-2 407,4-2 0,-2-3 0,0 0 0</inkml:trace>
  <inkml:trace contextRef="#ctx0" brushRef="#br0" timeOffset="3264">2018 669 8297,'-7'0'1738,"0"1"-1012,2 3 1,0-1-1,3 4 1,-3 3-272,-1 4 1,2 0 0,-3 4-456,2-2 0,12 4 0,5-2 0</inkml:trace>
  <inkml:trace contextRef="#ctx0" brushRef="#br0" timeOffset="3848">2619 397 8229,'-7'-11'127,"0"-1"1,1 1 621,0 0 0,2-4 1,-4 0 681,0 1 0,-2 1 1,-3 3-1255,-2 2 0,2 3 1,-3 5-1,1 0-428,0 0 0,-6 9 0,3 5 0,-3 5 188,3 5 0,-3 7 0,5 3 0,0 5-147,-1 2 0,3 2 0,7-4 0,3 0 174,3 0 1,2-3 0,4-7 0,6-7-70,7-10 1,3-5-1,3-9 1,2-3 53,0-6 0,0-10 0,-3-10 0,0-1-136,0-2 1,-5-1 0,-1 1 0,-3 0-33,-4 0 0,-3 5 0,1 3 810,-4 2 0,-4 11 0,-3 8-107,-1 10 1,-3 12-1,2 11 1,0 2-477,0 5 0,1-1 1,4 4-1,0-3-276,0-1 1,5-1 0,2-3-1,5-3-3090,3-3 3358,-2-2 0,33-39 0,3-11 0</inkml:trace>
  <inkml:trace contextRef="#ctx0" brushRef="#br0" timeOffset="5464">3005 57 11397,'9'11'253,"2"1"1,4 0 0,0 5 0,4 4-20,2 4 1,-2 8 0,0 1-1,0 8 4,-1 5 1,-7 5 0,-7 5 0,-3 1-124,-1 2 1,-5-2 0,-2 3 0,-5-3-431,-3-2 1,1-4 0,-3-4-1,0-5-2362,3-6 2677,2-11 0,-30-25 0,-7-15 0</inkml:trace>
  <inkml:trace contextRef="#ctx0" brushRef="#br0" timeOffset="6097">3572 272 8470,'-12'0'644,"6"0"1,1-1-1,6-1 1,4-2 91,7 1 0,4-3 1,7 0-1,-1-2-798,1 1 0,3-1 0,2-2 0,1 1-754,3 2 0,-5 0 0,-1 0 0,-6 2 816,-5 0 0,-23-2 0,-6-4 0</inkml:trace>
  <inkml:trace contextRef="#ctx0" brushRef="#br0" timeOffset="6531">3787 148 8292,'-11'-7'404,"3"2"150,1 5 1,0 2 0,0 1-67,3 5 0,3 7 1,1 3-1,0 1-35,0-1 1,0 1 0,1 4 0,1 0-89,2-1 1,4 1 0,-3 0-1,1-1-285,3 1 0,-3 0 0,1-1 0,-1 0-202,0-3 1,-3 2 0,0-3 0,0 1-172,1 0 0,-3-2 1,3 2-700,-3-4 1,0-7-1888,3-4 2197,-3-3 1,4-2-1,-5-3 1,2-2 681,1-1 0,0-3 0,3 1 0,1-3 0,-1-3 0,-2-2 0,3 3 0,2-2 0,1-2 0,-2 1 0,-2-2 0,-1 4-213,-3 2 1,0 2 0,-2-1 959,0 1 0,-2 5 1,-1 2-1,-5 3-155,-2 1 1,-5 1-1,-1 3 1,-1 5-313,1 4 1,-4 1-1,2 4 1,-1 0-69,0-1 0,4 3 0,-3 6 1,1 1 241,-1 2 0,4 0 0,0 3 0,4-2 57,3 1 0,4-2 1,1 0-1,4-1-533,6-3 1,8-6-1,6-5 1,5-5-252,6-5 1,0-4 0,8-5 0,4-7 272,2-5 0,30-35 0,-33 22 0,0 0 0</inkml:trace>
  <inkml:trace contextRef="#ctx0" brushRef="#br0" timeOffset="7116">4694 46 8354,'-8'0'2111,"1"0"0,6-2-1411,1-1 0,5 1 0,7-1 0,2 0-385,1-1 0,5 3 0,-1-3 0,3 3-509,0 1 1,-4 0-1,-3 0 1,-2 0-578,-2 0 0,-5 1 0,-2 3 0,-3 4-73,-1 2 1,-1 1 0,-4 2-1,-5 0 462,-4 3 1,-5 0-1,4-2 1,0 1 477,-1-1 1,3-5-1,-1-2 1,4 1 2243,3-2-1737,4-1 1,-1-5-1,8-1 1,4-2-907,2-1 0,1-3 1,0 3-1064,1 2 1,-5-3 1365,1 1 0,-6 0 0,3 4 0</inkml:trace>
  <inkml:trace contextRef="#ctx0" brushRef="#br0" timeOffset="7314">4649 261 8293,'-5'6'408,"2"-1"0,-4-3 406,-2 1 1,4 0-1,0 6 1,1 3-152,0 6 1,0 5 0,3 3 0,-1 6-384,-2 4 1,0 1 0,4 4-1,0 1-119,0-2 1,0 2 0,1-8 0,2-7-653,1-5 0,4-7 1,0-6-1,2-3-899,1-1 0,-3-6 1,-2-7-1,0-3 1390,1-4 0,-5-23 0,3-10 0</inkml:trace>
  <inkml:trace contextRef="#ctx0" brushRef="#br0" timeOffset="7633">4671 306 8425,'0'-11'1730,"0"0"-1423,0-1 0,5 6 0,3 1 0,3 1-225,4 0 0,-1 1 0,5 3 0,1 0-98,2 0 1,4 0-1,1 0 1,-2 0-25,-1 0 1,-2 0 0,0 1 0,-3 1 153,-4 2 0,-3 5 0,0-3 0,-2 2 50,-3-1 0,-2 2 1,-5 6-1,0 3-17,0 0 0,0 7 1,-1-2-1,-1 2-321,-2 2 1,-4-1-1,3 3 1,-1-2-460,-3-1 0,3-3 0,-2-1 0,0-3-884,-3-4 1517,5-2 0,-39-22 0,-6-5 0</inkml:trace>
  <inkml:trace contextRef="#ctx0" brushRef="#br0" timeOffset="7797">4705 465 8256,'0'-11'0,"0"-1"0,2 1 0,0 0 217,2-1 0,5 5 1,-2 1-1,3 1-303,2 2 0,-1 2 1,2 1-1,1 0-401,1 0 0,0 5 1,-5 2 486,-3 3 0,-27 37 0,-11 8 0</inkml:trace>
  <inkml:trace contextRef="#ctx0" brushRef="#br0" timeOffset="7947">4705 544 8256,'-6'-11'866,"1"0"-414,5-1 1,5 6-1,3 1 1,2 1-648,1 1 0,2-1 0,0 4 1,3 0-470,-3 0 0,4 0 1,-2 0 663,-1 0 0,-7-10 0,-2-3 0</inkml:trace>
  <inkml:trace contextRef="#ctx0" brushRef="#br0" timeOffset="8097">4819 374 8256,'-12'0'407,"1"0"1,4 2 0,0 1 124,2 5 0,1 3 0,4 6 0,0 4-307,0 4 0,0 6 0,0-4 0,0 2-590,0 3 0,0-5 1,2 0-1,0-4 365,2-5 0,-36-6 0,-12-7 0</inkml:trace>
  <inkml:trace contextRef="#ctx0" brushRef="#br0" timeOffset="8680">4365 454 8171,'1'-7'904,"3"4"-428,4 1 1,1 7-1,-1 3 1,-1 2-441,-2 1 1,2 2-1,-3 1 1,-1 2-365,-2 2 0,-1-3 0,0 3 0,0-1-114,0 1 0,-5-4 0,-3 1 0,-2-4 99,-1-3 1,0-3-1,-1-5 845,1 0 1,5-1-136,2-3 0,3-2 0,2-5-76,3 4 1,2 2-1,5 5-91,1 0 1,-2 1 0,-2 2 0,-1 2-106,-2 1 1,0 2-1,-3 3 1,2 0-248,-1 1 0,-3-1 0,-4 0 1,-4 1-128,-2-1 0,-2 0 1,-2-1-1,-3-1-56,0-1 0,2-2 0,-3 2 0,0-5 495,1-1 1,3-2 0,-1 0 829,2 0 1,3-5-566,3-3 1,3-1-1,9 2 1,6 3-51,7 3 0,3 1 1,3 0-1,3 1-90,3 3 1,8 2 0,4 6 0,6 2-204,5 1 0,4 4 1,3-4-1,3 1 17,0 0 0,4-3 1,-4 2-1,-1-3-32,-5 0 1,-8-1 0,-12 0 0,-8 1 24,-7-1 0,-7-3-322,-7-1 1,-8-4 0,-8 0-1,-2-3-558,-1-3 0,-2-4 1,-1-4-1,-1 0 788,1-1 0,-49-49 0,26 23 0,0 1 0</inkml:trace>
  <inkml:trace contextRef="#ctx0" brushRef="#br0" timeOffset="8864">4343 193 9781,'5'11'-2112,"7"4"2112,11 1 0,21 1 0,10 1 0,7 0 0,0 0 0</inkml:trace>
  <inkml:trace contextRef="#ctx0" brushRef="#br0" timeOffset="9764">5510 193 8369,'-11'-5'1089,"5"4"0,2-8 0,8 4 1,5 0-911,4 0 0,1 0 0,4 2 1,0-1-196,-1 2 0,-3 1 0,2-1 0,-1 0-519,1-2 0,-1 2 395,-4 5 1,-5 4 0,-2 5 0,-4 2 271,-4 1 0,-3 5 0,-7-1 0,-2 4-296,-2 3 0,-1 2 1,-2 4-1,0-2 116,3 1 0,-1 1 1,-5-1-1,0 0 164,1 0 1,-1-3 0,8-2 0,1-2 589,2-1 1,-1-7-58,7-4 0,2-7 0,2-10-391,6-7 0,3 0 1,5-7-1,1 0-235,-1 1 1,0-2 0,2 5-1,1 1-188,1 1 1,4 3 0,-3 2 0,2 0-60,2-1 1,1 4 0,1 1-1,-2 4 14,-1 4 1,0 2-1,3 7 1,0 2 219,-3 4 0,-3 6 0,-6 3 0,-2 1 203,-5 2 0,-1 2 1,-2 0-1,0-2-86,0 0 1,-5-6 0,-4 1 0,-4-3-141,-2-4 0,-4-3 1,3-4-1,-2-2-188,-2-3 0,2-2 0,1-5 1,-1-1 38,1-3 0,3-6 1,0-6-1,4-2 290,2-2 0,6-1 1,-2-1-1,3 2 112,1 1 0,3 1 0,2 0 0,3 2-315,5 4 0,-2 4 0,5 2 1,-1 1-403,1 2 1,4 2-1,-1 1 477,2 0 0,62-15 0,-34 6 0,0-1 0</inkml:trace>
  <inkml:trace contextRef="#ctx0" brushRef="#br0" timeOffset="10363">6259 295 11438,'7'-4'1020,"1"0"0,1 2-937,1 1 1,2 1 0,2 0 0,1 0-977,-1 0 0,-1-2 0,-2 0-404,0-2 1,-3 0 1296,-1 4 0,-4-5 0,2-1 0</inkml:trace>
  <inkml:trace contextRef="#ctx0" brushRef="#br0" timeOffset="10681">6293 80 8440,'-12'-7'-955,"5"2"1095,-1 5 0,6 5 0,-2 4 0,3 5 377,1 5 0,3 7 0,2 5 0,2 3-274,2 3 0,1 7 1,1 7-1,-1 1 47,-2 2 0,0 0 0,-4-1 0,-1-4-75,-2-2 1,-2-2 0,-3-1-1,-4-2-169,-2-5 1,-1-8 0,0-6 0,-2-7-4,-2-3 0,2-7 0,-2-3 1,3-6 32,0-4 1,0-5 0,-2-4 0,-1-5 52,1-5 0,5-1 0,1 1 0,0-1 204,-2-2 0,3 7 0,3 1 0,3 3 600,1 4 1,0 2 0,0 1-814,0-1 1,5 6 0,3 2 0,2 3-587,1 1 0,4 4 1,2-1-1,0 0-1832,4-2 2298,0-1 0,52-5 0,13-1 0</inkml:trace>
  <inkml:trace contextRef="#ctx0" brushRef="#br0" timeOffset="11050">6723 193 9107,'-1'-11'1081,"-3"-1"1,4 1-850,0 0 1,5 4-1,7 4 1,-1 3-1099,0 3 0,1 4 1,-1 4 865,1 0 0,-21 71 0,2-32 0,0 0 0</inkml:trace>
  <inkml:trace contextRef="#ctx0" brushRef="#br0" timeOffset="11264">6701 454 8334,'-8'0'4,"2"-1"970,1-3 1,-3-3-544,5-4 0,-1 4 0,6 0 0,5 1-214,4 0 1,8 2 0,0-2 0,3 1 26,5 2 1,-2 2 0,4 2 0,0 3 219,0 3 0,-5 8 0,0 4 0,-5 3 27,-3 0 1,-6 5 0,-6 1-1,-3 1-578,-1 2 1,-10 6 0,-5 0 0,-5 0-556,-3-2 1,-1-6 0,-1-2 0,-1-5 641,0-3 0,-18-28 0,-4-11 0</inkml:trace>
  <inkml:trace contextRef="#ctx0" brushRef="#br0" timeOffset="11699">7268 193 8486,'-7'0'2495,"16"0"0,10 0-2470,4 0 1,1 0 0,0 0-1,1 0-888,1 0 1,1 0 862,-5 0 0,16-10 0,4-3 0</inkml:trace>
  <inkml:trace contextRef="#ctx0" brushRef="#br0" timeOffset="11897">7506 91 8339,'-12'0'395,"1"0"0,0 0 0,1 1 0,1 3 314,1 4 0,1 2 0,-5 2 0,1 3-300,0 4 0,-2 9 0,-1 6 1,-2 6-155,-2 4 0,-1 2 1,-3 0-1,-1 3-163,0 4 1,6-6-1,2-3 1,2-5-1275,2-6 1,4-9-1,5-10 1182,4-5 0,40-70 0,13-21 0</inkml:trace>
  <inkml:trace contextRef="#ctx0" brushRef="#br0" timeOffset="12030">7574 374 8291,'11'-11'76,"-3"0"1,-1 1 0,2 1 285,1 1 1,-2 5-1,-1-4-225,2 2 1,-3 1-138,2 4 0,-26 26 0,-2 5 0</inkml:trace>
  <inkml:trace contextRef="#ctx0" brushRef="#br0" timeOffset="12299">7619 363 8270,'-6'8'-9,"1"-1"41,0 2 1,2 2 0,-3 3 0,1 1 146,2-1 0,2 4 0,1 1 0,0 3-370,0 5 0,4-2 1,0 4-1,-2 0 72,-1 0 0,-1 0 0,0 2 0,0-2 562,0-1 0,-5-1 1,-2-5-1,-3 0 210,-2-3 1,0-3 0,-2-6-1,-1-2-36,1-5 1,-2-1 0,1-4-1,-1-1-89,0-5 1,7-3 0,-2-3 0,2-3-46,3 0 0,-3-2 0,5-3 1,2 2 318,0 1 0,2 6 0,0-3-395,0 4 1,2 1-601,1-1 1,4 5 0,5 0 0,3 1-1251,4 0 1,3-1 0,2-1 1442,2 0 0,24-11 0,10-5 0,7-3 0,1-1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4:33.4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158 329 8129,'-11'0'496,"-1"0"1790,1 0-1678,5 0 1,2-1 0,8-1 0,4-3-407,6-2 1,4 3-1,5-3 1,-1-2-339,1-1 0,0-1 0,-1-1 0,0 1-213,-3 0 0,2 3 1,-3 2-1,-1-1-2453,-2 1 2802,-2 4 0,-17-18 0,-3 1 0</inkml:trace>
  <inkml:trace contextRef="#ctx0" brushRef="#br0" timeOffset="419">339 46 8222,'-11'0'560,"3"-4"-37,1 0 1,1 2-1,-2 7 1,4 5-238,3 4 1,1 7-1,0 1 1,0 4-92,0 3 0,0 6 0,0 8 0,1 5 108,3 5 0,-3 6 1,3 2-1,-3-2 93,-1-1 1,0 2 0,-1 1 0,-1-3-161,-2-4 0,0-5 0,4-9 0,0-6 1,0-6-725,0-4 0,0-13 152,0-7 0,-1-11 0,-3-9 85,-4 3 1,-2-1 0,-1 0 0,0-1-334,-1 1 1,1 0 0,-2 0 0,0-1-245,-3 1 1,1 0 0,3 0 0,-2-1 334,-1 1 0,0-2 1,3 1-1,1 1 448,0 2 0,-1 0 0,1 2 218,0 3 1,-1-2 760,1 5 0,1 1 910,2 7 0,5-3-1479,6 3 0,7-8 0,7-3 1,0-3-501,4-2 1,4-3 134,1 0 0,51-30 0,9-4 0</inkml:trace>
  <inkml:trace contextRef="#ctx0" brushRef="#br0" timeOffset="667">600 57 8222,'0'-11'295,"0"0"869,0-1 1,-4 5-803,1-1 1,0 6-1,7-2-924,3 3 0,2 2 562,-1 3 0,12 27 0,-1 12 0</inkml:trace>
  <inkml:trace contextRef="#ctx0" brushRef="#br0" timeOffset="1102">532 205 8333,'-10'-5'1574,"2"-3"0,3 2 0,7-2-1376,1-1 1,8 3 0,4 0 0,0-1-293,1 1 1,2 0 0,3-2-1,-1 3-476,-1 0 0,-5 4 1,3-3-1,-2 2-1483,0-2 1,0 3 1634,-4-3 1,-4 8 0,-4 3 422,-1 3 0,-6-2 0,-1-1 0,-2 2 13,-1 1 0,-4-2 1,-2-1-1,-1 2 179,1 1 1,1 2 0,-1-2-1,-1-1 213,1-2 1,1 2 0,2 5-1,-1 1-22,1-1 1,0 0 0,-1-1-1,2 4 140,3 0 1,-2-3 0,4 1 13,-1-2 0,4-7-302,2-2 0,2-3 1,6-2-1,4-4-172,2-6 1,2-1 0,-2-4-1,2 1-308,2 0 1,-3-2 0,3 4 0,-2-3-146,-2 3 0,-1 4 1,-2 1-1,0 1-1564,1 0 1522,-6 2 1,-2 12-1,-8 3 1,-4 5-701,-2 2 1127,-6-3 0,-47 48 0,23-28 0,0 0 0</inkml:trace>
  <inkml:trace contextRef="#ctx0" brushRef="#br0" timeOffset="1300">407 511 8222,'-6'-7'4156,"1"1"-3876,5 2 0,5 2 1,3-4-1,2-1-130,1 1 1,4 2 0,3-3 0,2-1-180,4 2 0,2-4 0,0 1 0,1-4-380,2-2 0,-2 0 0,2 2 0,-2 0-1615,-1-3 2024,-2 6 0,-12 15 0,-2 8 0</inkml:trace>
  <inkml:trace contextRef="#ctx0" brushRef="#br0" timeOffset="1668">680 465 8222,'-4'-7'1332,"0"-1"0,-1 6 1,2-3-877,0 0 1,-5 5 0,4 0 0,1 7-344,-3 7 0,0 0 0,-4 6 1,1 3 7,2 2 1,-2 5 0,-5-2 0,-1 1 131,1 2 0,1 2 0,2 1 1,0-1-50,-1-3 1,6 0-1,2-6 1,3-4 41,1-2 1,1-3 0,4-5-211,7-2 0,0-3 1,7-6-1,1-2-244,2-1 0,-3-3 0,0 3 0,0 0-364,-2-1 0,3 4 1,-5-4-1,-1 1-416,-1 0 1,-2-3 0,-1 2 0,-1-2 987,-1-1 0,-16-48 0,1-12 0</inkml:trace>
  <inkml:trace contextRef="#ctx0" brushRef="#br0" timeOffset="1850">759 533 8222,'-5'-6'826,"2"1"0,-3 6-158,1 3 1,-3 6-1,5 7 1,-1 1-200,-1 6 1,4 2-1,-4 6 1,1 5-343,0 2 1,-4 3 0,3 3 0,-1-1-431,-3-2 0,0-3 0,1-7 0,0-1-2156,-1-5 2459,-1-7 0,-16-23 0,-5-10 0</inkml:trace>
  <inkml:trace contextRef="#ctx0" brushRef="#br0" timeOffset="2067">317 794 8198,'0'-7'484,"0"-1"806,0-1 1,1 3 0,4 0-618,6 1 1,6-3-1,8 3 1,4 0-282,5 0 1,13-4-1,0 2 1,4-2-323,-2 1 0,-4-1 0,-3 6 0,-4 0-507,-3 2 0,-11-3 1,-5 0-1,-5 2-3554,-3 0 3991,-5 2 0,-6-25 0,-6-6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4:36.4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318 159 8214,'4'-7'-65,"0"-1"50,-2-1 1,1 3-1,0-2 943,5 0 1,-2 3 0,2 1-415,1 3 0,1 2 0,0 3-201,-3 3 1,-2 5 0,-5 1 0,0 4-177,0 0 1,0 2 0,-1 4 0,-1 0-253,-2-1 1,-5 2-1,2 1 1,-5 3-118,-3 1 1,1-2 0,-3 2 0,-1-2 408,0-2 1,4-4-1,-1-4 1,3 0 848,0-4-719,6-5 1,1-4 0,6-8-1,3-4-474,4-2 0,3-2 0,3-2 0,2-1-183,2 1 1,-4 3-1,2 2-30,0 1 1,-3 6-1,2-2 266,-2 3 0,-7 6 0,-2 4 1,-3 3-8,-1 3 1,-1 4 0,-3-2 0,-3 0-90,-4 3 1,-4 1-1,0-1 1,1-3 273,2 0 1,0-2-1,1-4 1,1 0 1631,2 1-1327,-2-6 1,10-1-1,0-5-239,7 0 1,3 0 0,1-1 0,0-2-668,1 0 0,0-6 0,2 2-669,1 1 0,0 0 1206,-3 2 0,-26 23 0,-6 1 0</inkml:trace>
  <inkml:trace contextRef="#ctx0" brushRef="#br0" timeOffset="251">1 896 8214,'0'7'1462,"0"-1"1,0-2-918,0 3 1,1-1 0,3 2 0,3 1-244,3 1 1,3 1 0,1 1 0,1-1-162,-1 0 1,0-1 0,-1-1 0,4-1-589,0 1 0,-3-4 0,1-2 0,-2-1-1701,-2-2 0,1 0 2148,-1 0 0,-10-21 0,-2-4 0</inkml:trace>
  <inkml:trace contextRef="#ctx0" brushRef="#br0" timeOffset="400">205 840 8214,'-5'-7'890,"3"2"0,-3 6 1,7 2-624,1 1 0,0 5 0,4-2 0,2 3-495,1 2 0,-2-1 0,0 0 1,0 1-640,2-1 1,0-4 0,-1 0 866,-1-2 0,-1-12 0,5-5 0</inkml:trace>
  <inkml:trace contextRef="#ctx0" brushRef="#br0" timeOffset="500">307 840 8214,'0'-12'0,"1"1"602,3 0 1,-3 4 0,9 3 1,-2 8-908,2 4 0,1 1 304,0-2 0,36 3 0,8-3 0</inkml:trace>
  <inkml:trace contextRef="#ctx0" brushRef="#br0" timeOffset="1467">851 57 8214,'0'-11'372,"-1"0"1,-2-1 433,-1 1 0,-4 5 0,0 2 0,-2 3-635,-1 1 0,-2 1 0,-2 3 0,-4 4-430,-2 6 0,-2 4 0,1 5 0,1 0-2,-2 4 0,8-3 1,-5 2-1,4-2-247,1-1 1,3 0-1,6-2 1,1-2 28,2-4 1,2-2-1,2-3 1,2-1 350,1-2 1,3-3 0,-2 2 0,2-1 190,1-2 1,-3 3-1,1 0 1,-3 2 323,1-1 1,1 1 0,-2 3-1,0 2 173,0 2 0,2-2 0,-1 2 1,-2-3-264,0 0 1,1-1 0,1 0 0,0-1-790,1-2 363,-4-3 0,8-6 0,-5-4 137,-2-7 1,-2 1-1,-2-4 1,-2 1 72,1-1 1,-2 2 0,2-3 0,0 1-113,2 0 0,1-4 1,0 4-1,0 1-192,0 1 1,5-2 0,2 0 0,4 1 98,0 2 0,1 0 0,2 1 0,1 1 72,-1 2 1,3 3-1,-2 5 1,-1 0 155,-2 0 0,0 2 1,-1 1-1,-1 5 51,-2 2 0,0 1 0,-4 1 0,-1-1-187,-2 0 1,-2 2 0,-3 1 0,-4 1-154,-2-1 0,-1-2 0,0 0 1,-1-1-23,1 0 1,0-3 0,-1-2-332,1-1 964,0-1 1,3-8-1,2-1-181,1-1 1,1-2 0,5-2-187,3 3 0,-2-2 73,6 5 1,-4 0 406,3 4 0,-4 2-177,1 1 1,-3 4-1,-1 4 1,1 2-75,3 2 1,-3-1 0,3 4-1,-3 3-41,-1 0 0,0 7 0,0 3 1,0 5-9,0 1 0,0 6 0,0-1 1,0 2-72,0 1 1,0 1 0,0-1-1,0-2-296,0-5 0,0-3 0,0-13 1,0-4-1452,0-4 1,-1-9 546,-3-5 0,2-5 0,-6-6 0,-2-1-1055,-4 1 2087,2 0 0,-45-51 0,-5-12 0</inkml:trace>
  <inkml:trace contextRef="#ctx0" brushRef="#br0" timeOffset="1684">534 692 8212,'7'-11'-142,"1"-1"1,-6 5-1,3 1 1,-1-1 1232,0 1 0,5 3-505,-2 0 0,2 3 0,-2 3-129,-3 5 0,-2 6 1,-2 1-1,-2 0-145,-2 2 0,-2 0 0,-5 6 1,-2 0-252,-2-1 0,-2 0 0,-6-2 0,0-1-579,0 1 1,1-4-1,-1-1 1,2-2-2575,2-2 3092,2-4 0,51-53 0,12-17 0</inkml:trace>
  <inkml:trace contextRef="#ctx0" brushRef="#br0" timeOffset="1968">930 579 8212,'0'-8'1446,"0"1"0,-5 4 0,-2-1-1202,-3 3 1,-5 6-1,-1 3 1,1 2-138,-1 1 0,3 0 0,-3 2 1,1 1 382,0 1 1,3 0 0,5-4-100,-2 1 0,4-1 0,1 0 1,3 1 164,1-1 0,5 0 1,3 1-1,2 0-45,1 4 0,0-4 0,2 5 0,2-2-489,4 0 0,2 4 0,2-4 0,0-1-868,-1-2 1,1-4-1,1-1 1,1 1-3704,2-2 4549,4-1 0,13-35 0,9-8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4:39.7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68 318 8157,'-11'0'876,"3"0"29,1 0 1,4-1 0,1-3-807,4-3 1,5 0 0,5 0-1,3-2-86,4-1 1,3 2-1,0 2 1,1 1 96,0 2 1,-2 2 0,-1 1 0,-2 1 0,-2 3 0,-1 2 1,-5 7-1,-1 1 158,-1 1 0,-6 5 0,1-1 0,-6 2-343,-4 2 1,-3 0-1,-3 0 1,-1-1-409,-1 1 0,-5-6 1,2-1-1,-1-5-184,0-3 0,6 0 1,-3-4 665,4-1 0,6-58 0,1-14 0</inkml:trace>
  <inkml:trace contextRef="#ctx0" brushRef="#br0" timeOffset="200">204 1 8332,'-1'7'83,"-2"1"804,0 1 1,-6 2 0,3 5 0,-2 7-348,0 6 0,1 9 0,-6 3 1,-1 5-364,-1 3 0,-1 2 1,1 6-1,-3-1-633,1-4 1,0-2-1,6-9 1,1-4-2266,2-6 2721,3-3 0,5-61 0,0-13 0</inkml:trace>
  <inkml:trace contextRef="#ctx0" brushRef="#br0" timeOffset="468">306 80 8706,'7'5'731,"-1"-2"0,-4 4 1,3 2 161,2 1 0,4 3 0,5 2 0,2 5-421,2 5 0,5 4 0,3 5 1,0 0-82,0 0 0,2 4 0,-5 0 0,-2-2 62,-3 0 1,-6-2 0,1-2-1,-3-1-456,0-5 0,-5-7 0,0-4 0,-1-2-4130,0-2-940,-3-5 5073,2-1 0,-35-65 0,-8-16 0</inkml:trace>
  <inkml:trace contextRef="#ctx0" brushRef="#br0" timeOffset="617">522 23 8288,'7'10'558,"0"-1"1,-1-2-559,0-2 0,12 29 0,6 3 0</inkml:trace>
  <inkml:trace contextRef="#ctx0" brushRef="#br0" timeOffset="734">635 12 9436,'8'1'86,"-1"3"1,31 28 0,11 10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4:41.6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82 318 8383,'-9'-1'0,"-1"-3"0,-3-4 209,0-2 1,6 3 0,3-1 0,3-2 0,1-2 0,0-4 0,3 3 537,4 0 1,2-2 0,10 0 0,1 1-768,2 1 0,0 7 0,1 2 0,0 3-4,-1 1 0,1 5 0,-2 4 0,-3 5-69,-7 5 1,-1 2-1,-6 3 1,-3 2 69,-3 5 0,-4-2 0,-6 0 0,0 0-47,-3 0 0,1-4 0,-5 0 1,0-5-77,1-5 0,-2-2 0,5-3 0,1-3 223,2-3 0,4-4 0,2-5 90,1-6 0,1 3 0,6-3 0,5 1 121,4 0 1,7 0-1,-2 2 1,2 4 140,2 3 0,-3 1 0,1 1 0,0 4 318,-1 7 1,-3 0 0,0 8 0,-5 3-226,-5 2 0,-4 8 1,-4 0-1,-5 3-457,-5 1 0,-5-2 1,-6-1-1,-3-1-589,-1-3 1,3-2 0,-3-7-1,1-3-1682,3-7 0,5-4 0,4-9 2206,3-1 0,34-74 0,-2 27 0,0 0 0</inkml:trace>
  <inkml:trace contextRef="#ctx0" brushRef="#br0" timeOffset="284">433 318 8234,'-7'-4'732,"0"-1"562,2-1 0,3 2 0,6-2 0,3 0-742,3-1 1,7 3-1,2-2 1,3 0-771,5 0 1,-3-1 0,3-2 0,0 3-211,-1 1 0,1 0 0,-5 3 0,1-2-1096,0 1 1,-6-2 1523,-1 1 0,-19-19 0,-5-3 0</inkml:trace>
  <inkml:trace contextRef="#ctx0" brushRef="#br0" timeOffset="535">649 1 8406,'0'12'71,"0"3"1,0 4 315,0 3 1,0 2 0,0 2 0,0 6 553,0 4 0,0 6 0,1 5 0,2 5-204,0 4 0,1-1 0,-4 9 0,0 2-194,0 1 1,-1-5 0,-2-1 0,0-6-669,0-5 0,2-6 0,1-13 0,0-4-1687,0-9 0,-1-9 193,-3-5 0,-4-9 0,-6-5 1619,-1-4 0,-5-32 0,0-14 0,-2-2 0,1 0 0</inkml:trace>
  <inkml:trace contextRef="#ctx0" brushRef="#br0" timeOffset="734">592 295 8321,'-1'-6'1526,"-3"2"1,2 4 0,-5 4 0,1 5-1187,0 5 1,-2 3 0,-3 7-1,-2 3-145,-2 3 1,-4 8 0,-6 3 0,-3 3-626,-1 2 0,4-7 0,-1-5 0,2-6-1121,1-4 1,5-8 1550,3-5 0,13-35 0,3-13 0</inkml:trace>
  <inkml:trace contextRef="#ctx0" brushRef="#br0" timeOffset="883">637 409 8283,'13'0'437,"2"0"0,3 0 208,-1 0 0,5 0 1,-3 1-1,2 3-394,2 3 0,0 0 1,0 0-1,1 2 60,-1 1-311,2 1 0,-17 11 0,2 2 0</inkml:trace>
  <inkml:trace contextRef="#ctx0" brushRef="#br0" timeOffset="1066">445 704 9973,'-7'-6'1633,"4"-1"0,6 1 1,6-2-1,6 1-715,8 0 1,5 1 0,6 3 0,1 0-807,3 0 1,-2 2 0,5 2-1,-2 2-2140,-3 0 1,-6 6 2027,-3-1 0,-8 2 0,-3 1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2:57.436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11 392 8014,'-6'0'1358,"1"0"1,7-1-1,1-1 1,6-3-1335,5-2 1,3-4 0,7-4 0,2 0-563,4-1 1,2-1 0,2-6 0,0 1-182,-1-1 1,-4 5 0,-4 0-1,-4 1 68,-2-1 1,-7 5 0,-1-2 654,-6 2 1,-5 2 869,-4 0 1,-2 5 533,-5 2 0,0 3-770,0 1 1,3 1 0,1 1-438,-2 2 0,4 5 0,0-2 1,1 3-106,1 2 0,-5 2 1,4 3-1,1 0-15,-2 3 0,2 6 0,-3 5 0,1 4 128,2 3 0,2 9 0,1 2 0,0 5 23,0 6 0,0-3 1,0 3-1,0-4 1,0-3 0,0-4 0,0-5 0,0-5 48,0-9 1,0-4 0,0-11-67,0-2 1,-1-5-1,-2-6-338,0-4 1,-6-4-1,1-6 87,-1 1 0,-3 0 0,1 0 0,0 0-240,0-1 1,-1 1-1,1 0 1,-1 0-243,-3 0 0,2-1 0,-2 1 0,3 0-145,1 0 0,1-1 1,1 2-1,2 2 400,-2 0 1,-1 2 0,0-3 817,2 2 1,2 4 1014,3 0-428,1 1 1,-1 2-1207,6 0 0,7-1 0,6-3 0,1-3-842,-1-3 1,7-2 905,0-3 0,20-13 0,9-7 0,2-4 0,1 0 0</inkml:trace>
  <inkml:trace contextRef="#ctx0" brushRef="#br0" timeOffset="417">572 56 9716,'1'-6'1895,"2"1"-1212,1 0 0,-1 5-742,-3 0 1,0 5 0,0 6 0,0 0-731,0 0 0,4 1 789,0-1 0,-15 45 0,-8 11 0</inkml:trace>
  <inkml:trace contextRef="#ctx0" brushRef="#br0" timeOffset="867">438 224 8135,'-7'-5'992,"2"3"1,7-4-520,1 1 0,4-3 1,4 4-1,1 1-497,3-2 1,-1 2 0,3-3-1,1 1-394,-1 2 1,-3 2-1,1 0 1,-3-2-1048,-1 0 1,1-1 1464,-1 4 0,-5 1 0,-3 3 0,-6 3 0,-3 0 0,-5-1 0,-1 0 0,1 0 0,0 1 0,0 1 0,0 0-262,-1 0 1,1 2-1,0 2 1,0-1 659,0 0 0,3 0 1,1 2-1,-1 0 211,2 2 1,-3 4-1,5-3 1,2 2-47,1 2 1,1-4 0,0-1-372,0-3 1,1-2-1,3-2 1,3-6-141,3-4 1,5-5 0,0-5 0,0-2-282,1-1 1,-3-3 0,2 1-1,-3 1-104,-1 0 0,0-3 0,1 4 0,-2 2-319,-3 0 0,3 2 510,-2 0 245,-3 5 1,0 2 0,-7 8 0,-1 4-429,-5 6 1,-2 0 0,-1 3 324,0-1 0,-50 54 0,24-30 0,0 0 0</inkml:trace>
  <inkml:trace contextRef="#ctx0" brushRef="#br0" timeOffset="1082">415 561 8135,'-11'0'-427,"0"0"2142,-1 0 0,7 0-1259,5 0 0,5-4 0,7-1 0,0-1-285,3-3 1,-1 0 0,4 0 0,2 2-171,2-2 1,0 1-1,0-1 1,0 3-219,-4 1 0,2-3 1,-5 4-1,0 2-1355,1 1 0,-7-3-907,2 0 2479,-7 0 0,-29 19 0,-12 4 0</inkml:trace>
  <inkml:trace contextRef="#ctx0" brushRef="#br0" timeOffset="1350">561 527 8525,'-6'5'964,"-4"-4"0,3 4-417,1 0 1,-3 1 0,5 6 0,-1-1-293,0 0 0,-4 5 0,3 4 0,-2 4 19,1 2 1,-1 5-1,-3-2 1,0-1-129,0-1 1,4-5 0,2-3-1,2-3 17,-1 0 1,0-7 0,5 1-82,3-4 1,2-2 0,7-4 0,0 0 18,2 0 1,2 0 0,-2 0 0,2 0-296,0 0 0,3 0 0,-5-2 1,-1 0-531,-2-2 0,0 1 0,-1 3 0,0 0-2210,0 0 2934,-4-5 0,3-2 0,-4-4 0</inkml:trace>
  <inkml:trace contextRef="#ctx0" brushRef="#br0" timeOffset="1549">651 583 8167,'6'-1'-419,"-2"-3"1543,-3 3 0,-1 1 0,0 7 0,-1 3-567,-3 1 0,1 6 0,-3 3 1,0 4-371,0 6 0,-2 4 1,-3 2-1,0 3-679,-1 1 0,3-4 0,0 1 0,3-3-594,1-4 0,-3-4 1086,4-8 0,-14-11 0,-1-9 0</inkml:trace>
  <inkml:trace contextRef="#ctx0" brushRef="#br0" timeOffset="1748">303 807 8167,'-7'0'2469,"-1"0"0,7-5-1541,1-2 0,6 1 1,8-2-1,3 1-494,4 0 0,1-3 1,7 3-1,3-3-548,0-1 0,2 0 1,0-1-1,3 2-2213,0 3 2327,0-3 0,47-6 0,12-8 0</inkml:trace>
  <inkml:trace contextRef="#ctx0" brushRef="#br0" timeOffset="2297">1211 258 8332,'-7'-4'919,"-1"0"1,6-1 84,-2 2 1,8 0 0,3-3 0,3 0-538,1 0 0,6 2 0,1-2 0,3 1-837,2 2 0,-2-2 0,-1 1 0,-3 2-330,0 1 0,-2 1 700,-4 0 0,0 0 0,0 0 0</inkml:trace>
  <inkml:trace contextRef="#ctx0" brushRef="#br0" timeOffset="2465">1222 146 8202,'-11'0'658,"4"0"1,-1 0 45,-1 0 1,4 1-1,2 3 1,1 3-370,2 3 1,0 3-1,0 2 1,0 3-732,0 3 1,4 2 0,1-1-1,0 1 396,0-1 0,4 11 0,-3 1 0</inkml:trace>
  <inkml:trace contextRef="#ctx0" brushRef="#br0" timeOffset="2867">1043 359 7667,'0'11'467,"0"0"1,0-3 0,0-1 0,0 3-189,0 4 1,4 0 0,1 4 0,1 2-183,3 1 1,1 3 0,1 1 0,0 1-100,0-1 1,-1-1 0,-1-3 0,-3-2-227,-1-5-16,4-1 0,-8-8 1,2-5 165,-6-6 1,1-9-1,-5-4 1,2-2-96,3-2 0,1 1 0,1 0 0,0-1 129,0 1 0,0 3 0,1 2 0,3 0 108,3 4 1,4-2-1,4 2 1,3 5 194,-1 1 0,4 4 0,-3 4 1,0 3 137,1 3 0,-5 4 0,1 4 1,-4 4 25,-4 2 0,-2 2 0,-5-1 0,-1-1-200,-3-2 0,-2 2 1,-6-4-1,-2 1-217,-1-3 1,-5-3 0,2-1 0,-2-1-472,1-2 0,-1-3 1,5-5-1056,1 0 1520,2 0 0,6-10 0,1-3 0</inkml:trace>
  <inkml:trace contextRef="#ctx0" brushRef="#br0" timeOffset="3184">908 818 8202,'-11'0'1092,"0"0"0,5 2-524,2 1 0,3 0 1,1 4-300,0 2 1,5-3-1,2 2 1,3 1-148,1 1 1,-1 1-1,-1 0 1,-1 0-361,0 0 0,2 1 0,1-1 0,1-1-2910,-1-3 3148,-5 3 0,14-29 0,-1 0 0</inkml:trace>
  <inkml:trace contextRef="#ctx0" brushRef="#br0" timeOffset="3364">1077 807 8594,'6'1'1847,"-1"3"-1258,0 4 0,-3-2 1,6 1-1,0 2-489,2 1 0,2 0 0,-1-1 0,0-2-343,0 2 0,0-3 0,1 2 0,-1-1-964,0-1 1,-1 1 1206,-2-4 0,2-1 0,-4 3 0</inkml:trace>
  <inkml:trace contextRef="#ctx0" brushRef="#br0" timeOffset="3530">1267 785 11077,'1'10'619,"2"-2"1,2 0-541,1 1 1,2 1 0,3 0-1,0-2-721,0 0 1,0-1 641,1 5 0,-1-6 0,0-1 0</inkml:trace>
  <inkml:trace contextRef="#ctx0" brushRef="#br0" timeOffset="3681">1469 807 8090,'7'1'-242,"1"3"1194,1 4 0,-3-2 0,1 1-571,2 2 0,1 1 1,1 1-382,0 1 0,41-11 0,9-2 0</inkml:trace>
  <inkml:trace contextRef="#ctx0" brushRef="#br0" timeOffset="4314">2231 146 8159,'0'-8'2217,"0"1"-1663,0 4 1,-1-2 0,-3 5 0,-3 2-408,-3 1 1,-1 5-1,-2 8 1,0 6 61,-2 7 1,-5 5-1,2 3 1,0 5 92,-1 6 1,1 8 0,-1 7 0,1 3-237,2 2 1,6-6 0,6-4 0,3-4-625,1-5 1,5-13 0,4-9-1,4-8-708,6-8 1,2-7 1265,2 0 0,29-28 0,8-7 0</inkml:trace>
  <inkml:trace contextRef="#ctx0" brushRef="#br0" timeOffset="4765">2545 325 8159,'7'-11'0,"-4"0"0,-2 0 923,-1-1 0,0 5 0,-1 1 1,-1-1-46,-2 1 1,-1 4 0,1-2 0,-2 4-682,0 4 0,-5 3 0,1 8 0,-4 4-227,0 2 0,-2 6 0,0 4 0,0 6 51,-1 4 0,-1 2 0,3 2 0,1 0-78,2 0 1,0 1-1,3-1 1,1-3 110,4-6 0,3-13 1,2-6-1,3-6-63,4-3 1,3-7 0,4-1 0,2-7-19,1-7 1,1 0 0,-2-5 0,-1 0-385,0-3 1,-1 0 0,-4 1-1,-1 1-655,-2 1 1,0 2 0,-4-3-1,-1 1-1668,-2-1 2734,-1 4 0,-35-30 0,-9-3 0</inkml:trace>
  <inkml:trace contextRef="#ctx0" brushRef="#br0" timeOffset="4898">2321 448 8506,'-11'0'1278,"0"0"1,6 0 0,5 0-827,6 0 0,5 4 0,4 1 0,4 1-834,2 3 0,1 1 382,1 1 0,34 45 0,9 12 0</inkml:trace>
  <inkml:trace contextRef="#ctx0" brushRef="#br0" timeOffset="5048">2747 706 8159,'0'8'603,"0"-1"1,0-3-1,1 3 858,3 2-1461,-3 1 0,9 11 0,-3 3 0</inkml:trace>
  <inkml:trace contextRef="#ctx0" brushRef="#br0" timeOffset="5681">3420 146 8159,'0'-8'43,"0"1"327,0-2 1,0-1 0,0-1 429,0 0 0,0 3 1,0 1-1,-1-2 9,-3-1 0,1 3 0,-4-1 0,-2-1-511,-1-1 0,-5 3 1,0 1-1,0 1-321,-1 2 1,2 2 0,-3 1 0,0 0-49,-1 0 0,4 1 0,-1 3 1,3 3-126,1 3 0,3 5 0,2 2 0,1 1-2,3 6 1,-1 0 0,1 4 0,-2 1 218,1 0 0,2 2 1,1 5-1,0 4 59,0 3 0,0 1 0,0 8 1,-1 2 55,-3 1 1,3 2 0,-3 1 0,3 1-166,1-4 0,0-5 0,0-9 0,0-5-514,0-5 0,1-10 1,2-8-693,0-5 0,5-6 0,-4-2-1227,-2-7 2462,-1-8 0,-16-47 0,-3-16 0</inkml:trace>
  <inkml:trace contextRef="#ctx0" brushRef="#br0" timeOffset="5864">2994 538 8210,'-11'-10'1932,"-1"3"-231,6-3 0,2 9-1699,8-3 1,6 6-1,6 3 1,2 0-344,2 0 0,2 3 0,3-5 0,1 0 341,-1-2 0,22-5 0,9-2 0,5 0 0,0 0 0</inkml:trace>
  <inkml:trace contextRef="#ctx0" brushRef="#br0" timeOffset="6166">3554 348 8208,'0'-8'-248,"0"1"2545,0-2 1,-1 4-1591,-3 1 1,2 3 0,-6 1 0,0 2-455,-2 6 1,-2 2 0,1 11 0,0 4-89,0 2 1,-4 8 0,0 5 0,2 2-326,5 3 1,-1-2 0,5 4-1,2-5-1246,1-4 1,2-3 0,3-4 1405,3-5 0,18-30 0,5-16 0</inkml:trace>
  <inkml:trace contextRef="#ctx0" brushRef="#br0" timeOffset="6466">3812 359 8208,'0'-8'0,"0"1"942,0-2 1,-4 3 0,-1 0 135,-1 1 1,2 1-1,-2 5 1,0 4-744,0 6 0,-2 3 1,-3 7-1,-1 4-317,-3 3 0,1 5 0,-3 6 0,-1 1 36,1 2 1,3-2 0,-1 1 0,3 1-215,0 2 0,6-5 1,2-6-1,3-7-217,1-6 1,5-5-1,3-7 1,2-5-83,1-1 1,4-9 0,0-4 0,0-6-183,1-4 0,-7-1 1,2 3-1,-1 0-605,0-1 0,0-1 1246,-3-2 0,-7-9 0,-6-3 0</inkml:trace>
  <inkml:trace contextRef="#ctx0" brushRef="#br0" timeOffset="6597">3622 561 8208,'-12'0'759,"1"0"1,4-4 0,-1-1 137,-1-1 1,9 3 0,4-1-1,6 3-1182,5 1 0,-1 4 0,6 0 1,2-1 284,3 2 0,36 7 0,5 5 0</inkml:trace>
  <inkml:trace contextRef="#ctx0" brushRef="#br0" timeOffset="6884">3980 415 8642,'10'1'3412,"-1"3"-2814,-2 3 0,0 5 0,1 1 1,-1 3-185,-2 2 1,-2 1 0,-3 4 0,0 3-505,0 4 1,-1 3-1,-3 0 1,-3 1-634,-3 0 1,-5-2 722,0-2 0,-15 7 0,0-2 0</inkml:trace>
  <inkml:trace contextRef="#ctx0" brushRef="#br0" timeOffset="7581">4227 179 12728,'12'5'199,"3"3"1,-2 2 0,3 1 0,-1 1 138,0 3 0,4 3 1,-3 6-1,0 2 214,0 4 1,-1-1-1,-5 4 1,-2 3-316,-5 3 0,2 2 1,-2 4-1,-4-1-193,-6 1 0,-6 0 0,-4 0 1,1-1-1005,0-3 0,-3-8 1,4-8 959,2-5 0,-15-24 0,-2-9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3:08.98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45 236 8090,'6'0'-1168,"1"0"2596,-4 0 0,-1-2-83,1-1 1,-1 0-720,-2-4 1,-2 4-1,0 1-306,-2 4 1,-1 6 0,3 5 0,-3 5-106,-2 3 1,5 0-1,-3 10 1,1 4-94,1 5 1,-5 5-1,3 2 1,0 2-184,0-2 0,1-1 1,4-2-1,0-3-714,0-4 1,4-8 0,1-8 0,1-8-851,3-8 1,5-5 1624,1-4 0,0-57 0,-4-19 0</inkml:trace>
  <inkml:trace contextRef="#ctx0" brushRef="#br0" timeOffset="182">191 381 8806,'6'-5'1818,"-1"-1"1,-4-1 0,3 0-1848,4 2 0,2 2 0,1 4 0,0 1-603,0 2 0,0 4 0,-1-3 632,-2 1 0,7 26 0,-3 11 0</inkml:trace>
  <inkml:trace contextRef="#ctx0" brushRef="#br0" timeOffset="332">225 606 8090,'-12'0'1357,"1"0"0,5 1 0,3 1 0,6 2-1242,4-1 0,5 3 1,3 0-116,3 0 0,38 9 0,10-2 0</inkml:trace>
  <inkml:trace contextRef="#ctx0" brushRef="#br0" timeOffset="799">752 34 8090,'0'-8'821,"-2"2"334,-1 1 1,1 0-699,-1 1 0,3 3 0,3-3-242,5 3 0,2 5 1,1 1-1,0 0-1551,0 0 1,1 4 1335,-1-2 0,5 33 0,1 8 0</inkml:trace>
  <inkml:trace contextRef="#ctx0" brushRef="#br0" timeOffset="1168">639 247 8090,'-11'0'1051,"0"0"1,6 0-1,5 0-671,6 0 0,8 0 0,2 0 1,3 0-287,4 0 0,0-4 1,4 0-1,-1 1-412,1-2 0,-1 2 0,-5-3 1,-1 1-159,-1 2 1,-6-2 0,3 2-1,-2-1-771,-3-1 1092,3 4 0,-14-4 460,0 5 1,-5 1 0,-6 1 0,0 3 138,-1 2 0,1 0 0,1 4 1,2 2-81,0 2 0,1-2 0,-5 6 0,1 1-55,0 1 0,-4 7 0,-1 2 0,0 2 46,-1 2 1,-1 3 0,2 2-1,-1-1-223,1 1 1,-2 1 0,4-7 0,4-5-3412,5-7 3279,4-10 0,1-76 0,0-22 0</inkml:trace>
  <inkml:trace contextRef="#ctx0" brushRef="#br0" timeOffset="1297">651 393 10559,'7'3'471,"1"1"0,-1 1 0,6-1 1,0 3-792,2 3 0,5-2 320,-1-1 0,-8 1 0,-1 3 0</inkml:trace>
  <inkml:trace contextRef="#ctx0" brushRef="#br0" timeOffset="1515">976 258 13690,'11'0'259,"0"0"0,5 0 0,3 0 0,2 0-815,2 0 1,-5 0 0,1 0 0,0-1 555,-2-3 0,9-7 0,-2-7 0</inkml:trace>
  <inkml:trace contextRef="#ctx0" brushRef="#br0" timeOffset="1749">1166 23 8172,'-11'0'922,"0"1"-220,0 3 1,4-1-1,4 8 1,2 4-170,1 2 1,0 9-1,0 1 1,0 7-161,0 3 0,1 11 0,1 0 0,2 7-114,-2 5 1,0-3 0,-2 3 0,0-4-154,0-4 1,0-7-1,0-8 1,0-4-3816,0-7 3709,0 0 0,-40-48 0,-10-6 0</inkml:trace>
  <inkml:trace contextRef="#ctx0" brushRef="#br0" timeOffset="1898">908 493 8474,'12'0'1848,"-1"5"0,0 2-1848,0-1 0,60 24 0,15 1 0</inkml:trace>
  <inkml:trace contextRef="#ctx0" brushRef="#br0" timeOffset="2284">1570 247 8172,'0'-11'2220,"-5"4"-1433,-2 4 0,0 3 1,1 5-1,1 6-251,3 6 1,-3 9 0,0 4 0,0 3-208,0 0 0,1 2 0,4 1 0,0 2-216,0-2 0,1-5 1,3-2-1,5-3-814,4-5 1,5-5 0,4-8 0,2-5-1280,2-1 1980,-2-2 0,53-50 0,-35 19 0,1-1 0</inkml:trace>
  <inkml:trace contextRef="#ctx0" brushRef="#br0" timeOffset="2768">1929 191 8172,'-11'0'2294,"-1"0"-1004,6-5 1,2 3 0,8-2 0,5 0-1080,4 0 1,9-1-1,5 3 1,2-3-465,2-2 0,1 1 0,3-3 0,0 3-136,-1 1 0,-3-2 0,-10 3 1,-2 1-1102,-4 2 1565,-3 1 0,-7 6 0,-6 4 0,-8 5 342,-5 3 0,-1 1 0,4 3 0,-1 2 189,-3 2 1,2 2 0,-2 6 0,3 0 36,1-1 1,1 2 0,1 1 0,3 2-310,1-2 0,1-3 1,4-1-1,1-4-586,3 0 0,6-6 0,6-6 0,2-3-1201,2-7 0,1-4 1,1-2 1452,1 0 0,34-24 0,9-8 0</inkml:trace>
  <inkml:trace contextRef="#ctx0" brushRef="#br0" timeOffset="2865">2467 650 8139,'6'5'1098,"-1"-2"-898,-5 4 0,4-3-200,0 4 0,14 4 0,1 5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3:18.73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34 398 8174,'-11'5'2026,"3"-4"-535,1 3 1,6-3-1231,1-1 1,5-1-1,7-3 1,2-3-197,1-3 1,5-2 0,0 1 0,3-1-335,3-3 0,1 2 0,-5-3 0,0 1-570,1 0 0,-1-1 0,-1 2 0,-2-1 181,-4 2 1,-6 0 0,-3 2 0,-1 0 429,-2 0 1,-2-1 0,-2 1 223,-3 0 0,-1 4 0,-4 0 980,2 2 1,-1 2-470,-3 3 1,3 0 0,2 1 0,0 3-172,0 3 0,3 4 0,-2 3 0,2 2-49,-1 2 1,0 2 0,4 6 0,-1 4 30,-3 2 1,3 5-1,-3 3 1,3 3 8,1 3 1,0 6 0,0 0 0,0 3-176,0 1 0,0-3 0,0-2 1,0-2-121,0-1 0,0-12 0,0-6 0,0-7-246,0-4 191,0-3 1,0-11 0,0-5 0,0-6-7,0-4 0,-4-1 0,-1 0 0,-1-1-208,-3 1 1,3 0 0,-1-1 0,-2-2-172,-1-1 0,-1-1 0,-1 2 1,1-1-39,0 1 0,0-2 0,0 1 0,-1 2 194,1 0 1,0 2-1,0 1 1,-1 1 514,1 2 1,1 3 0,2-2 0,0 1 2282,-1 2-129,4 2-2225,0 1 0,7-4 0,3 1 0,5 0 9,3 2 0,7-4 0,0-3-201,5-2 0,59-26 0,-33 15 0,0 0 0</inkml:trace>
  <inkml:trace contextRef="#ctx0" brushRef="#br0" timeOffset="366">583 28 8510,'0'-11'2048,"0"3"-734,0 1 0,0 6-1217,0 1 0,4 4 1,1 8-1,1-1-1384,3 0 1,-3 0 1286,2 1 0,-6 29 0,3 7 0</inkml:trace>
  <inkml:trace contextRef="#ctx0" brushRef="#br0" timeOffset="831">483 241 8380,'-4'-8'600,"0"1"0,0 3 1,6-3-158,1-2 1,5 4-1,5 0 1,4 1-361,0 1 0,1-5 0,1 4 0,-1 1-527,-2-2 0,3 3 1,-4-1-1,-2 1-736,0 2 0,-3 2 586,-3 1 0,-2 0 0,-5 4 594,0 2 0,-5-3 0,-2 2 0,-3-1 0,-1 0 0,-1 1 0,1-3 0,-1 1-52,-3 3 0,2 1 0,-2 1 1,3 1 188,1-1 1,0 1-1,-1 2 1,1 1 451,0-1 0,1-2 0,1 1-90,2 1 1,4-1-1,0 2 293,1-3 1,4-5-596,1-4 0,4-1 1,4-4-1,0-3-240,0-6 0,2 0 1,0-4-1,4 2-239,0 2 0,-3 0 0,2 0 0,-1 0-95,0-1 0,0 2 1,-4 3-274,0 3 603,-5 3 0,-1 6 0,-6 2 0,-3 3-8,-3 2 1,-7-1 0,-1 0 0,0 0-252,-1 0 1,4 1-1,-3-1 1,2 0-838,2 0 1143,0 1 0,-15 29 0,-4 7 0</inkml:trace>
  <inkml:trace contextRef="#ctx0" brushRef="#br0" timeOffset="1183">494 544 8462,'-6'0'4165,"2"0"-4000,8 0 1,-2 0 0,5-2 0,2 0-151,1-2 1,3-3-1,0 2 1,2 0-163,-1 0 0,-2-3 0,0 5 65,-1 0 1,0 2 0,-1 2 77,-2 3 0,-4-2 1,-5 6-1,-2 2-2,-5 3 0,1 1 1,-3 4-1,-3-1 91,1 0 1,-2 2 0,0 4 0,-1-1 162,2 0 0,0 5 1,2-1-1,1-1 172,3-2 1,-2 2 0,5-1 0,2-4-143,0-3 1,4-2 0,0-4 0,3-1-202,1-2 1,2-3 0,3-5-1,0 0-198,0 0 1,4 0-1,0 0 1,-1 0-529,-2 0 0,1 0 1,1-1-1,1-2-644,-2-1 1,0-3 1292,-2 3 0,-10-29 0,-2-5 0</inkml:trace>
  <inkml:trace contextRef="#ctx0" brushRef="#br0" timeOffset="1364">651 577 8080,'-4'8'485,"0"-1"0,-3 1 0,3 3 1,2 1 65,0 3 0,2 3 0,0 4 1,0 2-395,0 2 0,0-1 0,0 4 0,0-1-221,0 1 0,0 0 0,0 0 0,0-4-1073,0-5 1137,0 1 0,-30-18 0,-7 1 0</inkml:trace>
  <inkml:trace contextRef="#ctx0" brushRef="#br0" timeOffset="1548">348 824 8631,'-10'-11'1262,"3"0"0,2 3-332,5 1 0,5 0 1,3 0-1,6 3-444,5 3 1,3-3-1,3 0 1,2 2-575,2 1 0,-3 1 0,4 0 0,1 0-3698,2 0 3786,5-5 0,42-26 0,-33 9 0,1 1 0</inkml:trace>
  <inkml:trace contextRef="#ctx0" brushRef="#br0" timeOffset="2247">1066 162 8080,'3'-7'110,"1"0"0,3-1 0,-2-3 472,2 0 0,-1-1 0,3 2 192,-2 3 0,1 2 0,2 6-440,-3 3 0,-1 2 0,-3 7 0,0 2-194,0 3 1,-7 3 0,-3 2 0,-3-1-19,-1 1 1,-2 3 0,-1 1 0,-2 2-300,-1 2 0,-1 0 0,-2 0 0,3-2-19,1-2 0,-3-4 1,4-6-1,3-1 130,3-2 142,4-6 1,10-8-1,4-8 1,3-2 75,3-1 0,4 0 1,-3 0-1,0 1-83,0 2 1,1-1 0,-4 6-107,2 0 1,4 3 303,-4 4 1,-5 2 0,-6 5 0,-3 1-66,-1-1 1,-5 4 0,-1 0 0,-2-2-92,1 0 1,-1 2 0,-3 0-216,0-2 0,3-4-1519,1-1-1861,4-6 3484,-2 3 0,10-5 0,2 0 0</inkml:trace>
  <inkml:trace contextRef="#ctx0" brushRef="#br0" timeOffset="2498">897 768 8080,'-6'6'919,"1"4"1,5-2-495,0 2 1,4-3 0,1 0 0,1 3-345,3 4 0,1-1 0,1 2 0,-1-3-345,-3-1 0,3-1 1,-3-1-1,0-3-1965,1-1 2229,-1 4 0,-1-38 0,-1-3 0</inkml:trace>
  <inkml:trace contextRef="#ctx0" brushRef="#br0" timeOffset="2631">998 779 8080,'0'-11'452,"0"0"-19,0-1 1,4 7 0,1 5-297,1 7 1,0 3 0,3 0 0,-1-2-565,0 0 0,-1-4 427,0 3 0,-4-9 0,2 0 0</inkml:trace>
  <inkml:trace contextRef="#ctx0" brushRef="#br0" timeOffset="2747">1088 723 8080,'6'0'774,"4"0"-547,-2 0 1,-2 4-228,1 0 0,21-6 0,8-4 0</inkml:trace>
  <inkml:trace contextRef="#ctx0" brushRef="#br0" timeOffset="3099">1492 17 8328,'-10'-2'136,"2"-1"0,-2 1 1,3-1-1,-3 1 529,-1 2 0,-1 2 0,1 1 0,0 6-561,0 5 1,-4 0 0,-1 6 0,-1 2-766,1 3 0,1 5 1,4-3-1,0 1-648,0-1 0,4 2 1309,4-7 0,11-7 0,5-10 0</inkml:trace>
  <inkml:trace contextRef="#ctx0" brushRef="#br0" timeOffset="3634">1290 297 7108,'0'11'1565,"0"0"-1301,0 1 1,0-5 0,0 1-1,0 0-72,0 2 1,1-2 0,1-1 0,2 2-137,-1 1 1,-2-3 0,0 0 0,2-1-528,0 0 160,1-3 1,0 0 0,1-6 28,1-5 0,-2-3 1,2-3-1,0-2 9,1-1 1,0-2 0,4-4 0,2 1 59,2 0 0,-3 4 1,3 3-1,-2 4 272,-2 3 0,0 0 0,0 4 306,0 2 0,-4 5 0,-4 5 0,-1 2-107,-2 1 1,-2 4-1,0 1 1,-3 0-126,-1 0 0,-2-1 0,-2-3 0,1-1-327,2 0 1,0-3-1,-5-2-276,1-1 1,4-2 445,-1-3 0,6-1 0,-2-3 222,3-3 0,1-3 1,0-1 150,0 0 1,1 3 459,3 1-336,2 4 1,0-1 0,-1 7-127,0 1 0,-4 6 0,3 0 0,-3 5-190,-1 2 0,0 2 0,0 4 1,0 4-5,0 2 1,0 5 0,0 2 0,0 3-28,0 1 0,-3 0 1,-1 2-1,1-1-182,2 1 1,0-3-1,-2-3 1,0-5-637,0-5 1,2-3-308,1-5 0,0-8 0,0-10-1465,0-6 2464,-5-4 0,-21-46 0,-10-11 0</inkml:trace>
  <inkml:trace contextRef="#ctx0" brushRef="#br0" timeOffset="3847">1234 712 8426,'0'-8'853,"0"1"0,3 3 1,2-2-1,0 0-601,0-1 0,4 4 1,-1-4-245,2 2 0,-3 2 0,-1 4 13,-1 3 0,-1 2 0,-5 6 0,-2 2-450,-1 1 1,-4 5 0,-1-1 0,-3 1-474,-3-2 0,0 2 0,3-5 902,1-1 0,20-42 0,5-10 0</inkml:trace>
  <inkml:trace contextRef="#ctx0" brushRef="#br0" timeOffset="4097">1525 566 8080,'6'-5'452,"-1"4"0,-6-3 0,-3 7 0,-3 2-273,-3 1 0,-1 1 0,0 4 0,1 1 127,2-1 0,-1 0 0,4 0 0,0 1 236,0-1 0,2 0 0,3 0 1,0 0-42,0 1 1,1-1 0,3 0 0,4 0-91,6 0 0,0 4 1,5 0-1,0-1-197,3-1 1,0-2 0,2-1 0,2-2-810,4 0 1,-2-2-1,1 2 595,-2-5 0,15-26 0,-1-8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3:23.982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113 196 8080,'-11'0'121,"-1"0"0,5 0 0,-1 0 852,0 0 1,1 0-1,1-1-584,1-3 0,3-2 0,5-5 0,5 0-424,2-1 1,2 1 0,2 0 0,2 0 3,2-1 1,-1 1 0,2 1 0,-3 3-175,0 3 1,-3-1-1,2 3 152,-3 3 1,-2 4 0,-3 6 0,-3 1 78,-3 3 1,-1-1 0,0 4 0,0-2-284,0-3 0,4 0 1,0-2-144,-2 0 1,5-4-1,0-5 118,3-4 0,1-6 0,1-7 0,-3-2 105,-1-1 0,2-3 1,-4 2-1,2-1 321,-1 2 0,-3-2 0,2 5 0,-1 1 1657,-2 2-1124,-2 1 1,-1 6 0,0 5-278,0 6 0,0 5 0,0 4 0,0 4-260,0 2 0,-4 1 0,0 2 1,1 1-120,-2 1 1,3 5-1,-1-1 1,0 4-50,-1 3 0,3 3 1,-3 5-1,2 0-5,-2-1 0,3 6 1,-3 1-1,2 3 96,-2 2 1,3-11 0,-4 3 0,1-4 169,0-4 0,-1-2 1,3-5-1,-3-4 333,-1-7 0,2-1 0,-4-6-116,0-1 1,1-7 0,0-3-189,-2-3 1,-1-1 0,-1 0 0,0-1-52,0-3 0,-4-2 1,-2-5-1,1 0 12,0-1 1,-3 1-1,4 0 1,2-2-52,0-1 0,-2 0 0,0-4 0,3 2-719,3 3 1,-1-4 0,4 1 0,-1 0-321,-1 0 0,6 0 0,-2 2 0,3-1-34,1 1 1,0 2-1,1 1 1,4 1 900,6 2 0,35 3 0,14 5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3:27.01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33 371 8115,'-11'6'1033,"3"2"1191,1-4-1639,4 0 0,-1-4 0,8 0-467,4 0 0,5-1 0,3-2 1,1-1-279,-1 2 1,4-1 0,-3 1 0,2-2-533,0 2 1,-4 1 691,3 1 0,1-5 0,3-2 0</inkml:trace>
  <inkml:trace contextRef="#ctx0" brushRef="#br0" timeOffset="267">66 527 8137,'-11'0'-1702,"0"0"4535,0 0-1421,4 0 0,5 0-1061,9 0 0,1 0 0,8 0 1,-1 0-140,0 0 1,4 0-1,-3 0 1,0 0-578,0 0 0,-1 0 1,-2 0 364,2 0 0,-3-9 0,4-4 0</inkml:trace>
  <inkml:trace contextRef="#ctx0" brushRef="#br0" timeOffset="1050">907 45 8203,'6'-11'878,"-2"0"0,-4 5 1,-2 1-219,-2 0 1,-5 4 0,2-3-1,-3 3-398,-1 1 0,-1 3 1,1 2-1,0 2-120,0 1 0,-4 6 0,0 2 0,0 2-40,-1 1 1,3 3-1,-3 1 1,1 2-31,0 1 0,0 9 0,4 0 0,0 5 85,0 6 0,3 0 1,2 7-1,1 1-102,2 5 0,2-2 0,2 2 0,3-6-147,4-4 1,2-3 0,1-4 0,0-4-75,0-8 1,0-5 0,2-4 0,1-3-317,1-3 1,4-3 0,-1-5 0,1-3 481,-1-3 0,26-41 0,9-10 0</inkml:trace>
  <inkml:trace contextRef="#ctx0" brushRef="#br0" timeOffset="1783">1087 326 8207,'-12'0'623,"1"-2"181,0-1 1,1 0-1,1-4-144,2-2 0,6-1 1,1 0-465,6 3 1,5-2 0,3 5 0,2 0-195,1-1 0,-3 4 0,1-1 0,-3 4-169,0 6 1,-2 2-1,-2 1 1,-1 1-174,-2 3 0,-2-1 0,-3 5 1,-1 1-50,-3 1 1,2 1 0,-6 1 0,-2-1 126,-3 0 0,0 0 1,-2-4-1,3-3 426,1-2 0,-1-3 448,1-3 0,5-3 1,3-8-350,6-3 1,3-3 0,7 0 0,0 1-25,2 2 1,1 4 0,-2-1 0,1 3-12,-1 1 1,-2 1 0,-1 3 0,-1 4 126,-2 1 1,1 8 0,-6 1-1,0 4-200,-2 0 1,-6 2 0,-4 1-1,-3 1-526,-3-1 1,-5-2-1,1-2 1,-1-1-361,2-1 1,-2-9 0,5 0 0,1-4 730,2-3 0,15-27 0,5-7 0</inkml:trace>
  <inkml:trace contextRef="#ctx0" brushRef="#br0" timeOffset="2450">1614 191 9887,'-12'-6'726,"5"1"1,1 6-1,-1 3-455,1 3 1,-1 8 0,-5 4 0,1 3-44,0 5 1,-4 5 0,-1 8 0,-2 3 171,-1 7 0,1 4 0,1 1 1,0-3-144,4-3 0,5-6 0,5-5 0,1-9-102,2-4 1,5-8 0,3-6 0,3-6-181,4-4 1,1-6 0,4-2 0,-3-5-464,0-3 0,1 3 0,-3-4 0,-1 0-425,-2-3 1,-2 1 0,-1 0 0,-3-1-2233,-1 2 3145,-1-5 0,-19-25 0,-4-13 0</inkml:trace>
  <inkml:trace contextRef="#ctx0" brushRef="#br0" timeOffset="2600">1356 371 9729,'5'6'1486,"2"-3"0,4-1-1141,4-2 0,3 0 0,4 0 0,2 0-210,2 0-135,-2 0 0,43-15 0,5-4 0</inkml:trace>
  <inkml:trace contextRef="#ctx0" brushRef="#br0" timeOffset="3085">1770 158 6457,'5'-12'1731,"-2"1"1,4 1-495,2 3 0,1-2 0,1 4-808,1-1 1,-1 3 0,0-1-535,0 3 1,-3 6 0,-2 3 0,-1 2-126,-3 1 1,-2 0 0,-2 2 0,-3 0-262,-1 2 1,-2 4 0,-3-3 0,0 0 186,0 0 0,-1-1 0,2-3 0,2-1 840,0 0 0,4-3 1834,-3-1-1783,4-5 1,3 3-1,8-5 1,2 0-544,1 0 1,2-3 0,0-1 0,2 2-518,-1 0 0,-2 2 1,0 0-1,-1 0 473,0 0 0,-10-5 0,-2-1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3:31.666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22 414 8176,'-7'0'2551,"-1"0"-1347,6 5 0,-2-4-954,8 3 1,2-4 0,6-2-1,2-2-444,1 1 0,4 2 0,-3 1 0,0 0-1056,0 0 0,-1 0 1250,-4 0 0,1 0 0,-1 0 0</inkml:trace>
  <inkml:trace contextRef="#ctx0" brushRef="#br0" timeOffset="2193">639 145 8260,'0'-11'280,"1"3"1214,3 1-984,-3 4 0,3 1 0,-7 8 0,-2 7-241,-1 3 1,2 6 0,-3 6 0,-2 2 64,-1 4 0,-1 1 0,0 8 0,-1 2 1,1 2 0,-1 6 0,-2 0 1,-1 0-420,1 0 0,3-6 0,2-10 1,3-7-1788,1-5 0,3-14 1871,5-7 0,19-62 0,7-22 0</inkml:trace>
  <inkml:trace contextRef="#ctx0" brushRef="#br0" timeOffset="2633">997 291 8608,'-5'-8'0,"-2"1"759,-3-2 1,-1-1 0,0-1 166,-1 0 0,-3 3 0,-1 2 0,0 1-670,0 3 0,-4 0 0,1 2 1,-2 0-382,-1 0 0,3 9 1,1 2-1,2 3-116,3 2 0,4 2 0,3 4 0,1 1-28,2-1 0,7 0 0,3 2 0,5 1 91,2 1 0,0 4 1,5-4-1,0-1 193,-2-1 0,3 2 0,-6 0 0,-3-1-56,-2-1 0,-7-3 1,2-1-1,-3-3 58,-1-1 0,-5-1 0,-4-5 1,-3-2 105,-3-4 1,-1-4-1,2-4 1,-2-4 127,-2-2 0,5-6 0,-1-3 1,4-2-59,3-1 0,0-4 1,0 0-1,3 1-135,3 1 0,6-2 1,2 0-1,3 1-101,2 1 1,4 7-1,2 2 1,4 2-316,0 2 0,-3 4 0,-1 0 0,1 2-849,-2 3 0,5 1 1207,-4 1 0,23 10 0,7 2 0</inkml:trace>
  <inkml:trace contextRef="#ctx0" brushRef="#br0" timeOffset="3084">1401 123 8208,'0'-11'590,"0"-1"1,0 1 640,0 0 0,-1 1 0,-3 5-835,-3 9 1,-3 4 0,-2 14 0,1 4-26,0 5 1,-5 1 0,-3 9 0,-2 3 12,-2 3 1,1 4 0,0 7 0,-1 0 63,1 2 1,4-5 0,5-7-1,4-3-276,5-4 1,3-8 0,2-12 0,4-9-320,6-7 0,2-3 0,4-4 1,1-1-300,-1-5 0,-3-3 0,1-4 0,-2-4-230,2-2 1,-3 2 0,0 2 0,-3 0-533,0-1 0,-3 3 0,1-3 1208,2-2 0,-19-12 0,-4-2 0</inkml:trace>
  <inkml:trace contextRef="#ctx0" brushRef="#br0" timeOffset="3249">1076 358 6700,'-5'1'1940,"5"3"0,10-3 0,9 3 0,2-1-1854,1 0 1,6 0-1,1 3-86,4-1 0,12 4 0,8 1 0,5-1 0,-1 0 0</inkml:trace>
  <inkml:trace contextRef="#ctx0" brushRef="#br0" timeOffset="3683">1636 448 10540,'5'-6'3248,"4"2"-3010,5 3 1,0 1-1,3 0 1,0 0-562,1 0 0,-3 0 0,2 0 0,-1 0-2493,-2 0 2816,-1 0 0,-2-15 0,0-4 0</inkml:trace>
  <inkml:trace contextRef="#ctx0" brushRef="#br0" timeOffset="3849">1771 280 8310,'0'11'-1718,"0"0"2839,0 0 0,-4 1 0,0-1 0,1 1-383,-2 3 1,2 4-1,-4 6 1,-1 2-590,2 2 1,-3-1 0,4 4 0,0-3-150,0 3 0,-3 10 0,1 4 0</inkml:trace>
  <inkml:trace contextRef="#ctx0" brushRef="#br0" timeOffset="4415">2186 134 8299,'7'-11'138,"-1"0"659,-1-1 0,-1 5 23,-4-1 0,0 7 0,0 1-560,0 6 1,-4 9 0,-1 4-1,-1 2-24,-2 2 0,1 4 1,0 3-1,-2 2 121,-1 2 0,-1 1 0,0 2 0,0 3-47,-1 0 0,1 7 1,0-2-1,0 0-552,-1-3 0,2-3 1,2-7-1,2-3-5193,1-7 5435,1-9 0,34-78 0,7-22 0</inkml:trace>
  <inkml:trace contextRef="#ctx0" brushRef="#br0" timeOffset="4815">2365 168 10653,'0'11'1571,"0"0"0,-1 0-1322,-3 0 0,-1 6 0,-4 1 1,2 3-220,-2 2 0,-1 1 0,-1 0 1,0 3 34,0-2 1,4-3-1,2-3 1,2-4-459,-1-3 1,2-4-1,5-2 185,5-1 0,3-2 1,3-3-1,2 0 248,1 0 0,-3 0 0,1 0 0,-3 0 280,0 0 0,-2 5 0,-2 3 0,-1 2 166,-3 1 1,0-2 0,-4 1-1,0 2-290,0 1 1,-5 0 0,-2 1 0,-3 1-597,-1-1 0,-2 2 0,-1-1 0,-2 0-646,-1 1 0,3-5 1,-2 2-1,1-5-497,0 1 1,0-4 1542,4-1 0,0-43 0,-1-11 0</inkml:trace>
  <inkml:trace contextRef="#ctx0" brushRef="#br0" timeOffset="4932">2309 280 9011,'11'-10'573,"1"2"1,-1 0 0,0 4 0,0 1 75,0 2 0,4 1 1,2 0-650,0 0 0,22 10 0,8 2 0</inkml:trace>
  <inkml:trace contextRef="#ctx0" brushRef="#br0" timeOffset="5382">2668 22 8286,'7'-8'205,"1"1"0,-1 4 1,5 0-1,-1 3 659,0 3 1,-2 4 0,1 5 0,2 3-510,1 4 1,0 7-1,1 4 1,1 2 94,-1 2 0,-6 8 0,-1 3 1,-2 2-55,-3 3 0,-2-3 1,-5 6-1,-6-1-303,-7-1 0,-3-2 0,-1-7 0,-2-2-743,-2-1 1,2-7 0,-2-7 0,4-6 649,3-8 0,-22-40 0,-1-14 0</inkml:trace>
  <inkml:trace contextRef="#ctx0" brushRef="#br0" timeOffset="5965">3139 302 8335,'11'-4'220,"0"1"1,-3-5 0,-1 3 0,2 0 263,1 0 0,2 1 0,2 4 1,1 0-103,-1 0 0,-2 5 0,-2 3 0,-1 3 145,-2 4 0,-4 3 0,0 4 0,-1 0-175,-2 1 0,-2 3 1,-3 1-1,-4 1-554,-5-1 0,-6 3 0,1-4 0,-2-1-513,-1-1 0,-1-7 0,1-1 1,1-2-1010,2-3 1,-1-1-786,5-6 2509,0-8 0,39-42 0,8-21 0</inkml:trace>
  <inkml:trace contextRef="#ctx0" brushRef="#br0" timeOffset="6198">3464 257 8423,'-4'-7'671,"-1"1"0,-1 1 130,-3 2 0,3 2 0,-1 1 0,-3 1-335,-4 3 1,1 7 0,-3 8-1,1 2 14,0 1 0,0 6 0,4 2 0,0 2 75,0 2 0,1-1 0,2 1 0,5-2-234,1-2 1,4-1 0,3-5-1,4-2-612,5-5 0,2-4 0,-1-6 0,5-3-225,5-3 1,0-1 0,4 0 0,-1-1 515,1-3 0,6-22 0,5-10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3:41.324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1 393 10659,'0'8'1063,"0"-1"0,1-4 0,2 0 0,6-1-817,5-2 0,3-2 0,7 0 0,1-2-573,1 2 0,4-3 1,-4 1-1,-2 1-942,-4 2 0,0 1 0,-5 0 1269,-2 0 0,-25 10 0,-8 3 0</inkml:trace>
  <inkml:trace contextRef="#ctx0" brushRef="#br0" timeOffset="526">662 236 8272,'-11'0'0,"-2"-5"0,0-2 0,-2-3 630,1-1 1,5-4-1,3-2 1,1 0 394,3-3 1,2 0 0,5 0-1,6 3-813,6 1 0,8-3 0,2 4 0,2 3-344,2 3 0,-3 4 1,-2 6-1,-2 4-116,-2 6 1,-5 7 0,-3 8 0,-5 4-343,-5 2 0,-3 6 0,-2 0 0,-4 2 217,-7 2 1,0-2-1,-7 0 1,-1 0 335,-1 0 0,-5 0 0,-1 0 0,-1-7 318,1-5 0,-3-5 0,5-2 1,4-3 344,5-7 1,7-5 0,3-7 0,1-3 225,2-3 0,3-3 0,5-1 0,6-1-539,7 1 0,3-1 0,1-2 1,1 0 26,-1 4 1,2 0 0,0 7-1,-1 0-299,-2 2 0,-1 2 0,1 3 0,-2 3-434,-4 3 0,-6 2 0,-2-1 1,1 0-955,-2 0 1,0 0 1346,-2 1 0,2-6 0,5-1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3:42.78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290 191 10676,'-8'5'1118,"1"4"1,-2 4-576,-1 6 0,-6 3 0,-3 4 0,-2 6 11,-1 4 0,-1 7 1,1 7-1,-1 1-112,1 3 1,0 1-1,0-1 1,4-1-52,3-5 0,7-12 0,6-6 0,6-7-344,7-8 1,1-5 0,7-10-1,1-3-440,1-4 1,-2-2 0,-1-11 0,2-2-558,1-3 1,-3-1 0,-3 3-1,-3 2-287,0 2 1,-1-2 0,-1 4 0,-3-2 1236,-3 0 0,-18-39 0,-4-14 0</inkml:trace>
  <inkml:trace contextRef="#ctx0" brushRef="#br0" timeOffset="166">10 359 12785,'11'0'984,"0"4"0,0-1 0,2 0-850,2-2 0,2 0 0,5 2 1,1 1-135,-1-2 0,55 4 0,14 1 0</inkml:trace>
  <inkml:trace contextRef="#ctx0" brushRef="#br0" timeOffset="800">536 34 8299,'5'-6'642,"-2"-1"-84,4 4 1,-3 1-1,2-3 1,1 2 61,-1-1 1,1 0-1,4 4-303,1 0 0,-5 0 1,-1 1-373,-1 3 1,-1 2 0,-4 6 0,0 0-451,0 3 0,-5-1 0,-2 3 1,-2 1 57,1-1 0,-1-2 0,1 2 0,-2 0 204,-1-4 0,1-4 0,1-3 0,3 1 1417,1-1-690,1-4 1,5 2 0,3-6 0,5-2-31,5 1 0,-2 1 0,3-1 0,-3 0 25,0 0 1,-1 3-1,0 3 1,-1 2-38,-2 1 0,-3 1 1,-5 4-1,0 1-78,0-1 0,-2 4 1,-3 0-1,-6 0-842,-6 1 0,-5-4 0,0 3 0,0-2-1742,-1-2 1,1-1 2219,-1-3 0,-14-12 0,-4-7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3:45.616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16 602 8183,'-5'-6'2451,"3"-1"-1594,-6 4 1,7 1 0,1-1-405,6 1 0,6 2 1,2 0-1,5 0-315,2 0 0,2 0 0,-1 0 1,2 0-489,2 0 0,-2-1 0,2-1 1,-2-2-823,-2 1 0,-5 2 1172,-2 1 0,-12 0 0,-4 0 0</inkml:trace>
  <inkml:trace contextRef="#ctx0" brushRef="#br0" timeOffset="198">173 490 8183,'0'11'770,"0"0"0,0 0 155,0 1 1,0 3 0,0 2 0,0 3-925,0 4 1,0 0-1,0-1 1,0 1-305,0 2 1,0-4 0,0 2 0,2-5-2270,1-3 2572,-2-6 0,24-30 0,0-11 0</inkml:trace>
  <inkml:trace contextRef="#ctx0" brushRef="#br0" timeOffset="781">801 209 8192,'0'-16'64,"0"4"1,0-3-1,0 1 636,0-1 0,-1 2 0,-2-5 0,0 2 317,0 2 1,-2-2 0,0 1-1,-1 1-800,-3 2 0,-2 6 0,-3 1 0,-1 1-165,2 0 0,-5 5 0,1 7 0,-1 3-244,3 4 0,-1 7 0,1 8 0,3 2-305,3-3 1,0 4 0,6-5 0,0 2 237,2 0 0,2-5 0,3 0 1,5-5 64,4-5 1,1-8 0,5-3-1,1-3-39,1-1 1,0-5 0,-1-3 0,-3-5 90,0-2 0,0-3 1,-5 1-1,-2 1 301,0 0 1,-5 1 0,-1 4 859,-3 0 0,-2 7-318,-3 8 0,-2 8 0,-5 14 0,0 4-159,-1 3 1,5 1 0,0 4 0,-2 3-122,-1 3 0,-1 2 0,-1 2 0,0 5-138,-3 1 0,3 1 1,-3-3-1,2-3-380,2-3 1,0-10-1,1-5 1,2-6-743,5-7 1,3-10-1,3-4 1,5-4-844,2-4 1682,1-2 0,20-60 0,5-13 0</inkml:trace>
  <inkml:trace contextRef="#ctx0" brushRef="#br0" timeOffset="1250">1205 209 8210,'0'-11'-2,"0"-1"2959,0-3-1997,0 2 0,-5 3 0,-3 10 0,-2 8-486,-1 6 1,0 4-1,-2 8 1,0 6-39,-2 4 0,-1 0 0,2 5 0,-2 1 69,-2 2 0,1 8 1,-2 2-1,4-1-323,3 2 1,2-5 0,2-1 0,5-5-301,1-2 0,4-14 0,0-9 0,3-7-239,1-4 0,5-3 1,4-6-1,-1-4-130,-1-7 1,-1 1 0,2-4 0,1 3-168,-2 1 0,0-1 1,-2 1-1,1 1-417,3 3 1,-3-3 0,0 2 1070,-3-2 0,-32-46 0,-3-11 0</inkml:trace>
  <inkml:trace contextRef="#ctx0" brushRef="#br0" timeOffset="1398">924 445 8183,'-11'0'1293,"5"0"0,2 0 0,9 0 0,5 0-596,4 0 0,6 1 0,-1 2 0,3 0-1939,4 0 0,-2 2 1242,2-1 0,23-16 0,4-6 0</inkml:trace>
  <inkml:trace contextRef="#ctx0" brushRef="#br0" timeOffset="1767">1328 52 10768,'5'-6'1691,"1"1"1,5 5-1284,1 0 1,-1 5-1,-1 3 1,-1 2-251,-2 1 0,-4 0 1,0 2-1,-1 0-299,-2 2 1,-2 4 0,0-3 0,-3 0-132,-1 1 1,-3-3-1,-4-2 1,1-2 413,2-3 1,1 2-1,-2-5 1,1-1 555,3 2 1,0-3-48,4 1 1,3-1 0,1-2-953,9 0 0,2 0 0,6 0 0,-1 0 301,1 0 0,45 9 0,16 4 0</inkml:trace>
  <inkml:trace contextRef="#ctx0" brushRef="#br0" timeOffset="2150">1575 568 9308,'-12'-5'3398,"7"4"-2330,5-3 0,5 3 0,8 1 0,2 0-1555,4 0 0,2 0 487,1 0 0,55 5 0,14 1 0</inkml:trace>
  <inkml:trace contextRef="#ctx0" brushRef="#br0" timeOffset="2549">2023 75 8254,'0'-5'3095,"0"5"-1951,0 6 1,0 5-1,0 4 1,0 4-1192,0 2 0,0 0 0,0-1 1,0-1-1065,0 1 1,-4 0 1110,1-1 0,-1-8 0,4-6 0</inkml:trace>
  <inkml:trace contextRef="#ctx0" brushRef="#br0" timeOffset="2917">2023 97 8768,'11'0'919,"1"0"0,-1 0-614,0 0 0,0 0 0,0 0 0,1 0-189,-1 0 1,1 0 0,3 0 0,4 0-32,2 0 0,-2-3 0,-1-2 0,1 0-41,-1 0 0,2-3 1,-6 4-1,0 2-105,-1 1 1,-2-3 560,0 0 1,-5 2-10,-2 5 1,-6 0 0,-3 3 0,-2 0-40,-1 1 1,-1 0-1,0 4 1,2 1-76,-2-1 1,-1 5 0,-1 3 0,0 2 161,-1 1 0,-3 7 1,0 3-1,2 6-86,0 2 0,-2 6 0,0 6 0,2 4-374,0 4 1,2 1-1,0 4 1,1-4-250,2-4 0,3-3 0,5-11 1,2-4-1019,1-9 1,0-9-1,4-14 1,2-3 1187,1-3 0,-14-56 0,-3-13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3:55.999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68 606 8106,'-8'10'298,"1"-3"0,3-2 0,-2-4 2508,1 3-2296,1-3 1,4-1 0,1-7-339,3-3 0,2-1 0,7-2 0,1-1-23,0 0 0,5-1 1,-3 3-1,2 1-120,2 0 1,-3 3-1,1 2 1,-1 1-123,0 3 0,-2 1 1,3 2-1,-2 3 192,-2 3 1,-5 3 0,-3 2-1,-1 3 101,-3 4 0,-2 0 0,-4 2 1,-4 3-205,-6-1 0,0-3 0,-3-1 0,-1 1-268,1 1 1,0 0 0,-3-2 0,2-5-456,2-6 1,1-2 0,4-4-710,0-2 1,4-4 1435,4-11 0,11-82 0,-1 36 0,-1 0 0</inkml:trace>
  <inkml:trace contextRef="#ctx0" brushRef="#br0" timeOffset="181">180 180 8183,'0'7'414,"0"1"1,-1 0 0,-2 2 0,-2 3 0,0 3 443,0 6 1,-3 7 0,0 8 0,-2 6-454,-1 4 1,0 5 0,-2 8 0,-1 4-319,0 2 0,-5-4 1,4-2-1,1-5-762,2-7 0,6-3 1,2-15-1,3-9 675,1-6 0,19-59 0,6-13 0</inkml:trace>
  <inkml:trace contextRef="#ctx0" brushRef="#br0" timeOffset="483">348 269 8553,'0'12'1032,"5"-1"0,3 1 0,2 3-117,1 4 0,5 8 0,3 7 0,2 6-488,1 3 0,1 6 0,-1 1 0,-1-2-156,-2-2 1,1-1 0,-5-11-1,-2-7-227,0-6 1,-2-4 0,-1-6 0,-1-1-585,-2-3 0,-3-2-4351,4-5 4891,-6 0 0,-22-74 0,-11-20 0</inkml:trace>
  <inkml:trace contextRef="#ctx0" brushRef="#br0" timeOffset="664">561 314 8183,'1'-6'588,"3"2"1,-1 4-1,3 4 1,0 3-589,0 3 0,22 26 0,8 7 0</inkml:trace>
  <inkml:trace contextRef="#ctx0" brushRef="#br0" timeOffset="781">673 292 10175,'79'45'0</inkml:trace>
  <inkml:trace contextRef="#ctx0" brushRef="#br0" timeOffset="1464">1413 247 8183,'-7'-1'0,"-1"-2"576,0-1 1,3-4 0,1 0-280,3-2 1,6-1-1,2 1 1,3 1-270,1 2 0,2 1 0,0-3 0,2 1-61,-1 0 0,-2 2 0,0-1 1,-1 2 155,0 3 0,-3-1 380,-1 0 1,-3 1 0,2 0-34,-1 4 0,-1 5 1,-6 4-1,0 1-271,-2 3 1,-4 4 0,1 6 0,0 2-96,-1 2 0,5 2 1,-5 6-1,-1 4 193,-1 3 0,3 2 0,-1 4 0,0 5 106,-2 3 0,-4 7 1,2-4-1,3-2-579,3-7 1,-2-10 0,4-7-1,3-7-709,4-10 0,-1-9 0,6-6 0,-1-6 885,-1-4 0,14-88 0,-10 36 0,-1 1 0</inkml:trace>
  <inkml:trace contextRef="#ctx0" brushRef="#br0" timeOffset="2014">1929 292 8246,'-8'-4'3380,"1"0"-2785,4-4 1,5 3 0,9-4 0,6 3-284,5 1 0,5-3 0,3 4 0,1 2-178,-1 1 1,6-1 0,-4 0 0,1-2-479,-2 2 1,-6 0 0,1 2 0,-4 0-577,-3 0 0,-4-1 0,-6-1 0,-3-3 920,-1-1 0,-31-42 0,-12-13 0</inkml:trace>
  <inkml:trace contextRef="#ctx0" brushRef="#br0" timeOffset="2264">2187 0 8397,'-10'11'124,"2"1"0,3-1 0,4 1 0,-1 5 754,-2 5 0,0 5 1,4 8-1,0 4-130,0 6 1,0 5 0,0 7-1,0 3-204,0 3 0,-4 3 0,-1 1 1,0-1-363,0-2 0,-2-5 0,3-11 0,2-7-389,0-5 0,2-8-595,0-6 1,0-11 0,0-11-999,0-6 1,0-5-1,-1-3 1800,-2-1 0,-14-79 0,5 38 0,1 1 0</inkml:trace>
  <inkml:trace contextRef="#ctx0" brushRef="#br0" timeOffset="2497">2108 314 9454,'-11'6'1460,"0"6"0,-2 5-1039,-2 4 1,2 8-1,-6 4 1,-2 7-275,-4 4 0,0 1 0,-5 0 0,0-1-146,2 1 1,-2-2 0,7-7-1,6-10-1900,3-9-955,8-9 2854,6-13 0,36-57 0,13-23 0</inkml:trace>
  <inkml:trace contextRef="#ctx0" brushRef="#br0" timeOffset="2664">2153 482 8444,'11'5'356,"2"-3"1,0 3 0,2-2 378,-1 1 0,4 1 1,0-1-1,3 2-733,2 0 0,-1 4 1,-1-2-1,-1 2-737,-1 1 0,-5 0 735,1 0 0,-13-5 0,-3-1 0</inkml:trace>
  <inkml:trace contextRef="#ctx0" brushRef="#br0" timeOffset="2864">2007 673 8312,'2'6'619,"1"-2"1,5-3 557,2-1 0,2 4 0,4 1 0,6 0-639,3 0 0,6 0 0,-1-3 1,2 3-1559,2 1 1,-2-3-1,-2 1 1020,-4-3 0,3-1 0,-1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4:01.114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73 225 8053,'-11'-6'932,"3"1"1767,1 5-2451,4-5 1,3 4 0,8-3-1,2 3-116,1 1 1,0 0-1,1 0 1,-1 0-315,0 0 1,0 0-1,0 0 1,1 0 181,-1 0 0,-20 45 0,-5 11 0</inkml:trace>
  <inkml:trace contextRef="#ctx0" brushRef="#br0" timeOffset="165">28 461 8090,'-11'0'1022,"4"0"294,-1 0 0,7 0-1177,1 0 0,5 0 1,6 0-1,0-2-541,0-1 0,4 1 1,2-1-1,-1 1-760,0 2 1,-1 0 1161,-4 0 0,5 10 0,2 3 0</inkml:trace>
  <inkml:trace contextRef="#ctx0" brushRef="#br0" timeOffset="332">39 786 8090,'-11'0'1425,"4"0"-685,-1 0 0,6-2 0,-2-1-589,3-5 0,7 2 0,4-1 1,5-2-705,2-1 0,-2-3 0,4 0 553,1-2 0,26-30 0,8-4 0</inkml:trace>
  <inkml:trace contextRef="#ctx0" brushRef="#br0" timeOffset="752">353 214 9024,'-3'-8'0,"-1"1"715,1-2 1,2 3 0,1-1 0,1-2-245,3-1 1,4 0-1,7 1 1,3 2-313,3-2 0,2 3 0,-1 0 1,-1 1-239,-2 2 0,1 2 0,-5 1 0,-1 1-567,-2 3 1,-2 2-1,-2 6 1,-5 3-246,-1 4 0,-7 2 0,-3 2 0,-2-1 891,-1 1 0,-41 28 0,-1-3 0,15-14-94,13-15 0,14-14 2274,-1-5-1139,6 0 0,6-5 0,9-3 0,3-2-677,3-1 0,4 0 0,-3 1 0,2 1-312,2 2 0,-3-1 0,0-2 0,1 1-505,-1 2 0,-3 3 0,1-2 0,-3 1 453,0 2 0,-6 2 0,-1 1 0</inkml:trace>
  <inkml:trace contextRef="#ctx0" brushRef="#br0" timeOffset="1000">477 1 8216,'-5'11'129,"4"0"1,-4 1 0,1 0 626,0 3 0,0 2 0,3 7 1,-1 2-126,-2 4 0,-4 9 1,3 4-1,-1 6-306,-3 2 1,-1 1 0,-2 6 0,-2 0-561,-1 2 0,-3-3 0,3-8 1,2-9-754,5-8 1,-2-3 102,2-11 0,3-5 885,1-17 0,3-32 0,1-13 0</inkml:trace>
  <inkml:trace contextRef="#ctx0" brushRef="#br0" timeOffset="1149">398 494 8216,'11'0'0,"2"0"942,2 0 0,-3 1 1,5 3-1,-1 5-92,2 5 1,2 3 0,0 5-1,-1 1-1066,1-1 0,5 4 0,2-1 0,1-2 216,-1-3 0,49-31 0,9-4 0</inkml:trace>
  <inkml:trace contextRef="#ctx0" brushRef="#br0" timeOffset="1683">1049 236 8268,'-5'-6'938,"-3"2"1,3 2 0,3-1-545,4 0 1,4-2 0,7 2 0,2-2-548,3-1 0,4 3 1,0-1-1,0 0-105,1 0 0,-4 0 0,-2 3 0,-1-1 258,-2-2 0,-37 30 0,-9 11 0</inkml:trace>
  <inkml:trace contextRef="#ctx0" brushRef="#br0" timeOffset="1848">1037 382 8268,'-11'0'1789,"0"0"-1081,5 0 1,2 0 0,8 0 0,4-1-495,6-3 0,0 3 1,4-4-1,2 1-202,2 0 0,0-3 0,0 2 0,0 0-939,-4 0 1,2-2 0,-5 2 926,-1-2 0,-7-5 0,-2-6 0</inkml:trace>
  <inkml:trace contextRef="#ctx0" brushRef="#br0" timeOffset="2182">1194 57 8268,'-6'5'228,"2"2"1,3 3 0,1 2 0,0 1 66,0 6 0,0 1 0,0 10 1,0 2-49,0 4 0,0 4 1,0 6-1,0 3-37,0 3 1,0 3-1,-1 0 1,-3-3-131,-3-3 1,0-6 0,0-4 0,-1-7-176,2-3 0,-4-9 0,3-9 102,-3-6 0,-1-6 1,-1-5-1,1-7 90,0-3 1,3-3 0,1-3 0,0-1 285,0 1 1,-1 3-1,3 1 1,0-1 337,0 2 1,-3 0-1,4 6-368,2 0 1,2 1-914,4 2 0,-1 3 1,7 5-1,4 0-197,2 0 1,7-3 756,3-1 0,20-6 0,9-4 0,3 2 0,0-1 0</inkml:trace>
  <inkml:trace contextRef="#ctx0" brushRef="#br0" timeOffset="2948">1620 203 8246,'-11'-7'272,"4"3"266,-1 4 1,6-2-357,-2-1 0,4 1 1,2-3-1,3 2-154,2-1 1,4-5 0,4 3 0,0-2 108,1 1 1,0-1 0,3-2 0,-4 2-13,-3 0 1,-1 6 0,1-2 0,-1 3 14,0 1 1,-3 1 0,-2 3 0,-1 5 3,-3 4 0,-6 5 1,-3 4-1,-3 2-343,-1 2 0,-4-1 0,-1 5 0,-2 1-25,-2 1 1,0-2-1,0 0 1,1 1 204,-5 2 1,1 0 0,-1 0-1,2-3 437,4-4 0,5-8 0,1-3 115,3-2 0,7-8 1,-2-7-1,4-6-306,4-6 0,2-7 1,6 0-1,2-3-275,1 3 1,4 0 0,-3 6-1,1 1-28,3 2 0,1 5 0,2 4 0,-1 1-67,1 2 0,0 2 0,2 3 0,1 6 77,-1 6 1,-2 4 0,-3 3 0,-3 1 94,-1 1 1,-6 0-1,-6-3 1,-3-1 8,-1 1 1,-9-1-1,-3 0 1,-4 0-136,-4-4 0,-5-1 0,-1-8 0,1 0-15,1-1 1,3-6 0,2 2 0,4-3 473,3-1 0,2-5 1,3-2-1,3-3 114,3-1 1,1-1 0,1 1-1,3 0-363,3 0 1,3-1 0,2 2 0,2 2-471,1 0 1,0 6 0,-4-2-1,2 3-2289,2 1 2646,-3 0 0,9 15 0,-3 3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4:05.696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79 124 8187,'-2'6'1521,"-1"-3"0,0-1-1207,-4-2 1,4-2-1,-2 0 1,2-3-101,-1-1 1,-1 2 0,2-3 0,0-2-58,0-1 0,2-1 0,1-1 0,0 1-311,0 0 0,5 1 1,2 1-1,3 3-191,1 1 1,1-2 0,-1 3-1,1 1 108,3 2 0,-6 2 0,2 3 0,-1 2 148,0 1 1,-4 6-1,-2-1 1,-3 1-16,-1 3 1,-1-3-1,-3 2 1,-3-3 103,-3 0 0,-56-6 0,-14-1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5:33.84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131 92 8166,'14'0'520,"-6"0"1282,1 0-433,-6 0-926,3 0 1,-8 0-391,-2 0 0,1 4 0,-6 2-212,-1 2 0,3-4 0,-2 5-8,-1 1 0,0 2 0,0 1 0,2 0 99,2 0 1,-4 0-1,3 0 1,-2 0 70,0 0 1,5 2 0,-3 1 0,0 3 13,-1 1 1,5-2 0,-3 2 0,2 1 31,0-1 1,-1 0 0,5 4-1,0-2 94,0 1 1,0 2 0,0 1 0,0 0 65,0 0 1,0 0-1,0 1 1,2-1 36,2 0 1,-2 0-1,3-1 1,1 0-13,3 1 0,-2-7 1,1 7-1,-1-2-206,0-4 1,-2 0 0,3-4 0,1 2-248,-2-2 1,4-1 0,-6-4-1,1-1-414,0-1 1,4-5 0,-1 4 632,3-2 0,-11-14 0,-2-6 0</inkml:trace>
  <inkml:trace contextRef="#ctx0" brushRef="#br0" timeOffset="1200">682 40 7445,'8'-6'-625,"-3"3"2135,-5-6 1,0 5 696,0-5-443,0 6-1802,0-3 1,0 8 133,0 2 1,0-1 0,0 7-1,0 3-171,0 3 1,0 2-1,0-4 1,0 2-410,0 2 0,0 1 1,0-3-1,2 1-270,2-1 0,-2-5 0,3-3-1426,1 3 2180,2-6 0,22-45 0,5-19 0</inkml:trace>
  <inkml:trace contextRef="#ctx0" brushRef="#br0" timeOffset="1364">879 53 12584,'-7'6'-58,"1"2"0,0 4-166,-3 1 1,-2 2 0,-4 2 0,-1 5 223,-2 3 0,-18 6 0,-9 5 0,-2 2 0,1 1 0</inkml:trace>
  <inkml:trace contextRef="#ctx0" brushRef="#br0" timeOffset="1565">564 302 8222,'-7'0'1675,"3"-4"1,8-1-1141,5 2 1,2 2 0,4 1-1,2 0-226,5 0 0,3-5 0,1 1 0,0 0-39,1-2 1,-1 3-1,0-4 1,0-1-456,1 1 1,-7 4-1,-3-3 1,-2 2-4364,-2 0 4548,-6-1 0,-65 29 0,-22 5 0</inkml:trace>
  <inkml:trace contextRef="#ctx0" brushRef="#br0" timeOffset="1950">669 367 8222,'-7'6'1084,"0"-3"-368,2 6 0,4-5 0,-4 5-401,4 1 0,1 2 0,0 1 1,0 0 17,0 0 0,0 0 0,0 0 0,0 1-35,0-1 0,0 0 1,0 0-1,0 0-24,0 0 1,1-4 0,2 0-117,2 1 1,0-4-299,0-2 0,-2-3 0,5-1-121,3 0 0,-4-1 1,2-3-1,1-5-11,2-3 0,2-5 1,2-1-1,3 2-102,1 2 0,-3 1 0,1-1 169,1 1 1,-4 2 0,2 1 252,-2 1 348,-2 6 1,-6-2-1,-2 10-180,-4 4 1,-2 2 0,-2 2-1,-3-1-548,-1-3 0,4 2 0,-2-2 332,4 3 0,-5 7 0,-1 1 0</inkml:trace>
  <inkml:trace contextRef="#ctx0" brushRef="#br0" timeOffset="2299">774 341 9523,'6'8'1103,"-5"3"1,4-1-645,-4 6 1,-1-1 0,0 4 0,-1 0-208,-4 3 0,4 2 0,-5 3 0,0-1-385,-3 0 0,2 0 1,-2 1-1,1-3-822,0-2 1,-2 2 954,6-7 0,-30-17 0,-2-9 0</inkml:trace>
  <inkml:trace contextRef="#ctx0" brushRef="#br0" timeOffset="2848">446 512 8222,'-1'-12'2823,"-4"3"-2304,4 3 0,-3 6-345,8 0 1,-1 2 0,4 2-201,-1 5 0,3 3 0,-5 1-324,-1 0 1,-2 0 0,-1 2 0,0 1-77,0 1 0,-1 1 0,-3-5 1,-5 0 73,-3 0 0,3 0 1,1-1-1,-2-2 288,-2-1 0,-1-6 0,0 2 0,0 0 401,-1-1 0,6 1 1,-1-5 587,-1 0 0,4-2 229,2-2-963,2 2 0,8-4 0,3 5 0,2-2 183,2-1 0,1-1 0,0 5 0,2 0 40,2 0 0,5 0 0,-1 0 1,3 0-251,1 0 0,4 2 1,2 1-1,0 2-63,1 3 1,3 1 0,-1 4-1,1 0 59,-1 0 1,-1-4 0,-5-1 0,0 1 144,-4-2 1,0 4 0,-8-7-121,-1-1 1,-3 0-1384,-4 1-153,-3-2 1,-8 3 0,-2-5-1602,-5 0 2952,3-5 0,-64-32 0,-10-12 0</inkml:trace>
  <inkml:trace contextRef="#ctx0" brushRef="#br0" timeOffset="3031">420 263 8154,'0'8'855,"0"1"1,0 0 0,0 4-856,0 0 0,41 23 0,10 7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5:41.139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283 26 8228,'0'-8'1508,"0"-1"0,-1 6-993,-3-1 0,1 2 0,-6 2-429,-1 0 0,2 10 0,0 3 0,-3 3-3,0 3 0,-2 3 0,1 7 0,0 3-12,-1 2 0,3 2 1,-7 10-1,2 5-33,2 4 1,0 2-1,0-5 1,0 1 98,-1-1 0,3-1 0,2-3 0,5-7 74,2-9 0,4-7 0,2-14-122,5-2 0,2-4 0,4-10 0,1-4-882,2-2 1,5-7 0,-3 1 0,2-1-927,0-1 1,-6 5 1718,1-4 0,4-20 0,-1-4 0</inkml:trace>
  <inkml:trace contextRef="#ctx0" brushRef="#br0" timeOffset="250">8 236 12855,'13'0'109,"0"0"0,5 2 1,1 0-1,0 3-838,0-2 0,-1 0 1,-2 0 728,2 1 0,-6 29 0,-7 4 0</inkml:trace>
  <inkml:trace contextRef="#ctx0" brushRef="#br0" timeOffset="415">8 393 8511,'-6'-7'1162,"5"1"1,1 6 0,8 0-1,4 2-1029,1 2 1,5-1 0,1 4 0,1 1-1108,3-1 1,-2-4 973,1 1 0,-6 4 0,3-1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5:42.75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326 40 12023,'13'0'125,"0"0"1,-5 0 0,1 0-876,1 0 1,2 2-384,1 2 1133,-6 3 0,-30 53 0,-13 12 0</inkml:trace>
  <inkml:trace contextRef="#ctx0" brushRef="#br0" timeOffset="217">24 316 8245,'-13'0'1255,"6"0"1,4-5-1,10 1 1,7 0-868,5-2 0,5 3 1,6-4-1,4-1-265,-1 1 1,5 3 0,-3-5 0,2 0-115,-2 2 1,1-3-1,-5 5 1,-1 2-832,2 2 1,-10-3 0,0-1 0,-6 2 821,-3 2 0,-41 24 0,-9 6 0</inkml:trace>
  <inkml:trace contextRef="#ctx0" brushRef="#br0" timeOffset="383">273 368 8243,'-7'-9'1144,"2"1"1,5 5 0,5-2-1042,4 4 0,7-3 0,1-1 0,-1 2-463,-1 2 0,-2 1 0,0 0 360,0 0 0,6 29 0,1 7 0</inkml:trace>
  <inkml:trace contextRef="#ctx0" brushRef="#br0" timeOffset="533">273 460 8243,'-9'-4'-259,"1"-1"715,5 1-456,-3 4 0,41 29 0,9 7 0</inkml:trace>
  <inkml:trace contextRef="#ctx0" brushRef="#br0" timeOffset="853">273 578 8243,'-1'9'67,"-4"-1"0,4 1 252,-4 4 0,4 0 1,1 1-142,0-1 0,0 0 0,0 0 152,0 0 0,0-4 90,0-1-503,0-5 0,0 2 0,0-10 0,0-3-181,0-4 0,4-1 0,2 0 1,1 0 4,4 0 1,0 1 0,2 2-1,1 1 129,-1-1 1,0 2 0,0 1 445,0 1 1,0 2 0,0 4 130,0 0 1,-5 1 0,-4 4 0,-3 4-311,-1 2 1,-1 2-1,-3 0 1,-5 2-397,-3 2 0,-1-2 0,0 2 0,0-3-948,0-6 1207,0 4 0,-12-46 0,-3-3 0</inkml:trace>
  <inkml:trace contextRef="#ctx0" brushRef="#br0" timeOffset="1285">771 119 8265,'0'7'941,"0"-1"0,6-4 1,3 0-942,3 3 0,12 17 0,4 0 0</inkml:trace>
  <inkml:trace contextRef="#ctx0" brushRef="#br0" timeOffset="1702">706 368 8110,'0'-9'-64,"0"1"1,1 3 0,4-2 77,3 1 0,0 0 1,0 3-1,3-1 241,0 1 1,2 2 142,0 1 0,-1 1 1,-3 4-164,-5 3 1,-2 5-1,-2 3 1,0 3-210,0 2 1,-6 1 0,-3 4 0,-3 0 23,-1 0 0,-1 0 0,-2-1 0,-2-1 80,2-3 1,-3-3 0,2 2 0,1-1 554,1-3 0,6-7-532,1-5 0,6-4 0,1-4-490,4-5 0,7-4 0,0-3 0,5-3-96,2-1 0,2 4 0,-3-2 0,2 4 110,-2 1 0,-2-1 1,-1 3-1,2 2 525,2 5 0,-6 2 1,2 2-1,-2 0 732,1 0 0,1 6 1,-1 3-1,-2 2-262,-1 3 0,-5-1 0,5 0 0,1 0-756,2 0 0,-4-4 0,1 0 0,3-1 84,4 0 0,39-20 0,15-10 0</inkml:trace>
  <inkml:trace contextRef="#ctx0" brushRef="#br0" timeOffset="2617">1335 158 8265,'-9'0'26,"1"0"395,-3 0 1,6-1-150,0-3 1,4 1 0,2-5-1,2 1-112,2 0 1,9 4 0,-1-3-1,3 2-78,3-1 0,-4 1 0,4 4 0,-2 0 25,1 0 0,-1 0 0,-4 0 0,0 0-85,1 0 0,-7 1 1,-1 4-1,-2 3-25,0 4 0,-1 1 0,-6 2 0,-2 1-306,-3 1 0,-2 7 0,-6-4 0,-1 2-29,1 0 0,-3-5 1,0 4-1,0-2 382,0-3 1,1-2 0,5-2 0,0-2 874,0-1 1,4-6-667,0 1 1,7-4-1,-1-3 1,6-3-238,5-1 1,4 3-1,1-4 1,2 3-256,2 2 1,-2-3-1,2 1 1,-1 2 243,2 2 1,-4 2 0,4 4-1,-4 4 250,-1 2 0,-1 2 0,-2 2 1,-2 1-47,-3 1 0,4 7 0,-5-2 0,-1 2-167,-1 3 1,-8 0-1,-3 2 1,-2 1-212,-2-6 0,-5 1 0,1-7 0,-1-2 101,-1-2 1,5-2 0,-5-3 0,1-5 129,1-3 1,1-2 0,5-3 0,4-5 20,1-3 1,2-5-1,4-2 1,0 0-74,0 0 0,1-3 1,4 5-1,4 1 129,2 1 0,4 2 0,1 1 0,1 3-26,-1 5 1,0 3-1,0 1 1,2 0-628,-2 0 1,-2 0 0,1 1 513,2 3 0,4 4 0,5 5 0</inkml:trace>
  <inkml:trace contextRef="#ctx0" brushRef="#br0" timeOffset="3216">1820 1 8265,'9'0'999,"0"0"11,-6 0 0,8 0-530,-2 0 0,-2 0-224,2 0 0,0 4 0,4 2 0,-1 1 62,-4 4 1,4 0-1,-3 2 1,4 2 83,4 2 1,-2 4 0,2 5-1,-2 2-105,-2 2 0,-1 8 1,-2 6-1,-3-2-166,-1-1 1,-2 3 0,-4 1 0,0 0-87,0 0 0,-5-1 1,-4-6-1,-3-2-605,-1-1 0,-1-6 1,-2 2-1,-3-3-1745,-2-2 2305,-6 0 0,-59-17 0,33-7 0,1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4:57.327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36 234 7512,'-12'5'2295,"1"-2"-1181,4 5-338,2-6 543,5 3-67,0-5-707,0 0-461,5-5 1,-3 3-1,5-6-195,-2-1 1,4 2-1,-2-1 1,0 1 3,1 0 0,-5-3 1,2 3-1,-1 0 143,0-1 1,3 4 0,-1-4-5,0-1 0,0-1 0,4-1 0,-3 2-23,2 2 0,-2 0 1,-1-2-1,1 1 69,-1-1 1,-2 3 42,4-2 1,0 1-3,3 0 0,-3 2-19,0 5 0,-4 0 23,4 0 0,-5 0-15,5 0 0,-4 0 0,3 1 13,-2 3 0,0-3 0,-3 4-90,2 0 0,2-3 0,-4 3 0,2 0 1,1-2 0,-1 3-54,4-1 1,-2 4 224,2-1 1,0 2-70,4 2 0,-5-2 0,0 0 0,-1-4-12,1-1 1,-3 3-1,2-3-96,-1 2 0,0-5 1,-2 3-124,1 1 1,1-5 440,-1 3-292,-3-3-49,10 4 1,-9-4 27,6 3 0,-5-4 97,0-4 0,4 2-42,1-6 1,-3 4 0,0-2-96,0 1 0,2-4-29,4 1 1,-3-1 0,0 0-6,1 1 1,-3 4 0,2-4 30,1-1 1,-2 3-1,1-2 106,1-1 1,-3 2-1,2 0-71,1-2 1,-3 2 0,2 1-89,1 0 1,0 1-1,0 3 56,-1-2 1,-4 0 0,2 3 14,0-3 1,3 2 25,-2-1 0,0 1-9,1 2 0,-1 2-13,5 1 1,-4-1-1,-2 3 1,1-1 7,-1 0 1,-3 1 0,2-3 0,-1 4 5,0 0 1,5-2 17,-1 4 1,-2-2-1,1 3 1,-1-2 59,1-2 1,-1 4 0,3-3-59,-1 1 0,-2-1 0,3-2-17,-1 4 0,-4-3 0,3 0-15,-2 1 0,2-4 1,-1 5-53,0-2 1,-2 0-103,4-1-42,-6-3 89,4 4 689,-1-5-504,-4 0 1,6 0 0,-5-1-225,2-3 0,1 3 83,-1-3 0,-1-1 1,3 0-1,1-1 24,-1 1 0,-3 0 0,2 3 0,-1-4 32,0 0 1,3 2 0,-1-2-1,-1-1 74,0 1 0,4 2-7,-1-4 1,1 4-1,0-2 87,-1 0 1,-4 1-84,3 1 1,1-1 0,2-4-25,-2 1 1,3 4-126,-4-3 1,0 4 0,1-2-4,1 0 1,-3 3 125,2-1 1,-4 1-10,4 2 1,-2 2-14,2 1 0,2 0 54,-2 5 1,-2-6-1,1 4-5,-2-1 1,0-4 0,-2 4 0,2-1-33,1 0 1,-2 4 0,4-3-11,1 1 1,-4-2 0,1 3-1,-3-1-8,1 1 1,4-3 0,-3 2 0,0 1 31,1-1 1,-1-2 25,-1 4 1,2-1-32,6 5 0,-6-4-20,-2 0-56,3-6-76,-1 3 1,2-5 55,0 0 1,-4 0 97,3 0 0,-3 0-35,4 0 1,-4-1 48,4-3 1,-5 2-50,5-6 1,-5 4 0,2-3-24,0 2 1,-2-2-31,5 3 0,-1-4-43,5 4 1,-4-4 0,-1 3 27,3-1 0,-4 2 0,2-3 10,1 2 0,-3-3 1,1 3-1,-1 0-3,1 0 0,-3-3 33,3 4 0,1-4 73,4 4 0,-4 1 0,-2 1 0,1 0 144,-1-2 1,-2 0-70,4 4 0,-1 0-190,5 0 0,0 0 153,-1 0 0,1 0 19,0 0 0,-1 4 0,0 1-182,-4 1 1,4-2 41,-3 4 0,1-4 0,0 2 0,-3 1 158,-1-1 1,4-2-11,-1 4 1,3-2-1,-1 4 1,-1-4-123,-1-1 0,-4 0 1,2-1 82,-1 4 0,4-1 74,-1 0 1,-1-4 0,-1 2-111,-1 0-62,4-3 0,-6 3-116,5-5 0,-4 0-60,3 0 170,-4 0 0,3 0 5,-2 0 0,-1-2 1,5 0-174,1-2 0,-3-5 127,2 1 1,-2 2 0,4-2-23,-3-1 0,-3 2-54,4 0 0,-4 0 0,2-2-58,-1 1 1,3 4 0,-3-2 97,2 1 1,-5 0-1,4 2 141,-1-1 0,1-4-72,6 4 0,-4-3 148,-1 3 0,1-1 236,4 1 1,0 2-117,-1-1 1,1 1-45,0 2 0,-5 2 0,1 1-10,1 5 0,-2-1 1,0 0-109,2 2 1,-2-2-1,-1 1 1,1 1-66,-1 1 0,-2-2 0,3 0 0,-1 1-914,1 1 0,-3-2 0,2 0 0,0-1-5442,1 0 6335,1-2 0,24-36 0,6-8 0</inkml:trace>
  <inkml:trace contextRef="#ctx0" brushRef="#br0" timeOffset="2100">2238 141 8318,'0'-8'-756,"0"0"1892,0 0 0,0 1-727,0-1 1,0 4 88,0-4 0,0 4-192,0-3 0,0 3 0,1-3-58,3 2 1,-1-3 0,4 4-42,3 2 1,-4-1-1,2 1 1,1-2 34,1 1 1,-2 2 0,0 1 0,1 0-23,1 0 1,2-1 0,-1-2-139,1-1 1,0 0 0,-1 4 53,1 0 0,0 0 0,-1 0-104,1 0 1,0 0-1,-1 0 111,1 0 1,0 2 0,-1 0 40,1 2 1,-4 4 0,-1-3-61,3 1 1,-4-3 0,1 2 0,-1-1 22,0 0 0,-2 1 0,4-2-19,1 1 0,-2 3 1,0-3 187,2-1 1,2 3-110,0 2 0,-3-1 1,0-1-181,1-1 0,-2 3-17,0-4 0,-3 4 110,4-4-96,-5-1 1,6-8-94,-5-3 0,3 2-35,-3-2 0,4 4 0,-3-3 4,2-3 1,-5 4 0,3 0 0,-1-1 51,0 1 1,1 3 0,-2-2 0,2 1 70,2 0 1,-4-4 0,4 3-1,-2-1 1,3 2 0,-3-3 39,2 2 1,-4 1 41,5 4 0,-4-4 1,4 0 6,1 2 1,-3 1 0,1-1-27,-2-2 0,0 3 4,-1-3 1,3 3 54,4 1 1,-3 0-91,0 0 0,-4 0 0,3 0 6,2 0 0,-2 0-9,1 0 1,-4 0-1,3 0 111,2 0 1,-2 4 0,1 1-59,1 1 0,-3-3 0,1 2 0,-1-1-25,1 0 1,-3 4 0,2-3-1,0 1-31,1 3 0,-3-3 0,2-1 0,1 0-53,-1 3 1,-2-2-53,4 2 0,-2-4 1,3 2 128,-1 0 0,-4-1-10,4-1 0,-4-3-26,3 3 0,-3-3-127,4-1 1,0 0 0,2-1-104,-2-3 0,2 3 122,-2-3 0,-1-1 1,-1-1 38,-1 0 1,0 3 0,-2-2 0,2 1-45,2 0 0,-5-1 1,3 3-30,1-2 1,-4-4 0,5 3 0,-1 0-23,1-1 1,-3 1 106,3 1 0,-3 3 0,3-4 6,-2 0 0,0 3 174,-1-1 0,-1 0-85,4-1-1,-3 3-9,4-3 0,0 3 284,3 1 0,-3 0-190,0 0 0,-4 0 0,2 1-20,-1 3 1,1-3-137,-2 3 0,1-1 0,4-1-49,-1 2 0,-5 4 1,4-3 65,-2 1 1,3-2 0,-3 3 0,0-1-11,0 1 1,1-5-1,-4 3-15,2 1 0,4-4 0,-3 5-18,1-2 1,-2 3-28,4-4 1,0 3-5,4-3 1,-5 0 19,1-4 0,-4 0-9,4 0 1,-1 0-33,5 0 0,-4 0-155,0 0 0,-4-1 58,3-3 1,0 1-1,2-3 1,-3-1 35,-1 1 1,3 2 0,-3-4 62,2-1 1,1-1 128,3-2 1,0 4 0,-2 2-14,-1 1 1,-1-3-128,5 4 0,0-1 57,-1 1 1,-3 3 344,0-3 0,-4 3-25,3 1 0,-3 3-149,4 1 1,-1 5 42,0-1 0,2-1 0,-3-1 53,0-1 0,-2 3 0,2-3 0,1 0 129,-1 1 0,-2 1 0,4-1-150,1 0 0,0-2 0,0 2 0,-1 0-126,1-4 1,-2-1-1,0-1-2,2 0 1,2 0 0,0 0 111,1 0 1,0 0-1,-1 0 22,1 0 0,0-5 0,-1-1-111,1-1 1,0 1-1,-1 2-515,1-4 0,0 3 1,-1 0-1636,1 0 0,-4 3 1,-1-2 2035,2 3 0,-9 6 0,-1 2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5:08.609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17 839 7968,'-11'0'4539,"5"0"-4323,6 0 1,7 0 0,8-1 0,5-3-135,2-4 0,1 2 0,2-2 0,1-1-337,1-1 1,1-6-1,-2 1 1,1 0-279,-1 2 0,-2 3 0,-5 1 0,-3 1-188,-3-1 1,-6 3 0,0-2 185,-2-1 0,-1 2 0,-5 1 278,-3 1 1,1 0 0,-5 2 213,-1-1 0,3-1 453,-2 1 0,0 1 1496,-3-4-1041,4 4 1,-2-1-579,5 8 1,0-1-1,4 4 1,0 3-49,0 0 0,0 2 1,0 0-1,0 3 42,0 0 0,0 7 0,0 0 1,0 5 24,0 3 0,-4 1 0,0 6 0,2 0 6,1 2 0,1 0 0,0-4 0,0 0-65,0 0 1,0-4 0,0-1 0,0-3-183,0-5 1,0-4-706,0-6 390,0-6 1,0-2-1,-2-7 1,0-2-64,-2-1 0,-5-1 0,1-2 31,-2 1 1,2 4 0,0-2-1,-1 0-214,-1-1 1,-2 3 0,0-2 0,1-1-132,-1 1 1,0 2 0,-1-4 561,-2-1 0,6 0 0,-3 0 1,2 1 314,-1-1 1,1 3 0,1-1 0,1 1 185,-1-1 0,3 1 1,-1-3 559,2 1 1,1 4-1080,4-4 1,2 4-611,1-3 1,8 3-1,6-4 693,1-1 0,43-17 0,14-5 0</inkml:trace>
  <inkml:trace contextRef="#ctx0" brushRef="#br0" timeOffset="400">530 560 12087,'5'11'-2250,"-4"-3"2250,3 0 0,3 26 0,-1 10 0</inkml:trace>
  <inkml:trace contextRef="#ctx0" brushRef="#br0" timeOffset="598">425 746 8267,'-6'0'959,"-5"0"0,11 0 0,0 0 0,7 0-803,3 0 0,3-4 0,1-1 1,3 0-240,1 0 1,-2-3 0,2 3 0,-1 0-457,-3-1 1,3 1 0,-2 3-1,0-4-673,-2 0 0,-6 2 1212,1-4 0,0 6 0,3-3 0</inkml:trace>
  <inkml:trace contextRef="#ctx0" brushRef="#br0" timeOffset="748">518 676 8392,'0'12'-407,"0"0"0,-4-1 0,1 1 0,0-1 1008,2 1 0,-1 0 0,0-1 0,-2 1-600,1 0 1,2-1 0,1 1-507,0 0 1,1-2 504,3-2 0,18-34 0,9-13 0</inkml:trace>
  <inkml:trace contextRef="#ctx0" brushRef="#br0" timeOffset="882">600 688 8346,'0'12'-187,"0"-1"1,0 1 294,0-1 0,0 1 0,-1 0 1,-3-1-279,-4 1 0,-2 1 0,-2 1 0,0 3 170,1 1 0,-42 33 0,-11 11 0</inkml:trace>
  <inkml:trace contextRef="#ctx0" brushRef="#br0" timeOffset="1032">402 956 8346,'0'-12'173,"0"4"305,0 1 0,1 0 0,2-2 1,2 3-164,1 0 1,2-1-1,4 2 1,-1-1-276,1 1 1,1 1 0,1 4-1,2-1-303,-2-3 0,3 3 0,-2-3 0,0 3-1872,-2 1 2135,-2 0 0,-4 0 0,-2 0 0</inkml:trace>
  <inkml:trace contextRef="#ctx0" brushRef="#br0" timeOffset="1316">542 944 8346,'-8'0'596,"1"2"1,1 1-199,-1 5 1,4 3 0,-4 0 0,1 2-154,-1 3 0,-1-2 1,-3 5-1,0 2 78,4 1 1,-2-3-1,3 0 240,0-3 1,2 0 133,-4-4-657,6-6 0,2-1 0,7-5-101,4 0 1,0 0 0,1 0 0,0 0-111,-1 0 1,1 0 0,0 0-1,1 0-267,2 0 0,-2 0 1,3 0-1,-3 0-1116,-2 0 1,1 0 1553,0 0 0,-6 0 0,-1 0 0</inkml:trace>
  <inkml:trace contextRef="#ctx0" brushRef="#br0" timeOffset="1514">658 956 6485,'-6'1'3106,"0"3"-2532,1 4 1,4 2 0,-4 3 0,1 3-374,0 3 1,-1 3 0,2 3 0,-2 1-249,-1 1 0,2 0 0,-3-4 1,2 1-322,3-1 0,-4-1 368,2-3 0,-5-2 0,3-5 0</inkml:trace>
  <inkml:trace contextRef="#ctx0" brushRef="#br0" timeOffset="1698">367 1072 8258,'-12'-6'406,"6"-1"0,1 5 930,-1-2 1,6 0-720,0 4 1,3 0-1,7 1 1,5 2-252,1 1 0,4 0 0,3-4 0,0 0-789,1 0 1,0 0 422,3 0 0,-7-5 0,2-2 0</inkml:trace>
  <inkml:trace contextRef="#ctx0" brushRef="#br0" timeOffset="2211">1019 734 7933,'-6'6'3121,"-4"-5"0,10 4-2689,0-5 1,9 0-1,6 0 1,-1 0-425,-1 0 1,3 0-1,-1 0 1,0 0-905,-2 0 0,-2 0 0,1 0 0,0 0 896,-1 0 0,-25-21 0,-7-4 0</inkml:trace>
  <inkml:trace contextRef="#ctx0" brushRef="#br0" timeOffset="2332">996 630 8309,'-12'6'166,"2"4"-68,2-2 0,-1 3 1,5 0-1,2 1-1485,0 0 1387,2-1 0,21 27 0,5 6 0</inkml:trace>
  <inkml:trace contextRef="#ctx0" brushRef="#br0" timeOffset="2614">984 828 8309,'0'11'-269,"0"1"1,0 0 0,0 1-131,0 2 1,0-2-1,0 3 1,0-3 460,0-2 1,0 1-1,0 0 1,0-1 434,0 1 1,0-1-1,-1 1-49,-3 0 0,3-4 0,-4-2 398,0-1 0,2-1-414,-5-4 0,4-5 0,-2-3 1,1-2-256,2-2 0,2 0 0,1 1 0,0-1-198,0 1 0,1-5 0,3 0 0,4 2-191,2 1 0,2 5 1,-1 1-1,1-1 89,0 1 1,-1 2 0,1 5-1,0 0 210,-1 0 1,1 2 0,-2 1 0,-1 5 270,-1 3 1,-5 2 0,1 1-1,-3 3-420,-1 1 1,0 1 0,-1 3 0,-3-1-1746,-4-2 0,-6-1 1807,-2 2 0,1-3 0,3-6 0</inkml:trace>
  <inkml:trace contextRef="#ctx0" brushRef="#br0" timeOffset="2882">763 1142 9801,'-6'6'787,"0"-4"1,8 6-634,2 1 1,-2 1-1,5 2 1,-1 0-323,1-1 1,0 1-1,5-2 1,0-1-1007,-1-1 0,-3-1 1174,0 0 0,10-12 0,7-8 0</inkml:trace>
  <inkml:trace contextRef="#ctx0" brushRef="#br0" timeOffset="3065">938 1131 8221,'0'7'624,"0"1"5,0 1 1,1-2 0,2 1-536,1 1 1,3 1 0,-1 0 0,-1-1-373,0-1 0,3 0 1,-3 2-1,0-1-611,0-1 1,4 0 888,-1 4 0,2-16 0,2-4 0</inkml:trace>
  <inkml:trace contextRef="#ctx0" brushRef="#br0" timeOffset="3232">1054 1142 8221,'0'7'71,"0"3"471,0-2 0,2 2 0,0 2-899,2 0 0,5-5 1,-2 1-1,0 1-540,1 2 897,0-5 0,14-1 0,3-5 0</inkml:trace>
  <inkml:trace contextRef="#ctx0" brushRef="#br0" timeOffset="3364">1229 1131 8221,'0'11'-186,"0"1"667,0 0 0,0-1 0,1 1 1,3 0-378,4-1 1,-1 1-105,0 0 0,1-1 0,4 1 0</inkml:trace>
  <inkml:trace contextRef="#ctx0" brushRef="#br0" timeOffset="4065">1567 979 8223,'-5'-6'555,"4"-1"-68,-3 3 1,2-2 0,4-4 0,2 0-302,3 3 1,8 0 0,1-2-1,3 3-116,1 0 1,2 3 0,2 3 0,-2 0 123,-3 0 0,2 5 1,-6 4-1,0 4-13,-3 2 1,-4 5 0,-1-3 0,-2 1-270,-3 2 0,0-1 1,-4-1-1,-1 0-378,-5 0 1,1-5 0,0 0-1,-2-5-600,-2-3 0,0 3 1066,-1-5 0,-15-30 0,-4-12 0</inkml:trace>
  <inkml:trace contextRef="#ctx0" brushRef="#br0" timeOffset="4265">1719 723 8061,'-12'8'144,"0"-1"0,4 1 0,2 4 0,0 1 493,-1 2 1,3 3 0,-4 7 0,1 2-484,0 4 0,-3 3 0,2 1 0,-2 0-362,-2 0 0,6-2 0,0-3 0,3-6-2285,-1-8 2493,0-3 0,4-32 0,0-8 0</inkml:trace>
  <inkml:trace contextRef="#ctx0" brushRef="#br0" timeOffset="4549">1812 734 8306,'0'8'0,"1"-1"0,2-1 653,1 1 1,5 0 0,-2 5-29,4 0 0,2 3 0,1 2 0,1 0-163,0 0 0,2 3 0,-1 0 0,1 2-113,0 1 0,-1-1 0,-5-1 0,1-2-171,0 2 0,-1 0 1,0-2-1,-2-3-439,-2-3 0,-4-2 0,1 1-3597,-3 0 3858,-1-6 0,-21-47 0,-4-18 0</inkml:trace>
  <inkml:trace contextRef="#ctx0" brushRef="#br0" timeOffset="4715">2010 734 8306,'0'12'214,"4"-4"0,0 0 85,-2 1 0,3 1 0,1 2-993,0-1 0,-2 0 694,4-3 0,5-8 0,5-7 0</inkml:trace>
  <inkml:trace contextRef="#ctx0" brushRef="#br0" timeOffset="4831">2103 746 8306,'4'8'683,"0"0"0,0-4 0,-3 2 0,2 0-212,1 1-471,-1-4 0,34 7 0,8-4 0</inkml:trace>
  <inkml:trace contextRef="#ctx0" brushRef="#br0" timeOffset="5665">2476 758 8306,'-8'0'643,"0"0"0,6-2-284,-2-1 0,4-4 0,4-5-300,4 1 0,2-1 1,3 2-1,1 1 35,2 1 0,3 5 0,-2-1 0,0 3 82,0 1 0,-2 1 0,-3 3 0,-2 5-15,-2 6 1,1-1-1,-5 5 1,-1 2-262,-2 1 1,-6 1 0,-4 1 0,-4-1-151,-3 0 1,-5 1-1,3-1 1,-1 0 99,-1 1 1,6-8 0,-1-3 0,2-5 249,1-3 1,6-2 179,2-7 0,4-3 0,5-4 0,5-1-157,4 1 0,7 0 0,-3 2 0,2 3 74,-1 0 1,1 3 0,2 3 0,-2 0 243,0 0 1,-6 5 0,1 4 0,-3 4 95,-4 2 0,-3 6 0,-5-2 0,0 3-44,0 2 1,-6 3 0,-6 0 0,-6-1-620,-4-1 1,-3-2 0,-1-1 0,-2-1-848,-2-2 0,4-6 0,0 0 1,4-5-3457,3-3 4429,10-1 0,14-61 0,14-14 0</inkml:trace>
  <inkml:trace contextRef="#ctx0" brushRef="#br0" timeOffset="6215">2896 921 8268,'-12'-1'874,"0"-3"0,7 1 0,5-3 0,7-1-713,3 1 0,3-1 0,2-2 1,5 1-215,2-1 1,5 3 0,1-2 0,1 0-37,-1 2 1,1 1 0,-3 5 0,1 0 246,-1 0 0,-1 0 0,-3 1 1,-3 3 523,-4 4 1,-2 6-1,-2 3 1,-2 1 78,-1 3 0,-6 1 0,1 2 0,-6 2-592,-5 1 1,-2 4 0,-3-3 0,-2-1-1111,-5 1 0,2-3 0,-1 2 941,-2-2 0,-11-12 0,-5-3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5:55.354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184 67 6932,'-6'-8'358,"3"-2"1,-4 4 702,1-1 0,2 3-172,4-5-588,0 6 1,0-1 0,0 8-260,0 5 1,0 4 0,0 3-1,0 3 20,0 1 0,0 2 0,0 4 0,0 2 53,0 2 0,0 0 0,0 3 1,0-1-35,0-3 1,0 3-1,0-2 1,0-4-760,0-3 1,0-7-257,0 2 0,0-11 0,0-7 934,0-7 0,5-63 0,3-16 0</inkml:trace>
  <inkml:trace contextRef="#ctx0" brushRef="#br0" timeOffset="300">302 53 8021,'-7'2'1035,"2"2"1,4 5-662,1 3 0,0 7 1,0 2-1,0 4-45,0 1 1,0 2 0,0 1 0,0 3-246,0 2 0,0-5 0,0 2 0,0-5-1079,0-4 1,0-2-1413,0-2 2407,0-4 0,0-36 0,0-16 0</inkml:trace>
  <inkml:trace contextRef="#ctx0" brushRef="#br0" timeOffset="949">0 381 7778,'0'-7'870,"0"1"0,2 6 0,2 0 0,5 0-697,3 0 1,1 2 0,0 2 0,0 3 84,0 1 1,4 3 0,1-2 0,-2 1-52,-1-1 1,2 3 0,-1-4 0,-3 4 24,-3 1 0,-1-4 1,3 0-1,-2-1 230,-1 0 0,-6-1 515,1-3-633,-3-2 1,-1 2-586,0-8 1,0 1 0,2-6 0,1-1-278,1-2 0,5-1 0,-3 0 1,1 0-60,3 0 1,2 0-1,1-1 1,0 1-770,0 0 0,0 2 1346,0 2 0,1-3 0,-1 5 0</inkml:trace>
  <inkml:trace contextRef="#ctx0" brushRef="#br0" timeOffset="1633">27 185 8419,'-8'0'1297,"2"0"1,8 0-1254,2 0 0,4-5 0,5-1 0,0-1-135,0-3 0,1-2 0,2-1 0,2 0-63,-2 0 1,-1 0-1,-2 0 1,0 0 50,0-1 1,-1 1 0,-2 2 0,-3 0-8,-1 3 0,0 5 493,-2-2 0,-1 4 75,6 1 1,-5 6-1,5 3 30,1 2 1,-3 2 0,2 0-291,1 1 0,2-1 1,1-2-1,0-1-319,0-1 1,0 0 0,-1 4-760,-3 0 1,1-4 879,-6 0 0,-5-12 0,-6 1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6:12.75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233 34 8083,'-3'-8'1603,"-1"1"0,0 3-1101,4-3 0,-1 4 1,-3 0-409,-3 2 0,1 1 0,-1 1 0,1 2-149,0 5 1,-1 2 0,-4 2 0,0 3 8,-1 3 0,1 5 1,0 3-1,-1 4 185,-3 6 0,3 1 0,-4 6 0,1 4 31,0 3 0,0 4 0,5 3 1,3-3-54,3 0 1,3-3-1,1-1 1,0 0-80,0-4 1,5-1 0,1-3-1,2-3-221,-1-1 1,0-1 0,3-4 0,-1-4-476,-2-3 0,-3-4 0,3-2-1397,2-1 2055,1-6 0,-4-22 0,-1-10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6:15.16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265 244 8169,'0'-11'254,"0"0"0,-1 4 0,-2-1 705,-1 0 0,0 2 1,0-2-616,-4 0 1,-1 3 0,-3 1 0,1 3-244,0 1 1,-5 8-1,-1 5 1,-2 3-124,1 3 0,3 4 0,-2 4 0,0 6-138,-1 7 0,5 3 0,-2 2 0,4 2-71,3 1 1,0 5 0,4-2 0,3-2-53,3-4 0,5-12 0,5-11 0,3-7-3,3-6 0,3-6 1,1-8-1,1-7 201,-1-9 0,1-4 1,1-7-1,-1-3 55,-2-4 1,-5 2 0,1-3-1,-1-2-21,-2-1 1,-3-1 0,-2 4 0,-3 3 60,-1 2 1,-2 3-1,-4 2 1,-2 7 179,-5 7 0,-2 2 1,-2 11-1,-2 1-162,0 5 0,-2 4 0,2 8 0,0 5-1725,5 5 1697,-3-2 0,26 39 0,0 3 0</inkml:trace>
  <inkml:trace contextRef="#ctx0" brushRef="#br0" timeOffset="200">565 644 8183,'6'1'884,"-3"3"1,-1-2 0,-4 5-1,0-1-1010,-2 0 0,-1 1 0,3 6 0,-2 0 126,2 2 0,-9 10 0,-2-2 0</inkml:trace>
  <inkml:trace contextRef="#ctx0" brushRef="#br0" timeOffset="817">1064 355 8183,'0'-11'0,"0"0"427,0 0 1,-1 0 0,-2 0 0,-1 0 303,-3 0 0,4 0 0,-5 1 1,0 1-409,-2 2 0,-1 3 1,0-2-1,-1 1-233,1 2 1,-3 3 0,-1 5 0,0 6-241,-1 7 1,4 4 0,-3 4 0,2 3-164,2 4 1,1 5 0,2 1 0,2 1 82,1-3 0,1 1 0,4-2 1,1-3 79,3-2 0,2-11 1,6-2-1,2-6-28,1-4 1,5-8 0,-2-9 0,3-6 55,1-7 0,-3-5 0,-2-7 1,0-2-12,1-1 0,-6 0 0,0 5 0,-4 2 459,-3 4 0,-1 4 0,-1 3 274,1 5 0,-2 9 1,-4 8-1,-2 12-151,1 9 1,-1 4-1,0 5 1,1 2-339,2 2 0,2-1 0,3 2 0,3-2-2332,3-4 2221,6-6 0,36 11 0,14-3 0</inkml:trace>
  <inkml:trace contextRef="#ctx0" brushRef="#br0" timeOffset="1284">1331 11 8191,'6'-5'-173,"0"4"1,-2-3 461,3 3 0,4 1 1,3 1-1,2 4 192,1 6 1,-2 5-1,3 8 1,2 3-172,1 6 1,1 7 0,-1 8 0,-2 5 107,-5 5 0,-6 0 0,-4 4 0,-4-2-108,-4-2 1,-6 0 0,-6-1 0,-1-3-700,-3-7 1,4-6 0,1-9-1,3-4-733,1-6 0,0-6 1122,0-8 0,-6-23 0,0-10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6:17.60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31 378 8230,'-7'0'1016,"0"0"1,0-1-252,0-3 1,5 2-604,9-6 1,0 5-1,9-3 1,0-1-207,3 1 0,3 0 1,3-3-1,1 2-623,-2-2 1,0 0 0,-2-1 666,0 2 0,0-21 0,1-2 0</inkml:trace>
  <inkml:trace contextRef="#ctx0" brushRef="#br0" timeOffset="251">220 201 8230,'-7'0'-246,"1"1"1,-1 1 429,1 2 0,2 1 1,-3-1 72,-2 3 0,5 4 1,-1 3-1,1 0-70,0 0 1,0 3-1,4 1 1,0 0-39,0 1 1,0-2 0,0 3 0,2-3-52,1-1 1,0 2-1,3-2 1,-1 2-140,-3 1 0,3-1 0,-1-1 0,-1 0 91,-2 1 1,2-4-1,1 4 1,-1-2-33,-2-3 0,-1 0 0,0-2 0,1-1-644,3-3 0,-3-1-1236,3-2 1862,2-3 0,10-11 0,7-8 0</inkml:trace>
  <inkml:trace contextRef="#ctx0" brushRef="#br0" timeOffset="502">298 556 8267,'-10'-8'0,"1"2"264,2 1 1,1 0 0,-3 3 0,2-2 60,-2 2 1,-1 1-1,-2 1 1,-2 1-174,-1 2 1,-3 4 0,2 4 0,0 0 39,0 0 1,-3 5 0,5 1-1,0 2 51,2-1 0,2 1 1,1 4-1,2 2 32,-2 1 1,4 0 0,2-5 0,1-2-243,2 0 1,5-6 0,4 2 0,4-4-134,6-3 0,3-3 0,4-7 1,4-1-611,2-5 1,5-5-1,1-3 710,1-2 0,23-14 0,11-8 0,8-5 0,-1 0 0</inkml:trace>
  <inkml:trace contextRef="#ctx0" brushRef="#br0" timeOffset="1317">1097 45 8528,'-6'0'1425,"2"-4"0,8 1 0,3-1-1203,3-1 1,6 3 0,3-4 0,0 1-128,0 2 1,1-2-1,-4 1 1,0 2-315,0 1 1,-1 1-1,-4 0-362,0 0 0,-5 5 1,-2 2-1,-4 3 67,-4 1 1,-3 4-1,-7 0 1,-1-2 192,2 0 0,-1 1 0,2 1 0,-1-2 389,4-5 0,0 2 0,-2-3 504,0 3 1,5-2 774,2-1-1350,3-4 0,6 0-2033,2-6 281,-2 1 1755,0-3 0,-35 20 0,18-7 0,-16 8-338,14-7 0,5-5 631,6 4 1,-5-5-1,5 5 1,0 0 427,2 2 0,1 1 0,0 2 0,0 1-54,0 5 1,0 7 0,-1 3-1,-2 4-193,-1 0 0,1 5 0,3 3 1,-2 1-526,-1-2 0,2-1 0,-3-7 0,3-3-267,1-3 0,3-7 0,2-6 0,1-4-612,3-5 1,-3-4 0,0-4 929,-1-3 0,-1-38 0,-4-9 0</inkml:trace>
  <inkml:trace contextRef="#ctx0" brushRef="#br0" timeOffset="1652">1119 289 8247,'0'-7'-315,"2"1"538,1 1 0,0 0 0,4 2-143,2 0 1,2-1-1,2 4 1,3 0-179,2 0 1,-3-4 0,3 1 0,2-1 204,1-1 1,-3 4 0,-1-4 0,1 1 110,-1 0 0,-3 1 0,0 3-33,-1 0 0,-3 1 1,-3 3-1,-3 4 257,-3 6 1,-1-1-1,0 6 1,0 1-97,0 1 1,0 2 0,-1 2-1,-2 1-241,0-2 0,-5 4 1,4-1-1,1 0-222,-2 0 1,4-1 0,-3-4 0,3 0-728,1 0 0,0-3 0,0-2 844,0-1 0,-5-16 0,-1-7 0</inkml:trace>
  <inkml:trace contextRef="#ctx0" brushRef="#br0" timeOffset="1834">1130 456 8223,'0'-11'940,"2"1"1,1 3-1021,5 3 0,5 3 0,2 1 0,-1 0-1692,-2 0 1772,-1 0 0,0 29 0,0 8 0</inkml:trace>
  <inkml:trace contextRef="#ctx0" brushRef="#br0" timeOffset="1984">1119 578 7574,'2'-6'744,"1"2"0,3-1 0,6 2 1,-1 0-1257,0 2 0,4-3 1,-1 0 511,0 2 0,18-29 0,4-6 0</inkml:trace>
  <inkml:trace contextRef="#ctx0" brushRef="#br0" timeOffset="2133">1241 323 8223,'-11'3'0,"0"2"406,0 2 0,5 1 0,1 7 0,1 3-153,1 3 0,-1 7 0,4 1 0,0 4-485,0 4 0,0-6 0,1 3 0,2-4 232,0-1 0,-19-2 0,-8-5 0</inkml:trace>
  <inkml:trace contextRef="#ctx0" brushRef="#br0" timeOffset="2733">853 489 8339,'0'-6'2349,"5"1"-2505,2 5 0,3 5 1,0 2-100,-3 3 1,-2 1-1,-5 1 1,0-1-159,0 0 0,0 1 0,0 2 0,-1 0 84,-3 0 0,2 2 0,-4-1 0,0-2 220,-1 0 1,1-6 0,-2-1 349,0-1 0,1-1 457,-4-4 0,5-1-196,2-3 0,1-1-362,0-2 0,1 1-148,-1 2 157,1 3 1,1-4 373,-2 5 1,0 0-124,-4 0 0,3 0-59,-3 0 1,3 0 231,-4 0-383,6 0 125,-3 0 0,11 3 0,4 2-106,4 1 1,5-2-1,1 4 1,5 0-59,4 2 1,10 1 0,5 1-1,7 3-95,3 4 0,6 2 1,2 1-1,0 0-94,-3 0 1,-7 1-1,-5-2 1,-5-2 220,-5 0 0,-9-6 0,-5 2-163,-3-3 1,-6-4-689,0-1 0,-2-5 1,-5-2 667,-3-7 0,-38-62 0,-9-16 0</inkml:trace>
  <inkml:trace contextRef="#ctx0" brushRef="#br0" timeOffset="3017">820 201 8244,'-12'0'1568,"8"1"-1568,4 3 0,54 16 0,19 10 0</inkml:trace>
  <inkml:trace contextRef="#ctx0" brushRef="#br0" timeOffset="4033">1941 223 8370,'-11'0'793,"0"1"184,0 3-1051,4-3 0,4 4 0,6-6 0,5-3-110,2-3 1,4 0-1,2 0 1,0 0 284,1 0 1,-1 1 0,-3 4 0,2-2 197,-2 2 0,0 0 1,-2 2 112,0 0 0,-5 2 1,-2 1-1,-3 5-531,-1 2 1,-5 2 0,-2 3 0,-3 3-249,-1 3 0,-5 1 0,-3 1 1,-2 0 190,-1 3 0,0-3 0,0 5 1,0-4 280,-1-2 1,5 3 0,1-8 1484,0 1-1301,8-2 1,5-15 0,8-5 0,4-4-207,6-4 0,-1 0 0,5-1 1,-1-2-220,0 1 1,2 6 0,3 1-1,0 2 34,0 3 1,1 1-1,-3 1 1,0 2 125,-1 6 1,-4 0 0,2 9-1,-1 1 71,-3-1 0,-1 2 0,-5 4 0,-3 2-41,-3 1 0,-1-1 1,0-1-1,-1 1-99,-3 0 1,-6 1 0,-6-3 0,0-1-64,0 0 0,-3-5 0,3-1 0,-1-2 88,-3-3 0,3 1 0,0-8 0,1-2 79,2 0 1,6-8 0,1-6-1,1-5 56,0-4 1,4 3 0,-2-1-1,3-1 128,1-1 1,3 0 0,2 2 0,0 1-47,0 2 0,4 2 0,-2 4 0,3 1-1156,1 2 0,0 3 959,0-3 0,30 14 0,7 0 0</inkml:trace>
  <inkml:trace contextRef="#ctx0" brushRef="#br0" timeOffset="4617">2685 312 8327,'-11'0'28,"1"-2"971,2-1 0,5 1 0,6-2-731,5-1 0,6 3 0,4-1 1,0 1-280,1 2 0,-1 0 1,3 0-1,-1-1-593,-2-3 0,-4 3 0,1-2 0,-3 1 604,-1 2 0,-14-19 0,-5-6 0</inkml:trace>
  <inkml:trace contextRef="#ctx0" brushRef="#br0" timeOffset="4934">2751 134 8322,'-11'-6'30,"4"1"1,-1 5 153,0 0 1,3 6 0,1 5 0,3 6 75,1 4 0,0 3 0,1 2 0,3 3-35,3 3 1,2 7 0,-1 1-1,0 5-78,0 3 1,-3-1 0,-1 3 0,-3 0-190,-1-3 1,-1 1 0,-1-4 0,-3-5-53,-1-3 0,-2-9 0,-3-4 0,0-9 110,0-5 0,0-4 1,-2-7-1,0-5 171,-2-4 1,-1-7-1,2-1 1,0-2-19,0-1 1,0 1-1,1 0 1,-1 1 253,4 1 0,1 0 0,5 8 0,1 0 194,2 0 1,-3 0 0,2 1-766,3 2 1,0 4-1,7 2 1,2 0-277,3-2 1,5-1-1,5 2 1,3-5-2954,4-2 3377,2-1 0,19-3 0,10-3 0,5-1 0,0 1 0</inkml:trace>
  <inkml:trace contextRef="#ctx0" brushRef="#br0" timeOffset="5335">3262 189 8536,'-6'-11'630,"1"5"1,10 1 0,2 5 0,3 0-1001,1 0 0,0 0 370,0 0 0,15 25 0,4 6 0</inkml:trace>
  <inkml:trace contextRef="#ctx0" brushRef="#br0" timeOffset="5567">3240 412 8283,'-11'0'459,"3"0"256,1 0 1,7 0-597,3 0 0,5 0 0,10-2 1,2 0 7,1-2 1,3 0 0,0 4-1,2 0 136,-1 0 0,-6 5 1,0 4-1,-1 3 257,0 3 0,-6 6 1,-6 1-1,-1 7-102,-2 3 1,-3 5 0,-4 1 0,-5 0-631,-4 0 0,-3 3 0,-4-4 0,3-2-2423,1-4 2635,1-4 0,-6-10 0,-3-1 0</inkml:trace>
  <inkml:trace contextRef="#ctx0" brushRef="#br0" timeOffset="6002">3839 201 11836,'17'0'67,"6"0"1,-2 0 0,3 0-1277,1 0 1,2 0 1208,-1 0 0,20-5 0,0-2 0</inkml:trace>
  <inkml:trace contextRef="#ctx0" brushRef="#br0" timeOffset="6183">4072 101 8379,'-11'0'-107,"0"0"0,0 0 0,0 0 0,0 1 441,0 3 0,0 5 0,-1 9 0,1 1 54,0 5 0,-4 6 0,1 0 1,0 5-307,2 2 1,-1 5-1,-1 0 1,-4 2-97,1 1 1,1 0 0,5-7-1,0-1-293,0-2 0,5-5 0,2-12 307,3-3 0,15-27 0,5-8 0</inkml:trace>
  <inkml:trace contextRef="#ctx0" brushRef="#br0" timeOffset="6333">4205 345 8371,'12'-11'-1235,"-1"5"1464,0 2 0,0 3 1,-1 2-230,-3 3 0,-7 17 0,-6 8 0</inkml:trace>
  <inkml:trace contextRef="#ctx0" brushRef="#br0" timeOffset="6567">4228 400 8304,'-11'0'-46,"-1"0"0,1 5 51,0 3 1,4 2 0,1 2-8,1 3 0,2-2 1,6 5-1,2-1-76,1 0 0,-2 5 0,2 4 0,-1 0 208,-3 1 1,3-2-1,-1 5 1,-2-1 189,-1 0 0,-4 1 0,-2-4 0,-3 0 21,-4 1 1,1-4 0,-5-1 0,1-6-81,0-4 1,-1-6 0,3-2-1,-3-4 45,-2-4 0,5-3 0,-2-8 0,4-3-11,4-3 0,-2-5 0,4 0 0,0 2-297,0 5 1,1-1 0,4 4 0,0 0-1210,0 0 1,9 1-1,3 5 1211,4 3 0,52-3 0,16 4 0</inkml:trace>
  <inkml:trace contextRef="#ctx0" brushRef="#br0" timeOffset="7116">4938 78 8319,'-7'-9'202,"-1"1"113,0 5 1,-2 1-1,0 4 1,1 1 83,2 5 1,0 8 0,-6 5 0,0 5-459,-2 2 1,-1 3 0,2 6 0,-2 5 153,-1 5 0,-2 4 0,-3 7 0,0 3 276,0 0 0,3-1 0,2 1 0,1 0-135,2-3 0,7-13 0,3-8 0,6-9-406,5-9 0,2-4 0,9-8 0,1-4-257,-2-6 0,4-8 1,-3-7-1,2-4-192,-1-4 1,-1 2 618,-7-2 0,3 13 0,-8 3 0</inkml:trace>
  <inkml:trace contextRef="#ctx0" brushRef="#br0" timeOffset="7283">4583 389 8385,'-1'-11'808,"-3"0"1,3 4 113,-3-1 1,4 6-1,5-1 1,5 5-747,3 1 0,7 5 1,0-3-1,3 0-367,3 0 191,5-2 0,52 7 0,-33-4 0,1 0 0</inkml:trace>
  <inkml:trace contextRef="#ctx0" brushRef="#br0" timeOffset="7634">5127 534 8269,'0'-8'9,"0"1"479,0-2 1,5 3 0,2 0 0,3 1 125,1 2 0,4 2 0,1 1 0,1 0-362,3 0 1,-4 1 0,-1 2-1,-3 3-103,-1 4 0,-1-1 0,-2 7 0,-5-2-224,-1 1 0,-4 5 0,-3-2 0,-5 3-476,-3 2 1,-3-6 0,1-2-1,-2-3 551,0-1 0,-39-29 0,-4-8 0</inkml:trace>
  <inkml:trace contextRef="#ctx0" brushRef="#br0" timeOffset="7817">5260 201 8269,'-5'7'1817,"-1"0"-1057,0 2 1,-3 7 0,4 6-1,-1 7-497,-3 3 1,-2 10-1,-2 3 1,-3 5-352,-1 3 1,3 0-1,-1-1 1,3-6-2184,1-4 2271,5-8 0,1-17 0,5-7 0</inkml:trace>
  <inkml:trace contextRef="#ctx0" brushRef="#br0" timeOffset="8118">5360 323 8475,'7'11'393,"1"0"0,-4 0 1,3 0-1,2 1 389,0 3 1,4 3-1,0 5 1,3 3-479,2 3 0,0 4 1,3 0-1,-1 1 6,-2 3 0,0-6 1,0 1-1,-3-3-209,-3-5 1,-1 0 0,0-3 0,1-4-1304,-1-6 0,-4-1-2964,0-6 4166,-4-1 0,-3-37 0,-6-9 0</inkml:trace>
  <inkml:trace contextRef="#ctx0" brushRef="#br0" timeOffset="8283">5560 301 8201,'0'7'1182,"1"0"-1459,3 2 1,-2 1 276,6 1 0,24 25 0,10 6 0</inkml:trace>
  <inkml:trace contextRef="#ctx0" brushRef="#br0" timeOffset="8400">5660 289 8969,'5'-6'387,"26"26"1,10 11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6:26.96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45 277 8232,'-10'-1'54,"1"-2"1,2-1 367,-2-3 0,4 4 0,2-5 241,1 0 0,2-2 0,2-1 0,1 0-546,5-1 1,3 0 0,2 0 0,3-1-200,2 4 1,0 0-1,3-1 1,-1 1-13,-2 2 1,0 5 0,1-1 0,-1 6-59,-2 4 1,-5 4 0,-5 4 0,-1 5-176,-3 4 1,-5 1-1,-5 5 1,-3 0-153,-4 3 1,3-5-1,-4-1 1,1-1 321,0 0 0,-4 0 0,1-4 1,1-1 403,2-3 1,4-5 0,3-7 318,0-1 1,8-3-300,4-5 1,3-4 0,11-4-1,-1 1 2,0 3 1,2 1 0,2 3-1,-2 0 117,0 0 1,-2 3 0,2 5 0,-3 6 283,0 7 1,-8 3 0,2 2 0,-4 2-293,-3 1 1,-4 4 0,-6-1-1,-5 0-467,-4 1 0,-3-2 0,-3 2 0,-1-4-864,-3-3 1,1-4-1,-3-2 1,0-1-1352,-1-2 0,8-7 2304,-1-3 0,42-72 0,7-18 0</inkml:trace>
  <inkml:trace contextRef="#ctx0" brushRef="#br0" timeOffset="369">489 499 8504,'-6'-5'1336,"1"3"1,5-6-568,0 0 1,0 2-1,2-1 1,4 1-389,5 0 1,4 2 0,0-2 0,4 1-334,2 3 0,4 1 0,3 1 1,-1 0-119,0 0 1,-3 5-1,-4 3 1,-3 5-70,0 1 0,-6 10 1,-5-2-1,-3 1-554,-4 1 0,-4 2 0,-7 1 693,-3 1 0,-32 2 0,-12 3 0</inkml:trace>
  <inkml:trace contextRef="#ctx0" brushRef="#br0" timeOffset="983">1088 277 8226,'-11'0'177,"0"0"0,4-1 1345,-1-3 1,7 2 0,2-4-984,9 1 1,6-4 0,8 2 0,2-2-374,3 2 0,3-3 1,1 4-1,1-1-458,-1 4 0,-1-2 0,-1 1 0,-3 2-1327,0 0 0,-8-1 0,-5-1 1619,-2 2 0,-27 0 0,-6 2 0</inkml:trace>
  <inkml:trace contextRef="#ctx0" brushRef="#br0" timeOffset="1217">1355 77 8266,'-11'-7'43,"-1"1"1,1 1 755,0 2 0,4 2-324,-1 1 1,2 9 0,-1 3 0,3 5-207,3 7 1,1-1 0,0 8-1,0 2 74,0 3 0,0 11 1,0 1-1,-1 6 35,-3 6 0,2 1 0,-6 5 0,1-3-242,1-4 0,-3 0 1,5-2-1,2-7-528,1-6 0,1-10 1,1-15-1,3-6-381,3-4 0,-1-7 0,1-8 773,2-5 0,-29-77 0,7 37 0,0-1 0</inkml:trace>
  <inkml:trace contextRef="#ctx0" brushRef="#br0" timeOffset="1519">1066 544 8266,'-1'-8'34,"-2"1"1,0-2 281,0-1 1,2 3 47,1 0 1,5 3 0,2-2-695,3 1 1,0 6-1,-1 5 1,-3 2 94,-1-1 1,-2 4 0,-3 4 0,0 0 110,0 1 0,0 0 0,-1 3 0,-1 0-19,-2 1 0,-5-3 1,3 0-1,-1-1 168,-1-2 0,2-2 0,-2-2 0,1-1 553,3-2-116,0-4 1,4 0-344,0-6 1,1 1-1,3-3-66,3 0 0,3 3-53,1-5 0,55-40 0,12-14 0</inkml:trace>
  <inkml:trace contextRef="#ctx0" brushRef="#br0" timeOffset="1768">1499 510 8373,'0'-11'899,"-1"5"1,-3 2-513,-3 3 1,1 1 0,-2 0 0,-1 1-353,0 3 0,-6 1 1,0 4-1,1-2-74,2 2 1,1 1 0,0 1 0,1 0 45,3 0 1,-2-4-1,5 1 1,2 0 227,1 2 0,1-2 1,0-1-1,1 2 259,3 0 0,3 4 0,8 0 1,3 3-96,3 2 0,3-4 0,0 4 0,2-2-568,-1-3 1,2 3 0,-1-2-1,-3-4-1495,-3-5 0,0 0 1664,-5-2 0,-10-38 0,-7-15 0</inkml:trace>
  <inkml:trace contextRef="#ctx0" brushRef="#br0" timeOffset="1917">1588 88 10102,'-6'5'-1069,"2"3"1069,3-3 0,40 14 0,11 0 0</inkml:trace>
  <inkml:trace contextRef="#ctx0" brushRef="#br0" timeOffset="2302">1888 311 8343,'-7'-8'1060,"5"1"-481,4-2 1,5 4 0,5 0 0,3 1-500,3 1 0,3-1 0,1 4 0,1 0-399,-1 0 0,-1 0 319,-3 0 0,-2 10 0,-5 2 0</inkml:trace>
  <inkml:trace contextRef="#ctx0" brushRef="#br0" timeOffset="2484">1899 488 8431,'-6'-11'721,"1"4"1,7 0-123,5 3 1,2-4 0,10 4 0,0 1-679,2-2 1,1 4-1,1-3 1,-1 3-220,0 1 1,-1 0 0,-1 0-1,-3 0-996,-1 0 1,-1 0 1293,-4 0 0,-20-15 0,-4-4 0</inkml:trace>
  <inkml:trace contextRef="#ctx0" brushRef="#br0" timeOffset="2785">2054 166 8230,'-10'-11'842,"3"0"-447,2 5 0,5 7 1,0 11-1,1 9-252,3 8 1,-2 3 0,4 2 0,1 3-14,-1 4 0,-4 2 1,2 3-1,-3 2-165,-1 4 1,0 3-1,0 2 1,-1-1-160,-3-6 1,-1-4 0,-5-7-1,1-5 154,-4-7 0,0-10 0,2-8 246,-1-12 1,1-6-1,0-12 1,0-2 106,0 0 1,1-5 0,3 3 0,2-1 388,0-1 1,4 8 0,-3 1 0,3 4-238,1 3 1,0 0 0,1 1-1332,3 2 0,2 0 1,6 3-1,4 0 866,6 0 0,75-13 0,-38 8 0,1 1 0</inkml:trace>
  <inkml:trace contextRef="#ctx0" brushRef="#br0" timeOffset="3252">2598 144 8257,'-1'-6'802,"-3"2"0,3 9 1,-4 6-1,1 8-435,1 5 0,-1 2 0,4 6 0,0 4-185,0 2 1,0 8 0,0 6 0,0 1-102,0-1 1,-4 1 0,-1-5-1,0-1-699,0-2 0,2-10 1,1-7-1,0-7-2641,-2-6 3259,1-3 0,3-35 0,0-9 0</inkml:trace>
  <inkml:trace contextRef="#ctx0" brushRef="#br0" timeOffset="3652">2420 433 8251,'-11'0'-73,"0"0"1,4 1 0,1 3 0,-1 3 665,1 3 1,4 6 0,-2 1 0,3 2-206,1-1 0,0 1 0,0 3 1,0 0-98,0 0 0,0-1 0,0-1 0,0-3-35,0-1 0,0-1 1,1-4-209,3 0 1,2-5-1,5-2 1,0-4-45,0-4 0,2-3 1,1-9-1,5-5-475,2-4 0,1-5 0,0 1 0,1 0 77,-1-1 0,0 5 0,0-1 0,0 3 255,1 1 0,-6 4 0,-2 5 0,-3 4 320,-1 6 0,-4 1 0,0 4 147,-2 1 0,-2 3 1,-3 7-1,0 0 351,0 2 1,-3 5 0,-1-2-1,1 3-67,2 2 0,1 2 0,0 1 0,0-1-517,0-2 0,5 3 1,4-1-1,3-3-506,3-2 1,5-6-1,-2 0 1,3-3 410,1-3 0,45-62 0,-28 17 0,0 0 0</inkml:trace>
  <inkml:trace contextRef="#ctx0" brushRef="#br0" timeOffset="4035">3120 266 9632,'0'11'833,"0"0"1,-1 0 0,-2 2-1,-1 2-534,2 3 1,1 8-1,-1 4 1,-1 3-122,-5 4 1,2 2 0,0 6 0,0-1-330,0 1 0,3-6 0,0-3 1,1-5-3549,2-5 3699,0-8 0,10-66 0,3-21 0</inkml:trace>
  <inkml:trace contextRef="#ctx0" brushRef="#br0" timeOffset="4183">3131 499 8240,'5'-16'76,"1"4"0,6-3 1,2 3 685,1 1 0,4 3 0,1 2 0,4 1-364,2 3 1,1 0 0,-3 4-1,2 0-400,-1 2 0,-2 3 0,-2-3 0,-2 0-1943,-4 1 1,-7-4 1944,0 2 0,-26-36 0,-1-10 0</inkml:trace>
  <inkml:trace contextRef="#ctx0" brushRef="#br0" timeOffset="4503">3375 199 8202,'-5'12'261,"4"-1"1,-3 1 0,3 2 121,1 0 1,0 7 0,1 2 0,2 5-129,0 4 1,5 3 0,-3 2 0,0 4-15,0 6 1,-2-1 0,-3 2 0,0-2-105,0-2 0,-5-3 0,-2-3 0,-3-3-126,-1-7 1,-4-6 0,-1-6 0,0-6-55,0-4 1,-2-4 0,3-9 0,1-5-10,2-4 1,5-6 0,0-4 0,1 1 473,0 2 0,4 1 0,-2 1 1,3 1 146,1 1 0,3 6 1,2-1-1,0 4-436,0 3 0,4 4 0,-2-1 0,4 0-547,4 0 0,-3 0 0,3 4 1,-1 0-393,1 0 0,1 4 1,3 0-1,-1-2 806,-2 0 0,18-12 0,2-3 0</inkml:trace>
  <inkml:trace contextRef="#ctx0" brushRef="#br0" timeOffset="4667">3442 100 10711,'-6'1'234,"2"3"1,4 3-979,4 3 744,-3 1 0,38 30 0,4 7 0</inkml:trace>
  <inkml:trace contextRef="#ctx0" brushRef="#br0" timeOffset="4783">3542 111 8167,'0'-6'477,"34"55"0,9 19 0</inkml:trace>
  <inkml:trace contextRef="#ctx0" brushRef="#br0" timeOffset="5202">3886 33 8218,'0'-11'1392,"0"0"-714,0 5 1,1 2-1,3 9 1,3 5-546,3 3 0,1 7 0,0-1 0,2 1-967,1 3 1,-4-1 833,5 0 0,-10 20 0,5 5 0</inkml:trace>
  <inkml:trace contextRef="#ctx0" brushRef="#br0" timeOffset="5416">3741 299 8295,'-6'-1'892,"3"-3"0,6 2 0,6-4 1,6 0-578,7-1 0,1 4 0,7-3 0,1-1-228,1 1 1,1 3 0,1-4 0,-2 2-303,-3 3 0,1 1 1,-7 2-1,-3 1-152,-3 2 0,-3 5 1,-7-2-1,-3 3-169,-3 1 0,-2 0 1,-4 0 535,-6 1 0,-35 4 0,-13 1 0</inkml:trace>
  <inkml:trace contextRef="#ctx0" brushRef="#br0" timeOffset="5566">3841 444 8233,'0'-11'78,"0"0"0,0-1 350,0 1 0,2 0 1,1 1-1,5 2-125,2 0 0,2 1 0,2-3 1,0 3-670,0 3 1,2-1-1,-1 1 1,-2 3 365,0 4 0,-22 47 0,-5 17 0</inkml:trace>
  <inkml:trace contextRef="#ctx0" brushRef="#br0" timeOffset="5716">3853 533 8207,'-8'-4'0,"2"-1"1232,1-1 0,1 2-810,4-3 1,5 0-1,4-1 1,3 2-577,3 1 0,1-3 0,-2 5 0,0-1-656,0-1 1,-2 4-1,-1-3 810,1 3 0,-26-4 0,-6-1 0</inkml:trace>
  <inkml:trace contextRef="#ctx0" brushRef="#br0" timeOffset="6153">3841 322 8207,'-7'-4'-9,"0"0"0,3-3 1,-3 3 711,-2 2 1,4 9 0,1 5 0,3 6-306,1 5 0,0 1 0,0 5 0,0 2-79,0 1 0,-1 6 0,-2 3 0,-2 2-109,-1 2 0,3 0 0,-5 2 1,-1 1-189,0-1 1,1-4 0,2-6 0,1-7-594,3-6 0,2-10 1,3-4-1,5-4-55,2-3 1,4-8 0,2-6 0,2-7 40,1-3 0,2-1 0,3 0 0,1 0 223,0-1 0,1 3 1,-3 0-1,-3 1 362,-1 0 0,2-1 0,-4 0 0,2 3 0,-1 1 0,-2-3 0,0 4 0,-6 2 62,-4 1 0,-2 4 0,-5 2 293,-3 1 1,-6 1 0,-6 4 0,-1 2 184,-3 1 1,-1-1 0,-1 2-1,0 0-375,0 0 1,1 3-1,1-2 1,3 0 191,1 0 1,1 2 0,4-2 57,0 2 1,1 0 0,2 4 0,6 0 291,4 0 0,5 0 0,4 2 0,1 0-190,3 2 0,2 4 0,5-3 0,0 0-967,1 0 1,3 2 0,-1-3 0,1-3-810,1-3 0,-3 0 1259,2-6 0,12-34 0,3-12 0</inkml:trace>
  <inkml:trace contextRef="#ctx0" brushRef="#br0" timeOffset="6502">4308 477 8196,'-6'-5'1834,"-1"0"-836,4-2 1,1 3 0,0 8-365,4 3 0,5 4 1,4 3-1,0 2 5,0 1 1,4 2 0,-1 3 0,0 0-287,-2 0 0,-1 4 1,2 0-1,0-1-589,2-2 0,0-6 1,-4-1-1583,0 0 0,0-3-510,0 2 1,-1-13 2327,-2-6 0,2-49 0,-4-13 0</inkml:trace>
  <inkml:trace contextRef="#ctx0" brushRef="#br0" timeOffset="6666">4652 433 8196,'6'11'480,"0"-4"1,-3 1 0,2 0 691,1 2 0,1 1 0,4 0 1,2 2-377,1 1 0,0 2 0,4 4 1,2-1-1215,1 0 1,0 6 0,-1 1-1,-3-1-1393,-1-2 1,-5-6 1810,-3-2 0,-6-3 0,3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6:56.5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37 293 8000,'-6'7'-429,"5"-1"2455,-3-2-1614,-3-2 0,6 5 0,-5-5 1312,1 2-1083,4 0 1,-5-5-641,6-3 0,6-3 1,2-5-1,2-1-249,3-4 1,3 3 0,0-7 0,0 0 13,1-2 1,-3-1 0,2 1 0,-2 1 149,-2 2 0,0 9 0,-1-1 0,-2 3 181,-1 2 1,-4 2 0,3 7 9,-2 7 1,-1 0-1,-4 10 1,0 0 16,0-1 0,0 1 1,0 2-1,0-4-115,0 1 0,2-6 0,0 1 0,2-3-110,-1-1 1,4-4-1,1-1 123,3-2 1,1-9 0,1-4 0,2-5-185,1-3 1,0-1 0,-4-3 0,1 2-161,-1 0 0,0 1 0,0-3 0,0 2 23,0 1 0,-5 5 672,-3-1-165,-3 2 0,-1 13 1,0 5-1,0 5 29,0 3 0,0 6 1,0 2-1,-1 3 42,-3 1 1,3 6-1,-4 2 1,4 4-127,1 5 1,0 3 0,-1 9 0,-2 5-15,-1 5 1,-1 0 0,2 5 0,-1-2 143,1-3 0,-2-3 0,-1-3 0,1-6 91,0-5 0,-5-6 1,4-7-1,-3-5 73,1-3 0,4-3 1,-4-5-1,0-4-90,1-3 1,-3-4 0,0-2-82,-5-3 0,2-6 1,-4-2-1,0-2-45,1-4 0,-4 4 1,4-7-1,0 2-94,-2 2 1,5-1 0,-3-2-1,3-1-419,5 1 0,-1-2 0,4 0 0,-1 3-232,1 0 1,-3 2 0,4 0 0,1 0-642,2 0 1,1 4 0,0 0-83,0-2 0,1-1 0,3 1 1237,4 1 0,35-12 0,10 1 0</inkml:trace>
  <inkml:trace contextRef="#ctx0" brushRef="#br0" timeOffset="598">800 450 8201,'-12'0'697,"0"0"1,4 0 1312,-1 0 0,5 0-1265,-4 0 1,7-4 0,1 0-752,7 2 0,4 0 1,1 2-1,1 0 152,3 0 1,-2 0 0,3 0-1,-1 0-240,1 0 1,0 0-1,-2 0 1,1 0-604,-1 0 1,-2 0 0,-1 0 0,1 0-2254,-1 0 2950,0 0 0,-6-5 0,0-2 0</inkml:trace>
  <inkml:trace contextRef="#ctx0" brushRef="#br0" timeOffset="848">788 596 8201,'-8'-1'-308,"0"-2"1916,-2-1 0,3-2-124,-1 2 0,7 3 1,1-3-1231,7 3 1,5 1 0,3 0 0,2 0-105,2 0 0,-3 1 0,4 2 1,1 1-95,-3-2 0,4 1 1,-6 0-1,-1 1-780,-2-1 0,1-2 0,1 0-3870,1 3 4594,0-2 0,-25-2 0,-6-7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7:03.7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35 406 8255,'-10'-1'0,"0"-2"1475,2-1 0,5-2-117,-1 2 1,6 3-1,4-3-1102,7 3 0,7 1 0,0 0 0,3 1-775,1 3 0,0-1 0,1 3 1,-3 0-2908,-1-3 3426,2 3 0,1-4 0,7 3 0</inkml:trace>
  <inkml:trace contextRef="#ctx0" brushRef="#br0" timeOffset="183">217 224 8255,'-7'6'0,"2"2"0,1 4 945,0 4 0,-1 4 0,1 8 0,-3 6-396,0 5 0,-4 0 0,3 5 1,-3 1-726,-1-2 0,4-3 176,0-7 0,11-14 0,-2-9 0</inkml:trace>
  <inkml:trace contextRef="#ctx0" brushRef="#br0" timeOffset="649">799 30 8255,'0'-12'1393,"0"4"-458,0 0 0,0 7 0,-2 2 1,0 10-547,-2 8 0,-6 5 0,3 4 0,-1 6-175,0 5 0,-1 0 1,-6 7-1,-2 3 9,-2 7 1,-1 3 0,-5 1 0,1 1-287,0 0 0,5-10 1,3-5-1,4-9-906,4-10 1,4-8-1,8-12 969,4-7 0,35-81 0,-17 28 0,0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7:02.2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206 23 8206,'-5'-7'751,"4"0"1,-5 5 132,1-2 1,4 1 0,-3 7-1,1 5-573,-1 6 1,1 5 0,-4 9 0,1 3 135,-1 3 0,-1 12 0,-4 6 0,0 5-94,0 2 0,-2 6 0,-1 1 1,-1 2-203,1 0 1,2-11 0,1-4 0,1-11-1313,3-11 1,3-11-527,5-4 0,1-11 0,2-6 1687,1-6 0,21-59 0,2-14 0</inkml:trace>
  <inkml:trace contextRef="#ctx0" brushRef="#br0" timeOffset="468">631 217 8206,'-11'-19'0,"3"1"0,2 2 1492,1 0 0,0 0 0,-5 4 0,2 0-611,-1 0 1,-6 1 0,-1 3 0,0 4-782,-2 2 1,-1 2 0,-4 2 0,2 3-274,1 7 0,1 2 0,-1 6 0,5 1-201,5 2 1,5 2 0,5-1 0,0 0-77,0 0 0,9 0 0,3 2 0,3 1 155,3 1 1,-5 5-1,5-5 1,-3 0 154,-3 2 0,1 1 0,-8 4 0,1-2-12,-1 0 0,-2-5 1,-7 3-1,-6-1 199,-4-4 0,-1-1 0,-5-5 0,-2-5 142,-1-6 0,3-4 1,0-5-1,0-1 408,1-3 0,1-7 1,6-6-1,1-3 48,3-6 1,3 0 0,5-6 0,1 0-485,3 1 1,4-4-1,7 4 1,3 0-379,1 3 0,1 2 1,4 3-1,0 3-644,0 4 0,2 2 1,1 4 860,1 2 0,65-3 0,-40 7 0,-1 1 0</inkml:trace>
  <inkml:trace contextRef="#ctx0" brushRef="#br0" timeOffset="935">1236 108 8206,'0'-12'535,"0"4"0,0-1 1390,0 0 1,-1-2-1152,-3-1 0,1 7 0,-3 5 0,-1 8-652,0 7 0,-1 5 0,-4 8 0,-2 4-10,-2 3 1,-3 8-1,-5 5 1,0 4 174,0 3 0,-4 6 1,-1 5-1,1 1-49,-2 3 0,10-9 0,1-6 1,9-8-157,5-7 0,4-13 1,2-8-1,4-8-172,3-7 1,4-8 0,4-4 0,4-4-543,3-4 1,1-3 0,-1-5 0,-1-1-362,-2 1 0,-4 4 0,3 0 0,-2-2 993,-2-1 0,-7-44 0,-2-11 0</inkml:trace>
  <inkml:trace contextRef="#ctx0" brushRef="#br0" timeOffset="1087">861 423 8206,'-12'-6'1155,"1"4"127,3-6 1,5 5 0,11-1-562,8 3 1,11 1 0,6 0 0,3 0-1231,4 0 1,-1 0 508,6 0 0,-17 0 0,0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6:59.0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279 37 8201,'0'-7'2129,"0"-3"1,0 7-1163,0-5 1,-1 5-607,-3-1 0,1 3 0,-5 2-240,-1 3 1,-2 3 0,-1 5 0,0 0-107,-1 0 0,0 4 0,-2 2 0,-1 1-56,1 2 0,-2 6 0,1 3 0,-1 0 31,0-1 1,3 9-1,-2 0 1,3 3 39,1 5 1,4-3 0,1 2 0,2 0 126,2 2 0,2 2 0,1-2 0,0-3-2,0-3 1,1-3 0,2-2 0,2 0-278,2 1 0,1-5 0,4-2 1,0-4-578,0-3 0,0-2 0,-1-1 0,-2-5-273,-1-6 1,1 0 971,3-5 0,-11-37 0,-2-14 0</inkml:trace>
  <inkml:trace contextRef="#ctx0" brushRef="#br0" timeOffset="715">509 280 8201,'-8'0'0,"2"-2"1057,0-2 1,-2 1-289,4-5 0,1 2 0,7-4 1,5 3-588,1 2 1,6-3 0,2 4 0,1 1-138,2 2 0,1 1 0,-1 0 0,-2 0-107,-1 0 1,-2 5 0,-4 3 0,-1 5-52,-3 3 0,-3-2 1,-5 7-1,-1 0-191,-3 2 0,-4 1 0,-8 2 1,-5 1-107,-1 1 1,-3 0 0,1-5 0,1-3 604,3-3 0,3-4 0,4-2 0,1-3 1465,0-4-1408,5-3 0,3-2 1,10-2-1,5-2-343,3-2 0,8 4 1,-2-1-1,3 3 170,1 1 0,0 0 0,-1 0 0,-2 1 54,-5 3 1,-3 5 0,-1 7-1,-1 4 204,-3 3 1,-2 1 0,-9 2-1,-4 1-255,-5 1 0,-10 4 0,0-4 0,-7-2-518,-2-4 1,3-1 0,-3-6-1,1-3-2771,4-3 3207,0-6 0,18-51 0,4-20 0</inkml:trace>
  <inkml:trace contextRef="#ctx0" brushRef="#br0" timeOffset="1332">1333 134 8201,'-5'-12'2529,"4"4"-1199,-3 0 1,-3 5-1083,-1-1 0,-3 12 1,-1 6-1,0 5-107,0 6 1,-5 2-1,0 8 1,-1 4 59,1 3 0,-5 8 0,4 6 0,-3 3-6,1 2 1,5 0 0,-1-1 0,4-2 40,4-5 1,3-8-1,5-12 1,0-6-185,0-6 1,1-9 0,3-8-307,4-2 1,3-4-1,2-3 1,2-6-177,1-4 1,0-2 0,-3 1-1,0-3-1163,3 0 0,-2-4 1593,2 3 0,13-30 0,4-8 0</inkml:trace>
  <inkml:trace contextRef="#ctx0" brushRef="#br0" timeOffset="1515">1018 401 8206,'-12'-12'2619,"0"-1"1,5 5-2413,3 0 0,12 6 1,6-1-1,3 4-576,5 3 1,1 6 0,2-2 0,4 1 368,3-1 0,62-2 0,-39-6 0,1 0 0</inkml:trace>
  <inkml:trace contextRef="#ctx0" brushRef="#br0" timeOffset="2034">1600 146 8206,'0'-12'837,"0"0"208,0 0 0,0 4 0,0 0-351,0-2 1,4 0-1,1-1 1,2 3-653,2 4 1,2 2 0,1 2-1,0 0-157,1 0 0,-1 6 0,-2 2 0,-1 3-118,-5 1 1,-3 4 0,-1 1-1,0 2-188,0 3 0,-5-3 1,-4 1-1,-1 0 245,-2-1 1,-1 0 0,1-5 0,0 3 691,0-3 0,4-4 0,0-3 2374,-1-2-1699,-2 4 1,4-9-1232,3 0 0,8-4 0,4-4 0,3 3-444,1-1 1,0 5 0,2-3-1,2 3-3884,4 1 4368,3 0 0,50 5 0,11 2 0</inkml:trace>
  <inkml:trace contextRef="#ctx0" brushRef="#br0" timeOffset="2498">2085 522 8206,'-13'0'2332,"5"0"3122,0 0-4982,6 0 1,10 0-1,9 0-440,3 0 1,1 0-1,0 0 1,-1 0-586,2 0 0,1 0 0,0 0 0,-2 0-3051,-1 0 3604,-5 0 0,24-11 0,0-2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7:14.1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30 497 8354,'-12'0'363,"4"0"729,0 0 1,6 0-649,2 0 1,11 0-1,9-1 1,3-2-145,1-1 1,5 0 0,0 4-1,2 0-308,3 0 1,-3-4 0,1 0 0,1 2-279,-3 0 1,-5 2-1,-9 0 1,-3 0-689,-1 0 1,-1 2 973,-3 2 0,-35 8 0,-13 7 0</inkml:trace>
  <inkml:trace contextRef="#ctx0" brushRef="#br0" timeOffset="583">914 340 8301,'-10'-6'0,"2"-2"0,-2-2 0,6-2 0,1-1 1291,2 1 0,1-1 1,0-2-1,1-2-862,4-2 1,1 4 0,8-3 0,2 4-741,4 1 1,3 0-1,0 9 1,-2 1-89,0 2 1,-3 6-1,3 5 1,-5 6 66,-3 8 1,-6 2-1,-3 7 1,-4 4 55,-4 2 0,-4 5 1,-7-2-1,-2 0 146,-2-1 1,-6 4 0,-4-3-1,-2-1 269,-3 1 0,-5-7 0,-1-5 1,2-3 486,4-3 1,10-8-1,9-13 254,6-6 0,4 0 0,5-5 1,1-1-408,3-2 1,9-2 0,10-2 0,6-1-259,2 1 0,1 5 1,4 4-1,-1 0 145,-2 3 1,2 2 0,-4 1-1,-1 1-585,-1 4 0,-8-3 0,-2 8 1,-1 0-831,-4 1 0,-4 7 0,-3-9 1055,-2 1 0,-1-1 0,-4 3 0</inkml:trace>
  <inkml:trace contextRef="#ctx0" brushRef="#br0" timeOffset="1232">1811 73 8301,'0'-12'1564,"0"4"1393,0 0-2792,0 0 1,-1 1 0,-3 5-1,-4 6-85,-3 8 0,-1 7 0,-2 9 1,-2 5-45,-4 7 1,-4 3 0,-3 6-1,-3 5 69,-1 7 1,4 1 0,-1 5 0,4-1 19,4-3 0,-1-3 0,9-9 0,6-12 19,3-12 1,4-8 0,5-9 0,4-2-69,5-4 0,7-2 0,-2-4 0,3-2-103,1-4 0,4-2 0,1-4 0,-3-1-442,0-1 0,-2 0 0,1 3 0,-1-2-2439,0-1 2908,-5-6 0,-18-29 0,-9-14 0</inkml:trace>
  <inkml:trace contextRef="#ctx0" brushRef="#br0" timeOffset="1382">1460 328 9193,'8'0'2601,"8"0"-2673,7 0 0,4 1 0,1 2 0,4 2 72,3 2 0,34 1 0,8 4 0</inkml:trace>
  <inkml:trace contextRef="#ctx0" brushRef="#br0" timeOffset="1915">2187 25 8301,'6'-6'178,"5"5"0,-4-4 1,1 1 1080,0 0 0,0 0 0,4 4-1028,0 0 0,-1 1 1,-1 2-1,-4 2-476,0 2 0,-2 1 0,-4 4 0,0 1-225,0 4 1,-6-4 0,-2 3 0,-2-1 3,-3 1 0,0-2 0,-2 2 0,-1-3 474,1-1 0,2-4 0,1-1 1234,-1-1 1,7-1-951,2-1 0,4-3 0,4 3 0,5-2-58,6-2 1,0 0 0,4 0 0,-2 1-22,-2 3 1,2-1-1,-2 5 1,-3 1 136,-2 2 1,-8 1 0,3 0 0,-4 2-162,-1 2 1,-1-1 0,-5 4 0,-6-1-564,-7 1 0,-4-4 0,-2 1 0,-2-2-1399,-1-2 0,-2 0 1773,2 0 0,-9-21 0,-6-6 0</inkml:trace>
  <inkml:trace contextRef="#ctx0" brushRef="#br0" timeOffset="2422">2635 449 9189,'-12'0'1296,"5"0"1,7 0 0,8 0-1,4 0-1044,5 0 0,1 0 0,8 0 0,1 0-365,1 0 0,0 0 1,-3 0-1,-2 0-862,-3 0 1,1 0 0,-5-1 0,-1-2 974,-1-1 0,-24-27 0,-5-3 0</inkml:trace>
  <inkml:trace contextRef="#ctx0" brushRef="#br0" timeOffset="2599">2841 243 8870,'0'12'781,"0"0"0,-1 6 1,-2 2-1,-2 4-332,-2 4 1,3 9 0,-4 7-1,-2 3-774,0 2 0,3-6 0,3-3 0,2-3 325,2-5 0,17-13 0,3-8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7:10.7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140 182 8816,'-8'0'910,"0"0"0,1 6 1,-2 2-1,2 4-861,2 4 0,-5-1 1,2 6-1,-2 4-277,-2 1 0,3 4 1,1-3-1,0 1 54,2-1 1,0-3 0,6-3 0,0-5-81,0-3 0,2-2 0,2-3 242,4-4 0,4-2 1,3-2-1,2 0 189,2 0 1,-3 0 0,3 0-1,-2 0 202,-2 0 1,3 5 0,-2 3 0,-3 3 125,-3 1 0,-1 5 0,-5 4 0,-1 0-76,-2-1 0,-2 6 0,-3-5 0,-4 1-286,-3 1 1,-5-4-1,-2 0 1,1-2-586,-1-2 1,-2-2 0,3-2 0,-2-3-447,-3-4 1,5-2 0,1-2-1,2 0-1976,2 0 2864,5-6 0,13-60 0,7-20 0</inkml:trace>
  <inkml:trace contextRef="#ctx0" brushRef="#br0" timeOffset="150">92 243 8255,'0'-12'-123,"4"4"960,0 0 0,5 5 1,-1-1-1,3 2-801,1 2 0,2 6 0,2 1 1,4 1-37,3 0 0,28 0 0,7 4 0</inkml:trace>
  <inkml:trace contextRef="#ctx0" brushRef="#br0" timeOffset="684">589 13 8052,'1'-7'789,"3"3"0,3 3 0,5 1 0,1 1-439,4 3 1,-3 7 0,7 8-1,-1 2-66,-1 5 1,3 6-1,-3 2 1,1 5 132,1 5 0,-8 5 0,-1 2 0,-6 3-120,-5 1 0,-1 1 0,-1 4 0,-5-4-315,-6-3 0,-5-5 1,-8-2-1,1-3-448,0-1 1,0-3 0,-1-7 0,1-5 465,0-6 0,-33-14 0,-7-8 0</inkml:trace>
  <inkml:trace contextRef="#ctx0" brushRef="#br0" timeOffset="1499">1267 279 8255,'2'-12'219,"0"0"241,2 0 0,4 4 1,-1 1-1,3 2-111,3 2 1,3 2 0,0 1-1,4 1-8,3 3 0,-4 4 0,-1 8 0,-2 4 118,0 3 1,-4 2 0,-5 0-1,-2 2-225,-2 1 1,-6 6 0,-3-2 0,-4 3-489,-3 2 1,-8-1 0,1-1-1,-4-1-529,-4-2 0,2-1 0,-2 1 1,2-5 167,2-5 0,1-5 0,3-6 1,4-3-455,2-4 1,8-5 1068,2-7 0,-3 5 0,0-8 0</inkml:trace>
  <inkml:trace contextRef="#ctx0" brushRef="#br0" timeOffset="1750">1679 279 8299,'-1'-11'533,"-2"2"1,-2 2 250,-2 2 0,-1 1 0,-4 4 1,0 0-415,0 0 1,-2 9 0,-2 5-1,-4 3-160,-3 5 1,3 6 0,1 4 0,0 3 220,0 2 1,4 0 0,-1 2 0,4 2-128,4-2 0,3-3 0,5-3 0,1-4-144,3 1 0,7-9 0,6 2 0,2-5-332,3-8 1,1 1 0,2-7 0,2-1-892,1-2 0,6-1 1063,-2 0 0,-13 0 0,-3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7:17.6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243 194 8301,'0'-12'105,"0"0"1,-4 0-1,-1 0 1,-1 0 735,1 0 0,-1-2 1,4-1-1,-4-1-120,0 1 0,2 2 1,-5 2-1,0 2-785,-2 1 1,-1 1-1,0-1 1,-1 4-230,-4 3 1,3 6-1,-5 4 1,1 6-141,3 5 0,-1 5 1,3 1-1,3 4 58,4 1 0,2-4 0,4 1 1,1-2 272,3-2 1,3-1 0,6-3-1,3-4 89,5-2 0,1-8 0,3-1 1,-1-4 131,0-1 0,-4-7 0,-1-4 1,-1-3 144,-3-1 0,-2-3 0,-2 1 0,-3-1 512,-4 1 1,-3 1-359,-1 3 1,-5 8 0,-3 6-249,-3 10 0,-1 8 0,0 9 0,0 5 159,0 2 0,-1 6 0,1 4 0,0 3 57,0 5 0,0-3 1,-2 3-1,0 0-148,-2-1 0,-1 5 1,5-6-1,0-4-326,0-5 1,5-7-1,3-7 1,3-8-1445,1-5 1,1-8 0,2-4 1531,1-6 0,16-31 0,0-11 0</inkml:trace>
  <inkml:trace contextRef="#ctx0" brushRef="#br0" timeOffset="650">909 122 8301,'0'-12'848,"0"-1"1,-1 7-299,-3 2 1,-1 4 0,-5 4 0,2 5-321,-1 6 1,-2 5 0,-1 8-1,-2 5-40,-2 2 1,-1 2 0,-5 4-1,2 5-4,-2 5 0,1 4 0,-1 6 1,4-1-120,0 1 1,2-5 0,5-2 0,3-4 28,4-7 1,3-11 0,2-7 0,3-9-66,4-7 1,7-4 0,1-5 0,0-1-281,2-3 0,1-7 1,3-6-1,0-2-498,-2-3 1,-4 0 0,3-3-1,-1 1 747,-4 0 0,-11-43 0,-4-12 0</inkml:trace>
  <inkml:trace contextRef="#ctx0" brushRef="#br0" timeOffset="833">497 364 8608,'-6'-5'1359,"0"2"0,8-4-862,2 2 1,8 1-1,8 4 1,4 0-405,5 0 0,2 4 0,5 1 0,0 1-550,1-1 457,-1 4 0,33-7 0,7 3 0</inkml:trace>
  <inkml:trace contextRef="#ctx0" brushRef="#br0" timeOffset="1235">1152 122 8301,'5'-12'0,"2"-1"485,0 1 1,3 2 0,0 0 0,3 3 243,3 2 1,1 1-1,-5 4 1,0 1-614,0 3 1,-1 3 0,-3 5 0,-4 0-352,-3 0 0,-1 5 0,-1 0 0,-3 1-180,-4-1 1,-3 5 0,-3-4-1,0 3 146,-3-1 0,1-5 0,4 1 0,0-3 417,0-1 1,0-4 0,0-1 1588,0-1 1,4-2 1438,-1-4-3082,7 0 0,6 0 0,8 0-789,1 0 0,2 0 0,1 0 1,5 0 694,1 0 0,57 0 0,12 0 0</inkml:trace>
  <inkml:trace contextRef="#ctx0" brushRef="#br0" timeOffset="1668">1673 522 8280,'-12'0'1509,"0"-6"1,6 5-1,7-3 1,9 2-1175,5 2 0,6 0 0,-1 0 0,3 0-586,2 0 1,0 0-1,2 0 1,1 0 250,-1 0 0,37-16 0,7-4 0</inkml:trace>
  <inkml:trace contextRef="#ctx0" brushRef="#br0" timeOffset="2035">2448 49 8280,'-8'-7'449,"0"3"351,-1 3 0,2 1 0,-1 1 1,0 5-529,1 6 1,0 1 0,5 7-1,-2 2-402,1 1 1,2 1-1,1 0 1,0 0-1102,0 1 1231,0-6 0,5-7 0,2-7 0</inkml:trace>
  <inkml:trace contextRef="#ctx0" brushRef="#br0" timeOffset="2401">2400 73 7727,'16'0'1230,"1"0"0,2 0-1193,3 0 1,2 0 0,3 0 0,1 0 114,-1 0 1,-1-1-1,-3-2 1,-2-1 393,-1 1 1,-5-2-1,1 1 491,-2 1 1,-7 1 309,-3-2-1244,-3 2 1,-5-2-1,-2 7 1,1 2-91,0 2 1,-3 5 0,2 6 0,0 2 207,-4 5 1,3 5 0,-1 8-1,-1 2 59,-2 5 0,-1 7 0,0 6 0,-2 4 30,-2 2 1,3 6 0,-3-1 0,2 1-27,2-1 0,4-1 1,1-7-1,2-7-478,2-7 1,3-12-1,4-11 1,4-8-1810,3-6 1,-3-5 0,0-5 2002,2 0 0,-16-59 0,-2-15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7:22.8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152 143 8355,'-13'0'1412,"5"0"0,8 2 0,11 2 0,3 3-1301,4 0 0,0 9 1,-2-2-1,2 2-450,-2 2 0,3 1 0,-2 5 1,-1-1 338,-1 4 0,-25 58 0,2-33 0,0 1 0</inkml:trace>
  <inkml:trace contextRef="#ctx0" brushRef="#br0" timeOffset="200">21 784 8114,'-12'6'1198,"4"3"0,8 3 1,8 1-1,5 0-716,5 0 1,-2 4 0,6 2-1,1 0-583,2 0 0,-1 4 1,0-2-1,-3 0-2555,3 1 2656,0-6 0,14-20 0,3-12 0</inkml:trace>
  <inkml:trace contextRef="#ctx0" brushRef="#br0" timeOffset="700">911 51 8158,'0'-13'-73,"0"5"0,0-1 1243,0-1 0,-2 4-627,-2 2 0,3 5 0,-4 8 0,4 8-270,1 6 1,-2 11 0,-1 4 0,-1 5 3,1 4 1,2 1-1,-1 6 1,-1 4-73,-1 7 1,-5 1 0,3 4 0,-1-5-423,-3-4 1,3-3-1,-1-7 1,3-6-2799,2-10 3015,1-9 0,-15-94 0,-5-21 0</inkml:trace>
  <inkml:trace contextRef="#ctx0" brushRef="#br0" timeOffset="1068">688 418 8310,'-7'9'617,"3"-1"0,2 3 44,2 0 0,-1 4 0,-2 2 0,-1 6-262,1 7 0,1 3 0,2 6 0,0 0-78,0 1 0,0-1 0,0-1 0,2-3 58,2-5 0,-3-8 0,5-6-340,0-6 0,1-4 0,6-7 0,2-5-115,2-7 0,4-11 1,5-9-1,2-3-144,2-5 0,-1-1 1,5 4-1,-2 3-722,-3 5 1,-2 2 0,-2 5-1,-3 4 334,-5 6 0,-6 8 0,-4 2 0,0 6 1017,0 6 0,-4 4 0,2 5 1,-4 3 679,-1 4 1,1 1 0,2 2 0,2 1-569,-2 1 0,2 1 0,1-5 1,2 0-1261,2 1 0,3-7 0,3-3 0,3-2 739,1-2 0,43-35 0,14-8 0</inkml:trace>
  <inkml:trace contextRef="#ctx0" brushRef="#br0" timeOffset="1517">1565 562 8158,'-9'-4'1394,"1"-1"1,5-5-711,-2 1 0,5-1 1,5 1-1,4 4-555,2-1 0,8 4 0,1-2 1,2 2-112,0 2 0,-4 0 0,2 2 0,0 2 4,1 5 1,-5 3 0,0 1 0,-5 0-35,-2 0 1,-6 4 0,1 2-1,-2 0-48,-2 0 1,-6 4 0,-4-2-1,-5 0-691,-2 1 0,-2-6 0,3 2 1,-2-5 750,2-4 0,-16-62 0,-3-20 0</inkml:trace>
  <inkml:trace contextRef="#ctx0" brushRef="#br0" timeOffset="1717">1683 104 9936,'-1'9'1388,"-2"1"0,-2 4-1037,2 7 0,0 11 0,1 7 0,-3 9-225,2 7 0,-4 5 0,-2 7 0,-2 1-216,-2 2 0,-1-2 0,1-7 0,0-6-1048,0-5 1,4-8-1,2-11 1138,1-10 0,25-92 0,-4 23 0,-1 0 0</inkml:trace>
  <inkml:trace contextRef="#ctx0" brushRef="#br0" timeOffset="1967">1853 274 10000,'7'13'1164,"6"0"0,-1 3 1,6 6-652,2 8 0,3 8 0,6 6 0,2 4-104,-2 3 1,3-3 0,0-2 0,-2-1-224,-2-2 1,-3-13-1,-11-5 1,1-5-1655,-4-4-908,0-7 1,-4-5 2375,-3-8 0,-8-32 0,-3-14 0</inkml:trace>
  <inkml:trace contextRef="#ctx0" brushRef="#br0" timeOffset="2132">2076 248 8158,'1'9'831,"3"-1"0,-2-3 0,4 3-1432,0 2 1,-1 2 600,4 1 0,32 6 0,2 1 0</inkml:trace>
  <inkml:trace contextRef="#ctx0" brushRef="#br0" timeOffset="2249">2206 195 8158,'0'9'874,"0"0"1,0 0 0,2 5-875,2 4 0,44-4 0,16 5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7:32.4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12 279 8248,'-5'0'1488,"-1"0"1,5-4 0,1 0-1259,5 0 1,6-4 0,3 3 0,3-2-440,1-1 1,3-3 0,-1 1-1,-1 0-757,1 1 1,-2 1 0,-3 0-1,-1 1-167,-4 2 0,-1-1 1133,-1 3 0,-4 0 0,-4 4 0,-5 2 0,-2 2 0,-1 1 0,0 1 0,0-2-49,0 1 0,-1 1 0,0 1 0,2 0 870,0 0 0,-1 3 0,1-1 0,1 0-130,1-1 0,2 2 0,-1 0 0,0 1-463,2-1 0,2 3 0,0-1 0,0-1-166,0-1 1,3-2 0,2 2-78,3 2 1,-1-1 0,1-1-18,0 1 0,0-3 1,-2 2-1,-2 0-442,0-1 1,2 4-1,-2-3 1,2 2-66,-1 1 0,-2-3 1,1 0-1,0-3-358,1-3 1,-3-1-1,3-5 897,-2-2 0,1-2 0,-2-5 0,0-1 0,0-2 0,0 0 0,0-3 0,0 0-76,0 0 0,0 3 1,0 0-1,0-1 134,0 2 1,-1 0 0,-2 5 0,-2 1 403,-2 1 1,-2 3 0,-2-1 0,-1 3 133,0 0 0,-4 4 1,0 3-1,-1 4-98,-1 1 0,1 2 0,-1 5 0,0 2 22,0 2 0,3 1 0,3 0 0,0 1-57,-1 1 0,5 0 1,-1 2-1,3 0-134,2-3 1,1-3 0,2-5 0,2-3-752,5-3 1,7-6 0,7-3 0,2-5-792,2-4 1,7-6 1212,7-5 0,31-28 0,13-8 0</inkml:trace>
  <inkml:trace contextRef="#ctx0" brushRef="#br0" timeOffset="536">1111 16 8248,'-8'0'1419,"4"0"1,2 0 0,7-1 0,3-1-1003,4 0 1,1-1-1,3 2 1,0-1-393,0 0 0,0-1 0,-1 3 1,-1 0-661,-1 0 0,-4 1 1,-1 2-316,-4 2 0,-4 2 0,-3 2 0,-3 1 308,-4 0 1,-2 4 0,-4 0-1,1 0 537,2-1 0,-2 0 1,5-4-1,0 1 882,1-3 0,2 1 844,2-3 1,2-1-1299,6-1 1,1-3 0,4 0 0,0 0-855,0 0 1,-3 0 530,1 0 0,-12 4 0,1 0 0</inkml:trace>
  <inkml:trace contextRef="#ctx0" brushRef="#br0" timeOffset="734">1079 215 8248,'-2'6'-64,"-2"-1"1,1 1 312,-1 1 1,1 4 0,1 0-1,-1 2 558,1 1 0,2 5 0,0 4 0,0 4-365,0 1 1,-3 4 0,0 3 0,1 1-265,-2-1 1,3-1-1,-1-5 1,1-3-679,1-4 1,1-6 0,1-6-257,3-4 1,0-3 0,-1-4 755,0-5 0,6-66 0,-2-24 0</inkml:trace>
  <inkml:trace contextRef="#ctx0" brushRef="#br0" timeOffset="1034">1079 255 8231,'1'-5'1239,"2"0"-921,2 2 0,1 0 0,1 2 1,2-1-411,3 0 0,4-1 1,3 2-1,1-1 93,-1 0 1,3-3-1,-1 2 1,-1 1 108,-1 1 0,-3 1 1,-2 0-1,-2 0 49,0 0 0,-3 4 0,-2 2 0,-3 4 237,0 3 0,-2 6 0,-2 2 1,0 3-189,0 2 1,0 2 0,0 2 0,-1-1-394,-1 1 1,1-2 0,-3-2 0,2-2-391,-1-3 0,-1-2 1,3-5-1,-3-2 575,0 0 0,-26-19 0,-9-7 0</inkml:trace>
  <inkml:trace contextRef="#ctx0" brushRef="#br0" timeOffset="1183">1111 406 8231,'1'-8'0,"1"0"190,1 0 0,3 1 0,-1 1 0,3 2 30,3 0 1,-2 2-1,5 2 1,-1 0-221,-1 0 0,-4 35 0,-4 9 0</inkml:trace>
  <inkml:trace contextRef="#ctx0" brushRef="#br0" timeOffset="1300">1127 486 8231,'-8'0'884,"4"-1"0,0-1-420,1 0 0,2-2 0,-1 2 0,4 0-398,3 0 0,3 0 0,2 0 0,1 0-66,2 0 0,18 1 0,7 1 0</inkml:trace>
  <inkml:trace contextRef="#ctx0" brushRef="#br0" timeOffset="1467">1199 319 8231,'-7'8'918,"1"0"0,1 1-210,2 1 0,0 3 0,3 6 0,-1 3-424,-1 4 0,1-1 1,-2 5-1,2-1-336,1-1 0,0 0 0,0-5 0,0-1 52,0-1 0,-3-14 0,-2-1 0</inkml:trace>
  <inkml:trace contextRef="#ctx0" brushRef="#br0" timeOffset="2067">817 486 8848,'3'-4'936,"2"1"1,3 2 0,-1 1 0,1 1-1355,0 2 0,0 1 0,0 4 1,-1 0-215,-1 0 1,-3 0-1,-3 0 1,0 1 247,0 1 1,0-1 0,-1 2 0,-1-2 145,-4-1 0,-1-1 0,-1-1 766,0-1 0,3-3 901,0 1-975,3-6 1,-1 2-236,6-2 0,-2 3 0,2 3-148,-3 2 0,0 3 1,0-1-1,-3 0-149,-2 1 1,-3-2-1,-2 4 1,-2-1-58,0-1 1,-1 0 0,-2 0 0,0 0 418,2 0 1,1-3 0,-1-3 0,1-1 491,1-1 1,4 0 95,-1 0 0,3-3 0,1-2-742,4 1 1,4 0 0,7 4 0,2 0-145,2 0 1,4 0 0,3 0 0,3 1 73,4 2 1,3 4 0,9 4-1,2 1-39,2-1 1,5 4 0,3 0 0,3 3 101,3 0 0,-9-1 0,-1-1 0,-7 2-83,-6 1 0,-6-1 0,-7-3 0,-6-1 44,-6-4 1,-3-1 0,-2-2-66,-1-1 0,-3-4 1,1-4-78,-2-4 0,-4-1 0,0-1 0,-1 0-2850,1 0 2908,-4 0 0,-15-14 0,-8-4 0</inkml:trace>
  <inkml:trace contextRef="#ctx0" brushRef="#br0" timeOffset="2250">856 255 8204,'-8'0'35,"0"0"1,5 1 0,3 2 0,6 2-36,7 2 0,71 15 0,-30-9 0,0 0 0</inkml:trace>
  <inkml:trace contextRef="#ctx0" brushRef="#br0" timeOffset="3050">1916 255 8208,'-5'0'1659,"-1"0"1,4 0-1104,-4 0 1,5 0 0,1 0 0,5-1-451,2-2 1,4 0 0,0-3 0,1 1-83,3 2 1,-3-3-1,0 4 1,0 0-176,-2 1 0,1 1 0,-1 1-270,-3 2 0,-4 2 1,-5 6-1,-3 2 101,-3 2 1,-3 2 0,-2 0 0,-2 3 216,-1 0 0,-3 1 0,0 1 0,-1-2 291,1 0 1,0 1 0,3-3 0,1 0 307,2-1 0,2-5-282,6-1 1,5-6-1,6-3 1,4-4-189,3-3 1,2-3 0,2-2 0,1 1-88,0 1 1,4 1 0,-3 5 0,0 0-110,1 1 0,1 5 0,-3 2 1,-2 4 129,-2 3 0,-4 5 1,-1 1-1,-2 1 92,-5 2 1,-1-1 0,-2-1 0,-1 1-41,-4-1 1,-4-1 0,-4 0-1,-1-1-122,-1-3 0,1-4 0,-1 2 0,0-3 67,0-3 0,0-2 0,1-5 0,1 0 262,4 0 1,1-6-1,2-3 1,2-2 193,2 0 1,2-4 0,1 3 0,1-1-61,2-1 0,1 5 0,4-2-732,0 2 1,3 2 0,-1 2 0,0 2-1996,-1 2 2374,2-2 0,30 5 0,10-1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7:28.7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8 829 8137,'0'8'-490,"0"-2"1371,0-1 0,0-2 0,-1 1 983,-1 0-1380,1-2 0,-3-4 0,4-3-375,0-5 0,3-6 0,1-6 1,0-4-147,2-4 1,4-7 0,1-3 0,3-7-87,3-5 1,-1-7 0,6-2-1,0-1-144,1 1 1,1-1-1,-1 5 1,-2 7-168,-3 9 1,-4 10-1,-4 13 1,-2 4 270,-2 5 1,-2 4 596,-1 3 1,-2 1-135,5 1 1,-4 0-1,3 1 1,-1 0 38,1 2 1,-3 3 0,3 0-149,-2 1 0,3 1 0,-3 3 1,1 2 23,-1 2 1,3 5 0,-3 1 0,2 3 83,1 3 0,1 1 0,2 6 0,0 2-151,2 4 0,3 9 0,-1 3 0,3 2-132,-1-2 0,1-4 0,-3-6 0,-3-5-38,-1-3 1,-2-9 0,-1-5-1257,-4-5 306,3-7 0,-5-5 1,-1-6 971,-6-2 0,-15-6 0,-8-1 0</inkml:trace>
  <inkml:trace contextRef="#ctx0" brushRef="#br0" timeOffset="182">152 495 9124,'-8'0'1647,"3"0"1,3 0 0,5 1-2043,5 1 0,5 0 1,5 3 394,3-2 0,52 3 0,13-1 0</inkml:trace>
  <inkml:trace contextRef="#ctx0" brushRef="#br0" timeOffset="748">1116 57 8239,'0'-8'115,"0"2"0,0 1 0,0-1 682,0-1 0,-3 1 1,-1 2-1,1 0 251,-1-1 0,-2 3 0,1 0-604,-2 1 1,-2 5 0,-1 4 0,-1 6-379,-2 3 1,0 7 0,-3 6-1,0 4 204,0 3 0,-1 6 1,1 5-1,-1 4-46,2 3 0,4 5 0,0 1 0,3 2-225,3 0 0,2-7 0,3-7 0,1-10-904,5-9 1,0-8 0,7-5-1,1-6 905,1-5 0,26-47 0,6-12 0</inkml:trace>
  <inkml:trace contextRef="#ctx0" brushRef="#br0" timeOffset="1282">1434 280 8239,'0'-8'258,"-2"0"1,-2 0 0,1 0 568,-1 0 0,-1 3 0,1 0 0,0 2 18,-2 1 1,-2 1 0,0 1 0,0 2-762,-3 3 1,1 5 0,-3 9 0,-1 5-117,-1 4 1,-1 7-1,1 2 1,1 2-28,0 1 1,7 2 0,0 1-1,3-2-147,2-3 0,6-5 1,4-8-1,7-9-129,2-9 0,5-8 0,0-7 0,1-8 191,1-5 0,-1-6 0,-1-3 0,-3-1-64,-2 0 1,0-4-1,-7 1 1,-1 0 16,-3 1 1,-2 1-1,-4 0 1,-1 1 245,-2 2 1,-2 6 0,-5 7-1,-1 6-180,-1 3 0,2 5 1,-1 6-1,2 6 125,1 5 0,7 45 0,2 9 0</inkml:trace>
  <inkml:trace contextRef="#ctx0" brushRef="#br0" timeOffset="1548">1825 574 11635,'-5'8'891,"-1"1"0,2 2 1,0 3-892,-2 4 0,-15 34 0,-5 12 0</inkml:trace>
  <inkml:trace contextRef="#ctx0" brushRef="#br0" timeOffset="2181">2358 375 8239,'0'-11'0,"0"-2"476,0 1 0,0-3 1,0 3-1,0-2 391,0 1 0,0 2 0,0-1 0,-1 0-194,-1 3 0,-3 0 0,-3 1 0,0 1-374,0 2 0,-2 1 0,-2 4 0,0 2-338,-2 3 1,1 2 0,0 9 0,-1 4-336,-1 5 1,2 4 0,0 3 0,2 2 46,1 0 0,-1 5 1,3-3-1,1 0 191,3-1 1,1-6 0,4-3 0,3-3-92,4-4 1,2-5-1,4-9 1,1-5 143,1-5 0,0-5 1,3-5-1,-2-2-7,-1-5 0,-3-3 0,0-3 1,1 0-292,-2-2 0,-1 0 0,-3 0 1,-1 1 492,-1 2 0,-3 4 584,-3 4 0,-1 11 1,0 9-255,-2 11 0,0 10 0,3 7 1,0 3 48,0 2 0,0 2 1,1 1-1,2-2-1307,2-3 1,2-3-1,2-2 816,2 1 0,8-14 0,6 0 0</inkml:trace>
  <inkml:trace contextRef="#ctx0" brushRef="#br0" timeOffset="2633">2725 33 8248,'0'-6'-74,"0"1"1,3 3-1,3 1 1,2 3 1001,2 6 0,3 5 0,5 6 0,2 6-288,0 6 0,0 5 0,2 7 1,-4 4-32,-1 3 0,-8 3 0,-4-2 0,-3-1-222,-2-4 1,-4-1 0,-4-9 0,-6 1-675,-3-3 0,-1 1 1,-2-3-1,0-4-2389,2-2 2676,-2-6 0,-18-11 0,-8-7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7:36.4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1 259 11716,'0'12'349,"0"1"1,0 5 0,0 5 0,0 3-212,0 6 1,0 3 0,0 5-1,0 0-230,0 0 1,0-4 0,0-2 0,0-5-1319,0-5 1,0-5 1409,0-5 0,0-3 0</inkml:trace>
  <inkml:trace contextRef="#ctx0" brushRef="#br0" timeOffset="352">49 203 8272,'4'-1'349,"0"0"-127,-1-2 1,-1 0 0,3 3-1,2 0-136,0 0 1,1-1-1,0 0 1,2-2-121,1 1 0,2 1 1,-1 1-1,-1 0 375,1 0 1,-2 0 0,-2 0 40,0 0 0,0 0 1,-1 1-106,-1 2 0,-2 1 1,-2 5-1,0 2-5,0 2 0,-1 3 1,-1 3-1,-1 2-135,-2 2 0,2 4 0,-4 3 0,2 0-244,1-1 0,1 1 1,1-4-1,0-1-417,0-3 1,0-2 0,0-5 0,0-2-1920,0-2 2443,0-2 0,-14-19 0,-4-4 0</inkml:trace>
  <inkml:trace contextRef="#ctx0" brushRef="#br0" timeOffset="484">73 482 8372,'0'-8'482,"0"0"-492,0 0 1,3 4 0,3 1 0,1 2 11,1 1 0,0 4-2,0 1 0,3 31 0,1 7 0</inkml:trace>
  <inkml:trace contextRef="#ctx0" brushRef="#br0" timeOffset="584">73 633 8272,'-8'0'1725,"2"0"-1288,1 0 0,4 0 0,1 0-437,5 0 0,41-10 0,10-3 0</inkml:trace>
  <inkml:trace contextRef="#ctx0" brushRef="#br0" timeOffset="1250">431 100 8272,'-3'-5'1531,"2"1"-809,-2 1 1,6 2-1,2-1 1,2 1-1004,1 1 0,4 0 0,1 0 0,1 0-631,-1 0 0,1 0 0,-3 0 0,-1 0 464,-1 0 0,-1-3 0,-1 0 0,-1-1 448,-1 1 0,-12-20 0,-1 3 64,-2 5 1,1 5 392,1 8 1,0 2 0,1 0 0,0 4 91,2 3 1,1 5-1,-2 1 1,1 3-309,2 2 1,-3 0 0,4 3 0,-1 1-221,-1-2 0,4 2 0,-3-3 0,2-2-345,1 0 0,0-4 0,0-3-119,0-1 1,1-5 468,2-1 0,1-6 1,4-2-1,0-3 21,0-2 1,2 1 0,1-2 0,-1 2-138,-1 1 0,1 3 1,1 1 89,-1 0 0,-5 8 0,-1 5 0</inkml:trace>
  <inkml:trace contextRef="#ctx0" brushRef="#br0" timeOffset="1667">304 410 8272,'-13'0'335,"3"0"0,1 0 323,1 0 0,3 0 0,0 0 86,2-3 1,4 2-1,8-2-378,6 2 0,3 1 0,5-2 0,3-2-459,1 0 0,2 1 1,2-2-1,-1-1-273,0-1 0,-1-1 1,3 0-1,-1 0-475,-2 0 1,-4 0-1,-5 0 1,-1 0-368,-4 0 1,-4 0 1209,-6 0 1,-5 4-1,-5 1 362,-2 2 1,-1 1 0,0 1-1,0 2 142,0 2 0,1 2 1,1 2-1,1 0-59,2 2 0,-2 6 0,2 0 1,1 2-222,1 3 1,1 2 0,0 3 0,0 3-33,0 4 1,0 3 0,1 4-1,1 3 211,1 0 1,-1 1 0,-2 1 0,1-3-108,2-6 1,-2-8 0,1-5 0,-1-6-608,-1-3 1,0-6-474,0-6 0,-6-12-355,-2-7 1,-5-2 1136,0 7 0,-20-21 0,-5-2 0</inkml:trace>
  <inkml:trace contextRef="#ctx0" brushRef="#br0" timeOffset="1784">359 602 10965,'16'3'33,"4"2"1,53 17-1,18 3 1</inkml:trace>
  <inkml:trace contextRef="#ctx0" brushRef="#br0" timeOffset="1917">981 841 8185,'4'0'3981,"0"2"-2427,-1 1 0,2 3-1554,3-1 0,21 6 0,5 1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8:43.29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135 346 8014,'-6'9'777,"-1"-3"0,1-1-338,-4-5 1,5-1 0,1-2-1,0-1-108,1-1 1,-3-2 0,3-3 0,0-2-164,2-1 1,1-1 0,0 2 0,1-2-198,3-1 1,1 0 0,6-2 0,0 2-264,2 1 0,4 2 1,-2 2-1,2 1 43,-1 3 0,-1 2 0,2 5 0,-2 2 226,-1 3 0,-5 8 0,-3 4 0,-2 5 179,-2 2 1,-2 0 0,-3 5 0,-5 1-22,-3 1 1,-4 5 0,-5-3 0,1 0-10,0-1 1,-1-3-1,1-1 1,1-2 81,2-1 0,-1-7 0,4-6 64,1-2 1,2-7-225,4-4 0,3-4 0,6-6 0,5 1-259,3-1 1,1-3 0,4 0 0,0 3 125,-1 2 1,3 4-1,-3 4 1,2 1 203,-1 2 0,-5 4 0,3 6 0,-2 6 185,-2 2 1,0 6 0,-6 0 0,-2 3 176,-1 2 1,-7 3 0,-2-3 0,-4-1-154,0-1 0,-3-1 0,-2 0 0,-3-1-613,-3-2 1,1-4 0,3-5-1,-1-2-614,1-1 1,1-5-1,2-6 1,3-2 898,2-1 0,14-68 0,4-18 0</inkml:trace>
  <inkml:trace contextRef="#ctx0" brushRef="#br0" timeOffset="682">559 385 9138,'-9'0'5758,"4"0"-6063,5 0 1,5 0-1,4 0 400,1 0 0,0 4 1,-1 2-1,0 0-95,-3 0 0,-6 69 0,-5 21 0</inkml:trace>
  <inkml:trace contextRef="#ctx0" brushRef="#br0" timeOffset="848">559 857 8079,'-9'4'0,"0"0"793,3 1 0,-2-1 3212,5 2-3642,0-4 1,10-2 0,3-6-678,1-3 1,3-2 0,0 0 0,1-2-545,2 1 1,-2-3 857,1-1 0,38-62 0,-20 31 0,0-1 0</inkml:trace>
  <inkml:trace contextRef="#ctx0" brushRef="#br0" timeOffset="1200">897 192 8079,'0'-9'1818,"0"2"-881,0 1 1,-4 5 0,-2 2-731,1 7 1,-3 3 0,4 6 0,0 2-162,-1 3 1,-2 1 0,2-1 0,-2 0-216,1 0 1,3-2-1,-3-1 1,2 0-865,2-3 888,1-2 1,5-9 0,2-3 0,4-4 154,3-5 1,-1-4 0,4-2-1,0 1 103,-1 1 1,2 2 0,-3 0 0,0 2 153,0 0 0,-1 5 0,-4-1 0,1 2 117,0 1 0,-4 0 0,-1 1 0,0 2-74,-3 3 0,-1 3 1,-1 2-1,-1 1-444,-2 0 0,-3 4 0,-3-2 0,-1 0-1837,0 0 1971,-4 3 0,-26 11 0,-12 8 0</inkml:trace>
  <inkml:trace contextRef="#ctx0" brushRef="#br0" timeOffset="1401">858 568 8079,'-3'-6'1801,"0"-1"0,-4 6-1179,4 1 0,0 5 0,3 5 0,0 4-356,0 5 0,-3 2 0,-1 5 0,-1 0-312,1 2 0,-4 1 0,3 0 1,-1 0-598,-1 0 0,2-4 0,-3-3 643,2-2 0,-9-39 0,-5-10 0</inkml:trace>
  <inkml:trace contextRef="#ctx0" brushRef="#br0" timeOffset="1567">849 722 8079,'6'0'1015,"0"0"-79,2 0 1,2 5-1,1 1 1,3 4-208,1 3 1,1 2 0,5 4 0,0 0-534,2 1 0,-1-2 0,-1-1 1,0-2-2740,1-1 2543,1-6 0,22-8 0,6-5 0</inkml:trace>
  <inkml:trace contextRef="#ctx0" brushRef="#br0" timeOffset="2181">1485 250 8048,'3'-10'0,"0"1"0,1-1 0,-4 0 720,0 1 0,0 2 2787,0 1-3144,0 0 0,0 2 0,0 6-250,0 7 0,-4 11 0,1 3 0,0 5 0,0 5 168,0 5 1,-4 5 0,3 7-1,-2 2-75,-1 6 1,2 2 0,-2 4 0,1-2-179,0-6 0,-1-7 1,4-8-1,1-9-1424,1-7 0,1-14-470,0-8 0,3-11 1866,0-8 0,0-49 0,-3-13 0</inkml:trace>
  <inkml:trace contextRef="#ctx0" brushRef="#br0" timeOffset="2498">1514 240 8048,'0'-9'846,"0"-1"0,0 0 0,1 2-482,2 1 0,3-1 0,3 3 0,2-2-397,2 1 0,-1 4 0,3-3 0,0 2 80,0 0 1,-3 0 0,3 3 0,-1 1-31,-2 2 1,-1 2-1,-3 5 1,0 0-74,-2-1 0,-4 1 1,2-1-1,-3 2-483,-1 2 0,0-2 0,0 3 539,0 0 0,-43 9 0,-11 7 0</inkml:trace>
  <inkml:trace contextRef="#ctx0" brushRef="#br0" timeOffset="2615">1562 327 8048,'-4'-10'91,"3"4"1,-2 0 155,1-2 0,4 3 0,1-1 0,3 2-199,3 2 0,-3 1 0,1 2-48,0 2 0,10 24 0,4 9 0</inkml:trace>
  <inkml:trace contextRef="#ctx0" brushRef="#br0" timeOffset="2731">1572 443 8048,'-6'-4'1722,"3"-3"-1722,6 3 0,41-22 0,14-1 0</inkml:trace>
  <inkml:trace contextRef="#ctx0" brushRef="#br0" timeOffset="3000">1813 144 8051,'0'-6'2298,"0"-1"-1850,0 5 1,0-1 0,0 6 0,0 3-498,0 3 1,0 2-1,0 0 1,0 2-586,0-1 1,0 2 0,-1-1 633,-2-1 0,1 11 0,-2 3 0</inkml:trace>
  <inkml:trace contextRef="#ctx0" brushRef="#br0" timeOffset="3400">1919 76 8126,'6'-4'0,"1"-2"4,0-3 1,2 3 0,0-1-1,1 0 243,0-2 1,-1 3 0,1 0 0,0 1 478,-1 0 0,-2 3-179,-1-2 1,0 4-160,0 4 1,-2 1-1,-4 6 1,0 0-123,0 2 0,0 4 0,0 0 0,1 2-161,3 3 0,-3 3 0,2 5 0,-2 2 119,-1 3 1,3 4-1,0 4 1,-1 4 164,-1 3 1,3 6 0,-1-1 0,-1 0 72,-1 0 1,-1-4-1,0-4 1,0-4 36,0 0 0,0-5 1,0-6-1,0-2-409,0-1 0,1-3 0,1-3 0,2-1-829,-2-4 1,-1-5 21,-1-1 0,-1-5 1,-1-6-384,-2-6 1,-3-3-1,1-9 1,0-3-2731,0-5 3830,4 1 0,-11-19 0,-4-10 0,0-2 0,1 0 0</inkml:trace>
  <inkml:trace contextRef="#ctx0" brushRef="#br0" timeOffset="3583">1861 250 8095,'5'-1'143,"0"-1"1,-2-2 614,0-2 1,5 4 0,-2-1-647,3 2 0,-3-2 0,0-1-2048,2 2 1936,1 1 0,-13 27 0,-2 6 0</inkml:trace>
  <inkml:trace contextRef="#ctx0" brushRef="#br0" timeOffset="3698">1851 346 8095,'-5'0'2149,"2"1"-2149,6 3 0,2 5 0,5 6 0</inkml:trace>
  <inkml:trace contextRef="#ctx0" brushRef="#br0" timeOffset="4133">1687 452 8212,'-9'5'574,"0"-3"1,2 5 169,0 4 0,5-1 0,-1 3 0,2-3-749,1 0 0,0 0 0,1-1 0,2 0-586,4-3 1,-2-1-1,1-5 1,2 0-39,0 0 1,2-2 0,0-1-1,-1-3 353,1-3 1,0 3 0,-1-1-1,1 0 417,0-2 1,-4 1 0,-1 0-87,0 2 1,1 5-83,-3 1 0,-7 7 0,-6 6-11,0-1 0,-1 2 0,0 0 0,-1 0 244,0 0 1,-1-2 0,3-2 0,0 0 268,1-1 0,0 1 0,2-1 201,0-3 0,6-2-371,1-4 1,1-4 0,6-1-1,0-2-237,2 1 0,0-1 1,1-1-1,0 0-700,-1 2 0,1 3 0,0-3-696,-1 2 0,-2 1 1328,-1 3 0,-38 43 0,-7 10 0</inkml:trace>
  <inkml:trace contextRef="#ctx0" brushRef="#br0" timeOffset="4450">1639 722 7899,'-4'6'2059,"-1"-2"1,0-5-1816,5-2 1,5-1-1,4-4 1,2 2-221,2-2 0,-2 3 0,2-2 0,0 1-329,0 1 1,0-3-1,-3 4 1,-1-1-676,1 1 0,0 0 1,-1 2-189,1-1 1,-4-1 1167,1 4 0,-5 0 0,1-3 0,-6 0 190,-4 1 1,2 1 1054,-1 1 1,-1 0-752,-2 0 0,2 1 0,2 2 0,-1 2-389,1 1 1,2 5-1,-2 0 1,-1 2-22,1 1 0,-2 3 0,-2-1 0,-1 3-337,0 4 0,1-3 1,-1 3-1,2-3-1002,1-1 1,-1-4 1254,1-2 0,11-28 0,3-7 0</inkml:trace>
  <inkml:trace contextRef="#ctx0" brushRef="#br0" timeOffset="4565">1736 742 8095,'9'0'1228,"1"0"-564,0 0 0,-1 4 0,1 1 1,1 2-967,1-1 302,3 5 0,48 4 0,9 4 0</inkml:trace>
  <inkml:trace contextRef="#ctx0" brushRef="#br0" timeOffset="5281">2536 134 8095,'-6'0'505,"0"1"180,2 3 0,1-2 1,3 4-1,1 1-649,2-2 0,1 4 0,5-3 1,-1 3-531,3 0 0,1-2 0,-1-2 0,0-1 123,2-2 1,1-1 0,-2-1 0,1-1-155,-1-2 1,-2 1 0,0-3 354,0 0 318,-5-2 1,-2 10 0,-6 0 0,-5 5-215,-3 1 1,-1 4 0,-4 1-1,-1 1-46,-2 2 1,0 2-1,0-1 1,1-1 299,2-1 1,-2-4-1,6 1 1,0-4 3032,1-2-2490,6 1 0,5-8 0,7 1 0,4-5-349,2-5 1,4 2 0,-1-6 0,2 2-323,2 2 0,-2 0 0,0 2 1,-1 0-285,0 0 0,2 1 1,-5 1-1,0 1-766,0 2 1,-1 1-1,-3 1-196,-1 0 1,-3 1 1185,-3 2 0,-28 2 0,-7 5 0</inkml:trace>
  <inkml:trace contextRef="#ctx0" brushRef="#br0" timeOffset="5448">2642 231 8095,'-10'-6'944,"4"-1"333,0 4 0,3 1-924,0 5 0,2 5 0,1 6 0,0 1-6,0 2 1,0 5 0,0 0 0,0 0-335,0-2 0,0 3 1,0-1-1,0-1-1148,0 0 1,0-3 0,0-1 1134,0-1 0,-4-13 0,-2 1 0</inkml:trace>
  <inkml:trace contextRef="#ctx0" brushRef="#br0" timeOffset="5766">2603 530 8095,'-4'5'825,"2"2"1,-3-2-34,0 0 1,-1 2-1,2 2 1,-2 2-312,-1 2 1,1 3 0,0 5-1,-1 3-221,-2 0 0,-1 4 1,1 2-1,0-2-88,3 0 1,1-5 0,5-3 0,0-4-101,0-2 1,5-2 0,1-6-1,3-3-221,0-2 1,4-1 0,0 0 0,0-1-136,1-2 1,-3 1 0,1-3 0,-1 0-578,-1 3 1,-1-2 0,1 1 0,0-1-2132,-1 0 2992,1 3 0,-5-42 0,0-5 0</inkml:trace>
  <inkml:trace contextRef="#ctx0" brushRef="#br0" timeOffset="5933">2671 597 8095,'-1'-5'899,"-2"2"1,2 3-1,-3 3 1,2 4-376,-1 5 0,2 3 0,-2 4 0,2 2-348,1 1 0,-4 3 1,1 5-1,1 1-376,1 1 1,1 0-1,-1-4 1,-1-2-2134,-1-4 2333,-1-1 0,-13-15 0,-4-3 0</inkml:trace>
  <inkml:trace contextRef="#ctx0" brushRef="#br0" timeOffset="6099">2343 790 8095,'0'-10'591,"0"1"1,0-1 0,0 0 0,1 2 211,2 1 1,4-1-1,6 2 1,4 0-531,4 0 0,4-1 0,6-2 0,2-1-1025,3 0 1,6 0 751,-3-3 0,32-28 0,5-10 0</inkml:trace>
  <inkml:trace contextRef="#ctx0" brushRef="#br0" timeOffset="6626">2883 163 8095,'-10'-4'627,"4"3"1,1-3 3850,0-1-4252,2 4 0,4-2 0,2 5 1,4 1-545,1 0 1,3 1 0,2-1 0,3-1-108,2-1 0,-2-1 0,0-1 1,2-1 240,0-1 0,-2-1 0,-1 1 0,-1-1-34,-2-1 0,-2 3 1237,0-2-258,-5-1 1,-2 4 0,-5-1-238,-1 4 1,-4 0-1,0 3 1,-1 1-25,-2-1 0,4 2 0,-1 2 0,0 2-80,-2 2 1,-1 2 0,1 4 0,-1 1-109,0 3 1,1 2-1,-2 6 1,-1 3-178,-1 4 1,-4 9 0,2 1 0,-1 5-165,0 4 1,1 3-1,-1-1 1,3-3-260,3-3 0,1-6 0,3-5 0,2-4-2831,3-6 1927,1-9 0,0-14 0,0-9 0,0-5 1192,0-4 0,-13-9 0,-3-3 0</inkml:trace>
  <inkml:trace contextRef="#ctx0" brushRef="#br0" timeOffset="6831">2748 491 8095,'0'-10'1048,"1"5"0,2 2 55,4 2 1,1 6 0,3 6 0,3 7-131,5 7 0,2 8 1,5 5-1,4 7-983,5 6 0,2 1 0,2 1 0,-2-8-611,-1-9 0,-4-9 0,-5-6 0,-4-5 621,-3-6 0,-11-13 0,-10-8 0</inkml:trace>
  <inkml:trace contextRef="#ctx0" brushRef="#br0" timeOffset="7266">2912 38 8052,'-10'5'609,"1"5"1,-1 1 0,-1 7 126,-2 6 0,-2 13 0,-4 6 0,0 6-727,0 6 1,5 0-10,4 0 0,30-7 0,13-5 0</inkml:trace>
  <inkml:trace contextRef="#ctx0" brushRef="#br0" timeOffset="7781">3500 366 8160,'-10'-6'1125,"1"3"0,3 3 0,3 4 0,2 6-719,1 5 1,0 4-1,0 4 1,0 4-332,0 4 0,0 3 0,0 6 0,0 0-155,0 2 0,0 0 0,0-5 0,0-2-1157,0-6 1,1-9 1236,2-7 0,7-32 0,5-9 0</inkml:trace>
  <inkml:trace contextRef="#ctx0" brushRef="#br0" timeOffset="7914">3568 559 8160,'4'-10'0,"1"0"0,3 1 245,1-1 0,0 5 1,6 0-1,0 2 185,0 0 0,1 0 1,3 4-1,1 2-2688,-1 3 2258,-4 3 0,3 22 0,-3 5 0</inkml:trace>
  <inkml:trace contextRef="#ctx0" brushRef="#br0" timeOffset="8048">3645 703 8160,'-10'0'2624,"2"1"-1936,1 2 1,7 0 0,8 2 0,3 0-659,5 1 0,7-3-30,3 3 0,57-4 0,16 3 0</inkml:trace>
  <inkml:trace contextRef="#ctx0" brushRef="#br0" timeOffset="8466">4281 385 8707,'-5'-4'884,"0"2"1,7-4-378,1 2 0,6 1 0,7 3 0,3 0-316,0 0 1,1 0-1,2 0 1,1 0-870,2 0 1,0 0 0,0 0-1,-3-1-1876,-5-3 2554,1 3 0,-20-20 0,0-1 0</inkml:trace>
  <inkml:trace contextRef="#ctx0" brushRef="#br0" timeOffset="8848">4455 202 8167,'-7'-1'-216,"1"-1"510,-2-2 1,4 2 0,1 5 184,2 4 1,1 6 0,0 3 0,0 3-183,0 4 1,0 2-1,1 7 1,1 5 4,1 4 1,0 0 0,-3 6 0,0 3-186,0-1 0,0-3 0,-1-2 0,-2-1-145,-3-2 1,-3-4 0,-1-5 0,1-6-65,-1-5 0,1-9 0,-1-3 0,0-4 146,1-3 1,-1-6-1,0-6 1,1-5 84,-1-3 1,1-1 0,2 0 0,1-1 59,-2 1 0,1-1 0,-1-2 0,3 1-59,0 3 0,2-2 1,4 5-1,2-1-152,4 0 1,1 3 0,3-1 0,2 3 45,3 2 1,3 6-1,3 0 1,1 1 262,2 2 0,-2 6 0,1 3 0,1 6 5,-1 4 0,-3 4 1,-1 2-1,-4 1-460,-2-1 1,-1-3 0,-4-1 0,-3-3-1454,-3-2 0,-2-4-2135,-1 1 3746,-4-6 0,-6-33 0,-5-12 0</inkml:trace>
  <inkml:trace contextRef="#ctx0" brushRef="#br0" timeOffset="8981">4686 472 8167,'0'6'545,"0"1"395,0 0 1,0 3-1,1 2 1,1 0 38,1 0-979,5 3 0,19 13 0,9 7 0</inkml:trace>
  <inkml:trace contextRef="#ctx0" brushRef="#br0" timeOffset="9383">5120 539 8167,'-3'-9'334,"-1"-1"836,2 0 0,-2 4-190,1-1 0,3 6 1,4 2-1,1 7-637,3 4 0,1 2 0,0-1 0,1 3-537,-1 2 1,1 0-1,0-1 1,-1-2-819,1-1 0,-1 2 1,-2-3-1,0-1-512,0-1 1,-2-3 1523,2-1 0,4-67 0,4-21 0</inkml:trace>
  <inkml:trace contextRef="#ctx0" brushRef="#br0" timeOffset="9464">5284 530 7153,'6'-4'122,"1"1"866,0 1 0,-1 1 1,-1 2-1,0 2-399,1 4 0,0 1 1,4 3-590,-1 2 0,22 23 0,6 10 0</inkml:trace>
  <inkml:trace contextRef="#ctx0" brushRef="#br0" timeOffset="10031">5698 327 8277,'-8'-4'1269,"0"-2"-419,2 1 1,5-2-1,2 3 1,8 2-660,6 1 0,4-2 0,3 0 0,5 1-286,4 1 0,0-3 1,3 0-1,0-1-1,-3-3 0,-6 3 1,-2 0-1,-4 0 3,-3 3 291,-2-3 0,-9 4 0,-7-1 0,-5 5 226,-5 6 1,-4 2-1,2 6 1,-1 2-174,-2 3 0,3 4 1,1-3-1,1 3 67,0 4 1,1 2 0,-2 4-1,3 1 476,4 3 0,-2-1 0,5 6 0,1 0-153,1-1 1,6 1 0,4-5-1,4-5-719,2-4 1,4-2 0,4-10 0,-2-5-1185,-1-5 0,3-5 1,0-5-1,1-2 1262,0-4 0,15-35 0,2-11 0</inkml:trace>
  <inkml:trace contextRef="#ctx0" brushRef="#br0" timeOffset="10164">6316 915 8102,'5'10'184,"-1"-4"0,-4 1 0,1 0 725,2 2 0,3 2 1,2 0-1,1 2-909,1-1 0,10-23 0,10-6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1:24.71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37 390 8160,'-7'6'367,"-4"-5"1680,3 3-988,3-3-842,-1-1 0,17-5 1,6-3-163,4-3 0,4-1 0,0-2 0,2-2-313,2-4 1,3 1 0,-2-2 0,0 0-280,0-2 1,2 0 0,-5 1 0,-4 3-70,-5 1 0,-4 2 526,-2 4 1,-7 5 536,-5 3 0,-1 3 1,-7 1 714,-2 0 0,3 0-319,-1 0-748,0 0 0,0 0-59,0 0-19,5 0 1,-2 1-1,3 2-29,-2 1 0,3 5 0,-4 0 52,-1 1 1,5 3 0,-3-1-1,2 1 38,2 4 1,0 2-1,0 5 1,0 3 65,0 6 1,0 3 0,0 12-1,0 0 31,0 6 0,0 5 1,0 2-1,2-2 17,2-2 1,-3-7 0,3-8 0,-2-2 81,-2-5 0,0-8 1,1-3 234,3-6-202,-3-10 1,3-3-86,-8-5 0,2-1 1,-6-3-258,-2-4 1,-1 1 0,-1-1 0,0-2-326,0 0 1,4-1-1,-1 1 1,0 2-204,-2-1 1,-1-2 0,0 0 70,0 3 1,3-2-1,1 5 352,-1-2 0,-2 4 0,0-2 179,3 0 1,-3 3 110,3-2 1,-3 3 196,-1 1 0,5-1-555,3-4 0,3-1 0,2-7 0,3 1-765,4 0 963,9 0 0,29-31 0,13-13 0,8-4 0,-1 0 0</inkml:trace>
  <inkml:trace contextRef="#ctx0" brushRef="#br0" timeOffset="664">756 49 7919,'0'-12'-759,"0"4"2216,0-1 1,0 5 1319,0-4-1934,0 6-1756,0-4 0,0 16-1855,0 2 2768,0 3 0,0 29 0,0 9 0</inkml:trace>
  <inkml:trace contextRef="#ctx0" brushRef="#br0" timeOffset="1149">610 207 8196,'-8'4'1986,"0"1"-1727,5-1 1,-1-4-1,8-2-188,4-2 1,3 1-1,1-3 1,0-1-166,1 0 0,-1 4 0,0-2 0,0 1-164,0 0 1,-4-2 0,1 4-398,0-2 1,-2-2 340,1 2 1,-5 4 280,1 0 0,-8 4 0,-3 6 1,-1-2 177,0 1 1,-1 6-1,-3 2 1,1-1 73,3 1 0,-2-2 0,1 6 0,-1-1 39,-3-1 0,5 4 0,0-3 0,0 2 50,1-2 0,2-2 1,5-6-1,0 0 588,0 0-778,0-5 0,5-1 1,3-8-1,3-3-244,1-7 0,1-1 0,-1-3 0,0 1-119,0-1 1,4 2-1,1-2 1,-2 3-260,-2 0 1,-1 1 0,0 1 232,1 3 0,-7 2 0,0 3 662,-1-1 0,-3 1 1,2 7-28,-3 4 1,-6 3 0,-2 1 0,-1 2-287,0 2 0,-1-2 0,-3 2 0,0-3-537,0 0 1,1 3 0,2 0 0,0-1-1769,0-1 2227,-2-2 0,-28 27 0,-7 7 0</inkml:trace>
  <inkml:trace contextRef="#ctx0" brushRef="#br0" timeOffset="1550">573 610 6718,'-1'6'2134,"-3"-2"1,4-2-1991,0-2 1,1-4 0,7-2 0,2 1 14,1 0 1,1-4 0,0 4-1,0 0-266,1-1 1,0-2 0,1 3-1,1-1-216,-1 1 1,-7-3 0,5 4 140,-1 1 311,-5 2 0,-1 6 0,-6 3 1,-3 3-29,-4 1 0,-3 4 0,-2 1 0,0-1 83,-3 1 0,1-2 0,-4 6 0,1-1 40,3-1 1,0 4-1,1-4 1,-3 1-76,2 1 1,3-2 0,3 1 0,2-3 150,2 1 1,-4-8 15,5 2 1,2-8-245,6 0 1,2-3 0,7-1-1,-1 0 118,0 0 1,4 0-1,1 0 1,-1 0-251,1 0 0,-3 0 0,2 0 0,-2 0-388,-2 0 0,0 0 0,0 0 0,0 0-696,1 0 0,-5 0 1,0-1 1143,1-3 0,-3-46 0,-1-17 0</inkml:trace>
  <inkml:trace contextRef="#ctx0" brushRef="#br0" timeOffset="1732">781 646 8196,'-7'8'686,"1"-1"-115,1-1 0,2 3 0,-3-1 0,-1 3-228,0 1 1,3 6 0,-3 2-1,0 3-384,1 1 1,2 1 0,-3-1 0,1 2-52,4 2 1,-4-6-1,2 1 1,0-4-776,-1-4 0,3-1 1,-3-2 866,0 0 0,-2-16 0,-5-4 0</inkml:trace>
  <inkml:trace contextRef="#ctx0" brushRef="#br0" timeOffset="1966">378 829 8214,'0'-8'894,"0"0"1,3 1 0,4-2 0,6 2-415,5 1 0,6-3 0,8 2 0,1-1-237,5 0 0,7 1 0,-2-2 0,1 2-221,-4 1 0,-3 1 0,-5 2 0,-5-1-358,-5 2 0,-4 0-1059,-6 2 1395,-5 0 0,-18-5 0,-9-2 0</inkml:trace>
  <inkml:trace contextRef="#ctx0" brushRef="#br0" timeOffset="2681">1402 220 8223,'0'6'1517,"0"0"0,2-6 0,2 0-1299,4 0 1,3 0-1,1 0 1,0 0-217,0 0 0,0-4 1,1-2-1,-1 1-442,0-1 0,0 1 1,0 2-980,1-1 0,-5-1 1419,0 1 0,-27-3 0,-3-5 0</inkml:trace>
  <inkml:trace contextRef="#ctx0" brushRef="#br0" timeOffset="2848">1354 110 8223,'-9'0'0,"3"1"0,-1 2 210,0 1 0,3 4 0,-3-2 0,2 0 356,2 4 0,2 2 1,1 3-1,0 1-585,0-1 0,0 3 0,0-2 1,0-1-706,0-2 0,4 0 724,0-1 0,5-6 0,-2 0 0</inkml:trace>
  <inkml:trace contextRef="#ctx0" brushRef="#br0" timeOffset="3249">1256 305 8223,'-7'5'-951,"-2"-2"0,5 5 1449,1 2 0,0-4 0,1 3 0,-2 1-130,1 5 1,1-1 0,2 3 0,2 0-220,2-1 1,-3 6 0,5-2-1,-2 3-17,0 1 0,4-3 0,-4-2 0,0-2-51,1-2 0,-3-1 0,2-2-33,-3 0 42,5-5 0,-5-7 0,3-8 0,-3-5-112,-1-3 1,0 1-1,0-4 1,0 2 96,0 2 1,0-3-1,2 2 1,0 1-177,3 2 1,4 0 0,-1 1 0,3 0 46,1 0 0,2 4 1,1 1-1,1 1 183,-1 4 1,2 0 0,0 2 0,-2 2 117,-2 2 0,-5 3 0,-1 6 0,-2 2-55,-2 1 1,-3 6 0,-4-2 0,-4 2-169,-3-2 0,-5 3 0,-2-4 0,-1 0-289,-2-3 1,2-2-1,0-3 1,1-2 99,3-1 0,2-5-78,0 1 1,7-4-765,2-4 1,8-1 1006,4-3 0,19 8 0,5 6 0</inkml:trace>
  <inkml:trace contextRef="#ctx0" brushRef="#br0" timeOffset="7197">963 890 8182,'9'-1'1039,"-1"-3"0,-4 2-689,4-2 0,-4 4 0,4 3-133,2 1 1,0 5 0,3-2-346,-1 0 0,0 2 1,0-3-420,0 1 1,1-1 0,-1 4-1077,0-2 1623,-5-5 0,4-3 0,-5-7 0</inkml:trace>
  <inkml:trace contextRef="#ctx0" brushRef="#br0" timeOffset="7431">1195 853 8227,'0'9'644,"0"-1"0,0-4-367,0 4 0,4-4 0,2 3-318,0-2 1,-2 1 0,5-4-432,0 2 1,2 2-1,1-4 472,0 3 0,11 4 0,3-2 0</inkml:trace>
  <inkml:trace contextRef="#ctx0" brushRef="#br0" timeOffset="7681">1378 866 8227,'1'6'383,"3"-2"0,-1-1 19,5 1 1,0-2-391,5 2 0,-1-2-733,0 2 0,0-1 721,0 5 0,-10-5 0,-4 2 0</inkml:trace>
  <inkml:trace contextRef="#ctx0" brushRef="#br0" timeOffset="7865">1573 866 8227,'8'0'0,"0"0"0,2 0 102,1 0 1,-3 0 0,0 1 0,1 2 360,2 1 1,0 1-1,-2-2 1,0 2-257,0 2 0,-2-3 0,0 4 0,-1 0-666,1-1 1,-4 4 458,1-3 0,-14 14 0,-3 4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1:40.25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27 406 6423,'-7'2'4051,"2"2"-2310,-2-2-1688,5 4-59,-4-6 1,8-6-1,2-2 1,5-1-71,3 0 1,2 0 0,-1-4 0,1-1-53,-1 1 1,2 1 0,2 1 0,1 4 95,-2 1 0,-1-3 0,-1 4 150,-1 2 1,-1 3-1,-1 5 1,-4 4 117,0 3 1,-3 6 0,-4 1 0,0 1-127,0-1 1,-4 4 0,-3-4-1,0 2-23,-4 4 1,4-4 0,-2 0 0,0-2-88,1-2 0,1-2 1,4-2-1,-3-1 92,-2-3 0,5-1-80,-1-4 0,-2-4 0,1 0 1,2-9-227,2-7 1,1-5 0,-2-8 0,-1-1-325,-1-1 0,-1-7 1,5 2-1,0-3-110,0-2 1,0 1 0,0-1-1,0 2 157,0 3 1,0 3-1,0 6 1037,0 0-151,0 6 1,0 10 0,0 14 0,0 11-21,0 5 0,-1 4 1,-2 4-1,-3 2 119,-2 2 1,4-1 0,-4 6 0,2 2-127,3 1 1,-4 1 0,-1 2 0,-1 2-287,0 1 1,2 0-1,-4-4 1,4-1-543,1 1 0,1-13 0,5-5-765,0-7 1,0-10 1224,0-6 0,12-60 0,3-21 0</inkml:trace>
  <inkml:trace contextRef="#ctx0" brushRef="#br0" timeOffset="333">244 163 8166,'0'14'755,"0"-1"1,4-4 0,2-1-326,2-2 1,-1 4-1,4-1 1,-2 5-162,1 4 1,4-2 0,2 7 0,2 1 82,-1 1 1,2 2 0,1 0 0,-1 0 47,1 1 1,-2-6 0,-3 1 0,0-1-105,-2-1 0,4-1 1,-10-7-1,2 1-438,1-1 0,-7-4-2174,1 0 449,-2-6 1,-2 2 1866,0-10 0,-13-20 0,-2-11 0</inkml:trace>
  <inkml:trace contextRef="#ctx0" brushRef="#br0" timeOffset="617">460 163 8181,'1'8'0,"2"-2"462,2 0 0,-1-3-124,-4 6 0,5-5-269,-1 5 1,5 0-1,-3 3-375,2-3 0,-5-1 0,3-5 306,0 1 0,7-5 0,9-7 0</inkml:trace>
  <inkml:trace contextRef="#ctx0" brushRef="#br0" timeOffset="748">582 150 8181,'0'9'455,"0"0"-22,0 1 0,0-2 0,0 1-488,0 1 1,0-2 54,0 1 0,36 0 0,9 4 0</inkml:trace>
  <inkml:trace contextRef="#ctx0" brushRef="#br0" timeOffset="1581">1055 95 8770,'9'0'1219,"0"0"0,-5 6 0,4 3-946,-2 3 1,4 4 0,-2 0 0,1 4-184,0 1 1,0 1 0,4 5 0,1-1-301,-1-4 1,-1 4-1,-1-5 1,-3 0-1243,-2-3 0,3-3 1452,-5-2 0,-11-41 0,-8-11 0</inkml:trace>
  <inkml:trace contextRef="#ctx0" brushRef="#br0" timeOffset="1850">1122 122 8242,'14'-6'148,"-5"3"0,0-4 0,1-1-2,2 1 1,4 2 0,3-4 0,7-1 7,4-2 0,7 3 1,-1 0-1,3 0-13,2 1 0,-2-2 1,-2 5-1,-2 2 83,-2 2 1,-1 1 0,-7 0 0,-2 1 72,-5 4 1,-5-2 0,-4 6-1,-3 1 98,0 2 1,-4 3 0,2 2-1,-4 1-128,-4-2 0,1-1 0,-6-1 0,-2 1-553,-1 3 0,-1-3 0,-1 3 0,1-3-463,-1-1 1,-4-1 0,0 1 0,0-1-1680,-1 1 2428,4-7 0,-29-25 0,0-12 0</inkml:trace>
  <inkml:trace contextRef="#ctx0" brushRef="#br0" timeOffset="2033">1393 28 9977,'-8'1'892,"4"4"0,2 4-771,2 3 1,0 3 0,0 3 0,0 4-348,0 4 1,0 1 0,0 0 0,0-1-430,0-4 1,0 2 0,0-6 654,0-1 0,-18-20 0,-4-6 0</inkml:trace>
  <inkml:trace contextRef="#ctx0" brushRef="#br0" timeOffset="2181">1285 204 8335,'-6'0'337,"6"0"1,6 0 0,7 0 0,1 0-483,-1 0 0,1 0 0,-1 0-220,1 0 0,-1 0 365,1 0 0,-13 30 0,-2 7 0</inkml:trace>
  <inkml:trace contextRef="#ctx0" brushRef="#br0" timeOffset="2365">1258 406 8340,'-9'-4'632,"0"-1"0,6-5-225,-2 1 1,5 1 0,6 1-1,6-1-201,5 1 1,2 2-1,-2-2 1,2 1-278,2 3 1,0 1-1,2 1 1,-5-2-1014,-3-2 0,-2 1 1084,1 4 0,-37 42 0,-8 10 0</inkml:trace>
  <inkml:trace contextRef="#ctx0" brushRef="#br0" timeOffset="2566">1176 542 8217,'-9'0'602,"0"0"-117,6 0 1,-1-2-1,10-1 1,7-3-290,9-1 0,-1-1 1,1-2-1,2 1-351,2-2 1,1 4 0,0-2 0,-2-2-524,-2-1 0,-2 3 0,-5 1 678,2 2 0,-12-16 0,-7-1 0</inkml:trace>
  <inkml:trace contextRef="#ctx0" brushRef="#br0" timeOffset="2731">1393 298 8217,'-14'0'-232,"5"5"0,2 1 0,-1 0 980,1 0 1,4 4 0,-2 1 0,2 4-521,-1 3 0,2 4 1,-2-2-1,2 1-793,2 3 1,0 0 0,0 0-1,0-3 565,0-1 0,18-20 0,5-9 0</inkml:trace>
  <inkml:trace contextRef="#ctx0" brushRef="#br0" timeOffset="2881">1460 325 8217,'0'9'1367,"0"0"-930,0 2 0,0-4 0,0 2 0,0 2-565,0 1 1,-4 1 0,-1 1 0,2 1-1926,2 3 2053,1-3 0,-36 47 0,-9 4 0</inkml:trace>
  <inkml:trace contextRef="#ctx0" brushRef="#br0" timeOffset="3217">1176 690 6311,'-7'0'2300,"11"-1"0,10-2-2058,1-2 0,6-5 0,0 2 0,2-1-239,-1 0 1,2 0-1,5-3 1,-1 2-31,-2 1 0,-4 4 1,1-2-1,-5-1-276,-3 1 1,-6 4-746,0-2 1052,-6 4 1,1 1 387,-8 0 0,1 4 1,-6 2-182,-2 2 1,1 1-1,-1 3 1,2-2-5,-1-1 1,2 0 0,-1 5-1,-1 1-77,-2 3 0,0-2 1,1 5-1,2 0-474,-1 0 0,-2-2 0,-2 3 0,2 1-511,3-2 0,-1 3 855,5-6 0,13-6 0,7-6 0</inkml:trace>
  <inkml:trace contextRef="#ctx0" brushRef="#br0" timeOffset="3348">1528 717 8217,'9'5'437,"0"-1"1,-4 1-1,4-5 1,0 1 224,-2 4 0,5-2 0,-3 6-659,3 1-3,2-4 0,23 0 0,7-6 0</inkml:trace>
  <inkml:trace contextRef="#ctx0" brushRef="#br0" timeOffset="3913">2055 204 8217,'-6'7'1770,"3"-1"-1067,-6-6 1,8 5-1,1-1-859,7-1 1,7-1 0,4-4 0,4-1-1099,4-1 0,-4-5 1254,1 4 0,-6-5 0,2 2 0</inkml:trace>
  <inkml:trace contextRef="#ctx0" brushRef="#br0" timeOffset="4097">2299 136 6278,'-2'-8'801,"-2"4"0,-4 4 0,-5 4 0,1 6-540,3 2 1,-8 1 0,4 2 0,-2 3 10,0 5 1,-3 7 0,-2 3 0,0 0-111,1 0 1,-4 4 0,5-1 0,0 2-516,-1-2 1,8-4 0,-1-8-1056,5-2 0,4-7 1408,7-1 0,22-31 0,10-13 0</inkml:trace>
  <inkml:trace contextRef="#ctx0" brushRef="#br0" timeOffset="4231">2272 433 8205,'19'-6'-657,"2"-1"1,2-2 598,-1 0 0,-5 1 0,1-2 0,-3 2 259,-2 2 1,-4-3-143,0 5-59,-6-1 0,-15 11 0,-10 2 0</inkml:trace>
  <inkml:trace contextRef="#ctx0" brushRef="#br0" timeOffset="4499">2380 366 8205,'-9'1'-536,"0"4"1,4-2 0,-2 6 787,1 1 1,1-2 0,5 1 0,0 1-113,0 2 1,0 3-1,0 2 1,0 3-35,0 1 0,0 1 0,0 5 0,2 0 45,2 0 0,-2 0 0,2 0 1,-2 0-47,-2 0 1,0 0-1,0-1 1,0-3-170,0-5 0,-5-3 0,-1-3 0,-1-3 42,-4-5 1,-1-2 0,-1-2-1,-1-2 133,1-2 0,1-4 1,1-5-1,2-1 302,-1 1 1,4-1-1,0 0 1,1 1 222,1-1 0,-1 1 0,5-1-122,0 1 1,0 4-1514,0 0 1,6 1 998,3-1 0,75-27 0,-32 17 0,0 1 0</inkml:trace>
  <inkml:trace contextRef="#ctx0" brushRef="#br0" timeOffset="5147">2921 122 8541,'7'-13'1595,"-1"4"34,-6 0-1565,0 6 0,0 13 0,0 13 91,0 4 1,0 3-1,-1 0 1,-2 3-24,-2 2 1,-1 5 0,3 7 0,-3-1-293,-1 1 0,2 4 0,-4-1 0,0-1-284,2-4 1,1-1 0,6-14-1,0-3-1240,0-3 1684,0-7 0,-18-58 0,-5-21 0</inkml:trace>
  <inkml:trace contextRef="#ctx0" brushRef="#br0" timeOffset="5583">2745 474 6272,'0'9'1041,"0"0"0,0 3-674,0 5 1,0-2 0,0 4 0,0-1-36,0 0 0,0 2 0,0-4 1,0 2 141,0-1 1,0-2-1,0-2-247,0 1 0,1-7 0,4-2-52,4-4 0,7-2 0,4-5 0,0-8-227,-1-7 0,5-6 1,0-4-1,5-5-421,2-3 0,1 3 1,-5 1-1,-2 2-186,-2 3 1,1 3 0,-6 4 293,-2 5 760,-7 9 0,-2 5 331,-7 8 1,-2 4 113,-3 5 0,4-4 0,-4 0-548,4 2 1,-4 5 0,1 2-1,1 0-77,1 2 1,2-3 0,0 5-1,0 2-131,0 2 0,0 1 0,0 0 0,0 0-237,0 0 1,5-6 0,1-3 0,1-3-570,4-2 1,1 1-1,3-2 1,2-3 721,1-5 0,18-26 0,0-8 0</inkml:trace>
  <inkml:trace contextRef="#ctx0" brushRef="#br0" timeOffset="5917">3462 258 8205,'0'-8'2215,"0"17"1,0 11-1949,0 2 0,0 7 0,0 4 0,-2 1-192,-2 4 1,2 1 0,-2 0 0,2-1-602,2-2 0,0-5 0,0 4 0,0-4-1063,0-5 1589,0-5 0,6-44 0,2-8 0</inkml:trace>
  <inkml:trace contextRef="#ctx0" brushRef="#br0" timeOffset="6115">3543 366 8459,'7'-6'749,"5"0"0,-3-3 0,3 4-257,2 4 1,1-4 0,3 1 0,3 1-447,0 1 0,3-2 1,-5-1-1,1 2-296,-1 2 0,0 1 0,-6 0-2498,1 0 2748,-1 0 0,-23-30 0,-7-8 0</inkml:trace>
  <inkml:trace contextRef="#ctx0" brushRef="#br0" timeOffset="6417">3745 163 8205,'0'9'410,"0"0"0,0 0-179,0 5 0,0-1 1,0 2-1,0 2-4,0 1 0,0 10 1,0-1-1,2 3 34,2 3 1,-1 2 0,5 6 0,-2-1-120,-3 1 0,-1-2 0,-2-3 1,0-5-219,0-2 1,0 1 0,0-3-1,-2-8 18,-2-7 1,-4-6-1,-6-6 1,1 0 95,-1 0 0,1-6 0,1-3 0,1-4 172,2-5 0,2 3 1,-2-3-1,4 3 248,4 1 1,1 1-1,0-1 1,0 1-191,0-1 0,1 5 0,4 2-538,4 1 0,3 1 0,1 5 0,1 0-324,-1 0 1,1 0-1,-1 2 1,1 1-1732,0 1 2325,-1 1 0,13-11 0,2-2 0</inkml:trace>
  <inkml:trace contextRef="#ctx0" brushRef="#br0" timeOffset="6632">3881 204 8205,'13'13'2484,"-4"-4"-2064,0 0 1,-6 0 0,2 5-714,-4-1 0,4 1 0,1-1-2170,1 1 2463,-4-1 0,9-5 0,-4-2 0</inkml:trace>
  <inkml:trace contextRef="#ctx0" brushRef="#br0" timeOffset="6747">4002 163 8205,'6'14'346,"-3"-2"0,5-2 1,-2-1 75,-3 2 0,3-4 0,0 2-422,1 2 0,8 13 0,6 4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1:48.24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35 433 8224,'-9'0'2046,"0"0"-589,0 0-1345,2 0 1,8-2 0,11-1-1,6-3-335,3-1 1,6-2 0,6-5 0,1-1-139,-1-3 1,3 2 0,-5-5 0,-1 1-358,-1 4 0,-2 1 0,-2 1 0,-4 1 718,-7-1 0,-5 5-56,-5 0 0,-7 4 1,2-2-1,-5 1-117,-5 3 0,4 1 1,-2 2 629,-2 0 0,-1 0-226,-1 0 1,4 0-1,1 2 1,2 2-47,3 5 1,-3 0 0,2 3 0,1 4 53,1-1 0,1 6 1,-2 1-1,-2 4-1,2 1 1,2 4 0,1 2-1,0 2 9,0 2 1,0 8-1,0 4 1,1-1-37,4-3 1,-4 1-1,4-1 1,-4-1-78,-1-2 0,0-9 0,0-6 0,0-7 130,0-5-6,6-8 0,-6-7 0,2-9 0,-7-3-198,-2-1 1,-1-1 0,-2 1-1,1-2-11,-2-4 0,-1 4 0,-1-3 1,-1 3-134,1 2 1,-1-1 0,1 1 0,-1-1-100,1 1 0,-1 1 1,0 1-1,2 2 247,3-1 0,-3 2 1,3 1 396,-3 1 0,3 0-174,0 1 1,8 4-636,1-4 1,10 4 0,8-1-1,0-1-980,2-1 0,1-7 1328,6 2 0,66-27 0,-38 14 0,0 1 0</inkml:trace>
  <inkml:trace contextRef="#ctx0" brushRef="#br0" timeOffset="302">630 81 8224,'0'-9'2934,"0"0"-3601,0 6 1,2-3-1,1 8 667,1 2 0,-5 46 0,-7 16 0</inkml:trace>
  <inkml:trace contextRef="#ctx0" brushRef="#br0" timeOffset="702">549 230 8224,'-13'8'1256,"-1"-4"-640,1-2 1,5-4-1,5-1-517,6-1 0,9-6 0,6 4 1,-1 0 1,-2 0 0,3-3 1,1 3-1,1 0-996,-1 0 0,-1-3 1,-4 5-118,-1 1 0,1-3-259,-1 1 1271,1 1 0,-8 10 0,-6 3 0,-8 3 0,1 1 0,-2 1 0,-2-1-10,-1 1 1,0 0 0,2-1 0,1 1 280,-2-1 1,-1 2 0,0 2-1,2 1 20,1-2 0,0 4 0,-3-2 1,3-2 145,4-1 0,-1-1 1,2-1-378,1 1 1,3-7 0,4-4 0,5-6-201,3-6 1,2-3 0,-1-3 0,1-1-113,-1-2 1,1 0-1,-1 4 1,1 2 9,-1 3 1,-1-3 0,-1 5 0,-2-2-728,1 0 887,-4 6 1,0-2 0,-6 10 0,-1 4 81,-4 3 0,-20 23 0,-11 9 0,-5 4 0,1 0 0</inkml:trace>
  <inkml:trace contextRef="#ctx0" brushRef="#br0" timeOffset="883">495 541 7471,'-13'7'-111,"-1"-2"0,5-3 0,0-2 3565,-2 0-2851,5 0 1,3 0 0,11-2-535,5-3 0,10-1 0,0-4 1,2 1 30,2-2 0,0 4 0,0-1 1,-1 1-330,-4-1 0,-1 5 1,-4-1-1,1 1-1089,-2-2 1,-1 4 1317,-1-4 0,-37 28 0,-8 7 0</inkml:trace>
  <inkml:trace contextRef="#ctx0" brushRef="#br0" timeOffset="1136">657 541 8780,'-6'7'470,"0"6"1,-4-6-1,2 2-263,2 0 0,-4 2 0,1 5 0,-3 4 74,-2 1 0,1-3 0,1 3 0,1 0 13,2 0 0,2-5 0,-2 2 0,3-3-31,0-1 1,4-5-1,-2 0-53,2 1 0,4-4 0,2-1-86,5-4 0,3 4 0,2-1 0,-1-1-291,1-1 1,-1-2 0,1 1 0,-1 2-524,1 2 1,-1-1 0,1-4-1,-1 0-1208,1 0 1,-1 0 1897,1 0 0,-7-30 0,-1-7 0</inkml:trace>
  <inkml:trace contextRef="#ctx0" brushRef="#br0" timeOffset="1318">738 609 8224,'8'1'1090,"-4"4"-582,-2 4 1,-4 4-1,-1 4 1,-1 2-374,1 2 1,-3 2 0,0 2 0,0-1-478,0-1 0,-3-1 1,3 5-1,0 0-1665,0 1 2007,-5-7 0,-26 4 0,-14-4 0</inkml:trace>
  <inkml:trace contextRef="#ctx0" brushRef="#br0" timeOffset="1551">360 798 8224,'0'-9'640,"0"0"1,6 1-1,4-2 1,7 2-224,5 2 1,10-4 0,6 1 0,4-3-116,3-2 1,6 5-1,-2 0 1,2 0-119,-1 2 0,-5-1 0,-10 5 0,-8-1 259,-8 1-910,-4 1 1,-9 7-1168,-6-1 1634,-6 1 0,-43-11 0,-10-2 0</inkml:trace>
  <inkml:trace contextRef="#ctx0" brushRef="#br0" timeOffset="2583">1306 95 8202,'9'-5'-22,"0"1"1,0-1 110,-1-1 1,-1 5 0,-4-5 0,3 1 693,2 1 1,-4-2 288,5 1-825,0 4 1,-1-4 0,-4 10 0,-2 4-141,-2 3 0,-2 1 0,-2 2 0,-5 3-437,-3 5 1,-2 2-1,1 2 1,-2 0 119,-3 1 1,3 0-1,-5 2 1,2 2 81,0-2 1,0-3 0,5-5-1,1-4 306,3-3-39,-3-1 0,12-8 0,0-6 1,7-8-36,5-4 1,2-1 0,-1-1 0,1 2-99,-1 3 1,1-1 0,-1 4-344,1-2 161,-1 5 1,-5 3 0,-4 9-1,-4 3 88,-4 2 0,-2 4 0,-5 1 0,2 1 98,-1-1 0,-2 4 0,0-4 0,1 1 234,2 0 0,2-2 0,-2-5 0,4 1 305,4-1 0,-4-4-267,1 0 1,1-6-378,7 2 1,4-8 0,5-3-1,1 0-572,-1 0 1,-4 1 666,0 5 0,-6-6 0,3-1 0</inkml:trace>
  <inkml:trace contextRef="#ctx0" brushRef="#br0" timeOffset="2852">955 798 7732,'0'9'147,"1"-2"523,4-1 1,-4 0 0,5-1 0,0 2-281,3 1 0,3 2 0,2-4 1,-1 2-277,1 3 1,-1-1 0,1 1 0,-1-2-564,1 1 1,-2-2-1,-1-1 1,-2-1-2259,1-3 2707,-4 5 0,6-37 0,-4-2 0</inkml:trace>
  <inkml:trace contextRef="#ctx0" brushRef="#br0" timeOffset="3000">1144 771 9535,'6'13'-315,"3"-1"-1312,3-3 1627,-4-3 0,22 6 0,0 3 0</inkml:trace>
  <inkml:trace contextRef="#ctx0" brushRef="#br0" timeOffset="3133">1252 717 8221,'9'0'115,"0"0"0,-4 1 198,4 4 1,-5 1-1,4 4-643,-2-1 330,4-6 0,10-3 0,8-7 0</inkml:trace>
  <inkml:trace contextRef="#ctx0" brushRef="#br0" timeOffset="3468">1698 68 8221,'0'-14'-1762,"-1"1"2800,-4-1 0,2 2 0,-6 3-707,-1 5 0,-2 2 0,-2 2 0,1 2-523,-1 2 0,1 4 1,-2 5-1,-2 2 192,-1 3 0,-18 27 0,0 12 0</inkml:trace>
  <inkml:trace contextRef="#ctx0" brushRef="#br0" timeOffset="4116">1442 271 8221,'4'13'-881,"1"1"0,-1-1 1409,-4 1 1,0-1-1,0 1 1,0-1-198,0 1 0,0-1 1,0 1-1,2-1-293,2 1 0,-2-1 0,4 1 0,-2-1-730,1 1 1,4-1 201,-5 1 0,2-7 267,-1-2 0,-4-5 0,4-5 105,-4-4 1,-5-3-1,-1-1 1,1-2 124,-2-3 0,4 1 0,-2-4 0,2 2-38,2 2 0,0-2 0,2-1 0,2 1-1,5-1 0,-1 2 0,2 5 0,4-1 251,2 1 0,4-1 1,-4 2-1,4 1 135,1 2 0,0 6 0,1-1 0,-4 2-227,-3 2 1,-1 2 0,-2 2 0,-2 5-191,0 3 0,-7 2 0,0 0 0,-5-1-158,-2 1 0,-7 4 0,0 0 0,-4 0-137,-3 1 0,-1-4 0,2 3 0,-1-3 202,2-1 0,1-2 0,1-2 0,1-2 789,-1-2-411,7-2 0,1-10 1,6-3-1,1-3-91,4-1 1,1 4 0,4 0-1,-1-2-82,2-1 1,-4 3 0,2 2-81,2 1 1,-4-3 363,2 4 0,-6-1 300,2 2 0,-4 4-386,-1 0 1,0 6-1,0 7 1,0 1-135,0-1 1,-1 1 0,-2 1-1,-2 3 32,2 4 0,2 4 1,-1 1-1,-1 0 70,-1 0 1,-1 6-1,5 3 1,0 2 19,0-2 1,-1 1 0,-2-4 0,-2 2-231,2 2 0,2-4 0,1-2 0,0-7-426,0-6 0,0-3-374,0-2 1,-2-5 0,-1-5 28,-1-6 0,-7-5 0,2-4 0,-3 2 766,-1 1 0,-37-42 0,-8-16 0</inkml:trace>
  <inkml:trace contextRef="#ctx0" brushRef="#br0" timeOffset="4317">1414 784 8221,'0'-9'0,"0"0"0,2 0-592,2 2 1,-2-5 0,4 3 817,0-3 1,2-2 0,5 2 157,1 3 0,-5 2 1,0 4-96,1-2 0,-2 2 0,-1 8-7,-1 4 1,-1-2-1,-7 2 1,-2 3-138,-5 5 1,-3-2 0,-2 3 0,-1-3-519,-3-2 1,3 1 0,-5-1-1,2 1-678,0-1 1,0 1 1050,5-1 0,47-53 0,13-14 0</inkml:trace>
  <inkml:trace contextRef="#ctx0" brushRef="#br0" timeOffset="4585">1766 622 8221,'9'-12'-498,"0"3"1208,-6-3 0,2 11 1,-10-4-711,-4 4 0,-3 1 0,-1 0-100,-1 0 0,5 4 0,0 1 261,-2-2 0,4 3 0,-1 0 1,1 0 504,-1 0 0,5 4-43,-1-1 1,-2 3 0,1 2-208,2-1 0,6 1 0,3 1 0,2 1-187,2 2 0,4 2 0,2-4 0,4 2-240,1-1 1,2-2-1,4-2 1,1-1-1409,4-3 0,1 2 1419,3-6 0,-9-1 0,-8-4 0</inkml:trace>
  <inkml:trace contextRef="#ctx0" brushRef="#br0" timeOffset="5316">2510 162 8177,'7'-6'61,"1"5"0,-5-5 1436,1 0-205,1 4 1,-5-5-1032,0 2 0,-2 11 0,-2 2-115,-5 7 1,-3 9 0,-2-2 0,1 6 83,-1 3 0,-5 5 1,-4 9-1,-2 5-116,-3 2 0,3 8 0,1 4 0,1 2-85,-1 1 0,11-7 0,4-7 0,6-11-128,3-9 0,7-10 0,5-7 0,6-7-276,3-9 1,2-7 0,4-11 0,0-5-103,0-3 0,-6-1 0,-3 2 1,-3 1-861,-1 1 0,-5 1 1337,0-5 0,-12-12 0,1-3 0</inkml:trace>
  <inkml:trace contextRef="#ctx0" brushRef="#br0" timeOffset="5516">2266 392 8177,'0'-13'534,"0"-1"1,0 5 184,0 0 0,6 6 0,3-1 0,3 2-682,2 2 1,4 0 0,0 2 0,0 1-525,1 1 1,-3 7-1,2-2 1,-3 1 486,-2-1 0,-23 33 0,-7 3 0</inkml:trace>
  <inkml:trace contextRef="#ctx0" brushRef="#br0" timeOffset="5650">2226 527 8177,'0'-7'1334,"1"1"1,5 6-1,6 0-1606,5 0 1,7 6 271,-2 3 0,58 15 0,15 5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1:54.74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14 108 8267,'-7'6'1384,"1"2"0,6 6-977,0-1 0,1 1 1,4-1-1,4 2-288,3 3 1,1-3 0,2 5-1,2-2-353,1 0 1,0 0 0,-6-5 0,-2 1-495,-1-1 0,-1 1 728,1-1 0,-9 7 0,-8 1 0</inkml:trace>
  <inkml:trace contextRef="#ctx0" brushRef="#br0" timeOffset="252">95 122 7200,'14'-5'-621,"-1"-1"1092,1-1 0,-1 2 0,3-2 0,2-1-238,4 1 1,10-2 0,4-3-1,3 1-55,1 2 0,5 2 1,2-4-1,0 4 25,-1 1 0,-5 1 0,-8 7 0,-3 2-20,-5 5 0,-8 0 1,-2 3-1,-6 3-46,-3 0 1,-3 2-1,-8-1 1,-2 4-330,-1 1 1,-8-3-1,1 3 1,-3-1-888,-2-4 1,-4 4 1078,2-2 0,-52 6 0,-13-3 0</inkml:trace>
  <inkml:trace contextRef="#ctx0" brushRef="#br0" timeOffset="433">339 41 8295,'13'0'707,"-4"0"0,-1 1-291,-2 4 0,-2 2 1,-4 8-1,0 2-469,0 1 0,-1 6 0,-2-1 0,-2 2-365,2 2 1,-3 5-1,2-1 418,1-1 0,-35 5 0,-7-1 0</inkml:trace>
  <inkml:trace contextRef="#ctx0" brushRef="#br0" timeOffset="583">204 230 8295,'9'-4'0,"0"-1"76,1 2 0,-2 2 1,1 1 100,1 0 0,2-5 0,2 1 0,-1 1-178,1 1 1,-1 2-1,1 0 1,-1 0-1370,1 0 1370,-7 0 0,-19 18 0,-10 5 0</inkml:trace>
  <inkml:trace contextRef="#ctx0" brushRef="#br0" timeOffset="750">204 419 8295,'0'-9'131,"0"0"226,0-1 0,1 2 0,2-1 1,3 0-36,2 2 0,1-4 0,4 5 1,2 0-409,3 0 1,-1-3 0,4 5 0,-2 1 85,-2 1 0,-14 26 0,-5 6 0</inkml:trace>
  <inkml:trace contextRef="#ctx0" brushRef="#br0" timeOffset="933">136 514 8840,'-6'0'1935,"6"0"-1617,7 0 1,7-6 0,4-1 0,5-2-412,2 0 0,-2 0 0,-1-3 0,2 1-769,2 2 0,1 4 0,0-2 862,0 1 0,-6-5 0,-2 4 0</inkml:trace>
  <inkml:trace contextRef="#ctx0" brushRef="#br0" timeOffset="1116">366 271 8295,'-5'9'20,"-1"-2"1,0 1 204,0-1 1,-4 2 0,2 5 0,1-1 11,2 1 1,-1 4 0,0 1-1,0 2-227,0 3 1,-3 2 0,5 1-1,1-1-441,1-4 1,2 2 0,0-6 430,0-1 0,18-38 0,5-11 0</inkml:trace>
  <inkml:trace contextRef="#ctx0" brushRef="#br0" timeOffset="1250">420 298 8295,'13'0'317,"-4"0"164,0 0 0,-1 6 0,1 4-293,-5 7 0,-2-2 1,-4 4-1,-1 1-1083,-1 2 895,-7 4 0,-26 31 0,-14 8 0</inkml:trace>
  <inkml:trace contextRef="#ctx0" brushRef="#br0" timeOffset="1433">136 649 8598,'13'0'1568,"1"-1"-1265,0-4 1,5 2 0,2-6-1,2-1-218,-1-2 1,2 0 0,6 1 0,2 2-445,-2-1 1,-3 2 358,-5-1 0,-2 12 0,-7-1 0</inkml:trace>
  <inkml:trace contextRef="#ctx0" brushRef="#br0" timeOffset="1600">352 609 8295,'-1'9'346,"-4"0"0,-2 0-51,-7 4 1,1 1-1,1-1 1,1 1-195,2-1 1,0 2-1,-4 2 1,-1 2-85,1 3 0,4-6 0,1 2-17,2-3 0,8-13 0,5-4 0</inkml:trace>
  <inkml:trace contextRef="#ctx0" brushRef="#br0" timeOffset="1716">488 703 8285,'13'2'0,"1"1"455,-1 1 0,1 5 0,-1-3 0,1 0-325,-1 0 1,-4 3-131,0-4 0,6-1 0,6-4 0</inkml:trace>
  <inkml:trace contextRef="#ctx0" brushRef="#br0" timeOffset="2266">1096 163 8612,'-8'-6'1072,"4"0"0,8-3 0,5 4-1113,3 4 1,8-4 0,3 1 0,2-1-685,2-1 1,0 4 0,0-4 724,0 0 0,12-7 0,3-8 0</inkml:trace>
  <inkml:trace contextRef="#ctx0" brushRef="#br0" timeOffset="2433">1366 54 8330,'-13'0'1019,"-1"0"-708,1 0 1,-1 6 0,1 5 0,-2 5-153,-3 7 0,1 0 0,-4 2 0,0 5-27,0 3 0,0 3 1,-3 5-1,3-1-506,1 1 1,-1-2 0,6-1 0,5-5-739,2-5 1112,4-4 0,52-34 0,12-7 0</inkml:trace>
  <inkml:trace contextRef="#ctx0" brushRef="#br0" timeOffset="2549">1434 298 8349,'20'-8'195,"-5"-4"551,3 3-680,-3 3-66,-8 0 0,-13 6 0,-9 0 0</inkml:trace>
  <inkml:trace contextRef="#ctx0" brushRef="#br0" timeOffset="2851">1407 284 8022,'0'14'161,"0"-1"0,0 1 0,0 1-8,0 3 0,0-3 1,0 4-1,0 1-41,0 2 1,0 4 0,0 1-1,0 0-187,0 0 1,0 5 0,0-1 0,0-1 4,0-1 0,0-7 1,-2-2-1,-1-4 76,-1-4 1,-7-3 0,2 0 101,-3-4 0,-1-10 0,-1-4 1,2-3 205,3-1 0,-1-2 1,4-2-1,0-2 210,0-2 1,-3 4 0,4-1 0,2 3-50,2 2 0,1-1 1,0 1-628,0-1 0,1 7 0,5 1-320,8 0 0,1 4 1,7-2 471,2 2 0,50 2 0,13 0 0</inkml:trace>
  <inkml:trace contextRef="#ctx0" brushRef="#br0" timeOffset="3616">1921 149 8349,'1'8'422,"4"-4"-210,4-2 0,-2-7 0,2-1 0,0-1-220,-1-4 0,4 4 0,-3-3 0,1 0 201,-1-2 0,3 3 1,-3 0 192,3-2 1,-3 5-282,0 2 1,-6 4 0,2 4-217,-4 5 0,-7 5 0,-3 4 1,-3 5-244,-1 2 0,-1 4 1,-1 2-1,-1 4 268,-2-1 1,-5 5 0,4-4 0,-1-1 94,1-2 0,1-5 0,4-4 0,2-5 506,3-3 0,3-9-195,6-6 1,2-11-1,2-7 1,5 2-423,3 1 0,2 1 1,-1 0-1,1 1-78,-1-1 0,2 7 0,2 2 0,1 4 155,-2 1 1,-1 1 0,0 4 0,2 4 245,1 3 1,0 7 0,-5 4 0,-1 3 125,-2 1 0,0 0 0,-5 1 0,-2 2-343,-2 2 1,-2-5 0,-4-5 0,-4 1-95,-3-2 1,-3-3 0,-2-8 0,-2-2-4,-2-2 1,4-2 0,-1-4 0,3-1 75,2-4 1,-1-7 0,2-6 0,3 2 257,5 1 1,2 0 0,4-2-1,1-1-14,1 2 1,7 2-1,-2 4 1,3 2-513,1 2 1,1-3 0,-1 5 284,1 1 0,-7 19 0,-1 7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2:00.65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269 32 6413,'0'-11'3703,"0"1"-3343,0 6 1,0 4 0,-2 11-169,-3 3 0,3 3 1,-5 3-1,2 3-37,0 1 1,-8-3 0,3 6 0,-4-1-70,-2-1 1,0 5 0,-1-6-1,-3 1 10,-1-4 1,0-3 0,5-2-1,0-2 43,1-4 0,-1-3 0,2-9-209,3-3 1,4-9 0,7-9-1,0 0-278,0 0 0,2-5 1,3 0-1,4-3-16,0-1 1,10-3-1,-3 10 1,1-1 248,1-1 0,5 8 0,3 0 0,2 6 247,-1 8 0,1 3 1,-5 4-1,0 5 386,0 9 1,1 7 0,-6 10 0,-6 4-45,-3 5 0,-4 4 1,-5 2-1,0-3-720,0-3 0,-2 2 246,-3-7 0,-25-7 0,-12-7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2:03.99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72 380 8049,'-16'0'520,"1"0"1,-1 0 1794,0 0-2127,7 0 0,11-7 0,14-3 1,8-4-328,6-2 1,7 0-1,2 0 1,1 0-22,4 0 1,2 1-1,0 0 1,-4 3-393,-5 2 1,-4 6-1,-3-1 1,-2 3-26,-1 2 1,-13 0 693,2 0 0,-13 7 0,-3 4 1,-9 3 66,-5 2 0,-2-1 1,1 3-1,-1 3 60,0 5 1,0 4 0,2 2 0,2 0 260,1-1 1,8 3-1,-3 1 1,5 2 25,1-2 0,0 4 1,1-2-1,5 0-465,4 1 0,10-10 0,1 2 0,-2-7-728,-1-9 1,3 0 0,0-8 0,-2-3-2499,-1-1 3160,-2-9 0,7-72 0,-11 27 0,0 0 0</inkml:trace>
  <inkml:trace contextRef="#ctx0" brushRef="#br0" timeOffset="368">690 16 8129,'0'11'1171,"0"-1"0,0-5 0,1 4-1137,5-2 1,-3 6-967,8-3 0,-6 3 932,6-3 0,13-3 0,10-7 0</inkml:trace>
  <inkml:trace contextRef="#ctx0" brushRef="#br0" timeOffset="483">848 0 7844,'0'16'-661,"0"0"1944,0 0-1283,0 0 0,28 6 0,7 3 0</inkml:trace>
  <inkml:trace contextRef="#ctx0" brushRef="#br0" timeOffset="733">990 934 8069,'0'9'407,"7"5"1,23-12 0,13 5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8:09.7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223 303 8115,'7'-1'31,"-1"-2"495,-2-4 0,0-2 0,-4-1 0,0 0 20,0-1 0,0-3 0,0-2 0,0-1-155,0 0 0,0 0 0,0-4 0,0-2-24,0 0 1,-1 2 0,-2 6-1,0 0 31,1 3 0,-3 0 0,1 2-20,-2 0 1,-1 4-292,-3 3 0,0 6 0,0 5 0,0 5-422,0 4 0,-1 6 0,1 4 1,0 4-47,0 3 1,0 2 0,0 4 0,-1 3 287,-3 4 0,3 2 0,-3 8 0,3 3 285,1 3 0,0 0 1,1 4-1,2-4-19,4-7 0,1-6 1,4-16-1,1-7-125,4-9 1,2-10 0,2-4 0,1-5-333,2-6 0,0-6 0,-1-10 1,0-4-106,0-3 1,1-6 0,0-3 0,-2-5-78,0-2 0,-2 3 0,0-1 0,0 2-26,0 2 0,0-1 0,-1 2 0,-1 2 102,-1 3 1,-5 11 0,2 6 782,-3 5 0,-1 8 0,0 5 149,0 8 1,-4 7 0,0 7 0,-1 4 31,1 2 0,0 5 0,4 1 0,0 0 9,0 0 1,0 2-1,0-2 1,0 0-158,0 0 1,0 3 0,0-2 0,0 0-384,0-2 1,5-3-1,2-4 1,2-4-1357,1-1 1,0-11 0,1-5 1312,3-7 0,11-41 0,6-13 0</inkml:trace>
  <inkml:trace contextRef="#ctx0" brushRef="#br0" timeOffset="527">659 364 8208,'-5'-1'-208,"0"-1"1283,1-2 0,2-3 2115,-5 4-2749,5-5 1,2 7-1,6-2 1,3 2-200,1 1 1,4 0 0,-1 0 0,1 0-268,1 0 0,-4 0 1,2 0-1,0 0-838,0 0 1,-5 0 0,2 1 862,-1 2 0,-9 12 0,-1 6 0</inkml:trace>
  <inkml:trace contextRef="#ctx0" brushRef="#br0" timeOffset="733">649 516 9325,'-4'-6'1579,"3"-3"1,1 5-1,6-3 1,5 4-1449,2 2 1,-1 1-1,5 0 1,1 0-278,2 0 1,-4 0-1,1 0 1,0 0-2818,-1 0 2963,-1 0 0,-10 13 0,0 4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8:12.3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10 441 9655,'-5'-6'1152,"4"2"1,-2 4-1,6 0 1,4 0-709,2 0 0,2 0 0,3 0 1,3 0-291,2 0 1,-2 0-1,0 0 1,1 0-301,1 0 0,0 0 0,-1 0 0,-2 0-487,-2 0 1,0 0 0,-4 0-906,0 0 1,-1 1 1537,-2 2 0,-20-1 0,-10 2 0</inkml:trace>
  <inkml:trace contextRef="#ctx0" brushRef="#br0" timeOffset="731">862 319 8105,'-16'-4'0,"2"-3"365,3-2 1,1-2 0,0-2 0,1-1 313,2-2 0,2 3 0,5-4 1,2-1-443,1-2 1,3-2-1,5 0 1,2 3-151,4 0 1,2 5 0,2 0 0,-1 4-135,0 3 0,-1 3 0,-1 5 0,-2 2-168,-1 4 0,-3 8 0,-5 4 1,-4 5 13,-1 6 1,-4-1 0,0 8 0,-3 0-157,-4-1 1,1 4 0,-7-3-1,0 2 136,-2 2 1,-6 0 0,-3-1 0,-1 1 389,0-1 1,1-4-1,-2-2 1,3-5 1575,4-5 1,3-5-942,7-9 1,6-5 0,2-5-1,6-6-477,4-3 1,6-5 0,5-2-1,3 0 0,3 3 0,0 1 0,-4 3 1,-1 2-218,-2 4 0,2 2 0,-3 1 0,0 1-606,-3 2 1,-1 3-1,-2 4 1,-1 0-1065,-3 1 0,4-5 1560,-4 1 0,12-18 0,4-2 0</inkml:trace>
  <inkml:trace contextRef="#ctx0" brushRef="#br0" timeOffset="1631">1602 66 8088,'0'-10'-49,"0"0"1,3-1 1729,1 1 1,-1 0-995,-3 0 1,-1 6-1,-1 4-530,-2 5 0,-7 9 1,1 3-1,-3 3-56,-1 4 0,1 3 1,-4 6-1,-1 6 57,-1 3 0,-1 5 0,-1 5 0,-2 3 70,-1 6 1,2-1-1,5 3 1,3-4 7,3-5 0,6-7 0,1-5 0,4-8-103,4-10 0,2-12 0,7-9 0,1-2-297,2-1 0,1-5 1,4-4-1,2-5-332,1-1 1,-4 1 0,-3-3 0,0-1-161,-2-1 0,0 2 1,-5 0-1,0-1 656,1-1 0,-24-37 0,-5-10 0</inkml:trace>
  <inkml:trace contextRef="#ctx0" brushRef="#br0" timeOffset="1798">1328 330 8460,'-3'-11'619,"-1"1"1,-2 0 0,2 0 372,2 0 0,5 1 0,5 2 1,5 4-699,3 2 0,1 1 1,2 0-1,3 0-946,-1 0 0,5 4 652,1 3 0,34 20 0,9 6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8:17.0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274 181 8110,'-4'-10'0,"1"0"0,-2 0 0,-1-2 619,1-1 1,1 1 0,-1-4 0,-1 0 59,0 0 0,-1 4 0,-4-2 0,-2 3-422,-4 1 0,1 1 0,-1 2 1,-1 5-293,-1 4 1,-1 8 0,1 8 0,2 5-130,3 4 0,3 2 0,1 2 1,1-1-67,2 0 0,2-3 1,7-1-1,1-1 21,4-2 0,3-3 0,3-3 0,4-5 96,2-4 0,2-3 1,-1-6-1,0-4 72,1-5 1,-2-1-1,-1-6 1,-3 0 141,0 1 1,-2-2 0,-6 3 301,0 0 0,-5 2-15,2 0 1,-8 12 0,-2 7 0,-3 10 97,-2 7 1,1 4-1,0 6 1,0 5-171,0 1 0,0 6 1,0 4-1,-2 2-179,-1 4 1,2-1 0,-3-4 0,2 1-82,-2 0 0,0 2 1,-3-4-1,4-6-348,5-7 1,0-10-1,6-7-1476,3-8 1,5-11 1767,7-10 0,-1 0 0,2-5 0</inkml:trace>
  <inkml:trace contextRef="#ctx0" brushRef="#br0" timeOffset="600">791 161 8167,'0'-10'136,"-1"1"0,-1 1 510,-1 1 0,-2 1 0,2 0 165,-4 2 0,-2 4 1,-1 4-1,0 4-624,-1 4 0,0 5 1,-2 8-1,-4 4 32,-2 4 1,-2 8 0,1 1-1,0 3 152,0 4 1,-1 5-1,2 4 1,1 3-185,1 0 0,6 1 0,1-8 1,5-2-71,4-4 1,2-8 0,3-11 0,4-9-300,4-9 0,4-5 0,4-7 0,-1-4-283,-2-5 0,2-4 0,-3-7 0,1 0-85,0-3 1,-5 3-1,1-3 1,-4 3-450,-3 1 0,-2-4 0,1 0 999,0 2 0,-33-54 0,-12-12 0</inkml:trace>
  <inkml:trace contextRef="#ctx0" brushRef="#br0" timeOffset="734">436 435 8167,'-9'-7'1031,"2"1"-258,0 2 0,6-1 1,1 3-1,6-1-259,7 0 1,4-1 0,6 0-1,4 1-157,3-1-357,5 2 0,59 2 0,-37 3 0,0 0 0</inkml:trace>
  <inkml:trace contextRef="#ctx0" brushRef="#br0" timeOffset="1247">1156 151 8167,'-5'-10'739,"0"-1"214,5 1 0,1 1 0,4 3 0,4 2-517,3 3 0,5 1 0,-2 1 0,-1 3-420,1 2 0,-5 3 0,-4 3 0,-1 0-281,1 2 0,-4 4 1,1-2-1,-6 2-121,-3-1 1,-3 1-1,-3-3 1,0 0 151,-2-1 1,-3 3 0,4-4 0,-1-3 543,0-2 0,3-3 0,-3 2 1195,3-4 1,1-1-823,-1-2 0,7 0 0,4 0 0,7-2-937,5-1 1,4 2 0,4-2-1,2 1-2070,1 2 2324,-1 0 0,61 0 0,11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8:15.4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92 8094,'-1'-10'208,"-3"0"1,3 3-1,-2 0 1,2-1 675,1-1 1,0-1-1,1 1-472,2 2 0,3-1 0,4 5 0,0 1-329,0 1 0,0 1 1,-1 1-1,-1 2-130,-1 4 1,-1 2 0,0 2 0,-2 3-248,-3 2 0,-1 3 1,-1-1-1,-2-2-102,0 2 0,-5 2 0,1-1 0,-2-2 319,-1-4 0,0 2 0,0-2 767,0 0 1,3-6-413,0-4 0,5-3 1,0-3-1,4-3-6,5 0 1,2-2 0,1 5 0,1 0-85,3-2 0,-3 4 0,3-2 0,-4 3-68,-4 3 0,3 3 0,-3 4 0,0 0-27,-3 0 0,-3 1 0,-3 2 0,-5 1-65,-5 2 1,-2 0 0,-6 2-1,1-2-528,0-2 1,-2 3 0,1-3 0,0-2-2330,1-1 2829,7-5 0,21-6 0,10-6 0</inkml:trace>
  <inkml:trace contextRef="#ctx0" brushRef="#br0" timeOffset="499">483 589 8094,'-10'0'982,"3"0"1,2-2 803,0-1 1,2 1-1294,3-5 1,8 4 0,3-3 0,3 2-348,4 1 1,1-1-1,-1 0 1,-2 2-474,2 1 1,2 1-1,-1 0 1,-1 0-837,-1 0 1,-5 0 0,2 0 1162,-3 0 0,-14 9 0,-4 2 0</inkml:trace>
  <inkml:trace contextRef="#ctx0" brushRef="#br0" timeOffset="683">605 416 8304,'-10'0'1864,"3"1"-1242,0 3 0,5 1 0,-2 7 0,3 2-295,1 7 0,0 3 0,-1 7 0,-1 0-355,-1 3 1,-4 1 0,3 1-1,2-5 28,1-7 0,6-11 0,0-4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8:19.6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 41 8188,'-5'-4'1543,"-5"3"1,5-7-512,-5 4 0,4 0 1,5 2-811,7-2 1,1 1 0,12 3 0,1 0-152,2 0 1,5 0-1,-2 0 1,0-1-474,0-3 0,-1 3 1,-2-2-1,-1 2-1269,-2 1 1,-5 0 1670,-1 0 0,-6 4 0,-2 2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58:20.0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62 18 8259,'-6'-4'1131,"3"-3"0,0 2 0,1 3 0,-1 4-721,1 5 0,-3 5 0,2 3 0,0 1-671,2 2 0,-2 1 0,0 0 1,0-1 260,2-1 0,-8 0 0,-2 3 0</inkml:trace>
  <inkml:trace contextRef="#ctx0" brushRef="#br0" timeOffset="383">52 69 8838,'4'-6'0,"3"3"276,2 2 1,2 1 0,2 0 0,1-2-308,2-1 0,4 2 0,4-2 0,-2 1-208,0 2 0,-3 0 0,-1-1 0,-2-1 260,-2-1 0,0-2 1,-4 3 1543,0-1 407,-4-1-994,-2 4 0,-5 0 676,-2 0-1136,2 0 0,-8 1-353,2 3 0,1 1 0,1 7 0,-1 1 55,0 4 1,3 3 0,-4 4 0,-1 4 0,-1 5 1,-1 7-1,-1 9 1,-1 4 125,-2 4 1,-1 4-1,3 2 1,-1 1-82,0-1 0,5-5 0,3-6 0,-1-6-686,0-6 0,4-11 1,0-6-1,4-8-1929,5-7 1,2-4 2348,1-4 0,0-18 0,0-4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2:38.9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6707,'7'0'2733,"1"0"-1874,-4 0-269,-2 0 0,4 2-19,-6 2 0,1-2-310,4 2 0,-4-1-77,4 2 0,-2-2-281,1 5 1,-2-3 0,3 2-684,1-1 1,-3 5 779,6-2 0,12-3 0,8 0 0</inkml:trace>
  <inkml:trace contextRef="#ctx0" brushRef="#br0" timeOffset="466">323 0 8170,'0'8'2323,"0"-2"-1490,0-6-440,0 6 0,6 1-358,3 6 1,-2-5 0,1-2-509,-3 0 1,4-3-1,-3 4-298,2-1 1,-4 3 0,5-4 770,2-2 0,18-8 0,7-2 0</inkml:trace>
  <inkml:trace contextRef="#ctx0" brushRef="#br0" timeOffset="883">671 0 8170,'0'8'2167,"0"-1"-625,0-2-1135,0-4 1,2 5-1,1-4 94,1 2 0,7-3-594,-2 4 1,-2 1 0,2 0-1389,2 1 1481,-5-4 0,29 15 0,3-3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2:41.3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322 1 12328,'-6'13'444,"3"-4"0,-6 2 0,-1 2-199,-2 3 1,-7 10 0,-2-1 0,-3 6-193,-3 4 0,5 0 0,-7 6 1,6-1-315,-1 0 1,1-7 0,4-6 0,6-8-2500,1-4 768,6-8 1992,0-1 0,24-47 0,4-11 0</inkml:trace>
  <inkml:trace contextRef="#ctx0" brushRef="#br0" timeOffset="385">0 54 9983,'0'9'616,"2"0"0,2 2-319,5 1 0,3 1 0,3 2 0,3 3-28,4 4 0,2-1 0,2 1 0,-1 2 103,3 2 1,-3-4 0,-4-1-1,0-2-208,0-2 0,-5-2 0,2-2 1,-3-1-218,-1-3 1,-5-2-1258,0-2-665,-6-4 0,1 5 1975,-8-6 0,-40-36 0,-14-8 0</inkml:trace>
  <inkml:trace contextRef="#ctx0" brushRef="#br0" timeOffset="633">188 41 8128,'0'9'1610,"0"0"-1170,0 1 1,-4 4 0,-1 2 0,2 4-188,2 0 1,-4 7-1,1 6 1,-1 0-308,-1 0 1,5 2 0,-4-3-1,2-3-887,-1 0 941,2-2 0,-9-12 0,3-4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2:43.4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173 27 8128,'-13'-7'-104,"1"1"0,1 1 158,2 1 0,5-1 1,-5 5 250,-1 0 0,-1 6 0,1 3 0,1 3-326,-2 2 0,4 5 0,-2 3 1,0 5 37,2 4 0,-4 4 0,7 5 0,-1 2 48,-1 2 0,5 4 0,-4 6 1,5-2-286,5-3 1,-1-3 0,8-6-1,5-2-1146,2-7 1366,3 0 0,47-34 0,10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2:44.0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108 54 8128,'0'-9'529,"0"1"0,2 0 0,1-2 525,1 1 1,2 6-651,-2-2 0,4 4 0,5 2-126,1 4 1,-1 8 0,1 10 0,-3 2 18,-2 2 0,3 4 0,-3 3 0,2 3-137,-2 5 1,-3 3 0,-6-2 0,-2 3-976,-2 2 0,-4 0 1,-7 2 814,-3 0 0,-22-22 0,-12-1 0,-6 3 0,0 1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2:51.2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344 39 8272,'0'-9'2675,"0"0"1,0 4-2356,0-4 0,-1 6 1,-2 0-1,-3 6-219,-2 6 0,3 3 0,-4 4 0,-1 2-8,-3 5 0,0 9 0,-1 6 0,0 5-76,0 3 1,-4 5 0,-2 1 0,0 6-35,0 6 1,2-1 0,4 0 0,1-2 39,-1-3 1,6-8-1,4-6 1,2-5-59,2-7 0,2-14 0,2-6 0,5-4-51,4-5 1,0-2 0,1-1 0,0 0-7,0 0 1,-1-4-1,1-2 1,0-2-350,0-3 1,-1-5 0,1-4 0,0-2-525,0-2 0,-1-2 0,1-2 965,0 1 0,-25-62 0,3 38 0,-1-1 0</inkml:trace>
  <inkml:trace contextRef="#ctx0" brushRef="#br0" timeOffset="183">1 396 8272,'1'-7'1254,"4"2"0,4 4 0,9-1 0,5-1-1206,3-2 1,2 1-1,-1 4 1,2 0-1323,3 0 1274,-3 0 0,41 18 0,4 5 0</inkml:trace>
  <inkml:trace contextRef="#ctx0" brushRef="#br0" timeOffset="815">811 383 8272,'10'-8'1053,"-1"3"0,-5 4-398,5 1 0,-6 1 1,2 4-276,-3 4 0,-4 8 1,-1 3-1,-3 1-56,-2 3 1,1-2 0,-4 1 0,2 3-80,-2 4 1,-3-1 0,-2 3 0,-3-4-104,2-5 0,-2 1 0,0-6 1,2-1-279,2-2 1,1-7 0,2-5-198,3-6 1,-2-6-1,7-9 1,1-5-313,1-3 1,2-2-1,2-1 1,2-1 260,6-2 1,2-5 0,1 5 0,1 1 55,0 2 0,6 7 0,1 0 0,2 4 488,0 6 1,4 4-1,6 10 1,-1 4 780,1 7 1,-4 7-1,3 9 1,-4 3-142,-5 5 1,-4 3 0,-6 1-1,-4 0-536,-5 0 1,-2-1 0,-2-3 0,0-7-809,0-5 544,-6 1 0,-51-36 0,-17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3:03.0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151 33 8334,'-7'-8'-96,"2"0"0,-2 3 0,2 0 0,-2 2 842,-1 1 0,0 1 0,0 1 0,0 2-345,0 3 0,-1 1 1,-1 8-1,0 2-332,0 2 0,1 7 1,1-1-1,1 5-144,2 3 0,-1 4 1,3 3-1,1 1 16,1 0 1,3-1-1,3 1 1,3-1-496,4-2 554,1-5 0,31-8 0,7-5 0</inkml:trace>
  <inkml:trace contextRef="#ctx0" brushRef="#br0" timeOffset="334">477 160 8332,'-8'0'108,"3"0"1,0 0 181,-2 0 0,3 1 1,-1 1-1,-2 4 11,0 1 1,-3 4 0,-2 3-1,-1 4-327,-4 3 1,1 6-1,-5 1 1,2 0-295,1-1 1,2-3 0,2-3-1,2-4 320,0-6 0,5-11 0,4-9 0</inkml:trace>
  <inkml:trace contextRef="#ctx0" brushRef="#br0" timeOffset="517">270 200 8318,'8'8'-36,"0"0"535,0-1 1,3 4 0,0 1 0,2 0-79,1 2 0,1 1 0,1 1 0,0 0-373,0 0 0,-1 0 1,-1-1-1,-3-2-1078,-2-3 0,1-1 1030,-5-1 0,-9-7 0,-1-2 0</inkml:trace>
  <inkml:trace contextRef="#ctx0" brushRef="#br0" timeOffset="700">358 120 8365,'0'16'84,"0"0"0,0 3 0,0 3 0,0 3 547,0 2 0,0 5 0,0 1 0,0 1-620,0 2 0,0-3 0,0-4-11,0-2 0,0-9 0,0-3 0</inkml:trace>
  <inkml:trace contextRef="#ctx0" brushRef="#br0" timeOffset="1070">676 49 8365,'8'7'69,"0"-1"0,2-1 351,1 1 0,0 1 0,-1 1 0,1 1 53,2 2 1,-1 2 0,1 6 0,-2 2-143,-2 2 1,-2 5 0,-2 4-1,-2 3-38,-2 1 0,-3 2 0,-2-3 1,-5-2 15,-3 0-309,-5-1 0,-42 17 0,-13 5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2:57.6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326 32 9776,'1'-5'887,"1"3"0,0 1 0,3 1-1636,2 0 0,-3 0 749,1 0 0,-14 18 0,0 4 0</inkml:trace>
  <inkml:trace contextRef="#ctx0" brushRef="#br0" timeOffset="218">72 294 8449,'-8'0'1155,"0"0"1,3-1 0,3-1 0,5 0-473,5 0 0,4-2 0,7-1 0,3-1-487,4-2 1,2 2-1,4-5 1,-1 2-249,1-2 0,-1 2 0,-1-1 1,-2 2-808,0 2 1,-3 0-1,-4 3 859,-5 2 0,-18 10 0,-8 5 0</inkml:trace>
  <inkml:trace contextRef="#ctx0" brushRef="#br0" timeOffset="552">262 572 7534,'0'-5'176,"-1"0"867,-1-2 1,2 0 0,-1-1 0,4 0-765,4 0 1,0 1 0,7 1 0,0 2-112,1 0 0,-2 2 0,0 2 0,1 0 110,1 0 0,-1 3 1,-2 3-1,0 4 111,-3 3 1,-3 2 0,-1 1 0,-2 1-135,-1 2 0,-4-2 0,-1 4 0,-2 1-500,-1 1 0,-2-1 0,-1-2 0,-2-1-503,1-1 0,2-2 1,2-3-1,1-2-342,-1-2 1,-1-5 0,-1-1-1197,0-3 2286,0 0 0,-11-49 0,-2-13 0</inkml:trace>
  <inkml:trace contextRef="#ctx0" brushRef="#br0" timeOffset="717">270 334 8329,'-8'8'72,"0"0"1,0 1 483,0 1 0,-2 9 0,-2 6 0,1 5 174,-1 6 1,-2 2 0,1 5-1,-2 1-786,-1 0 0,0-1 0,1-4 0,2-2 56,2-2 0,-26-13 0,-6-4 0</inkml:trace>
  <inkml:trace contextRef="#ctx0" brushRef="#br0" timeOffset="1416">1009 24 8443,'-8'5'433,"0"1"0,0-3 0,0 4 0,-1 3-218,-1 1 1,-3 7 0,-6 6 0,-2 4-713,-2 3 1,-1 2 0,0 0 496,0 2 0,-17 17 0,-5 2 0</inkml:trace>
  <inkml:trace contextRef="#ctx0" brushRef="#br0" timeOffset="1533">731 374 7959,'4'4'-75,"0"-1"1,4-3 0,0 0 729,0-3 1,1 1-1,1-3 1,4-1-155,4-1 1,2-1-1,4 0 1,0 0-538,0 0 1,1 0-1,-1 0 1,-3 1-1225,-4 2 1,-2 0 1259,-2 3 0,-12-3 0,-6-3 0</inkml:trace>
  <inkml:trace contextRef="#ctx0" brushRef="#br0" timeOffset="1785">953 183 8362,'0'8'0,"-2"0"0,-1 1 268,1 1 1,-1 3 0,0 3-1,1 3 393,2 2 0,0 5 0,-1 5 0,-1 6-35,-1 5 0,1 4 1,1 2-1,-1 2-337,-1 0 1,-2 2-1,2-4 1,-1-5-208,0-4 1,2-8-1,2-7-909,0-5 0,0-10-508,0-6 0,0-9 0,-1-5 1335,-2-1 0,-12-51 0,-6-15 0</inkml:trace>
  <inkml:trace contextRef="#ctx0" brushRef="#br0" timeOffset="1950">898 501 8338,'-8'0'230,"0"0"0,-1 1 234,-1 1 1,1 3 0,-3 5 0,1 3-88,-2 2 1,-2 0-1,0 6 1,0 1-696,2 1 1,3-2 0,-1-1 0,1-1-2337,2-4 2654,-1-3 0,11-29 0,-1-6 0</inkml:trace>
  <inkml:trace contextRef="#ctx0" brushRef="#br0" timeOffset="2067">906 532 8211,'12'-5'0,"0"1"42,-1 0 1,-1 2 0,2 2 0,1 0 251,-1 0 1,-1 2-1,2 2-294,1 0 0,4 5 0,3 3 0</inkml:trace>
  <inkml:trace contextRef="#ctx0" brushRef="#br0" timeOffset="2335">1120 72 8019,'0'8'986,"1"4"1,2 4 0,2 4-1096,2 3 0,4 2 0,0 0 0,1 2-481,-1-2 1,0-3 0,-4-4 0,-1-2 589,-1-3 0,-13-26 0,-2-10 0</inkml:trace>
  <inkml:trace contextRef="#ctx0" brushRef="#br0" timeOffset="2535">1208 119 8415,'8'-12'0,"2"-2"0,2 3 0,0 2 419,2 3 0,1 3 1,0 3-1,-1 1-15,0 1 1,-5 3-1,2 6 1,-3 2-326,-3 2 0,-1 1 0,-4 0 0,-1 0-216,-2 0 0,1 0 0,-6 1 0,0 0-191,-1 2 0,-4-1 0,0-3 0,-2-1-371,-1 0 0,3-5 0,1 1 0,0-4 699,3-3 0,3-2 0,17-12 0,6-2 0</inkml:trace>
  <inkml:trace contextRef="#ctx0" brushRef="#br0" timeOffset="2903">1136 564 8375,'-4'-8'892,"1"0"1,4 0-1,4 1 1,6 1-733,3 1 0,2 0 1,0-1-1,1 1-253,1-1 1,-1 0 0,1-1 0,-3 3-230,-2 0 0,-3 2 0,-1 1 176,-3-2 303,-2 2 1,-5-1 0,-2 4 0,-2 4-118,-2 1 0,0 2 1,1 0-1,1 3 11,-2 0 0,3 2 0,0 4 0,-1 1-22,1 2 1,1 0-1,-1 3 1,0-1-207,2-2 1,-1 2-1,0-3 1,1 0-427,2-1 1,0-3 0,0-3-1,0-2 603,3-3 0,-9-24 0,1-7 0</inkml:trace>
  <inkml:trace contextRef="#ctx0" brushRef="#br0" timeOffset="3067">1152 723 8307,'-5'-7'31,"0"1"0,2 1 265,1-2 1,1 3-1,1-1 1,0-1 1,6-1 0,3 1 0,3 1-110,2-1 0,2 2 0,1 1 1,2 0-112,-1 0 1,-3 1-1,0 2 1,-2 0-433,1 0 0,-3 1 1,-1 2-1,-4 4-895,-3 3 0,-2 4 1250,-1-1 0,-35 30 0,-10 9 0</inkml:trace>
  <inkml:trace contextRef="#ctx0" brushRef="#br0" timeOffset="3268">1073 938 8299,'-8'0'1781,"3"-1"-1205,3-2 1,5-2 0,6-5 0,7 0-141,7 0 0,5-2 0,7 3 0,3 1 88,3 1 0,4 6 0,4-2 0,1 3-85,-3 3 0,-3 0 0,-6 3 0,-5 0-133,-6 0 1,-10 1-1,-9 1-273,-5 0 0,-3-4 0,-3-1 0,-2-2-72,-2-1 0,-1 0 39,0 0 0,-14-11 0,-4-2 0</inkml:trace>
  <inkml:trace contextRef="#ctx0" brushRef="#br0" timeOffset="3933">1851 302 8327,'-8'0'388,"4"-1"84,1-2 1,3 3 0,4-4-168,4 1 1,7 1 0,6-4-1,3 0-350,2-1 1,3-2 0,3 0 0,1-2-176,-1 1 0,0 2 1,-5 3 219,-2 2 0,-14 10 0,-5 2 0</inkml:trace>
  <inkml:trace contextRef="#ctx0" brushRef="#br0" timeOffset="4336">1859 477 8249,'3'-8'-88,"0"0"1,3 1-1,-1 1 1,3 1 409,3 2 0,-3 0 1,4 2-1,-2-1-387,1 0 1,2-1 0,-2 4 0,-2 2-10,-3 2 0,-2 0 1,-2 2-1,0 3-77,-3 2 1,-3 3 0,-6 5 0,-3 0-275,-2 2 0,1-1 0,-5 0 0,0 1 425,-3 1 0,2 1 0,0-1 0,0-2-32,3-3 0,1-2 0,2-3 1,5-2 897,3-2 0,2-6-347,4-3 0,4-3 0,2-5 0,3 0-2,5 0 0,2-3 0,2 0 0,3-1-325,2 1 0,1-1 1,0 3-1,0-2-405,0 1 1,-1 2-1,1 0 1,-1 0-1286,-2 0 0,-4 2 1498,-4 1 0,-13 0 0,-2-3 0</inkml:trace>
  <inkml:trace contextRef="#ctx0" brushRef="#br0" timeOffset="4652">2002 24 8430,'0'16'0,"0"1"7,0 1 1,1 2 0,2 5 0,3 2 381,4 2 1,3 5 0,5 3-1,2 4 142,3 4 0,0 4 1,6 9-1,1 1-98,1 1 1,-2 1 0,-2 0-1,-1-7-268,-3-9 1,-7-11 0,0-10 0,-1-6-10,0-7 0,-3-1 0,-1-8 0,-3 0-287,0-1 0,-3-5 1,-3-1-1,-1-3-674,-1-2 1,-1-5-1,-1-5 1,-3 0 804,-3-2 0,-6-22 0,-4-9 0,-2-6 0,1 1 0</inkml:trace>
  <inkml:trace contextRef="#ctx0" brushRef="#br0" timeOffset="4766">2280 0 8450,'-3'8'136,"-1"0"1,-1 0-1,2 0-136,2 0 0,19 10 0,4 4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3:08.4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260 74 8254,'0'-7'136,"0"1"0,0 5 1,0 1 200,0 5 0,0 5 1,-1 4-1,-3 5-157,-2 6 1,-6 2-1,-2 3 1,-2 3-58,-4 2 0,1 1 0,-5 0 1,3-5-68,1-4 0,-1-8 0,6-7 0,0-5-99,2-4 1,2-6 0,3-4 0,0-6-75,2-6 0,4-2 0,-2-5 0,4-1-129,4-4 1,1 1-1,6-4 1,2 2-115,3 0 0,6 3 1,4 4-1,3 2 246,3 1 0,5 3 1,5 3-1,-1 4 258,-1 5 1,-3 7-1,-2 8 1,-2 6 51,-3 6 1,-10 9-1,-5 1 1,-7 4 171,-4 5 0,-4 3 0,-4 4 0,-3-2-508,-5-1 1,-3 2 0,-4-3 139,0-1 0,-22-15 0,-5-3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3:09.3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1 115 8366,'0'6'-1024,"0"1"1564,0 0 0,1 3 0,2 2 1,3 2-168,3 1 1,2 1-1,1 3 1,1 0-362,2 1 0,0 0 1,3 1-1,-3 1-573,-1-4 0,1 0 0,-5-5 0,-2-1-1157,-3-1 1718,3-2 0,-20-12 0,0-3 0</inkml:trace>
  <inkml:trace contextRef="#ctx0" brushRef="#br0" timeOffset="251">107 134 8366,'9'-6'2,"1"-1"1,0 1 0,0-4 0,3 1 133,3-1 1,7-1 0,4 0 0,4-2 41,4 1 1,6 1 0,2 3 0,-2 0-25,-1 2 0,-1 4 0,-9-2 0,-4 4-39,-1 4 1,-5 1 0,-6 5 0,-5-1-49,-4 1 0,-2 1 0,-3 0 1,-1 3-10,-2 1 1,-2 1 0,-5 4 0,1-1-211,-1 0 0,-1 0 0,-1 1 0,-1-2-468,-2-2 0,2 2 0,-3-3 620,-2 0 0,-8-5 0,-4-6 0</inkml:trace>
  <inkml:trace contextRef="#ctx0" brushRef="#br0" timeOffset="417">319 47 8468,'0'10'211,"0"-3"1,0-1-1,0 3 158,0 2 1,-3 1 0,0 4-1,0 2-442,2 4 0,1-1 0,0 5 0,0 0-801,0-2 1,0 0 873,0-5 0,-13 13 0,-3 4 0</inkml:trace>
  <inkml:trace contextRef="#ctx0" brushRef="#br0" timeOffset="567">203 250 8468,'5'-10'-25,"0"1"1,6 0 184,1 3 0,-1 0 1,3 4-1,-1-1-646,0 1 1,3 1 485,-3 1 0,-9 34 0,-5 9 0</inkml:trace>
  <inkml:trace contextRef="#ctx0" brushRef="#br0" timeOffset="734">174 424 8468,'0'-7'291,"0"1"0,0 2 0,1-1-88,3 1 1,5-4 0,7 3 0,3-1-387,0-1 1,1 2 0,2-2 182,0 4 0,-8 15 0,-5 4 0</inkml:trace>
  <inkml:trace contextRef="#ctx0" brushRef="#br0" timeOffset="917">97 539 8436,'2'-9'432,"4"0"0,4 2-220,4 0 1,3 1-1,6-3 1,3 2-416,2 0 1,0 2 0,1-3 0,0 3-1050,0 1 1252,-8-4 0,-7 3 0,-10-5 0</inkml:trace>
  <inkml:trace contextRef="#ctx0" brushRef="#br0" timeOffset="1084">290 337 8434,'-10'0'-45,"4"3"1,1 1 0,-1 2-15,1 1 1,2 3 0,-3 3 0,1 3 385,0 2 0,2 1 0,0 0 0,2 2-542,1 1 0,0-1 1,0 0-1,0-3 215,0-2 0,13-25 0,3-4 0</inkml:trace>
  <inkml:trace contextRef="#ctx0" brushRef="#br0" timeOffset="1234">367 356 8434,'0'6'0,"-1"1"0,-1 0-100,-1 2 0,0 2 0,3 2 0,0 4-65,0 4 1,0-1 0,0 4 0,0-1 164,0-1 0,-39 39 0,-9 7 0</inkml:trace>
  <inkml:trace contextRef="#ctx0" brushRef="#br0" timeOffset="1400">97 742 8184,'10'-10'-267,"-4"4"0,2-1 1,1 0 441,3-2 1,5 2-1,0-2 1,5-2 252,4 1 1,1-1-1,2 1 1,0 1-935,0-1 0,-4 1 506,-3 3 0,-10 2 0,-3 4 0</inkml:trace>
  <inkml:trace contextRef="#ctx0" brushRef="#br0" timeOffset="1550">280 722 8040,'-4'7'-47,"-2"-1"1,0 1-1,0 3 1,-2 3 354,0 3 1,1 0 0,1 2 0,0 0-495,0-1 1,-1 0 185,3 2 0,6-4 0,3-1 0</inkml:trace>
  <inkml:trace contextRef="#ctx0" brushRef="#br0" timeOffset="1683">444 790 8357,'7'0'44,"-2"1"0,0 2 133,1 4 1,-3 1 0,3 2-1,1-1-177,-2 1 0,8 8 0,-2 3 0</inkml:trace>
  <inkml:trace contextRef="#ctx0" brushRef="#br0" timeOffset="2299">936 221 8342,'-5'0'243,"0"0"1,14 0 0,4-1-482,4-2 1,3-3 0,2-3 0,0-1-177,0 0 0,-2 2 414,-1 1 0,-4-1 0,-1 3 0</inkml:trace>
  <inkml:trace contextRef="#ctx0" brushRef="#br0" timeOffset="2450">1139 134 8392,'-10'0'133,"0"0"1,1 5 0,-1 1-1,0 4-37,1 2 1,-4 3-1,0 6 1,0 1-187,-1 4 0,0 3 0,-3 3 0,1 3-36,-1 3 0,-1 1 1,-2-2-1,2-2-58,2-2 0,2-5 0,6-2 0,1-4-171,4-5 1,3-8-1,3-5 355,4-3 0,23-31 0,6-8 0</inkml:trace>
  <inkml:trace contextRef="#ctx0" brushRef="#br0" timeOffset="2567">1158 404 8392,'19'-8'-96,"-1"0"0,-1 3-79,0 1 0,-6 0 0,2 4 1,-2 0 329,-1 0 0,-4 0 0,-1 1-455,0 3 300,-2-3 0,-16 7 0,-3-2 0</inkml:trace>
  <inkml:trace contextRef="#ctx0" brushRef="#br0" timeOffset="2869">1148 414 8317,'0'10'0,"0"-1"0,0 1 0,-3 1 0,0 1 0,1 4 211,1 3 0,1 0 1,0 1-1,0 3-61,0 3 0,0 1 0,0 3 1,0 1-39,0 2 1,-2-3 0,0-4 0,-1 0-168,1-6 0,0-4 0,0-6-39,-2 0 0,-3-6 1,2-4-1,-2-5-5,1-4 0,-1-5 0,-1-1 0,0-1 174,2 0 1,0 0 0,-1-3 0,2-1 134,0 1 1,-1 3-1,3 1 1,1 1 109,0 2 0,2 2 0,2 0-322,1 0 0,2 5 0,6 2 0,1 2-379,0 1 0,9 0 1,-1 0 380,4 0 0,53-5 0,16 0 0</inkml:trace>
  <inkml:trace contextRef="#ctx0" brushRef="#br0" timeOffset="3584">1621 298 8392,'0'-9'7,"0"2"456,0 1 0,0 2-323,0-2 0,3 3 1,1-3-1,1 1-216,3 0 1,2 2 0,1-4 0,3 0-37,1-2 1,-2 4-1,2 0 1,-1 2-36,-2 0 1,-1 0-1,-3 4 1,-1 2 93,-4 3 1,-2 7-1,-2 3 1,-3 4-37,-6 2 1,-1 0-1,-5 3 1,-2 2-84,-4 1 0,2 1 1,-3-1-1,0-1 279,1-2 1,-1-3 0,5 0-1,1-3 871,1-2-762,8-8 1,1-6 0,10-6 0,4-3-162,5-3 1,0 0 0,4 0 0,1 1-113,1 2 0,2 4 0,-2-1 0,-1 3 26,-1 3 0,0 2 0,2 6 0,-1 2 158,0 3 1,-7 2 0,1 2 0,-5 3 17,-1 3 1,1-2-1,-4 1 1,-2 0-95,-2-1 0,-6-2 1,-1 0-1,-3-3-170,0-3 0,-2-3 0,1-6 0,-1-4-1,0-2 1,-2-3 0,4-3-1,2-6 76,3-3 1,1-2-1,0-3 1,3-1 104,2 1 0,1 0 1,1 1-1,2 1 27,3 5 0,3 2 1,1 2-1,-1 3-88,1 1 0,-1 1 0,2 3 0,2 0 0,11 30 0,6 7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3:14.2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280 75 9570,'-5'2'349,"2"1"1,5-1 0,2 3-350,1 0 0,2 15 0,3 1 0</inkml:trace>
  <inkml:trace contextRef="#ctx0" brushRef="#br0" timeOffset="335">87 153 8402,'-9'9'122,"0"1"194,3 0 0,-2-1 0,5 2 0,0 2-116,-1 3 1,3 1 0,-4 0 0,2-1-189,0 1 1,-1 2 0,1-1 0,0-2-193,1-3 1,1-3 1,1 0 1,0-6 114,0-4 1,1-5 0,2-7 0,4-1-63,1 2 1,2-3-1,1 0 1,0 0 6,2 0 0,4-2 1,-1 3-1,4 1 94,2 1 0,2 2 0,1 0 0,-1 2 26,0 0 1,-3 4 0,4-2-1,-2 0 0,-1 3 1,-6 1 0,-3 2 0,-4 2-94,-2 4 1,-3 1 0,-4 2 0,-1 1-368,-2 2 458,-7-3 0,-48 39 0,-15 3 0</inkml:trace>
  <inkml:trace contextRef="#ctx0" brushRef="#br0" timeOffset="483">87 452 8402,'0'-7'278,"0"1"1,0 2-1,2-1 1,0 0-7,1-1 0,4 3 0,1-3 1,4-1-350,4 2 0,-1-3 1,1 5-1,0 0-385,-1-1 462,3 3 0,-20 22 0,0 11 0</inkml:trace>
  <inkml:trace contextRef="#ctx0" brushRef="#br0" timeOffset="616">97 538 9412,'4'-5'-31,"2"-3"0,3 4 31,1-1 0,21-2 0,5-2 0</inkml:trace>
  <inkml:trace contextRef="#ctx0" brushRef="#br0" timeOffset="817">1 722 8402,'0'-10'141,"0"0"1,1 2 0,2 0 0,3 2 298,3-2 0,2-4 0,3 0 0,4-1-325,3-1-1,6 3 1,-1-2 0,2 1-601,0 0 0,0 4 1,-2-2-1,-3 3 486,-3 2 0,-9-8 0,-3 2 0</inkml:trace>
  <inkml:trace contextRef="#ctx0" brushRef="#br0" timeOffset="1034">203 384 8402,'-8'4'0,"0"4"98,2 4 1,0-1 0,-1 5 0,0 3 243,0 2 0,-2 2 0,0 4 1,-1 5-23,0 1 1,1 2 0,-2 4 0,-1-1-235,-1 1 1,-3 2-1,5-4 1,1-6-727,2-6 1,6-6 639,-1-3 0,2-23 0,1-11 0</inkml:trace>
  <inkml:trace contextRef="#ctx0" brushRef="#br0" timeOffset="1188">126 673 8392,'10'7'0,"-1"-1"468,1 2 1,4 0-1,2 3 1,2 2 172,1 3 0,5 5 0,2 3 0,2-1-325,0 1 0,1-2 0,0-2-316,0-1 0,4-13 0,2-2 0</inkml:trace>
  <inkml:trace contextRef="#ctx0" brushRef="#br0" timeOffset="1667">762 85 8031,'0'10'-898,"0"-1"0,0 1 961,0 0 0,1-1 0,3 0 0,2-2-63,3 0 0,5-5 0,35-23 0,13-12 0</inkml:trace>
  <inkml:trace contextRef="#ctx0" brushRef="#br0" timeOffset="1766">975 85 8333,'-4'7'-806,"0"-2"1,-2 1 847,-5 3 0,0-1 0,-6 10 0,-3 2-42,-5 5 0,-17 13 0,-8 7 0,-5 4 0,1 1 0</inkml:trace>
  <inkml:trace contextRef="#ctx0" brushRef="#br0" timeOffset="1900">637 394 8333,'5'-1'-106,"0"-2"1,-2-1 177,0-1 0,5 2 0,-1-3 0,5 1 334,4 0 0,2-3 0,1-4 0,2-1-141,1 2 1,3-1-1,3 0 1,-2-1-553,-4 1 1,-2 5 0,-1 2-1,-2-1 287,-1 1 0,-22-2 0,-1-2 0</inkml:trace>
  <inkml:trace contextRef="#ctx0" brushRef="#br0" timeOffset="2083">868 172 8400,'-3'14'0,"0"2"0,0 2 31,-1 1 0,2 5 0,-2 2 0,1 2 141,0 0 1,-4 1-1,3 0 1,0 0-313,-1 0 1,-1 0-1,2-1 1,-1-2-1467,1-4 1606,-3-1 0,6-24 0,-4-4 0</inkml:trace>
  <inkml:trace contextRef="#ctx0" brushRef="#br0" timeOffset="2317">830 345 8387,'-15'0'0,"2"0"0,1 0-352,-1 0 1,3 5 0,-4 1 0,1 3 611,0 0 1,-1 5 0,3 2 0,1 3-285,1 0 1,3-3 0,-1 0-1,4 0-236,2-1 1,1-1 0,0-4 0,1-2 139,2-1 1,3-3 0,4-4 0,2-1-25,1-2 1,4-3-1,-1-3 1,2-1 158,2 0 1,-1 1-1,0 0 1,-1 2-125,-1 0 109,1 5 0,-3 2 0,4 5 0</inkml:trace>
  <inkml:trace contextRef="#ctx0" brushRef="#br0" timeOffset="2584">840 567 8376,'-10'5'-226,"0"-4"1,1 3 586,-1 0 0,0 2 1,2 3-1,0 2 145,2 2 0,-1-1 0,-1 4 1,0 2-454,2 3 0,1 0 0,-2 1 1,4-2-67,2 0 0,1-2 0,0-2 1,0-3-189,0-2 1,4-2 0,4 0 189,3-3 0,0-2 1,2-4-1,-1 0-92,1 0 1,-3-1 0,4-1 0,-1-2-478,0-1 0,1-1 580,-1 0 0,-7-3 0,3 4 0</inkml:trace>
  <inkml:trace contextRef="#ctx0" brushRef="#br0" timeOffset="2733">926 587 8332,'-1'6'-58,"-2"0"1,-2 3 76,-1 3 1,-2 0 0,2 4 0,0 1 416,0 1 1,2 6 0,-1 0 0,0 2-607,-1 0 0,3-1 170,-3 4 0,-14 17 0,-5 5 0</inkml:trace>
  <inkml:trace contextRef="#ctx0" brushRef="#br0" timeOffset="2916">608 779 8332,'1'-15'-133,"2"3"0,-2 1 1,4 2-1,-1 2 35,2 0 0,7 2 0,3-1 1,4 1 459,2 1 1,0 2 0,3-4 0,2 1-582,1 0 1,1-2 218,0-2 0,21-27 0,6-5 0</inkml:trace>
  <inkml:trace contextRef="#ctx0" brushRef="#br0" timeOffset="3369">1206 133 8332,'-10'0'27,"1"1"386,-1 3 0,0 1 0,1 5 1,0 0-312,3 3 1,-3 3 0,3 6 0,-3 0-222,-1 0 0,2-2 0,0-1 0,3-1 157,1-1 0,1-4 8,3-3 0,1-5 1,3-1-110,6-3 1,0-2 0,6-1 0,1-3-265,2 0 1,-3 0-1,0-3 1,1 3-190,1 0 1,-2-1 0,-1 2 0,-1-1 318,-2 1 1,-5 1 0,0 3 1493,0 0-1097,-2 0 1,-5 1-1,-6 2 1,-1 5 696,-3 3 0,3 1 0,-7 4 0,1 3-588,0 2 0,-4 0 0,1 5 0,-2 2-200,-2 3 0,1 4 0,-1 6 0,-2 2-264,0 1 1,-4 1 0,4 2 0,-1-1-628,0-1 1,6-10 0,2-2 0,7-10 781,5-6 0,-3-29 0,1-10 0</inkml:trace>
  <inkml:trace contextRef="#ctx0" brushRef="#br0" timeOffset="3567">1013 500 8332,'4'6'-28,"2"1"1,1 0 377,3 2 0,-2 5 1,9 2-1,0 3 250,1 3 0,2 4 0,2 6 0,1 4-270,2 1 0,1 3 1,1 1-1,0 0-384,-1 0 1,-5-10 0,1-5-1,-4-7-1897,-2-6 1951,-4-5 0,-7-25 0,-6-4 0</inkml:trace>
  <inkml:trace contextRef="#ctx0" brushRef="#br0" timeOffset="4349">1881 8 8322,'-4'-5'1828,"-2"2"-1605,1 6 0,-4 3 1,3 7-1,-4 3-328,-3 2 1,2 1-1,-4 2 1,0 0-52,0 2 1,2 1 0,-1-3 0,2-4-126,3-2 108,6-7 1,3-4-1,8-8 1,2-3 77,3-5 1,4 0 0,0-3-1,1 1-5,1 3 0,0 0 0,1 1 0,-2 2 165,-2 1 0,1 0 0,-4 4 1,-1 0 47,-2 2 1,-1 2 0,-3 3 0,-2 2 275,-3 3 1,-7 5 0,-3 2 0,-5 3-278,-1 3 1,-3-1 0,1 2 0,-1 0-809,-1-1 1,-4 4 695,1-3 0,8-9 0,5-6 0</inkml:trace>
  <inkml:trace contextRef="#ctx0" brushRef="#br0" timeOffset="4566">1688 461 8451,'0'10'-243,"0"4"1,0 3 0,0 4 609,0 5 1,0 6 0,0 5 0,-1 3-85,-2 5 1,1-2 0,-4-2 0,2-5-527,2-4 1,1-4-265,1-5 1,0-10 506,0-13 0,4-43 0,1-15 0</inkml:trace>
  <inkml:trace contextRef="#ctx0" brushRef="#br0" timeOffset="4935">1717 452 7084,'0'-10'-379,"0"0"1,4 1 0,3 0 500,1 3 0,3-3 0,1 3 0,3-3-125,3-1 1,0 1 0,7-1 0,-1 0-51,1 1 0,-3 2 1,0 2-1,-2 1 156,0 2 1,-5 1 0,-4 2 0,-2 2 236,-3 3 0,-3 4 1,0 3-1,-2 3-28,-1 2 0,0 6 1,0 2-1,0 4-42,0 3 0,0 0 0,-1-1 0,-1 3-179,-2 3 0,1 4 0,3-2 0,-1-2-67,-2-5 1,2-3-1,-2-2 1,2-4-172,1-4 1,-1-6-488,-3-8 0,2-3 1,-4-6-42,-2-3 1,0-4-1,-2-3 675,0-3 0,-11-28 0,-6-12 0,-2-4 0,0-1 0</inkml:trace>
  <inkml:trace contextRef="#ctx0" brushRef="#br0" timeOffset="5066">1823 413 8265,'-1'9'-275,"-2"-3"0,2 3 0,-4-3 0,2 3 546,0 0 1,0 2 0,3 1 0,0 2-355,0 1 1,0-3 0,0 3 82,0-1 0,4 4 0,1-3 0</inkml:trace>
  <inkml:trace contextRef="#ctx0" brushRef="#br0" timeOffset="5216">1746 538 8265,'4'-9'-1793,"2"-1"1793,3 0 0,1 5 0,-1 1 0,1 1 0,0-1 0,-1 1 0,1 3 0,4 17 0,1 5 0</inkml:trace>
  <inkml:trace contextRef="#ctx0" brushRef="#br0" timeOffset="5350">1756 664 7313,'1'-7'997,"2"2"-1379,3 1 0,4-1 382,3 2 0,53-24 0,18-9 0</inkml:trace>
  <inkml:trace contextRef="#ctx0" brushRef="#br0" timeOffset="6232">2112 268 8265,'-1'-8'-402,"-1"0"525,-1 2 1,0-1-1,4-1 1,2 0 148,3 2 1,4 3 0,2-3 0,2 1-585,1 0 0,1-1 0,3 0 0,0 2-64,1-1 0,-4 4 1,-1-2-1,-1 2 127,-3 1 0,-3 0 1,-3 1 248,0 2 0,-3-1 0,-6 5 0,-2-1 0,-3 0 0,0 2 0,-2-1 0,-1 1 0,-1 2 0,0 3 0,1-1 0,-1 0 0,1-1 0,1 2 0,2 1 0,-1 0 137,0 0 0,1 2 0,-1-2 0,1 0 178,-1-1 1,3 1-1,2-2-626,1 1 0,2-2 210,5-8 1,2-4-1,5-10 1,0-1-24,-1 0 0,-2-1 0,-1 3 0,2 0 124,0 1 0,-1-1 0,-1 0 0,1 1 0,-2 3 0,-1 6 0,-4 8 0,-1 3 0,-2 2 0,-3 3 0,-3-2 0,-1-1 0,0 1 0,1 4 0,-1-3 0,2 0 0,1-3 0,0-1 0,3-1 0,2-1-18,1 1 1,2-5 0,3-2 0,1-6 138,0-3 0,4 1 1,-3-1-1,3 1-103,0 0 1,-2 2 0,-1 0 0,1 1-46,-2-1 1,0 2-57,-1-2 0,-3 6 1,2 3 82,-2 3 0,-5 0 0,-3 2 0,-1 1 0,-2 1 0,-3 1 0,0-3 0,1 3 0,-2 1 0,3-3 0,-2 0 0,2-3-148,2-3 1,-1-1 1580,0 2-706,1-3 0,5-5-604,4-2 1,7 1-1,6-5 1,0 0 42,1-2 1,1-1 0,5 1 0,1-1-116,2 1 0,3-1 0,-3 0 0,1 1-302,-1-1 1,4 4 0,-2-1 0,-2 1-438,-3 0 0,-2-1 1,-5 3 687,-2-2 0,0 4 0,-5-2 0,-2 4 0</inkml:trace>
  <inkml:trace contextRef="#ctx0" brushRef="#br0" timeOffset="6450">2267 423 8320,'-10'0'-258,"5"1"1,0 2 571,1 3 0,3 4 0,-2 2 1,2 2 56,1 1 1,0 5 0,0 6-1,1 3-44,2 3 1,-2 2-1,3 6 1,-1 0 28,1 2 0,-1-1 0,-2-6 1,1-4-665,1-4 1,4-4 0,-3-8 307,1-6 0,2-21 0,2-9 0</inkml:trace>
  <inkml:trace contextRef="#ctx0" brushRef="#br0" timeOffset="7333">2864 423 8211,'-3'6'11,"0"0"1,0-2 0,3 2 0,-1 2 240,-3 0 0,3 0 0,-2 0 0,2 3-111,1 0 1,-3 0-1,-1 2 1,-2 3 56,-1 3 0,-2-3 0,0 0 0,-2 1 64,-2 1 1,-1 1 0,-3 0 0,1-3-22,-1-3 1,2-6 0,0-3-206,1-3 1,2-3 0,6-8 0,2-3-264,3-3 1,6-6-1,1-1 1,3-2-251,0-2 0,4 0 0,1 1 1,0 1 63,0 1 0,3 3 0,-1 4 1,2 2 308,2 1 1,-1 5 0,1 6 0,2 3 496,0 3 1,2 5 0,-4 8 0,0 6 89,-1 5 0,-7 3 0,0 2 1,-4 5-622,-5 3 0,-2 0 138,-1 2 0,-30 23 0,-7 6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3:24.3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168 1 8444,'0'6'-111,"0"0"1,0-4 0,0 4 447,0 1 0,0 4 0,1 1 0,1-1-742,1-1 1,4 1-1,-1 1 405,2-1 0,16-5 0,5-2 0</inkml:trace>
  <inkml:trace contextRef="#ctx0" brushRef="#br0" timeOffset="284">363 27 8501,'-4'7'467,"-3"1"0,-4 3-713,-3 2 0,-4 2 1,-3 5-1,-1 2-77,-1 0 0,-2-2 0,5 1 0,0-3 51,1 0 1,5-4 0,0-2 0,2-3 368,4 0 1,2-4 982,3-2 0,2-3-614,-2-3 0,5 1 0,3-4 0,2 0-214,3 1 1,4-2-1,-1 1 1,1-2-200,5-1 1,-1 0-1,2 0 1,-1 1-411,-1 3 1,-1-2 0,1 3 0,0 0-430,0 0 1,-5-2 0,-1 3-767,-2 1 1552,-1 1 0,-32-3 0,-7-1 0</inkml:trace>
  <inkml:trace contextRef="#ctx0" brushRef="#br0" timeOffset="483">257 27 8444,'-3'9'54,"0"0"0,-3 0 1,3 1-1,1 1 205,1 4 1,1 2-1,0 2 1,0 1-13,0 4 0,0 2 0,0 3 1,-1 1-153,-2 2 1,1-4-1,-3 2 1,1-3-319,2 0 0,-2-7 1,1-4-1640,1-2 1862,-2-6 0,-1-35 0,-4-13 0</inkml:trace>
  <inkml:trace contextRef="#ctx0" brushRef="#br0" timeOffset="632">204 249 8444,'-9'7'-51,"0"-1"0,0 6 0,0-1-100,0 1 0,1-1 1,-1 2-1,1 1 31,2 0 1,-2-3 0,3 1 119,0 1 0,5-19 0,5-1 0</inkml:trace>
  <inkml:trace contextRef="#ctx0" brushRef="#br0" timeOffset="748">221 311 8426,'18'-5'-23,"-3"-2"0,0 3 0,-1 0 141,0 0 1,2 1 0,-3 3-1,-2 1 146,-1 2 1,4 2-1,-6 4-264,-1 0 0,-22 7 0,-10 3 0</inkml:trace>
  <inkml:trace contextRef="#ctx0" brushRef="#br0" timeOffset="1050">221 452 8426,'-4'5'-101,"-1"3"1,-3-2 0,-1 2 343,0 1 1,0 2-1,0 2 1,0 1 281,1 2 0,0 0 0,1 2 0,2-1-419,1-2 0,-2 0 0,3-3 0,0-1-218,-1-1 105,3-5 0,-2-1 0,6-4-129,3 0 0,0 0 0,2 0 0,2 0 0,0 0 1,2 3-1,1 0 1,1 1-104,2 0 0,-3 3 0,1-2 0,0 1-162,0 0 0,-1-3 1,2 2-1,-3-1-878,-2-2 1279,-1-1 0,0-1 0,-1 0 0</inkml:trace>
  <inkml:trace contextRef="#ctx0" brushRef="#br0" timeOffset="1215">319 470 8230,'-4'-5'-278,"2"2"0,-3 6 1,0 4 493,0 4 0,2 3 1,-3 7-1,0 3 303,1 1 0,-2 6 1,4 0-1,-2 2-755,-2-1 1,0-2 0,-1 1 0,1-1 235,0-5 0,-26-2 0,-2-6 0</inkml:trace>
  <inkml:trace contextRef="#ctx0" brushRef="#br0" timeOffset="1382">0 665 8358,'1'-10'-89,"2"-2"0,-1 5 0,3-2 0,0 2 117,0 2 0,5 1 1,4 4-1,4 0 229,3-3 1,-2 1 0,6-4 0,1-1-734,3-1 1,4-5 0,0-2 475,1-1 0,17-18 0,5-3 0</inkml:trace>
  <inkml:trace contextRef="#ctx0" brushRef="#br0" timeOffset="1851">620 45 8358,'-9'-1'-59,"0"-2"0,0 2 0,0-1 1,0 4 595,1 4 1,-1 3 0,-1 2 0,-1 1-429,-1 2 0,0 4 0,4 3 0,0-2-224,2 0 1,-1-1 0,4-2 0,0-1 40,-1-3 0,4-3 23,0-3 1,5-2-1,6-4 1,1 0 6,-2 0 0,3-4 0,0-1 1,1-1 14,2 0 0,0 3 0,1-3 0,-1 0-377,-2 1 1,0 0-1,2 3 1,-2-1 194,-1 1 1,-2 1-1,-2 1 993,0 0-331,-4 0 1,-2 1 0,-6 2 186,-3 3 1,-3 2-1,-2 2 1,-1 2-252,-2 3 0,2 1 0,-3 2 1,1 1-161,0 1 1,-3 3 0,2 4 0,0 3-134,0 2 1,-2 3 0,2 1 0,0 2-232,0 0 0,-1-1 0,4-4 1,1-5-656,2-3 1,1-3 0,1-7-2373,1-3 3164,4-4 0,2-32 0,5-5 0</inkml:trace>
  <inkml:trace contextRef="#ctx0" brushRef="#br0" timeOffset="2048">460 417 8357,'0'9'131,"3"-1"0,1 1 0,1 0 248,2 0 1,1 4 0,2 3 0,2 3 268,2 5 1,7 2-1,3 5 1,2 3-394,4 4 1,-2 0 0,4-4-1,-2-1-608,-1-4 1,-5-6 0,-2-5-1,-3-6-2038,-6-6 2391,-6-2 0,-7-19 0,-5-5 0</inkml:trace>
  <inkml:trace contextRef="#ctx0" brushRef="#br0" timeOffset="2598">1080 505 8212,'-5'-4'-192,"-2"2"1,4-4 667,1 0 1,1-2 0,2-1 0,2 1-307,3 2 0,6-2 0,3 3 0,1-1-274,2 1 1,3 3-1,-1-1 1,0 3 187,-1 3 0,-2 2 1,0 7-1,-2 3 176,-3 2 1,-6 3 0,-3 2 0,-2 1-36,-1 1 0,-1-2 0,-3-1 0,-4-3-347,-3 0 1,-2-1-1,2-3 1,-1-3-642,-2-4 1,3-3 0,-1-4 0,2-2 762,1-4 0,8-27 0,2-15 0</inkml:trace>
  <inkml:trace contextRef="#ctx0" brushRef="#br0" timeOffset="2765">1195 213 8067,'-3'9'0,"-1"0"250,-1 0 0,0 3 0,-2 5 0,2 5 116,-2 4 0,-1 7 0,-1 0 1,0 4-237,0 1 1,3 0 0,0-2-1,0 0-583,-2 3 1,3-7 452,2 0 0,-2-15 0,0-5 0</inkml:trace>
  <inkml:trace contextRef="#ctx0" brushRef="#br0" timeOffset="3049">1275 275 8315,'6'3'80,"0"0"0,-2 4 0,4 0 0,0 4 271,2 3 1,5 1-1,0 3 1,2 3 74,4 4 1,2 6-1,6 0 1,0 1-169,-4 1 1,1-6-1,-6 1 1,0-4-89,-1-3 0,-6-1 0,-2-4 1,-3-3-867,-2 0 0,-4-1-2169,1-3 2865,-2-4 0,-9-9 0,-2-6 0</inkml:trace>
  <inkml:trace contextRef="#ctx0" brushRef="#br0" timeOffset="3232">1487 319 8315,'5'1'-298,"-1"1"0,-1 2 57,0 1 0,3-2 241,-3 3 0,23 4 0,4 4 0</inkml:trace>
  <inkml:trace contextRef="#ctx0" brushRef="#br0" timeOffset="3331">1602 275 6791,'16'21'0,"4"2"0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3:43.2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240 15 8255,'4'-3'613,"0"2"1,-5 1-1,-1 5 1,-1 3-879,-2 2 0,0-1 0,-2 4 1,-2 1 57,-1 1 1,0 0-1,-2 0 1,1 1-208,2-1 0,0-3 0,2-1 0,1-3-208,1 0 0,3-5 622,0-3 0,2-3 0,2-5 0,0 0 0,4-1 0,-1 0 0,2 0 0,1 0 0,-2 2 0,1 2 0,1-1-8,1-1 0,0-1 0,1 0 1,1 1 187,1-1 0,1 0 0,2 0 1,1-2 39,-1 0 1,0 0 0,1 2 0,-2 1-9,-1 2 0,-1-1 0,-2 3-5,0 2 1,-3 1 0,-5 2 0,-2 4 203,-2 4 1,-3-1-1,-5 5 1,-1 1-120,-1 2 1,0 2-1,-2-1 1,2 3-266,-2 1 0,-1 4 0,-1 0 0,-1 2-105,-1 1 0,-4 2 0,2 1 0,-2 2-96,-2-2 0,1 0 0,1-3 0,1-3-329,3-6 0,3-4 0,2-5 0,3-4-1113,1-3 1616,5-1 0,-3-34 0,3-8 0</inkml:trace>
  <inkml:trace contextRef="#ctx0" brushRef="#br0" timeOffset="201">117 208 8255,'0'-5'503,"3"0"0,-1 4 1,3 2-1,2 5 17,2 3 0,1 2 0,5 0 0,2 1-316,2 3 0,2-2 0,2-1 0,1-1-395,1-2 0,-1 0 0,1-2 1,-2-1-1193,-3-1 1383,-3-3 0,-15 8 0,-8-1 0</inkml:trace>
  <inkml:trace contextRef="#ctx0" brushRef="#br0" timeOffset="400">63 640 8255,'0'-8'-92,"2"1"0,2 0 0,1 1 346,3 1 0,2-1 0,4 0 0,4-1-401,4-1 0,-3 2 1,4-4-1,-1 0 147,0 0 0,-2-5 0,-1-5 0</inkml:trace>
  <inkml:trace contextRef="#ctx0" brushRef="#br0" timeOffset="633">255 432 8255,'-2'7'-603,"-2"1"0,1 0 913,0 0 1,0-1 0,2 2-1,-1 1 80,0 3 1,-1 4 0,2 2 0,0 1-231,-2 1 1,1 2 0,1 2 0,-1 1-10,-1-1 1,-2-1 0,2-1 0,-1 0-412,1 0 0,0-6 1,1-2-1514,-1-3 1773,1-5 0,5-52 0,1-15 0</inkml:trace>
  <inkml:trace contextRef="#ctx0" brushRef="#br0" timeOffset="766">209 640 8255,'-8'0'11,"1"1"1,-1 1-1,-1 4 119,-1 4 1,-2 2 0,-3 3 0,-1 2-340,1 1 1,0-1-1,2 3 1,1-2-533,0 0 741,-1-6 0,1-4 0,-4-4 0</inkml:trace>
  <inkml:trace contextRef="#ctx0" brushRef="#br0" timeOffset="933">255 655 8255,'12'0'31,"3"1"0,-2 3 0,1 4 407,2 4 1,0 3-1,1 3 1,1 3 131,-1 1 1,2 0 0,0-1-1,0-4-772,0-3 202,2-3 0,16-21 0,8-3 0</inkml:trace>
  <inkml:trace contextRef="#ctx0" brushRef="#br0" timeOffset="1733">857 54 8253,'4'-5'442,"-3"3"1,0 5 0,-2 5-278,-5 4 0,0 6 1,-3 3-1,-1 2-101,-3 2 1,-5 6-1,-3 5 1,-2 2-109,-3 1 1,2 0 0,-1 1-1,2 0-376,2-5 0,5-8 233,6-9 1,6-9 0,5-7 16,6-5 1,3-6-1,4-3 1,-1 1 76,0 0 1,2 3 0,-1 4 0,0 1 72,-1 1 0,-4 5 0,2 5 1,-3 5 204,0 4 0,-4 4 1,-1 4-1,-2 4 156,-1 1 1,-1 0-1,-2-2 1,-2-2-241,-2-2 0,2-2 0,1-1 0,0-4-749,-1-3 0,4-3 648,-2-4 0,2-43 0,1-12 0</inkml:trace>
  <inkml:trace contextRef="#ctx0" brushRef="#br0" timeOffset="2051">1012 146 8303,'-1'8'0,"-1"1"0,-1 0-459,-2 1 0,0 4 0,-3 0 0,-2 2 581,0 2 1,-4 3 0,2 0 0,0 0 195,2 0 0,0 0 0,1-6 206,2-3-366,5-3 1,2-8-1,5-3 1,2-4 66,4-2 0,0 0 0,3 0 0,-2-2-190,2 0 0,1 0 0,1 2 0,1 0-342,1 1 1,-1-1 0,-3 1-1,-2 2 307,-1 2 0,-18 23 0,-6 6 0</inkml:trace>
  <inkml:trace contextRef="#ctx0" brushRef="#br0" timeOffset="2234">896 563 8287,'-8'0'795,"0"0"0,5 0 0,3 0 1,6-1-438,6-2 0,2-2 1,6-4-1,3-1-334,1 0 1,1-1-1,3 0 1,-1 0-561,1 0 0,-4 0 0,2 3 0,-4-2-2324,-4 0 2860,0 0 0,-19-5 0,-1-1 0</inkml:trace>
  <inkml:trace contextRef="#ctx0" brushRef="#br0" timeOffset="2467">1089 162 8300,'-3'16'0,"0"2"153,-2 3 1,4 1 0,-3 2 0,2 2 348,-1 5 0,0 6 1,1 5-1,-1 2-192,2 3 0,-1 5 0,0 6 1,-1-1-69,-1 1 1,2-7-1,-1-7 1,2-8-515,1-6 1,1-9 0,2-8 0,2-7 271,2-4 0,4-54 0,1-12 0</inkml:trace>
  <inkml:trace contextRef="#ctx0" brushRef="#br0" timeOffset="3082">1397 378 8232,'-7'0'212,"-1"0"0,3 0 58,0 0 1,3-1 0,1-1 0,5-1-289,7-2 1,3 0 0,4-2 0,4-2-238,3-1 0,-1-2 1,5-4-1,-1 1-409,-1-1 0,0 1 664,-4 0 0,-10-4 0,-3-1 0</inkml:trace>
  <inkml:trace contextRef="#ctx0" brushRef="#br0" timeOffset="3299">1621 216 8232,'-5'5'-56,"0"0"1,-1 0-14,-1-1 0,-1 3 0,1-2 1,-1 2 218,0 1 1,1 1 0,1 0-1,2 2 31,1 1 1,0-2-1,3 2 1,0 0-99,0-3 1,1 2 0,1-1 0,1 0-10,1-2 1,-1 3 0,1 0 0,0 0-33,-3 0 0,3 2 0,-2-2 0,0 1 31,-1 2 0,0 0 1,0 1-1,2-1-113,-1-1 1,-1-1-1,-1 3 1,0-1-337,0-1 1,0-4 0,0 1-1450,0-1 1825,0-5 0,10-21 0,3-9 0</inkml:trace>
  <inkml:trace contextRef="#ctx0" brushRef="#br0" timeOffset="3516">1652 478 8232,'1'-7'-1288,"1"1"1381,0 1 1,0 3 0,-5 0 0,-2 1 112,-2 1 0,-3 3 0,-1 3 0,-1 3-159,-2 1 0,-3 4 1,-1 0-1,1 2 84,1 2 0,0 2 0,2-1 1,1 1 171,2 1 0,3 0 1,1 1-1,2 0 39,2-1 1,2-2 0,2 1 0,2-1-205,2-2 1,5-2 0,3-3 0,3-4-381,2-5 0,1-3 1,5-3-1,1-6 242,1-5 0,20-20 0,9-9 0,4-5 0,-1 0 0</inkml:trace>
  <inkml:trace contextRef="#ctx0" brushRef="#br0" timeOffset="4066">1992 285 8263,'0'-5'593,"0"0"0,3 3 0,2 0 1,3 1-611,2 1 0,2-1 0,4-1 0,-1 0 17,0 0 0,1 18 0,-1 6 0</inkml:trace>
  <inkml:trace contextRef="#ctx0" brushRef="#br0" timeOffset="4233">1976 486 8788,'3'-5'-41,"3"-1"1,3 0-1,2 0-753,1 1 794,1 2 0,6 23 0,1 6 0</inkml:trace>
  <inkml:trace contextRef="#ctx0" brushRef="#br0" timeOffset="4399">1953 833 8542,'-4'-3'437,"4"-3"0,5-4 1,5-3-1,4-2-500,3-3 1,7-4-1,6-4 1,3 0 62,3 0 0,3-14 0,6-6 0,4-6 0,0 0 0</inkml:trace>
  <inkml:trace contextRef="#ctx0" brushRef="#br0" timeOffset="4684">2231 169 8295,'-5'0'779,"3"-3"1,5 1-1,5-2 1,4 0-587,3-1 0,3 1 1,2-2-1,1 1-492,-1-1 1,1 2 0,1-1-1,-1 1-584,-3 0 0,-4 1 883,-3-2 0,-15-3 0,-9-4 0</inkml:trace>
  <inkml:trace contextRef="#ctx0" brushRef="#br0" timeOffset="4849">2339 38 8347,'-5'3'31,"-1"-1"1,4 4 0,-2 0 267,0 0 0,-1 2 0,2 1 1,2 1 37,0 3 0,-2 5 0,1 2 1,0 4-351,1 1 1,1-1 0,0 2-1,0-2-462,0-1 0,4-4 1,1-4-1,2-4 475,0-5 0,4-20 0,1-7 0</inkml:trace>
  <inkml:trace contextRef="#ctx0" brushRef="#br0" timeOffset="4999">2439 61 8142,'0'8'-316,"0"1"0,0 0 647,0 1 1,-1 5-1,-1 0 1,-1 3-1138,-1 1 806,-1 5 0,-37 52 0,16-31 0,1 1 0</inkml:trace>
  <inkml:trace contextRef="#ctx0" brushRef="#br0" timeOffset="5166">2208 409 8238,'-5'-8'39,"4"1"505,2 2 1,7-2-1,6 2 1,3-2-273,3-1 1,3 0-1,1-2 1,1 0-671,0 1 0,4-3 0,-1 2 398,-1 1 0,-10 4 0,-7 1 0</inkml:trace>
  <inkml:trace contextRef="#ctx0" brushRef="#br0" timeOffset="5383">2231 509 8347,'0'11'-12,"0"2"1,0 1-1,-1 3 1,-1 1 298,0 2 0,-1 3 0,3 1 0,-1 1-55,-1 0 1,1 1-1,-2-4 1,2-2-232,1-5 1,3-3 0,0-5 0,2-2-1794,1-2 1792,0-2 0,6-32 0,0-8 0</inkml:trace>
  <inkml:trace contextRef="#ctx0" brushRef="#br0" timeOffset="5635">2277 547 8311,'8'-12'-609,"-1"0"1,1 3 0,0-1 908,0 0 1,1 2-1,3-1 1,3 0-87,2-2 0,2 1 1,-1 2-1,3 0-198,3-2 1,-3 4-1,2-2 1,-2 2-127,-1 2 0,-1 0 0,-5 4 1,0 1 107,-1 2 1,-6 3 0,0 6-1,-1 0 251,-1 5 0,-2-1 0,-3 5 0,0 0 81,0 1 1,0 1 0,-1 1 0,-1-1-260,-3 0 1,0-1 0,0 0 0,-1-3-359,-1 0 0,-1-2 287,-3-4 0,6-2 0,-2-3 0</inkml:trace>
  <inkml:trace contextRef="#ctx0" brushRef="#br0" timeOffset="5799">2408 393 8176,'0'8'0,"0"0"22,0 3 0,-2-2 1,-1 4-1,1 1 159,1 0 1,1 4 0,0 0 0,0 0-1255,0 1 1073,0-3 0,-10 14 0,-3-2 0</inkml:trace>
  <inkml:trace contextRef="#ctx0" brushRef="#br0" timeOffset="6017">2316 617 8176,'4'3'36,"-2"2"0,0 2 1,0 1 99,0 0 1,4-4-1,0-1 1,0-3-232,2 0 1,1 0 0,1 0 0,2-4 37,0-4 1,3 1-1,-3-4 1,0 3 32,1 0 0,-2 1 1,1 2 392,-1 3 1,-1 1 0,-3 2-1,-2 1-106,-2 3 0,-3 5 0,0 1-263,0 1 0,7 8 0,2 4 0</inkml:trace>
  <inkml:trace contextRef="#ctx0" brushRef="#br0" timeOffset="6546">2848 362 9026,'3'-7'-75,"5"1"0,6 1 1,3 0-189,4 1 1,1-3 262,1 2 0,-10-2 0,-3-1 0</inkml:trace>
  <inkml:trace contextRef="#ctx0" brushRef="#br0" timeOffset="6716">3033 223 8343,'-8'4'-19,"1"1"0,-1 3 117,0 2 1,1 2 0,-1 4 0,0 3 108,0 4 0,1 1 0,-1 5 0,0 3-10,1 3 0,-4 6 0,1 3 0,0 2-360,-1 0 0,3-3 1,-1-2-1,4-4-726,2-6 889,0-9 0,17-31 0,3-9 0</inkml:trace>
  <inkml:trace contextRef="#ctx0" brushRef="#br0" timeOffset="6849">3041 501 8246,'8'-8'0,"2"0"0,0-1 214,0 2 1,2-3 0,0 6 0,0 0-206,1 1 1,-3 3-10,0 3 0,-1 11 0,-2 7 0</inkml:trace>
  <inkml:trace contextRef="#ctx0" brushRef="#br0" timeOffset="6982">3064 632 8576,'-4'4'1124,"0"-3"-884,4 5 0,1-4 0,3 2-240,3 0 0,83-8 0,-33-1 0,0 1 0</inkml:trace>
  <inkml:trace contextRef="#ctx0" brushRef="#br0" timeOffset="7432">3396 355 8380,'8'0'617,"-3"0"1,0 0-236,1 0 0,3-3 1,3 0-1,3-2-112,4-1 1,6-4-1,5-3 1,4-1-642,1-2 1,-3 2 0,-1 0-1,-6 2-1252,-3 1 1,-4 0 1622,-5 4 0,-16-4 0,-6-1 0</inkml:trace>
  <inkml:trace contextRef="#ctx0" brushRef="#br0" timeOffset="7734">3720 185 7932,'-8'-8'-232,"0"0"1,1 4 473,-1 2 1,3 2 0,1 3 0,0 4-88,2 2 0,2 6 1,0-1-1,-1 4-37,-2 2 0,2 1 0,-1 3 0,0 1 12,-1 4 0,-1 1 0,-4 1 0,1-1-29,-1 1 1,-3-1 0,-2-1 0,-1-5-127,1-2 1,0-4-1,2-5 1,2-4-97,0-3 1,4-6 0,1-7 0,1-4-122,1-4 1,4-6 0,1 1-1,1 0 43,2-1 0,4 4 1,0-1-1,0 3 293,1 2 0,-1 5 1,2 6-1,0 2 301,0 2 0,-2 5 1,2 8-1,-1 9 111,-1 7 1,-5 5 0,-3 6 0,-1 4-339,-1 2 0,-4 0 1,-3-5-1,-2-5-168,-1-3 0,-15-21 0,-5-4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3:52.4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21 394 8117,'-8'0'-101,"3"0"2168,0 0-1889,3 0 1,5-5-1,9-2 1,4-3-277,4-2 1,6-1 0,2-3 0,2-1-237,1-1 1,-1-3-1,-1 3 1,-4 1-76,-1 1 1,-5 3 408,-3 0 0,-18 0 0,-8-2 0</inkml:trace>
  <inkml:trace contextRef="#ctx0" brushRef="#br0" timeOffset="353">298 154 8185,'-5'-5'-273,"0"1"136,-1 1 1,2-3-1,-1 4 167,-1 0 0,0 2 0,1 3 0,1 3-18,1 3 0,1 1 0,-2 5 0,0 2 126,3 2 1,0 5-1,1 5 1,0 4 51,0 3 0,0 5 0,0 3 0,0 4-50,0 4 1,-1 1 0,-1-1 0,0-3-37,0-5 1,1-8-1,1-5 1,-1-5-67,-1-5 75,1-6 0,-5-10 0,2-9 0,0-3-117,-2-4 1,-1 0 0,-1 2 0,1-2 21,-1-1 0,0 2 1,1 0-1,-2 2-21,-1 3 1,1-2 0,-2 2-1,1-1-81,-1 1 0,1-1 0,2 2 1,1 1 24,-1-1 0,0-1 0,1 3 1,0-1 70,2 0 1,-2 2 0,2-3 212,1 1 66,1 2 1,3-3-725,0 1 0,4-1 0,3-4 433,2 1 0,43-29 0,7-6 0</inkml:trace>
  <inkml:trace contextRef="#ctx0" brushRef="#br0" timeOffset="735">522 15 8185,'0'-7'1813,"-1"2"-1797,-1 3 1,1 2-1476,-2 2 1459,3 3 0,0 40 0,0 10 0</inkml:trace>
  <inkml:trace contextRef="#ctx0" brushRef="#br0" timeOffset="901">430 201 8185,'-5'-4'521,"4"0"-387,2 0 0,4-3 0,5 2 0,1-2-270,1-1 0,1 0 1,2 1-1,1-1-320,-1 0 0,-2 3 0,-1 1 0,-1 0-518,-1 3 974,-5 0 0,-12 15 0,-6 3 0</inkml:trace>
  <inkml:trace contextRef="#ctx0" brushRef="#br0" timeOffset="1117">545 154 8185,'-3'12'-434,"-1"-3"0,-4 3 0,0 0 434,1 0 0,1 0 0,0 2 0,-1-1-117,1 0 0,0-1 0,-1 0 1,1 0 386,1 0 1,2-1-1,-1 1 1,0-1-106,3-2 1,0-3 0,2-2-235,1 0 1,1-2 0,4-5 0,1-2 2,1-2 1,2-4-1,0-1 1,0-1-26,0 0 0,2 3 0,-2-2 0,-2 0 29,0 0 0,-2 2 1,1 1-1,0 2 17,-1 2 1,-2 2 0,-2-1 35,1 1 0,-4 4 1,0 5-1,-5 3-488,-2 4 497,-4 1 0,-38 46 0,-14 12 0</inkml:trace>
  <inkml:trace contextRef="#ctx0" brushRef="#br0" timeOffset="1301">337 486 8185,'-5'0'487,"0"0"1,3-1-1,1 0-231,5-2 0,6-3 0,8 0 0,2-3-117,3-1 0,3-3 0,3 2 0,1 0-351,1 0 1,-4 1-1,-2 4 1,-3 2-935,-1 1 1,-8 0 1145,0 3 0,-27 14 0,-9 3 0</inkml:trace>
  <inkml:trace contextRef="#ctx0" brushRef="#br0" timeOffset="1569">553 455 8185,'-3'5'-451,"-2"1"1,0 0 589,0 0 0,0 2 1,-3 1-1,1 1 269,-1 3 1,0 2 0,0 2-1,-2 2-206,0 1 1,-3 1 0,3 1-1,0-1 57,2 0 0,0-1 0,0 0 0,1-3-46,2-3 0,2-3 1,3-3-259,0 0 1,3-4 0,3-1-1,4-3-53,2 0 1,4 0 0,2 0 0,2 0 16,-1 0 0,3 0 1,-3 0-1,0 0-296,3 0 1,-3 0 0,-1 0 0,-3 0-728,-2 0 0,-2 0 1104,-3 0 0,-24-27 0,-7-7 0</inkml:trace>
  <inkml:trace contextRef="#ctx0" brushRef="#br0" timeOffset="1751">607 532 8185,'-2'8'0,"-1"0"0,0 0 129,0 3 0,2-2 1,-2 4-1,0 2 182,1 2 1,-2 3 0,2 5 0,-1 2-139,-1 0 1,1 2 0,-2 4 0,-1 1-348,-1 1 1,-1-5 0,1 0 0,-1-5 173,0-2 0,-20-16 0,-6-1 0</inkml:trace>
  <inkml:trace contextRef="#ctx0" brushRef="#br0" timeOffset="1934">221 748 8185,'4'-7'0,"1"0"0,2 1-168,0 1 1,5 3 0,4-1-1,5-1 964,7-1 1,2-3 0,7-1-1,3-3-561,-1-3 1,1 2 0,-2-5 0,-2 2-489,-3 3 253,-5 2 0,9 7 0,-1 0 0</inkml:trace>
  <inkml:trace contextRef="#ctx0" brushRef="#br0" timeOffset="2800">1055 85 8299,'6'-8'-52,"0"0"0,0 1 171,0-1 1,0 4 673,2 1 0,-1 3 1,-2 3-583,-2 2 0,-2 5 0,-2 4 0,-2 2-165,-2 2 0,-2 4 1,-1-2-1,-3 3-284,-2 0 1,-1 2 0,-2 1 0,1 0 57,0 0 0,-3-2 0,0 2 0,1-3-126,4-2 0,1-6 458,5-4 0,2-7 1,4-4-83,2-4 1,7-6-1,5-1 1,2-1-93,0-2 1,0 3-1,1 1 1,-1 1-162,1 2 0,-1 0 0,0 2 0,-2 2 88,0 2 1,-3 3 0,-1 2 169,-3 4 0,-3 5 0,-6 0 1,-2 5 144,-2 2 0,-4 2 1,-2 1-1,-1-2-272,2 0 0,-2-4 1,3 1-1,0-3-145,3-2 0,-2-2-376,5-3 1,3-4 572,2-1 0,-4 1 0,3 0 0</inkml:trace>
  <inkml:trace contextRef="#ctx0" brushRef="#br0" timeOffset="3069">761 803 8258,'-6'0'553,"0"3"1,3 1-1,4 4-357,1 0 0,4 2 0,3 1 0,2 0-150,1 0 0,-2 2 0,3-2 0,0 1-475,-1-1 0,-1-2 0,-2-3-540,1-1 1,-1 0 968,1 0 0,-8-22 0,-3-9 0</inkml:trace>
  <inkml:trace contextRef="#ctx0" brushRef="#br0" timeOffset="3217">877 741 8098,'4'-5'14,"-3"2"0,4 3 303,1 0 0,-1 3 0,0 3 0,0 3-266,-1 1 1,3 1-1,-2-4 1,2 1-630,1 0 1,2 0 577,0-1 0,1-2 0,-4-2 0</inkml:trace>
  <inkml:trace contextRef="#ctx0" brushRef="#br0" timeOffset="3367">977 702 8299,'6'-1'-691,"-1"0"574,1-2 0,-2 0 0,0 4 0,1 2 656,-1 2 0,0 3 0,2 1 0,-2 1-676,0 0 0,2 1 0,-1-1 137,2 0 0,7-15 0,3-5 0</inkml:trace>
  <inkml:trace contextRef="#ctx0" brushRef="#br0" timeOffset="3618">1371 100 8299,'-8'0'-24,"1"0"1,-1 0-11,0 0 0,-2 0 0,-1 1 0,0 1 34,-1 1 0,-25 20 0,-5 2 0</inkml:trace>
  <inkml:trace contextRef="#ctx0" brushRef="#br0" timeOffset="3767">1201 208 8299,'-1'8'12,"-1"0"1,1 3 0,-2 2 0,3 2 158,0 3 1,0-1 0,0 4 0,0 0-51,0 2 1,3 0-1,1-1 1,1-1-358,1-3 1,-1-3-1,2-2 1,0-3-1206,-2-1 1441,2-5 0,-9-18 0,1-7 0</inkml:trace>
  <inkml:trace contextRef="#ctx0" brushRef="#br0" timeOffset="4333">1224 409 8282,'-4'-10'0,"1"-1"-482,-1 2 1,3-2 0,-1 0 0,1 0 498,1-1 0,0 2 0,0 2 0,1-2-14,1 0 1,0 0 0,4 4 0,2 1 84,1-1 0,5 2 1,-1 0-1,1-1 127,2 1 0,2 2 0,1-1 0,0 0-66,-1 1 0,0-1 1,-3 3-1,-2 0-272,-3 0 0,-2 4 1,-3 1-1,-2 2 1,-3 1 0,-4 2 0,-3 0-159,-2-1 1,-4 3 0,2-1-1,-1 0 281,-2 0 0,0 3 0,-2-2 0,2 0-34,1-2 0,2-1 0,2-2-186,-1 1 419,1-4 0,2-4 1,7-5-1,5-2-88,1 0 0,2-2 1,1 0-1,0-1-54,1 3 0,1 0 1,-4 4-321,1-1 1,0 2 163,0-1 1,-4 6-1,-2 2 1,-2 3 92,-2 2 1,-3 1 0,-5 3 0,0-1 18,1 1 0,0-1 0,1 1 1,1-2-63,-1-1 0,3-1 0,0-4-133,2-1 1,0-4 186,3-1 1,3-1 0,0-4-1,1-1 23,-1-1 1,1 2-1,-3-1 234,2 0 1,0 3 163,0 0 1,-2 3-328,1 3 0,-1 2 0,-1 5 0,0 4 45,0 3 0,0 4 1,0 5-1,0 3 58,0 3 1,0 5 0,0 3 0,0-3-83,0 1 0,-1-4 0,0-3 0,-2-3-404,1-4 1,2-6 0,-1-9 283,-2-3 0,-25-23 0,-10-9 0</inkml:trace>
  <inkml:trace contextRef="#ctx0" brushRef="#br0" timeOffset="4550">1147 779 8245,'0'-12'0,"0"1"0,0 1-251,0 0 0,1-3 0,2 2 1,1 2 359,0 0 0,6 2 0,-3-1 0,2 0 156,0 1 1,-2 2-1,1 4-27,0 2 1,-4 4 0,-1 3 0,-3 2-44,0 3 1,0 2 0,-4 1 0,-3 1-252,-2 1 0,-5 1 1,1-2-1,-1 1-386,-2 0 0,2-3 0,0-2 0,1-3-139,-1-1 0,3-2 581,1-2 0,22-36 0,6-12 0</inkml:trace>
  <inkml:trace contextRef="#ctx0" brushRef="#br0" timeOffset="4802">1440 602 8245,'-3'8'-25,"-1"-2"1,-4 0-1,0-1 113,1-2 0,-1 3 1,0-1-1,0 1 33,-3-1 1,3 1 0,-3-2 0,3-1 130,0 1 0,1-1 226,2 0 1,2-2-245,3 5 0,3-4 1,2 3-1,3 2-18,2 3 0,2-1 0,4 3 0,0 0-124,2 0 1,-1 1 0,4 2 0,-1-3-206,0-1 0,2-3 0,-1-1 113,1-2 0,18-8 0,5-6 0</inkml:trace>
  <inkml:trace contextRef="#ctx0" brushRef="#br0" timeOffset="5450">1957 455 8221,'4'-4'460,"-3"1"0,5 7 1,-4 4-1,0 4-234,-1 2 0,-4 2 0,-1 2 0,-2 3-101,-3 1 1,-1 1-1,0 1 1,-3-1-120,-2 0 0,0-1 0,0-1 1,-1-4-37,1-3 0,-1-7 0,2-4 0,1-2-45,2-1 0,4-5 1,2-2-1,2-6-152,2-4 1,2-3-1,2-3 1,3 0-133,3 0 0,0-1 0,4 1 0,2 0 140,2 0 0,0 3 0,4 3 0,1 3 348,3 4 0,2 5 0,4 3 0,0 5 135,0 5 1,-4 6 0,-3 8 0,-4 3 114,-4 6 0,-10 1 0,-1 3 0,-6 0-296,-4 0 1,-6-1-1,-1-1-83,-3-4 0,-35 7 0,-8-8 0</inkml:trace>
  <inkml:trace contextRef="#ctx0" brushRef="#br0" timeOffset="5935">2474 347 8220,'-7'0'585,"2"-1"-133,3-1 1,3 1 0,4-2-1,5 0-254,4 0 0,5-3 0,4 1 0,3-2-209,1-4 0,1 3 1,2-3-1,-1 0-513,0 1 0,-5-3 0,-2 4 0,-6 1-1377,-5 2 1901,-5 1 0,-24-10 0,-7-1 0</inkml:trace>
  <inkml:trace contextRef="#ctx0" brushRef="#br0" timeOffset="6168">2690 108 8221,'0'-8'-62,"-3"2"113,-2 0 1,1 4-1,1 5 1,0 4 239,1 3 1,-1 6 0,2 0 0,0 4 6,-2 4 1,1 3 0,1 7 0,-1 3 42,-1 6 1,-2 3 0,2 8-1,-1 2-233,-2 2 1,1 2-1,0-4 1,-1-1-282,-1-3 0,0-6 0,2-9 0,3-8-446,1-8 1,1-4 229,0-4 0,0-9 1,0-8-1,0-3-149,0-4 0,-3-2 538,1 0 0,-15-26 0,0-6 0</inkml:trace>
  <inkml:trace contextRef="#ctx0" brushRef="#br0" timeOffset="6367">2544 478 8221,'-5'5'-7,"0"-2"1,-1 1 140,-1 1 1,-2 2 0,0 4-1,-3 2 102,0 1 0,0 5 0,-4 2 1,1 1-220,-1 1 1,-2 0-1,-1 0 1,1 0-274,-1-3 1,3-2 0,4-5-1,1-4 256,2-3 0,10-26 0,5-10 0</inkml:trace>
  <inkml:trace contextRef="#ctx0" brushRef="#br0" timeOffset="6517">2629 486 8221,'18'0'67,"1"0"1,0 0 113,3 0 0,0 3 0,2-1 0,1 1 6,1 0 0,-1-2 1,-2 2-1,-2-2-603,0 2 0,-8-2 416,0 1 0,-21 6 0,-5 1 0</inkml:trace>
  <inkml:trace contextRef="#ctx0" brushRef="#br0" timeOffset="6684">2505 741 8742,'4'-7'1441,"2"2"1,7 1-1465,5 1 1,4 1 22,4-3 0,63-14 0,-35 7 0,0-1 0</inkml:trace>
  <inkml:trace contextRef="#ctx0" brushRef="#br0" timeOffset="7118">3122 178 8225,'-3'4'-17,"1"0"61,-3-1 1,4-2 0,1 4 0,5-2-83,1-1 1,6-1-1,0-1 1,4 0-198,2 0 0,-1-4 0,3 0 0,-1-1 21,-2 0 0,-2 3 0,-2-1 0,-3 3-307,-1 0 521,-5 3 0,-41 36 0,-15 11 0</inkml:trace>
  <inkml:trace contextRef="#ctx0" brushRef="#br0" timeOffset="7284">3092 378 8225,'-12'3'99,"1"-1"0,5 2 237,1-2 1,4-2 0,2 1-84,6-3 1,4-4-1,5 1 1,2-2-158,0 0 0,3-2 0,0 0 0,0-2-87,0 2 1,-2 0 0,-1 2 0,0-1-679,-1 0 0,-2 3 1,-2 1-1145,-3 0 1813,-5 2 0,-18-8 0,-9-3 0</inkml:trace>
  <inkml:trace contextRef="#ctx0" brushRef="#br0" timeOffset="7467">3254 170 8230,'-4'8'117,"3"-1"0,-4 2 0,1 1 197,0 3 1,2 2 0,-1 1 0,0 3-103,0 4 0,-2 3 1,2 5-1,-1 0-188,1 0 1,-3 0-1,1 0 1,-1 0-470,1-1 1,-1-6 0,2-3 0,1-5 444,-1-3 0,-2-19 0,2-8 0</inkml:trace>
  <inkml:trace contextRef="#ctx0" brushRef="#br0" timeOffset="7735">3215 417 8230,'-5'-3'0,"0"1"27,-1 0 0,-1 2 1,-1 2-1,0 4 161,-3 4 1,2 2-1,-5 3 1,-1 2-257,-2 1 0,-1-1 0,2 2 0,1 0-110,-1-2 0,2 1 1,1-2-1,3-4-366,1-3 362,5-1 1,4-5-1,6-3 1,3-5 114,4-4 0,4-1 0,2-2 0,1 0 130,1 0 0,2 0 0,2 0 1,1 1 226,-1 3 1,-2 1-1,-2 2 1,-3 2-199,-2 2 0,-1 2 0,-1 2 0,-4 3-479,-5 3 1,-3 1 386,-2 2 0,-24 12 0,-6 4 0</inkml:trace>
  <inkml:trace contextRef="#ctx0" brushRef="#br0" timeOffset="7968">3184 633 8230,'-8'0'93,"1"0"0,2 0 0,-1 1 0,0 1 172,0 3 0,-2 3 0,0 1 0,0 3-7,1 3 0,-1 0 1,0 5-1,1 2-152,-1 0 1,3 0 0,0-1 0,-1-3-438,2-2 221,1 0 1,6-8-1,3-4 1,3-4-68,1-6 0,4 0 0,-1-2 1,1 0-265,2 0 0,-1 2 0,0 0 441,-3 0 0,13-6 0,0-4 0</inkml:trace>
  <inkml:trace contextRef="#ctx0" brushRef="#br0" timeOffset="8133">3269 625 8163,'-3'-4'231,"-2"3"113,-2 5 0,2 5 0,-1 6 0,0 1-126,0 2 1,-1 2 0,1 4-1,1 1-333,-1 1 0,-1 1 0,0-3 1,1-2 114,1-3 0,-21-1 0,-8-2 0</inkml:trace>
  <inkml:trace contextRef="#ctx0" brushRef="#br0" timeOffset="8283">2984 803 7190,'7'-16'-100,"1"1"0,0 0 1,-1 1-1,2 2 676,1 1 0,3 3 0,5 3 0,3 0-392,1 1 1,2-3-1,1 3 1,1-1-615,-1-1 0,-1 1 430,2-2 0,12-22 0,6-4 0</inkml:trace>
  <inkml:trace contextRef="#ctx0" brushRef="#br0" timeOffset="8752">3516 162 8230,'-8'3'0,"1"0"-376,-1 1 1,0 2-1,0 1 1,1 2 746,-1 1 0,0 0 0,1 2 1,-1 2-231,0 1 1,4-1 0,0 0 0,2-2-154,-1-1 0,2-1 0,3-2-31,3 0 1,2-4-1,2-1 1,0-2-17,1-1 0,4-1 1,-2-1-1,1-1-81,0-2 1,-1 3 0,2-3 0,-2 1-68,-1 0 0,0 0 0,-2-2 1,2 0 114,-2 0 1,0 2 0,-2 0 361,1 0 74,0-2 0,-5 6 1,-3 0 15,-4 5 0,-3 5 1,-2 3-1,0 2-59,-1 3 0,-4 3 1,1 5-1,-1 2-121,-2 2 1,1 4-1,-2 3 1,0 3-162,-1 4 1,-3 1 0,0 2-1,-1-2-204,-1-1 1,3-1 0,4-8-1,4-8-1654,4-9 1839,6-6 0,-5-32 0,2-7 0</inkml:trace>
  <inkml:trace contextRef="#ctx0" brushRef="#br0" timeOffset="8951">3346 517 8230,'8'0'277,"0"0"0,-1 2 1,3 3 255,3 5 1,0 8-1,9 5 1,2 6-201,3 3 0,6 7 0,0 4 1,0-1-213,-1 0 0,-2-4 0,-2-2 1,-2-3-683,-2-4 1,-6-4 0,-2-6 560,-5-4 0,-2-8 0,-2 0 0</inkml:trace>
  <inkml:trace contextRef="#ctx0" brushRef="#br0" timeOffset="9549">4095 1065 8121,'7'8'0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4:31.202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1431 3373 8388,'-31'3'0,"-2"1"-226,-1 2 1,-6-1-1,-4 4 1,-4-1 554,-3 3 0,-6 1 0,-8 0 0,-4 1-222,-4-1 1,2-3 0,0-3 0,2-2-127,-1-3 0,1-6 0,-2-2 1,3-4 77,6-1 0,2-8 1,4-2-1,1-4-19,1-7 1,13-5 0,7-7 0,13-7-122,10-6 1,8-6 0,11-6 0,9-3-127,9-3 1,13-5 0,12 0-1,-21 39 1,1 0 108,2-1 0,2 0 0,4-1 0,3 1 0,2-3 0,2 0 0,1 3 0,2 0 57,2 2 0,0 2 0,5 0 0,1 1 0,3 1 0,1 1 0,3 1 1,0 1 50,3 1 1,0 1 0,4 4 0,0 3 0,-3 2 0,0 3 0,2 1-1,-1 3-10,2 2 1,-1 2 0,-2 2 0,0 2 0,-3 4 0,0 4 0,-5 1 0,-2 3-61,-2 3 1,-3 4-1,-4 4 1,-3 3-1,40 32 1,-16 9-40,-17 10 0,-14 11 0,-24 6 0,-7 6 125,-11 6 0,-2-46 1,-3-1-1,-5 1 1,-1 0-1,-1-2 1,-1-1 105,0-1 1,-3-2-1,-23 43 1,18-45-1,-1 0 1,-30 38 168,-5-5 1,-4-6-1,1-7 1,-1-4-60,0-1 0,3-8 1,0-7-1,8-10-242,7-9 0,3-2 0,5-10 0,0-3 0</inkml:trace>
  <inkml:trace contextRef="#ctx0" brushRef="#br0" timeOffset="600">2511 1777 8421,'6'-26'-301,"3"-3"0,9-3 0,11-9 0,9-7 66,13-8 0,18-10 0,-27 25 0,2-2 0,5-3 0,3 0 357,5-4 1,3 0 0,3-3 0,2 1 0,5-2 0,1-1 0,4 0 0,0-1-239,3-1 0,1 0 0,-23 19 1,0 1-1,0 0 0,28-18 0,0 3 1,-2 1-1,0 3 124,-1 1 0,0 2 1,-7 6-1,0 1 1,-1 2-1,-1 3 1,-6 3-1,-2 3-48,-4 3 0,-3 2 0,-4 3 1,-3 2-1,27-4 0,-12 7 74,-7 5 1,-13 7-1,-8-1 1,-9 2-78,-3 1 0,-1 0 1,-5 0-1,-4 0 380,-3 0 0,-4-4 907,-1-3-1361,-3 3 0,-4 1 0,0 6 117,0 3 0,-13 11 0,-3 4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4:44.620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306 17 8371,'0'-7'4143,"0"1"-3955,0 2 1,-2 7 0,0-2-1,-3 5-65,-1 7 0,-3 3 0,-5 7 0,-2 1 3,-2 2 1,-1 6-1,-3 8 1,-1 5-68,0 2 0,-1 4 1,-1 2-1,0 1 68,4-1 0,-1-4 0,9-9 0,3-6 23,5-6 0,3-10 0,4-4-258,1-5 1,4-5-1,5-9 1,3-6-108,4-7 0,2 0 0,2 1 0,0-1-378,-1 1 0,-3 3 0,-1-1 0,-1 2-466,1 2 1,-4-2 0,0-1 1058,-6-1 0,-8-10 0,-6 1 0</inkml:trace>
  <inkml:trace contextRef="#ctx0" brushRef="#br0" timeOffset="199">12 209 8224,'-7'-8'1366,"4"1"1,6 4 0,5 0 0,3 1-1123,4 2 1,3 2 0,4 1 0,1 4-647,0-1 1,-1 3 0,0-4 401,-3 1 0,7-34 0,-2-4 0</inkml:trace>
  <inkml:trace contextRef="#ctx0" brushRef="#br0" timeOffset="965">656 266 10042,'0'11'0,"0"0"138,0 0 1,-1 6 0,-3 3 0,-3 4 2,-3 2 0,-2 4 0,1-2 0,-1 0-13,-3-1 1,1-2-1,-4-4 1,2-5-105,2-4 0,1-3 0,2-9 1,0 0-190,-1 0 1,6-10-1,2-5 1,3-6-270,1-6 0,1 1 1,3-5-1,4-2 91,2 1 0,5 6 0,1 0 1,2 2 141,2 1 1,1 7 0,2 5 0,-1 5 586,1 5 0,0 11 1,-1 5-1,0 7 122,-3 4 0,-3 4 1,-6 7-1,-2 2 22,-5 1 0,-1-4-530,-2 2 0,-21-3 0,-4-1 0</inkml:trace>
  <inkml:trace contextRef="#ctx0" brushRef="#br0" timeOffset="1765">1075 17 8687,'-6'1'594,"2"3"1,3-2 0,1 6-923,0 1 0,3-3 0,3 0 0,0-1-232,3-2 0,2 2 0,3-2 0,2 0 560,2-2 0,3-5 0,9-3 0,5-4 0,-1-1 0,-22 11-390,-1-3 1,-5 4 0,-2 0 529,-3 7 0,-6 3 0,-4 2 0,-4 2-231,-6 1 1,-50 34 0,1-4 0,19-11 114,16-11 0,20-13 0,-2-1 1273,3-2-602,1-4 0,5 2 0,6-6-380,7-3 0,8-2 1,2-5-1,2 3-176,0 0 1,1 1 0,5-3 0,2 1-319,-2 1 1,-1 4 0,-3-2 0,-1 0-763,-1 0 1,-1 2 940,1-4 0,-8 6 0,-6-3 0</inkml:trace>
  <inkml:trace contextRef="#ctx0" brushRef="#br0" timeOffset="1931">1177 28 8367,'-8'6'119,"1"-2"1,-1 2 0,-2 2 0,3 2 58,3 1 1,1 2 0,1 2-1,-2 4-245,2 2 1,0 2 0,2 1 0,0 1 66,0 1 0,-5 41 0,-1 6 0</inkml:trace>
  <inkml:trace contextRef="#ctx0" brushRef="#br0" timeOffset="2165">1143 379 8367,'-5'-7'226,"-3"4"0,2 1 1,-2 4-1,1 1-51,1 5 0,-4 3 1,3 3-1,0 2-1,-1 2 0,2-3 1,-3 4-1,2 1 106,-2 1 0,4-2 1,0-1-1,1-1-116,0 1 1,0-4 0,6 0 0,1-4-207,5-3 1,2-4-1,3 2 1,0-1-255,3-1 0,0 1 1,-1-5-1,3-2-351,-1 0 0,3-5 0,-5 3 647,-1-1 0,9-32 0,1-11 0</inkml:trace>
  <inkml:trace contextRef="#ctx0" brushRef="#br0" timeOffset="2315">1256 367 8367,'-11'0'94,"1"2"1,1 0 0,3 3 190,1 1 1,-4 6-1,2 4 1,0 2-79,-1 2 1,5 1-1,-4 2 1,2 1-505,3 2 1,-3-1-1,1 4 1,0-1 296,-1-3 0,-1-1 0,-5-2 0</inkml:trace>
  <inkml:trace contextRef="#ctx0" brushRef="#br0" timeOffset="2515">905 548 8367,'0'-7'294,"0"-1"9,0-1 0,0 3 0,2 0 0,1 0-171,5-1 1,3 4-1,4-5 1,5 0-289,6 2 1,2-4-1,6 3 1,2-3 155,1-2 0,10-4 0,7-4 0,6-2 0,1 1 0</inkml:trace>
  <inkml:trace contextRef="#ctx0" brushRef="#br0" timeOffset="2932">1505 96 8367,'-5'-10'1067,"-3"2"1,0 4-1,-1 8-940,1 4 1,1 2 0,-5 2 0,2 3-134,3 4 1,-3-1 0,2 0 0,-1-2-191,2-2 0,-3 2 1,3-1-367,1-1 0,1-5 254,5-2 0,5-4 0,3 1 0,2-3 47,1-1 0,4-5 1,2-1-1,-1-2-45,0 0 0,1 2 0,-4-3 1,2 2 332,-1-2 0,-1 3 0,-2-1 0,0 2 528,1 3 1,-5-3 1002,1 1-1182,-6 0 1,2 9 0,-6 3 0,-3 2-87,-2 1 0,0 4 1,-6 2-1,-1 0-134,-1 3 1,0 6 0,3 1 0,-2 2-83,-1 3 1,-4 0 0,4 2 0,1 0-117,1 0 1,-2-1 0,1-3 0,3-4-946,2-2 0,7-6 987,-2-3 0,3-3 0</inkml:trace>
  <inkml:trace contextRef="#ctx0" brushRef="#br0" timeOffset="3081">1369 390 8367,'0'11'150,"1"1"1,2 0 246,1 3 1,6 3-1,0 4 1,6 2 291,6 3 1,3-2-690,9 5 0,13-9 0,10-2 0,4 5 0,0-1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4:48.384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10 181 7982,'-6'-5'1977,"2"4"-1700,8-3 0,4 2 0,5-1 0,4-2-402,0-1 1,6-1 0,3-1-1,1 0-456,0-1 0,-3-1 1,3 0 580,-3 3 0,-2-13 0,1 1 0</inkml:trace>
  <inkml:trace contextRef="#ctx0" brushRef="#br0" timeOffset="201">214 0 8357,'-10'11'0,"1"0"0,2-3 31,-2 0 0,2 3 0,0 6 0,-2 0 165,-1 3 0,3 3 0,-1 3 0,-1 4 3,-1 3 0,-1 5 1,-1 1-1,1 0-140,0 0 0,3 2 1,2-2-1,1-1-147,2-3 1,2-5 0,1-11 87,0-4 0,25-58 0,7-14 0</inkml:trace>
  <inkml:trace contextRef="#ctx0" brushRef="#br0" timeOffset="317">169 328 8135,'11'-5'0,"0"-1"-272,1 0 1,0-3-1,2 5 1,1 2 302,-1 0 1,0 2-1,0 0-31,1 0 0,-5 15 0,-5 4 0</inkml:trace>
  <inkml:trace contextRef="#ctx0" brushRef="#br0" timeOffset="484">214 464 9801,'11'0'0,"1"0"-367,-1 0 0,0 4 367,0 0 0,36-6 0,8-4 0</inkml:trace>
  <inkml:trace contextRef="#ctx0" brushRef="#br0" timeOffset="684">372 125 8271,'0'-7'-171,"0"2"1,25 30 0,7 7 0</inkml:trace>
  <inkml:trace contextRef="#ctx0" brushRef="#br0" timeOffset="800">463 91 8725,'68'56'0</inkml:trace>
  <inkml:trace contextRef="#ctx0" brushRef="#br0" timeOffset="984">621 57 8046,'0'11'-202,"0"0"1,0 2 0,0 1 390,0 1 1,0 1 0,0-1-1,0 4 153,0 2 1,0 6 0,0 1-1,0-1-1788,0 1 1446,0 3 0,5 8 0,2 8 0</inkml:trace>
  <inkml:trace contextRef="#ctx0" brushRef="#br0" timeOffset="1150">666 249 8163,'12'-5'0,"0"-3"46,3-2 1,-1-1 0,5 0 0,1 1 450,2 2 1,0-1-1,1 4 1,-1 0-629,1 0 0,0 2 1,-2 3-1,-2 0 131,-4 0 0,-7 5 0,-3 1 0</inkml:trace>
  <inkml:trace contextRef="#ctx0" brushRef="#br0" timeOffset="1367">814 0 8320,'0'23'0,"1"1"55,3 2 1,-3 4 0,4 8 0,-1 3 482,-1 3 1,1 3 0,-4 1 0,0 2-187,0 2 1,0-6 0,0-2 0,0-8-511,0-4 1,4-8-1,1-2 1,1-7 157,3-6 0,-14-49 0,-3-17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4:51.884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250 35 8236,'-5'6'-128,"2"3"1,-3-4-1,-1 1 101,1 3 0,2 0 1,-3 1-1,-1 0-112,2 2 0,-4 3 0,2-1 0,-2 3 51,-1 0 0,0-3 1,-1 1-1,2-2-417,3-2 505,-3-5 0,3 4 0,-4-3 0</inkml:trace>
  <inkml:trace contextRef="#ctx0" brushRef="#br0" timeOffset="217">283 69 7870,'16'-2'-388,"-1"-1"0,0 0 0,-4-3 2088,0 1-1142,1-4 0,-6 9-304,-2 0 0,-8 6 1,-4 9-1,-3 4-131,-4 3 1,-1 0-1,-4 2 1,1 2-172,-1 5 0,-6 0 0,0 1 0,1-2-385,1 1 0,1 2 0,1 1 0,-1-2-699,1-1 1132,4-9 0,-8-16 0,2-7 0</inkml:trace>
  <inkml:trace contextRef="#ctx0" brushRef="#br0" timeOffset="384">102 261 8292,'8'-1'990,"1"-2"-875,3-1 1,1 1 0,6 3 0,1-2-750,1-1 1,2 1 633,0-1 0,19 16 0,6 6 0</inkml:trace>
  <inkml:trace contextRef="#ctx0" brushRef="#br0" timeOffset="618">91 510 8393,'5'-8'0,"3"2"268,2 1 1,2-4 0,5 2 0,4-3-466,4-2 0,3 0 0,-3-2 0,1-1 197,0 1 0,-3-4 0,0 1 0</inkml:trace>
  <inkml:trace contextRef="#ctx0" brushRef="#br0" timeOffset="817">295 340 8124,'-12'0'1,"5"1"0,1 3 202,1 4 0,1 2 0,4 2 0,0 3-23,0 4 0,0 6 0,0 3 1,0 1-78,0 2 0,-4 2 0,0 1 0,2-1-13,1-3 1,-1 1 0,0-4 0,-2-3-891,1-4 1,2-4 799,1-5 0,5-65 0,2-16 0</inkml:trace>
  <inkml:trace contextRef="#ctx0" brushRef="#br0" timeOffset="950">238 555 8292,'-11'5'-183,"0"-2"1,-1 4 0,1 2 9,0 1 1,-1 1-1,1 1 1,0-1 100,-1 0 1,-3 1 0,0-1 0,3 0-493,3 1 564,-1-1 0,4-15 0,-6-3 0</inkml:trace>
  <inkml:trace contextRef="#ctx0" brushRef="#br0" timeOffset="1083">272 566 8292,'11'0'80,"1"0"0,-1 2 211,0 1 0,2 0 0,1 3 1,1 1-24,-1-1 0,-2 1 0,1 6 0,1 1-268,1 1 0,15-5 0,0-5 0</inkml:trace>
  <inkml:trace contextRef="#ctx0" brushRef="#br0" timeOffset="1900">793 57 8647,'-11'5'139,"3"3"0,1 3-338,2 4 1,-3 3 0,-1 5 0,-4 0 85,-2 4 1,-1 2 0,2 3 0,-1 0-26,1-2 1,1-6-1,3-1 1,3-7-103,3-4 0,0-5 162,4-4 1,3-3 0,8-3-1,0-4 68,1 1 0,-5 0 0,1 3 0,1 1 129,1 3 0,-3 4 0,0 6 0,-1 2 137,0 2 1,-3 3 0,0 6 0,-1 1-35,-2 1 0,0 4 0,0-3 1,0-2-343,0-1 1,-4-3 0,0-2 0,2-4 119,0-2 0,7-52 0,2-13 0</inkml:trace>
  <inkml:trace contextRef="#ctx0" brushRef="#br0" timeOffset="2169">928 137 8302,'-11'11'-155,"0"0"0,3 2 1,1 2-1,-2 2-48,-1 1 1,-2 3 0,1-2 0,0 3 151,-1 0 0,2-4 0,3-3 0,3-3 275,3 0 35,1-6 1,5-1 0,4-6 0,3-3-9,3-3 1,4-4-1,-2 0 1,0 1-294,3 3 1,-2-3 0,1 3-1,0 0-489,-2-1 531,-1 6 0,-19 17 0,-5 10 0</inkml:trace>
  <inkml:trace contextRef="#ctx0" brushRef="#br0" timeOffset="2334">849 487 7541,'8'-7'394,"-1"0"1,2 1-457,1 0 1,6 2 0,2-3-1,1-2 62,0-1 0,25-17 0,10-3 0</inkml:trace>
  <inkml:trace contextRef="#ctx0" brushRef="#br0" timeOffset="2550">974 137 8282,'-5'16'-399,"3"0"0,-1 4 0,0-1 740,-1 1 0,3 7 0,-3 3 0,3 4-19,1 4 1,0-2 0,0 5 0,0 3-312,0 4 1,0-6 0,0-2 0,0-7-488,0-7 1,0-6 475,0-1 0,5-81 0,1-16 0</inkml:trace>
  <inkml:trace contextRef="#ctx0" brushRef="#br0" timeOffset="2986">1245 272 8282,'-6'-5'61,"1"-1"0,6-4 0,3 1 0,3 3-468,3 1 0,3 0 1,1 2-1,1-2 167,-1-1 1,-2 2 0,0-2 0,-1 1 239,0 2 0,-3-2 0,-1 0-63,2-1 86,-4 3 1,-1-2 117,-8 5 1,-1 2 0,-4 1 0,2 5 255,-2 2 0,3 1 0,-1 2 0,2 1-62,3 1 1,-3 0 0,1-4-1,2 1-117,0-1 0,2 1 0,0 2 0,0 1-260,0-1 0,0 0 0,0 0 0,0 1-59,0-1 1,0 0-1,0-1 1,2 3-242,1-3 1,-1 0 0,1-2 0,-1 1-147,-2-1 1,1-1-1,1-1 488,2-2 0,15-34 0,0-6 0</inkml:trace>
  <inkml:trace contextRef="#ctx0" brushRef="#br0" timeOffset="3184">1381 397 8282,'-11'0'0,"-1"0"0,0 0 112,-3 0 0,2 1 0,-2 3 0,1 3 168,-1 3 0,2 2 0,-2 0 0,3 3-64,0 4 1,2-1 0,2 1 0,1 1 37,2 1 1,2-2 0,3 0 0,0 0-68,0-2 1,6 0-1,5-7 1,7-2-456,3 0 0,2-5 0,1 0 0,2-3 268,4-3 0,22-29 0,9-13 0,7-5 0,-1 1 0</inkml:trace>
  <inkml:trace contextRef="#ctx0" brushRef="#br0" timeOffset="3850">1777 204 7623,'-7'0'103,"13"0"1,26-5 0,16-1 0</inkml:trace>
  <inkml:trace contextRef="#ctx0" brushRef="#br0" timeOffset="3983">1777 363 8299,'-7'-5'-803,"2"4"0,5-6 803,0 3 0,31 18 0,6 0 0</inkml:trace>
  <inkml:trace contextRef="#ctx0" brushRef="#br0" timeOffset="4133">1765 600 9170,'5'-8'0,"4"-2"-895,5-3 895,-1-6 0,19-14 0,7-7 0,2-6 0,-1 0 0</inkml:trace>
  <inkml:trace contextRef="#ctx0" brushRef="#br0" timeOffset="4401">1946 114 8362,'-3'-5'977,"6"-3"0,5 2 0,12-1 1,3-1-880,2 2 0,3-4 0,-3 3 0,1 0-492,-1-1 0,-1 4 0,-1-2 0,-2 1 394,-2 3 0,-23-5 0,-10 1 0</inkml:trace>
  <inkml:trace contextRef="#ctx0" brushRef="#br0" timeOffset="4567">2037 23 8328,'-6'5'-38,"-3"-2"1,4 3 0,0 1 326,0-1 0,0 3 0,2 4 0,-1 4-301,2 0 0,1 1 1,2 2-1,1-1-1326,2 1 1338,5 1 0,22-13 0,12-4 0</inkml:trace>
  <inkml:trace contextRef="#ctx0" brushRef="#br0" timeOffset="4683">2173 1 8328,'-4'11'-256,"0"0"0,-3 2 0,3 1 256,1 1 0,-8 20 0,-2 2 0</inkml:trace>
  <inkml:trace contextRef="#ctx0" brushRef="#br0" timeOffset="4850">1958 295 8328,'7'-9'-790,"1"-1"644,1-3 1,-3 0 0,1 1 0,4 2 771,2 3 1,1-3 0,5 2 0,1-1-741,2 2 0,0-2 1,1 5-1,-2 2 114,-2 0 0,-8 28 0,-6 5 0</inkml:trace>
  <inkml:trace contextRef="#ctx0" brushRef="#br0" timeOffset="5067">1969 408 8328,'-1'13'-126,"-3"2"1,2 2-1,-5 5 1,2-2 256,3-1 0,-3-1 1,1 5-1,1 0-39,2-1 1,1 0-1,0-3 1,0-4-152,0-3 0,1-2-629,3-2 1,2-4 135,6-8 1,-6-6 551,-2-5 0,-3-46 0,-1-7 0</inkml:trace>
  <inkml:trace contextRef="#ctx0" brushRef="#br0" timeOffset="5250">1980 453 8328,'12'-11'-448,"-1"-4"1,0 0-1,1 1 320,-1 1 0,5 1 0,3-2 0,3-1 490,0 1 0,1 2 0,-1 0 0,1 1-72,0 0 0,3 1 0,0 2 0,-2 4-227,-4 3 1,1 6-1,-6 3 1,-2 3-69,0 4 0,-7 3 0,-2 4 0,-3 1 32,-1-1 0,-3 1 0,-2 0 0,-2-1-312,-2 1 0,-1-4 0,-1 0 0,0-1 285,-1 0 0,-24-22 0,-7-10 0</inkml:trace>
  <inkml:trace contextRef="#ctx0" brushRef="#br0" timeOffset="5567">2173 272 8105,'-7'5'32,"-1"-2"0,4 4 1,0 2 118,-1 1 1,4 5-1,-3 2 1,3 0-266,1 3 0,0 2 1,0 0-1,-1 1-314,-3 0 0,2-5 0,-1 0-562,1-2 990,-3-1 0,0-9 0,-2-6 0,3-7 0,3-3 0,1-1 0,0-2 0,0-1-57,0-1 1,0 0-1,1 4 1,2 0 342,0-1 0,5 5 0,-3 1 455,1 0 0,2 3-192,3 3 1,0 5-1,1 2-372,-1 3 0,-3 5 1,-2 1-1,0-3-177,0 0 0,12-2 0,6 1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4:58.568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0 198 10648,'5'-8'0,"4"2"15,5 1 0,0-4 0,5 3 0,1-2-15,1 1 0,27-16 0,6-7 0</inkml:trace>
  <inkml:trace contextRef="#ctx0" brushRef="#br0" timeOffset="199">136 73 8304,'-6'18'-188,"-3"-2"1,4-3-1,-1 2 289,-3 4 0,0 7 0,0 4 0,2 3 223,-2 1 0,3 1 1,-2 3-1,-1 3-279,-1 3 0,3-3 1,0-5-1,2-5-623,3-4 1,2-5 577,4-3 0,22-58 0,10-19 0</inkml:trace>
  <inkml:trace contextRef="#ctx0" brushRef="#br0" timeOffset="299">113 379 8304,'5'-12'0,"2"1"0,0 0-100,1-1 1,-1 2-1,5 3 1,-1 3 99,0 3 0,16 26 0,3 6 0</inkml:trace>
  <inkml:trace contextRef="#ctx0" brushRef="#br0" timeOffset="432">159 503 8304,'-8'0'868,"1"0"0,5 0-1021,2 0 0,5 0 0,7 0 153,-1 0 0,45-5 0,12-1 0</inkml:trace>
  <inkml:trace contextRef="#ctx0" brushRef="#br0" timeOffset="734">453 152 9159,'-7'-5'826,"4"0"0,8-2 0,5 3-669,4 3 0,9-3 0,0 0 1,2 2-520,3 1 0,-4-3 0,3 0 0,-1 1-425,-4 2 1,2 1 0,-8 0 786,2 0 0,-14-25 0,0-6 0</inkml:trace>
  <inkml:trace contextRef="#ctx0" brushRef="#br0" timeOffset="1018">690 5 7510,'-11'-5'640,"5"5"0,2 0 0,3 7-691,1 3 1,0 6 0,0 3 0,0 2-91,0 2 0,-4 3 1,-1 2-1,0 1 84,0 2 0,-4 6 0,2-1 0,-5-3-53,-3-5 1,3-6 0,-4-3 0,3-4 76,-2-2 0,6-7 1,-1-4-1,3-4-139,5-6 1,1-7-1,1-2 1,1-2 57,3 0 0,2 4 0,5-3 1,1 2 158,-1 2 0,0 7 0,1 3 1,-1 3 206,0 1 0,0 5 0,1 3 0,-2 8 399,-3 6 1,2 7 0,-5 9 0,-3 4-625,-3 6 1,-6 4-28,-7 4 0,-13 31 0,11-40 0,-1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5:01.60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46 419 8271,'-9'-3'-45,"0"-1"1,3-2 0,-1 3 854,0 1 0,3-3-401,1-1 1,9 0 0,4 0-1,5-1-322,5-1 0,2-5 1,7 0-1,-1-2-32,0-2 0,3 3 1,1-1-1,0 1-467,0-1 0,0 4 0,-5-2 0,-3 4-1061,-2 3 0,-6-1 1473,-4 3 0,-22 1 0,-7 3 0</inkml:trace>
  <inkml:trace contextRef="#ctx0" brushRef="#br0" timeOffset="352">318 129 8271,'-10'0'-349,"4"3"1,1 1 0,1 1 606,2 3 1,-3 3 0,2 4-1,1 2-1,1 6 0,1 3 0,0 3 0,0 3-13,0 6 0,0 3 0,0 6 0,0 0-73,0-1 1,0 0-1,0-2 1,0-3-114,0 1 1,0-9 0,-1-2-1,-1-8-338,-1-6 119,0-8 0,0-9 1,-1-7-1,-2-4-317,-1-1 0,0-4 0,0 3 0,0-2-2,0-1 1,-4-2 0,-2 0 0,2 2 479,0 0 0,2 5 0,0-3 0,-1 2-52,1-1 0,0 1 1,-1 3 138,1-1 1,1 4 0,0 1 2479,2 1-2019,4 0 0,2 3 0,7-1 0,5-1-612,3 1 64,3 1 0,59-28 0,14-7 0</inkml:trace>
  <inkml:trace contextRef="#ctx0" brushRef="#br0" timeOffset="734">663 35 8271,'0'-9'1254,"0"0"0,0 3-1433,0-1 0,1 5 0,2 0-1106,4 4 1285,-3-1 0,-8 45 0,-7 6 0</inkml:trace>
  <inkml:trace contextRef="#ctx0" brushRef="#br0" timeOffset="1068">570 204 8271,'-6'0'276,"-1"0"-241,5 0 0,-1 0 0,6-1 0,4-2-269,1-4 1,4 2 0,1 0-1,-1 0-135,2 0 0,-4 2 1,3 0 278,-3 2 1,-2 2 0,-1 2 27,-4 4 0,-2 1 0,-1 1 0,-1 2 91,-2 1 0,0 0 0,-3 2 0,-1 0 127,-1-3 0,-1-1 0,2 1 0,1-1 539,-1 0 0,1 1 505,0-5-1226,4-2 1,-1 1-1,6-7 1,3 0-139,3-1 1,0-3 0,0 2 0,1 0-211,-1 0 0,0-3 0,1 4-8,-1 1 1,-4 2-1,-2 3-42,-2 4 424,-1-3 0,-33 41 0,-8 7 0</inkml:trace>
  <inkml:trace contextRef="#ctx0" brushRef="#br0" timeOffset="1266">523 493 8271,'-9'1'77,"-1"2"692,1 0-300,4 0 1,1-4 0,5-1-1,2-1-273,3 0 0,6-1 0,1 0 1,1-1-393,-1-2 0,4 1 0,-2 0 0,2 0-151,-2 1 1,3-2-1,-3 3 1,0 1-34,1-1 1,-5 3 0,2-2 0,-3 2-425,-1 1 0,1 0 804,-1 0 0,-20 8 0,-6 3 0</inkml:trace>
  <inkml:trace contextRef="#ctx0" brushRef="#br0" timeOffset="1466">682 447 8079,'-9'6'-253,"-1"0"0,1-3 0,0 3 0,0 2 557,3 0 1,-2 1-1,2 1 1,-2-1-148,2 0 1,-1 4-1,3 0 1,-2 2 160,-1 2 0,2 0 0,0 2 1,1-1 63,2-3 0,-3 3 1,2-3-1,1 2-109,1-1 1,1 0-1,1-2 1,1-1-330,1 1 0,5-3 0,-1-5 0,3-3-336,3-2 1,0-2 0,-1-2-1,1-3-814,2-2 0,-3-3 1206,4-1 0,4-40 0,3-13 0</inkml:trace>
  <inkml:trace contextRef="#ctx0" brushRef="#br0" timeOffset="1632">747 503 8271,'-3'6'117,"0"0"1,-3 0-1,3 4 1,0-1 264,-1 0 1,2 2 0,-4 1-1,1 4-320,0 2 1,2 3 0,-3 2 0,-1 0-560,2 0 1,-3 3 496,2-1 0,-19 18 0,-5 6 0</inkml:trace>
  <inkml:trace contextRef="#ctx0" brushRef="#br0" timeOffset="1799">392 690 8271,'3'-11'0,"2"0"406,0-2 1,2 4 0,5 3-1,4 0 76,2 0 1,5 1-1,1 3 1,5-1-959,2 1 476,2 1 0,54-16 0,-37 7 0,0 0 0</inkml:trace>
  <inkml:trace contextRef="#ctx0" brushRef="#br0" timeOffset="2565">1037 138 8381,'5'-9'-289,"3"0"1,-4 0 753,1 3 0,-2 2 1,2 5-334,-1 2 0,1 2 1,-3 6-1,1 1-195,-1 4 0,-5 2 0,-3 3 0,-3 1 18,0-1 0,0-2 0,-1 0 0,1 0-89,-1-1 1,1 3 0,0-1 0,-1-3 119,1-3 1,1-5 0,2-2 223,2 0 0,3-4 1,2-3-61,3-5 1,1-3-1,5-3 1,2 0-98,0-2 1,2 1 0,-3 4 0,1 0-94,0 2 1,-2 4 0,0-1 104,-1 2 1,-3 5-1,-1 3 1,-1 4-70,-1 1 1,-5 5 0,-3-2 0,0 3-339,-2 1 1,-1-1 0,-2 1 341,1 0 0,-13 8 0,-3 2 0</inkml:trace>
  <inkml:trace contextRef="#ctx0" brushRef="#br0" timeOffset="2782">850 643 8345,'0'9'454,"0"1"1,4-1 0,3 0-471,1 1 0,0-1 1,1 0-1,-1 0-646,2-3 0,2 2 0,-3-2 662,0 3 0,9-4 0,2-1 0</inkml:trace>
  <inkml:trace contextRef="#ctx0" brushRef="#br0" timeOffset="2949">962 652 8381,'0'-9'488,"0"0"-261,0 3 0,1 2 1,2 5-1,0 2-120,-1 4 0,2 1 1,0 1-1,1 1-655,2-1 1,-1 0-1,0 0 548,1-3 0,6-14 0,1-8 0</inkml:trace>
  <inkml:trace contextRef="#ctx0" brushRef="#br0" timeOffset="3049">1047 624 7577,'1'-8'-480,"2"2"1,-2 1 1273,2 1 0,2 4-794,1 0 0,15-4 0,4 3 0</inkml:trace>
  <inkml:trace contextRef="#ctx0" brushRef="#br0" timeOffset="3682">1420 101 8381,'0'-9'-18,"0"-1"0,-1 1 504,-2-1 0,-2 5 0,-4 2 0,-1 2-505,1 1 0,-3 5 0,-2 4 0,0 3-552,-3 3 1,-1 0 0,0 4 0,0-1 111,2-3 1,0 2-1,3-4 1,2 1 458,0-1 0,3 0 0,2-4 0,3 0 0,2 1 0,1-1 0,0 0 0,1 1 0,2-1 0,-1 0 0,4 1 0,0-1-12,0 1 0,1-1 0,-3 0 0,0 1 152,0-1 1,3-3 0,-3-1 17,1-1-120,-3 4 1,2-8 3,-4 0 0,0-4 0,0-6 0,0 0 23,0-3 1,0 3-1,1-2 1,1 0-29,1 0 0,5 1 0,-3-1 0,1 1-54,0 2 0,2 3 0,3 0 0,1-1-57,0 2 0,-2 0 0,0 3 1,-1-1-41,0 1 1,-2 2 0,-2 3 15,-1 3 0,2 2 0,-3 2 1,-2-1 25,-3 0 0,0 1 0,-3-1 1,0-1 240,0-1 1,1 0 561,-2-4-15,0 0-444,-3-3 1,3 1-104,3 2 0,2 3 0,1 4 0,0 2-27,0 4 1,0 3-1,0 1 1,0 4-96,0 3 1,0 0 0,0 8 0,0 0-56,0 1 1,0-2 0,-1 0-1,-1-2-316,-1-2 0,0-4 1,3-3-1,0-3 324,0-6 0,-4-15 0,-1-5 0</inkml:trace>
  <inkml:trace contextRef="#ctx0" brushRef="#br0" timeOffset="3915">1149 615 8369,'0'-9'397,"0"2"1,0 1-106,0-1 1,0 2-1,1-1-127,3 2 0,1 1 0,4 3-403,0 0 1,1 0 0,-1 1 92,0 2 1,0 3-1,-3 3 1,-2 1-63,0 3 1,-3-3-1,2 3 1,-2-3 206,-1-1 0,-8-12 0,-2-3 0</inkml:trace>
  <inkml:trace contextRef="#ctx0" brushRef="#br0" timeOffset="4184">1430 512 7417,'-10'4'666,"1"1"-576,0 1 0,-1 2 0,1-3 65,0 0 1,-1 4 0,2-3 110,2 2 1,-1-2 0,3 1 63,2 0 0,1-2 0,1 1-110,0 2 1,4 0 0,4 0 0,2-1-169,3 0 0,2-4 0,-1 2 0,1 0-159,5 0 1,-1-3-1,2 3 1,0-2-620,1 0 726,-2 0 0,40-15 0,5-4 0</inkml:trace>
  <inkml:trace contextRef="#ctx0" brushRef="#br0" timeOffset="4467">1691 503 8567,'0'-10'365,"0"1"0,1 0 1,2-1-86,0 1 1,7 3-1,-1 1 1,3 0-485,1 3 0,-1 1 1,2 1-1,1 1 170,-1 2 0,-3 3 0,-1 3 0,-4 0 174,-1 1 0,-2 0 0,-3 3 0,0 1-179,0 1 1,-3 1 0,-2-3 0,0-1-1293,-2 2 1331,-1-8 0,-27-10 0,-5-12 0</inkml:trace>
  <inkml:trace contextRef="#ctx0" brushRef="#br0" timeOffset="4632">1766 316 8306,'-3'6'-672,"-1"0"1,0 2 1085,0 0 1,-3 2 0,3 3 0,0 2 12,0 3 0,-3 2 0,0 0 1,0 4-323,1 3 0,-2-1 1,1 5-1,-1-1-426,-1-2 1,0-4 320,3 1 0,2-4 0,4 2 0</inkml:trace>
  <inkml:trace contextRef="#ctx0" brushRef="#br0" timeOffset="4899">1869 344 8306,'0'9'55,"1"0"1,1-2-1,2 0 256,1 3 1,2 0-1,2 3 1,0 1 277,1 1 0,3 4 1,3 3-1,1 2-234,2 0 1,0 2 0,0-4 0,-1 1-117,1 0 1,-1-2 0,-3-6 0,-2-2-1004,-3-3 0,-1 0-2182,1-1 2946,-5-4 0,-13-34 0,-8-12 0</inkml:trace>
  <inkml:trace contextRef="#ctx0" brushRef="#br0" timeOffset="5032">2000 400 8278,'0'6'-352,"0"0"0,12 5 1,4 3-1</inkml:trace>
  <inkml:trace contextRef="#ctx0" brushRef="#br0" timeOffset="5116">2075 381 8278,'0'10'-401,"1"-2"401,2-2 0,14 15 0,8 0 0</inkml:trace>
  <inkml:trace contextRef="#ctx0" brushRef="#br0" timeOffset="5799">2411 325 8955,'0'-9'481,"7"3"1,4 0 0,3 1-339,6 0 1,4-1-1,7-4 1,3 1-229,3 0 0,1 1 0,1 0 1,-1-1-806,-2 2 0,-9-3 890,-2 4 0,-21-6 0,-6-3 0</inkml:trace>
  <inkml:trace contextRef="#ctx0" brushRef="#br0" timeOffset="5999">2738 101 7984,'-8'1'727,"1"1"-193,0 1 0,4 7 1,-2 1-1,0 2-311,0 4 1,-1 5-1,-5 4 1,-1 4-179,-4 4 1,-2 7-1,-1 2 1,-2 2-371,-1-1 0,-4-3 0,2-4 0,0-1-1761,3-5 2086,1-8 0,-7-31 0,-2-8 0</inkml:trace>
  <inkml:trace contextRef="#ctx0" brushRef="#br0" timeOffset="6165">2523 400 8398,'10'0'-391,"-4"1"0,-1 3 1010,-1 5 0,-1 5 0,-2 6 0,1 3-298,2 5 0,-1 1 0,-3 5 1,0 0-676,0-1 1,0 0-1,0-6 1,0-2-1350,0-4 1703,0-5 0,8-23 0,2-10 0</inkml:trace>
  <inkml:trace contextRef="#ctx0" brushRef="#br0" timeOffset="6549">2729 391 8349,'8'-15'-133,"-1"3"0,-1 1 129,-2 2 1,3 4-1,-1 2 558,3 2 0,-1 2-839,-2 2 1,-2 2-1,-4 5 1,0 2 10,0 0 1,-3 4 0,-1-4 0,-1 0 79,-2-2 1,1 2 0,1 1 328,1-2 1,-2 0 328,3-2 0,0-3-326,3 1 1,1-2-1,1 2 1,2-1-24,1 1 0,-3 2 1,2 0-1,-1 2-69,1 1 0,-1 1 0,-2 4 1,1-1-81,1 0 0,0 4 0,-3 0 1,1-3-263,2 1 0,-2-1 0,2-2 1,-2-2-496,-1-3 791,0-1 0,-20-20 0,-6-6 0</inkml:trace>
  <inkml:trace contextRef="#ctx0" brushRef="#br0" timeOffset="6715">2635 615 8349,'-3'-6'1119,"0"-1"0,0 1-604,3-3 0,4 4 0,2 2 0,4 0-602,2 0 1,3 2 0,5-2 0,2 2-470,6 1 1,6-4 555,6-2 0,7-7 0,7-3 0,6-2 0,-1 0 0</inkml:trace>
  <inkml:trace contextRef="#ctx0" brushRef="#br0" timeOffset="7018">3121 353 8517,'-4'-5'322,"3"1"1,5 1 150,5 0 1,2-4 0,9 3 0,1 0-564,0 0 0,5-2 1,-1 2-1,1-1-319,-1 1 0,-2 1 1,-4 3-1,-1-1 409,1-2 0,-4-19 0,-2-8 0</inkml:trace>
  <inkml:trace contextRef="#ctx0" brushRef="#br0" timeOffset="7199">3374 176 8318,'-6'8'0,"0"-1"151,2-1 1,-2 1 0,2 3 0,-1 3 120,-3 2 1,0 3-1,-2 1 1,-3 3-138,-2 3 0,-6 6 1,-3 4-1,-2 0-442,-3-1 1,-1 2-1,2-5 1,1-3 306,2-5 0,6-31 0,6-14 0</inkml:trace>
  <inkml:trace contextRef="#ctx0" brushRef="#br0" timeOffset="7332">3112 447 8285,'9'5'-698,"0"3"1146,-3 4 0,-1 4 0,-3 0 0,2 1-61,2 2 0,-4 4 0,2 2 0,-1 2-563,0 1 1,0-4 0,-3-1 0,0-2 175,0 1 0,-8-8 0,-2-6 0</inkml:trace>
  <inkml:trace contextRef="#ctx0" brushRef="#br0" timeOffset="7566">3271 540 8282,'0'-6'396,"1"1"101,2 1 1,-1-1-1,4 2-299,2-3 0,1 1 1,3 0-1,0-1-182,-1 1-16,4 3 0,16-14 0,9 0 0</inkml:trace>
  <inkml:trace contextRef="#ctx0" brushRef="#br0" timeOffset="7732">3402 419 7828,'-9'4'-298,"3"-2"0,2 4 0,1 1 383,0 2 1,0 4-1,3 3 1,-1 1 78,-2 2 0,2 1 1,-2 1-1,0 0-418,0 0 0,1 2 0,-4-1 0,0-1 254,1-2 0,-37 8 0,-5 2 0</inkml:trace>
  <inkml:trace contextRef="#ctx0" brushRef="#br0" timeOffset="7899">3224 746 7842,'-9'0'-489,"3"0"0,1-1 0,-1-1 1331,1-1 1,3-2 0,-1 2-356,2-3 0,5-2 1,4-2-1,8 1-143,9 0 1,7-1 0,9 1-1,2 1-114,3 1 0,5 0 0,1 4 0,1 1-177,0 1 1,-7 4 0,-2 1-1,-10 1-217,-7 3 1,-5-1-1,-6 0-172,-4-1 1,-7-3 335,-5 0 0,-12-6 0,-8-3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5:15.485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19 309 8566,'-6'0'789,"0"0"-864,3 0 112,-1 0 1,4-4-67,0-2 0,1-3 1,2 0-1,4 0-65,1-1 1,1 0 0,1-2-1,-1-1 60,0-2 0,4 1 1,-1-3-1,1 2 28,0-2 0,-1 0 0,2 2 0,0 1 8,-3 1 0,0 3 1,-2 0-1,0 4 70,1 2 0,-4 1 153,0 3 0,-3 0-147,3 0 0,-2 3 0,1 1 0,0 0-57,0 0 0,-2 0 1,3-1 37,2 4 1,0 1 0,1 1 6,1 1 1,-4-1 0,-1 0 0,0 1 4,1-1 0,-3 0 1,2 1-1,0-1-58,0 0 0,0 1 0,3-1-46,-2 0 0,-4-2 1,2-2-88,0-1 40,-3-1 381,3-3-188,-4 0 1,4-4 0,0-1-1,0-1-231,0-1 1,3 1 0,0-3 38,1-1 1,-2 4 0,0 0 0,2 0 38,0 1 1,1-4-1,1 3 17,-1-2 1,0-1 0,1 2-1,-1 1 69,0-1 0,1-1 1,-1 1-1,0 1 32,1-1 0,-2-2 1,-1 1-1,0 1-22,0 0 0,1 2-107,1-1 1,-2-1 0,-1 4 19,1 1 0,-2 2 90,2 3 0,-4-2 1,2 3-43,-1 0 1,2-2 0,-2 3 0,1 0 21,-1 1 1,3 0-1,-2 3 1,0 1 1,3-1 0,-4 0-1,0 1-25,0-1 0,2-3 0,-2 0 0,-1 1 17,1-2 1,-2 3-37,4-2 0,-3 2 16,3-2 1,0-1-12,0-2 1,-1-2 17,-2 2 0,-1-2 48,4-1 0,-2-1 0,2-2-105,1-3 0,-2-2 1,2-2-102,0 1 0,-2 0 0,1-1-3,1 1 0,2 0 0,0-1 57,0 1 0,1 0 0,-2-1 1,-1 2 5,0 2 0,-1-3 0,3 3 0,1-1 11,-1 1 0,-3-3 0,0 4 1,2-1 25,0 0 1,-2 4 0,0-1 5,2 1 1,-3 2 303,1 0 1,-3 2-196,3 1 1,-3-1-1,1 3 1,0-1 1,-2 2-1,3-2-4,-1 2 0,0-1 1,-2 2-1,3-1 18,0 2 0,-3-3 0,2 1-36,0 1 0,0 2 0,3 0 0,-3-1-58,0-2 0,-2 3 0,3-3-33,-1 2 0,4 2 38,-2-1 0,-1 0-9,1 1 1,-3-2-1,3-1-56,-2 0 123,-1-5 1,-2 2 0,1-5-4,1-2 1,1 2 0,-2-4 0,2 2-77,2 0 0,-3-3 1,2 2-1,0 0 35,0-1 0,2-2 0,2 1-99,0-2 1,1-2-1,-1 1 1,0 1-18,1 1 0,-4-1 0,0 2 0,1-1 12,2 0 1,0-1 0,0 2 54,1-2 1,-1-2-1,0 2-5,1 2 1,-4 0-1,0 4 4,1-1 0,-1 0 59,0 3 0,-3 0 35,3 0 0,-1 1 38,2 2 1,0-1 0,-3 4 50,1-2 1,-3 3 0,3-2 0,-2 1 81,0 1 1,1-1-1,-2 3-106,1 1 1,3-1 0,-2 0-163,2 1 0,-3-2 0,2-1 0,0-2-108,0 0 0,-2 1-123,4-3 1,-4 0 35,3-3 0,-3 0 113,3 0 0,-2-1 1,1-2-1,0-2-26,0-1 1,-2-2 0,2 2 0,1-2 62,-1-2 0,1 4 0,2 0 0,0-1 42,-2-2 1,0 1 0,3 1 0,1 1 75,-1 2 1,-3-2-1,1 2 1,0 0 99,1 0 0,-2 1 1,1 1-90,0-1 1,1 2 0,1-3-32,-3 0 1,2 3-1,-2-2 1,3 3 72,0 3 0,-3 2 0,-1 5 130,0-1 1,1 0-1,-3 1 65,-1-1 1,2 0 0,-1 1 0,0-1-108,1 0 0,-2-2 1,1-1-1,-1 0-95,1-1 0,-2 0 0,3-3 0,-1 3 49,0 0 0,1-3 0,0 1-294,2-2 1,-1-2 0,1-1-1,0-2 160,0-1 0,2-2 0,-2-1 0,2 1-257,2 1 1,-1 0-1,0-1 1,1 2 262,-1 1 0,1-24 0,-1-3 0</inkml:trace>
  <inkml:trace contextRef="#ctx0" brushRef="#br0" timeOffset="1233">1328 328 8156,'0'-7'1100,"0"1"0,1 4-596,2-1 1,-1 2-1339,4 1 1,0 4 833,4 2 0,-18 28 0,-3 6 0</inkml:trace>
  <inkml:trace contextRef="#ctx0" brushRef="#br0" timeOffset="1581">1178 412 8177,'-6'3'0,"0"1"328,-2 1 1,4 1 0,1 4-1,2-1-22,1 0 0,0 4 0,0 0 1,0 2-268,0 2 1,3-3 0,1 1 0,0-1-450,1 1 1,1-4 0,-2 2-564,1-3 0,-2-2 292,3-1 0,-3-4 681,0-6 0,-2-3 0,-1-4 0,1-1-67,2-2 0,-2 0 0,2 1 0,-1 0 81,1 0 0,2 1 1,5-1-1,-1 0 89,0 1 0,2 0 0,1 2 0,4-1 81,1 1 1,2 0 0,1 0-1,1 2 35,0 1 0,1 3 0,-3-2 0,-1 0-247,-3 3 0,-2 6 0,-6 2 0,-2 2 28,-1 1 0,-50 34 0,-17 8 0</inkml:trace>
  <inkml:trace contextRef="#ctx0" brushRef="#br0" timeOffset="1731">1271 608 8177,'0'-6'0,"1"0"-231,3-2 1,-2 1 0,4 0-1,1 2 348,1 0 1,2 1 0,-1 2-118,1-1 0,3 12 0,2 7 0</inkml:trace>
  <inkml:trace contextRef="#ctx0" brushRef="#br0" timeOffset="1881">1253 729 8177,'0'-9'-361,"0"3"0,0 0 590,0-2 1,4 1 0,2 0 0,3 1-365,4-2 1,-2 1 0,4 0 134,-2 1 0,12 12 0,0 0 0</inkml:trace>
  <inkml:trace contextRef="#ctx0" brushRef="#br0" timeOffset="2064">1243 804 8177,'-9'0'715,"5"-4"1,5-2-522,7-2 1,6-2-1,4 0 1,1-2-267,0 0 1,0-1 0,-1 4 0,1 1-359,0 2 0,-1-3 0,0 4 430,-2 0 0,-11 1 0,-6 4 0</inkml:trace>
  <inkml:trace contextRef="#ctx0" brushRef="#br0" timeOffset="2281">1337 571 8177,'-4'9'-12,"3"1"0,-3 2 1,0 1 181,1 2 1,-3-2 0,2 5-1,0 3 41,0 2 1,-4-2 0,3 4 0,-1 2-136,0 3 1,-1 0 0,-2 1 0,0-3-711,-1-3 0,4 1 0,1-6 634,1-2 0,5-41 0,4-14 0</inkml:trace>
  <inkml:trace contextRef="#ctx0" brushRef="#br0" timeOffset="2397">1328 795 8177,'9'0'71,"0"0"1,1 0 0,-1 1 0,0 2 303,1 3 1,-1 6 0,0 1 0,2 1-212,1-1 0,0 0 0,2-4 0,1 0-164,-1 1 0,6-13 0,4-4 0</inkml:trace>
  <inkml:trace contextRef="#ctx0" brushRef="#br0" timeOffset="2833">1608 374 9590,'1'9'-346,"2"-3"113,3-3 1,6 1 0,1-1 0,2-1-113,1-1 1,1-1 0,0 0 0,-3 0 261,0 0 1,-2 0 0,-3 0 0,1-1 65,-1-2 1,-4 3 183,-2 0 0,-3 1 0,-3 5 0,-4 3-332,-4 2 1,-1 0 0,-3 2 0,-2 1 80,-1 1 1,1-1-1,0-2 1,3-1 544,0-2 1,2-1-1,3-1 521,3 0 1,3-5-738,6 1 1,5-3 0,6-3-1,0-2-171,3-1 0,-2-2 0,0 3 0,1-1-418,-2-1 1,1 4 0,-4-2-1,2 1-1191,-2 2 1535,0-3 0,-10-13 0,-2-7 0</inkml:trace>
  <inkml:trace contextRef="#ctx0" brushRef="#br0" timeOffset="2964">1757 412 8188,'-9'0'-6,"0"0"0,0 4 0,2 2-46,1 2 0,4 3 0,-1 1 1,2 4-72,1 1 0,0 5 0,0 1 0,0 1-211,0 2 334,0 1 0,4 30 0,1 7 0</inkml:trace>
  <inkml:trace contextRef="#ctx0" brushRef="#br0" timeOffset="3181">1692 739 8188,'-4'5'3,"-1"3"0,-5-2 1,2 0 134,2 0 0,1 0 0,3 4 0,-2 0 146,2 2 1,1-1 0,1 1 0,0-1-100,0-2 0,4 0 0,3 0 0,0-2-141,-1-1 1,3-3-1,-3 2 1,2 0-188,1-3 1,1-1 0,0-2-1,2-1-523,0-1 1,0-8-1,-2 1 666,-1-4 0,13-55 0,3-18 0</inkml:trace>
  <inkml:trace contextRef="#ctx0" brushRef="#br0" timeOffset="3296">1823 655 8188,'-5'4'-47,"-3"-2"0,5 4 0,0 1 55,-1 2 1,3 1 0,-3 2 0,1 1 49,0 2 1,0 0 0,3 4 0,-2 0-262,-1-1 0,2 5 203,-2 2 0,-2-10 0,0-3 0</inkml:trace>
  <inkml:trace contextRef="#ctx0" brushRef="#br0" timeOffset="3464">1561 795 8131,'4'-5'-217,"-2"-4"0,5 4 354,0 0 1,5-2-1,4 3 1,3-2-7,2-1 0,3-1-131,4-2 0,30-20 0,6-5 0</inkml:trace>
  <inkml:trace contextRef="#ctx0" brushRef="#br0" timeOffset="3882">1954 384 8184,'-4'5'116,"2"-1"0,-5-3 1,1 2 167,1 3 1,-3 3-1,1 0 1,-1 1-143,-1 3 0,2 1 1,1 4-1,0-1-250,1-2 1,1-3-1,4 0 1,0-1-170,0-2 0,1-4 0,2-2 0,3-2 17,2-1 1,2 0-1,-1 0 1,1 0 32,3 0 1,-3-4 0,4-1-1,-2-1 46,1-1 1,-1 4 0,-3-2 0,0 0 180,-3 0 1,2 3-1,-2-2 1,0 0 498,0 1 1,-4-1 334,1 1 1,-2 3-347,-1 0 0,-4 4 1,-1 7-161,0 1 0,-4 3 0,3 3 0,-3 2-128,-4 2 1,3 2 0,-4 5 0,2 2-191,0 3 0,-4 3 1,2 0-1,1 0-425,-1 1 0,-1-2 1,2-2-1,3-5-2023,3-6 2438,-2-5 0,4-9 0,-4 1 0</inkml:trace>
  <inkml:trace contextRef="#ctx0" brushRef="#br0" timeOffset="4030">1851 729 8237,'4'7'-100,"2"-1"1,3 1 302,0 2 0,3 4 0,3 3 0,2 2 417,2 4 0,6 2 1,1 4-1,4-1-620,5-2 0,38 19 0,11 0 0</inkml:trace>
  <inkml:trace contextRef="#ctx0" brushRef="#br0" timeOffset="4663">2328 309 8226,'-5'-5'680,"-1"2"0,1 2 1,0 2-1,0 2-612,-1 3 1,1 5-1,-2 3 1,1 0-315,-2 3 0,0-2 1,-1-1-1,1 0-14,1-3 1,0-1 0,4 0 110,1-1 1,2-4 0,3-2-1,4-3 197,5-3 1,-1 1-1,4-4 1,-2-1 11,-1-2 1,1 1 0,-1 1 0,0 2-133,-2 0 1,0 2-66,-1 3 0,-4 5 0,-2 1 0,-2 3-192,-1 4 1,-4-2 0,-3 5 0,-3 0-872,-3 2 1200,1-4 0,-27 12 0,-7-1 0</inkml:trace>
  <inkml:trace contextRef="#ctx0" brushRef="#br0" timeOffset="4813">2243 552 8113,'-5'-5'125,"1"2"1,4 7 86,0 5 0,0 6 1,0 5-1,0 3 0,0 1 0,0 4 0,0 4 1,0 2-105,0 1 1,0 1 0,0 2-1,1-2-190,2-2 0,-1-3 0,5-7 0,0-5-1665,1-5 1747,-3-4 0,4-51 0,-4-12 0</inkml:trace>
  <inkml:trace contextRef="#ctx0" brushRef="#br0" timeOffset="5117">2234 599 8226,'4'-10'-324,"-3"4"1,3 0 327,1-1 1,-3-1 0,4 1-1,2 1-8,4-1 0,2-2 0,5 1 1,0 1-170,-1 0 1,2 2-1,1-1 1,1 2 71,-2 0 0,-1 3 0,-2-1 0,-3 4 216,0 4 1,-3 3 0,-4 4 0,-1 2 94,-2 3 0,0 2 0,-2 0 0,1 3-57,-1 1 1,-1 1-1,-1 3 1,0 0-132,0 0 1,-1 0-1,-1-1 1,-1-2-239,1-3 1,-2-2-1,1-3-1064,1-1 1280,1-7 0,-12-38 0,-2-12 0</inkml:trace>
  <inkml:trace contextRef="#ctx0" brushRef="#br0" timeOffset="5264">2346 552 8380,'0'12'305,"0"2"1,0 0-643,0 3 0,0 1 0,0 0 337,0 1 0,-4 12 0,-1 3 0</inkml:trace>
  <inkml:trace contextRef="#ctx0" brushRef="#br0" timeOffset="5380">2318 645 8226,'10'-4'0,"-1"3"0,4 14 0,2 7 0</inkml:trace>
  <inkml:trace contextRef="#ctx0" brushRef="#br0" timeOffset="5514">2318 758 7926,'-5'9'-988,"0"-4"3405,2-2-2230,2-2 0,-2-1 0,6-1 1,3-2-561,2-3 0,5-2 373,-1-2 0,42-24 0,7-7 0</inkml:trace>
  <inkml:trace contextRef="#ctx0" brushRef="#br0" timeOffset="5933">2552 430 8226,'5'-4'631,"0"-1"-448,-2-4 1,3 0 0,3 2-1,0 2-158,1 1 1,-1 0 0,0 2-1,1-2-913,-1 2 0,0 2 522,1 3 1,-5 3 0,-2 4 0,-2 1 214,-1 2 0,-1 0 0,-2-1 0,-3 0 233,-3 0 0,3-2 0,1-1 0,0 0 419,0-3 1,1 1 571,-2-4-937,4 1 0,-2-9 0,5 0 0,1-1-217,1 0 0,5 3 1,-2-3-169,2 2 1,-2 0 138,1 1 0,-4 3 1,2 0-1,-1 5 1,-1 3 0,-4 2-1,-1-1-817,-1 1 927,-4 3 0,-11 14 0,-7 7 0</inkml:trace>
  <inkml:trace contextRef="#ctx0" brushRef="#br0" timeOffset="6018">2617 599 8226,'7'0'-639,"-1"0"1,-3 1 638,3 2 0,-20 23 0,-3 9 0</inkml:trace>
  <inkml:trace contextRef="#ctx0" brushRef="#br0" timeOffset="6147">2599 664 8226,'-10'15'-22,"1"-3"0,0-2 91,-1 0 1,1-4-1,0 0 1736,-1 2-1370,5-4 0,2 0 0,6-5-513,3-2 0,7-1 0,1-4 0,2 2-264,-1-1 1,1-2-1,3 1 1,-2 1-339,-1 1 0,2-1 680,-3-2 0,7-9 0,2-1 0</inkml:trace>
  <inkml:trace contextRef="#ctx0" brushRef="#br0" timeOffset="6313">2701 552 8215,'0'9'106,"0"1"0,0-3 0,0 1 0,0 4 325,0 1 0,0 1 0,0 3 1,0 4-117,0 2 0,2 2 1,0 4-1,2 0-685,1-1 0,0 2 1,2-6 369,0 0 0,3-1 0,5-5 0</inkml:trace>
  <inkml:trace contextRef="#ctx0" brushRef="#br0" timeOffset="6897">3103 571 8311,'0'-8'339,"0"5"1,0 7 0,0 10-373,0 0 1,0 2-1,-1 3 1,-1-1 27,-1 1 0,-4 0 0,1-1 0,-3 1 79,0 0 1,-1-5-1,-2-1 1,0-3 94,0 0 1,2-5 0,1-2-1,-1-2-52,1-1 0,3-5 0,0-5 0,2-4-391,2-4 1,2-5-1,3-2-37,4-2 0,1 0 0,1 1 1,2 3-1,1 0-44,4 2 1,1 5 0,2 5 0,1 4 433,2 4 1,-3 6 0,4 5-1,-1 7 305,0 6 0,-5 5 0,-4 2 0,-4 1 102,-3 3 0,-1-3-486,-5 2 0,-5 2 0,0 0 0</inkml:trace>
  <inkml:trace contextRef="#ctx0" brushRef="#br0" timeOffset="7647">3468 300 8257,'4'-6'181,"-3"3"1,3 6-83,0 4 1,-3 1 0,3 1-1,-3 2-298,-1 1 1,0-2-1,1 3 1,2-3-85,3 0 1,-1-2-1,1-2 1,3-3 128,2-2 1,0-1 0,1 0 0,-1-1 37,2-2 1,-3-2-1,3-5 1,-3-2 91,-1 0 1,1-1 0,-2 4 0,-1 0 183,0-1-188,-5 1 0,-2 5 0,-7 4 0,-2 6-2,-3 5 0,-3 1 0,-4 2 0,2 1 77,1-1 1,-1 2 0,1 2 0,-1-2 184,2 0 0,-2-4 0,4 3 0,0-2 437,3-1 0,-1-2-464,8 0 1,1-5 0,5-3-84,4-4 0,5-3 1,4-5-1,1 1-88,2-1 1,3 1 0,1 0-1,-1-1-288,1 1 0,-1-2 1,-3 0-1,-2 3 254,-1 0 0,-15 4 0,-7-1 0</inkml:trace>
  <inkml:trace contextRef="#ctx0" brushRef="#br0" timeOffset="7813">3552 402 8265,'0'10'-228,"0"-1"0,-3 0 1,0 1 175,1-1 1,1 0 0,2 1-1,1-1-253,1 0 0,3 1 305,-3-1 0,9 9 0,-2 2 0</inkml:trace>
  <inkml:trace contextRef="#ctx0" brushRef="#br0" timeOffset="8198">3571 515 8265,'5'-10'133,"-1"1"0,-4-1 86,0 1 0,-4 4 0,-2 2 0,-3 3-209,0 3 1,-1 6 0,-2 7 0,-1 2-179,-2 0 0,4 4 0,-2 0 0,3-1-215,1-2 1,0-1 0,3-1 0,3-3 77,2 0 0,2-3 0,2-5 255,3-3 0,4-3 1,2-3-1,4-3 144,1-2 0,-1-2 0,-1 1 0,1 0-56,-1-1 1,2 1 0,-2 1-39,-1 1 0,4 3 0,-4 4 0</inkml:trace>
  <inkml:trace contextRef="#ctx0" brushRef="#br0" timeOffset="8465">3533 683 9287,'-3'9'91,"0"0"0,-1 2 0,2 0 0,-2 2-117,-1-2 1,2 3 0,0-2-1,2 1-115,1 0 0,0-3 1,0 3 106,0-3 0,0-3 0,1-2 0,2-1-47,4-2 0,1-1 0,2-1 0,2-1-535,0-2 616,5-2 0,26-50 0,13-12 0</inkml:trace>
  <inkml:trace contextRef="#ctx0" brushRef="#br0" timeOffset="8597">3674 673 8265,'-9'1'-359,"2"2"1,2 1 467,1 1 1,-3-2 0,3 3 0,0 1-311,0 2 1,0 3 0,2 2 200,-1 0 0,-13 31 0,0 10 0</inkml:trace>
  <inkml:trace contextRef="#ctx0" brushRef="#br0" timeOffset="8763">3421 804 8265,'0'-9'-518,"0"0"1,1-1 474,2 1 1,7 0 0,6-1 0,5 0-859,4-3 901,2-1 0,16-10 0,8-4 0,5-2 0,0 0 0</inkml:trace>
  <inkml:trace contextRef="#ctx0" brushRef="#br0" timeOffset="9199">3832 374 8265,'-9'0'-96,"0"1"96,-1 2 1,1 0-1,0 2 1,0 0 421,3 0 0,-2 4 0,2 4 0,-3-1-539,0 2 0,4-3 1,2 4-1,2-2-123,1-1 0,1-3 0,2-3 197,3-3 1,2-1-1,3-2 1,0-2 4,2-1 1,2-1 0,-2-3 0,-1 1 37,2-2 0,-4 1 1,3 0-1,0 1-92,-1-2 1,1 3 0,-4 0 99,1 1 0,-1-2 534,0 3-224,-4-1 0,-4 5 1,-5 2-1,-1 2-81,-2 3 1,-1 0 0,-3 7 0,0 0-44,-2 3 0,1 0 1,1 7-1,0 2-188,-1 3 1,-2 0-1,3 4 1,-2 1-301,2 2 1,0-4 0,2-2 0,0-3-495,-1-3 1,4-6-1,1-7 788,1-1 0,-16-35 0,-1-8 0</inkml:trace>
  <inkml:trace contextRef="#ctx0" brushRef="#br0" timeOffset="9363">3748 599 8265,'10'9'0,"-1"0"95,0 1 0,5 0 0,1 1 0,3 3 602,1 1 0,3 3 0,0 4 0,3-1-587,4-1 1,-1-3 0,5 0-1,-3-2-110,-2 2 0,-6-3 0,-9-1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6:03.114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279 258 8105,'0'-11'75,"0"0"1,0 1 0,0-1 0,0 0 419,0 0 1,0-3 0,0 0-1,0-1 184,0 0 0,0 2 0,-1-5 0,-3 0-148,-3 1 0,-2 1 1,-3 3-1,-1-2-292,-2 2 1,-3 6 0,3 3 0,-1 3-284,1 1 0,-4 6 1,1 5-1,-1 7-294,1 6 1,4 3-1,5 6 1,3 2-222,2 1 1,0 3 0,4-4 0,1-3 124,3-2 0,3-7 1,6 1-1,3-6 124,0-7 1,-1-5-1,1-6 1,1-2 307,0-6 1,-4 0 0,1-10 0,-2-1 88,-1-1 1,-1-5 0,0 0 0,-2 1 83,0 1 1,-6 7 0,1 1 91,-1 3 1,-2 8 0,0 5-85,0 8 1,-2 12 0,0 7 0,-1 3-36,0 1 0,1 6 0,-1 5 1,0 6-189,0 4 1,2 2 0,1 1 0,0 1 159,0-1 1,0 0 0,-1-1 0,-3-2 94,-3-4 1,-1-8 0,0-7 0,0-4 231,0-5 1,0-11 0,-1-4 0,2-4-57,-1-4 1,-2-5 0,-2-6-1,-1-4-302,-1-5 1,0-2 0,2-3 0,-1-2-59,-2-3 1,1 0 0,3 1 0,2 1 94,2 2 0,-2 1 0,6 3 0,0 2-99,2 4 1,1-2 0,0 2-381,0 1 1,5 2-1,2 4 1,3 3-708,0 3 0,6 1 0,2 0 1064,2 0 0,24-17 0,10-9 0,4 0 0,1-1 0</inkml:trace>
  <inkml:trace contextRef="#ctx0" brushRef="#br0" timeOffset="565">697 129 8171,'-4'-6'-641,"1"0"1336,-4 2 0,0 3 0,-4-1 0,1 4-170,-1 5 1,0 4-1,-1 3 1,-1 6-221,-1 3 0,-4 10 0,2 7 0,0 7-65,-3 6 0,3 2 0,2 6 1,3 0-148,4-2 1,2 0 0,6-7 0,4-4-522,6-9 1,1-4 0,6-14 0,1-4-1849,1-4 2276,1-7 0,30-44 0,6-16 0</inkml:trace>
  <inkml:trace contextRef="#ctx0" brushRef="#br0" timeOffset="981">1062 204 8171,'-7'-9'477,"0"1"236,-1 5 0,2 2 0,-2 2-381,0 2 0,-1 5 0,-3 7 1,-1 6-115,-2 7 0,-4 4 0,1 5 0,-2 6 162,-1 6 0,-1 4 0,1 3 0,0 2-53,4-2 0,2-6 1,8-5-1,3-6-306,3-6 1,1-11 0,3-9-1,3-4-363,4-6 0,5-3 0,-2-3 0,2-4 47,2-3 1,-3-4-1,3-2 1,0-1-252,-1-2 1,-1-1 0,1-1-1,0-1-1273,-3 1 1819,-1-1 0,-6-37 0,-1-10 0</inkml:trace>
  <inkml:trace contextRef="#ctx0" brushRef="#br0" timeOffset="1148">773 440 8171,'-11'5'805,"0"-4"1647,0 3-2174,5-3 1,8 2 0,8 1 0,7-2-649,3 0 1,7 1 0,0 1 369,0-2 0,71-15 0,-43 4 0,1 0 0</inkml:trace>
  <inkml:trace contextRef="#ctx0" brushRef="#br0" timeOffset="1516">1223 161 7740,'11'0'84,"-4"0"0,0 0 645,1 0 0,2 6 0,1 5 1,-1 7-217,1 6 0,0 4 1,0 9-1,-2 6-89,-2 6 0,2 5 0,-6 2 0,0 1-163,-2-1 1,-6-3 0,-3-3 0,-5-2-623,-5 0 1,-3-9-1,1-1 361,2-7 0,-16-4 0,-1-6 0</inkml:trace>
  <inkml:trace contextRef="#ctx0" brushRef="#br0" timeOffset="2131">1738 440 8171,'-6'0'968,"1"0"0,6 0 0,3 0 0,3 0-910,3 0 1,4 0-1,0 0 1,1 0-414,0 0 0,-2 0 0,4 0 1,-2 0-1150,-1 0 1504,-3 0 0,5 10 0,1 2 0</inkml:trace>
  <inkml:trace contextRef="#ctx0" brushRef="#br0" timeOffset="2348">1717 644 9221,'0'-11'3145,"1"5"-2612,2 3 1,3 1 0,6 2-1,1 0-504,2 0 1,4 0 0,-1 0-30,2 0 0,30-9 0,7-3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6:08.080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16 537 8275,'-11'0'859,"6"0"0,5 0-396,6 0 1,5 0 0,3 0 0,3 0-309,-1 0 1,5 0-1,-3 0 1,3 0-377,4 0 0,-6 0 0,3 0 0,-3 0-721,-3 0 1,0 0 941,-5 0 0,-29 9 0,-7 3 0</inkml:trace>
  <inkml:trace contextRef="#ctx0" brushRef="#br0" timeOffset="1815">852 397 8193,'-10'0'-2,"-5"0"0,1 0 0,1 0 226,1 0 1,1-5-1,0-2 1,2-3 296,2-5 1,2-3-1,5-5 1,1-4-690,3 0 1,7 3 0,6-1-1,4 4-105,0 3 1,2 3 0,1 8 0,1 4 144,-2 1 1,0 8 0,-1 5 0,-2 7 17,-2 6 1,-4 4 0,-7 8 0,-3 4 167,-3 1 0,-1 3 0,-2 2 0,-4 0 82,-5-1 1,-8 3 0,-1-1 0,-6-1 179,-1 2 1,0-9 0,-3 0 0,2-6 191,2-8 1,1-5-1,5-11-120,2-1 1,4-5-1,7-8 1,3-4-84,3-4 0,7-3 0,5 3 0,6-1-120,7 1 1,0 1 0,4 1 0,-1 2 68,0 1 1,-3 0 0,1 4 0,-2 2-273,-2 1 1,0 6-1,-4 2 1,-2 4-793,-3 3 0,-5-2 1,-1 2-1312,-1-2 2117,-2-1 0,-17-24 0,-4-6 0</inkml:trace>
  <inkml:trace contextRef="#ctx0" brushRef="#br0" timeOffset="2381">1743 43 8285,'0'-11'776,"0"1"1,-2 0 0,-1 3-274,-4 3 1,-3 3-1,-2 4 1,-1 4-194,-1 7 1,-6 10 0,-1 6 0,-4 5-78,-2 8 0,2 3 1,-4 6-1,-1 4-4,-1 3 1,3 5 0,2 4 0,2-1-102,4-2 1,6-6-1,4-6 1,5-8-97,4-8 1,2-7 0,3-13-1,4-6-219,5-7 0,4-2 0,4-5 1,1-3-107,-1-4 0,4-8 0,0 0 0,-1-2-368,-1-2 0,-3 2 0,-1 1 1,-2 1-2182,-2-1 2842,-1-1 0,-32-45 0,-7-10 0</inkml:trace>
  <inkml:trace contextRef="#ctx0" brushRef="#br0" timeOffset="2548">1314 344 9489,'-5'0'1761,"5"0"0,7 0-1366,6 0 1,4 3 0,4 2 0,2 1-2371,2 2 1975,-2 2 0,55 10 0,9 3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6:11.811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172 43 8525,'0'-11'573,"4"4"1,1 1-1,1 0-130,2 0 1,2 4 0,0-2 0,1 3-218,0 1 1,0 0-1,-1 0 1,1 1-244,0 3 1,-2 2-1,-2 5 1,-3 0-139,-3 4 1,-2-2-1,-3 4 1,-3-1-344,-2 1 1,-3-3 0,-1 3 0,-3 0 229,0-1 1,2-3 0,0 1 0,2-5 698,1-2 0,1-4-10,-1 0 0,6-2 0,5-1 0,6 0-181,4 0 1,5-1 0,2-1 0,1-2 118,0 2 0,0 1 0,2 2 0,-2 2-9,-4 5 0,-2 1 1,-3 2-1,-1 0 20,-5-1 0,-3 6 0,-5 2 0,-5 2-271,-7 1 1,-4 0 0,-5-2 0,-1-1-933,0 1 1,-1-4 0,4-1 832,-1-2 0,-33-15 0,-5-4 0</inkml:trace>
  <inkml:trace contextRef="#ctx0" brushRef="#br0" timeOffset="567">655 622 8380,'-6'-6'2790,"1"0"-2633,5 3 0,5 2 0,2-3 0,4 3 11,3 1 1,3-1-1,5-2 1,-1 0-491,0 0 1,4 1-1,0-1 1,-1 0-643,-1 1 1,-6-3 963,-3 1 0,-7-14 0,-2 0 0</inkml:trace>
  <inkml:trace contextRef="#ctx0" brushRef="#br0" timeOffset="734">795 451 8312,'0'10'382,"0"2"1,-2 1 0,0 3 3,-2 1 0,1 4 1,3 5-1,0 2-993,0 1 1,0-2 606,0-2 0,0 16 0,0 5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6:13.295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258 193 8312,'-2'-12'0,"0"-1"0,-3-2 266,-1-2 1,4 3 0,-3-3 0,2 0 75,-1 1 0,-4 1 1,2-1-1,-1 1-82,-1 6 0,0-1 1,-5 7-1,-3 0-239,0 2 0,1 7 0,-1 5 0,-1 7-123,0 5 0,3 5 0,-3 4 0,2 0-26,2 0 0,4 1 1,3-1-1,2-1 42,1-3 1,2-1-1,2-7 1,4-3-9,6-7 1,4-4 0,7-6 0,-1-2-23,1-5 1,-1-6-1,1-11 1,-1-2 33,0-2 0,0 4 0,-3-1 0,-5 4 186,-5 3 1,0 2 121,-4 6 0,-5 6 0,-6 8 0,-3 10 100,-1 9 0,-3 5 0,0 7 0,1 2 0,1 1 0,2 2 0,2 7 1,2 2-81,1 0 0,-2 3 0,2-2 0,0 3-91,1 0 1,-3 1-1,2-2 1,0-2-228,0-3 0,2-7 0,3-3 0,0-4-641,0-10 1,1-11 0,2-12 712,5-6 0,6-89 0,-6 36 0,1 0 0</inkml:trace>
  <inkml:trace contextRef="#ctx0" brushRef="#br0" timeOffset="950">869 97 8284,'0'-11'705,"0"0"1,-1 5-1,-3 3-263,-3 1 0,-2 8 1,-3 5-1,-1 6-278,-2 3 0,-4 6 1,1 4-1,-2 5-133,-1 4 1,3 3-1,0 3 1,-1 5-50,-2 7 0,0 2 0,1 0 0,1 0-77,1-3 0,6-6 0,1-5 0,6-6 139,4-6 0,2-12 0,3-10 0,4-6-39,5-4 0,1-2 0,3-3 0,4-4-48,3-6 0,-2 1 1,3-3-1,-2-1-498,-2 0 0,-4 1 0,-3-3 0,-2 1 541,-1-1 0,-34-35 0,-8-9 0</inkml:trace>
  <inkml:trace contextRef="#ctx0" brushRef="#br0" timeOffset="1116">526 408 8309,'-6'-5'862,"1"4"1,6-4-1,4 5 1,6 1-894,5 3 0,5-2 0,1 4 0,3 0 31,4 0 0,18-2 0,8-1 0,6 3 0,0-1 0</inkml:trace>
  <inkml:trace contextRef="#ctx0" brushRef="#br0" timeOffset="1535">1137 75 8439,'11'-5'0,"0"-1"0,-1 0 244,1 3 0,0-2 0,0 2 0,-1 0-64,1 2 0,-1 2 0,-3 3 0,-4 3-221,-2 2 0,-1 6 1,0 0-1,-1 2-307,-2 2 1,-7 1 0,-5 1-1,-1-2 90,1-2 0,-3 0 1,3 1-1,2-4 682,1-2 1,3-1 0,1-1 771,0-3 1,5-3-777,-4-4 1,6 0 0,1 0 0,7-1-363,6-2 0,2 1 1,4-1-1,-1 1-2529,1-2 2471,2 3 0,43-4 0,11 5 0</inkml:trace>
  <inkml:trace contextRef="#ctx0" brushRef="#br0" timeOffset="1849">1405 579 8293,'-10'-4'2173,"4"1"-1436,2-4 1,4 5 0,4-2 0,4 3-651,5 1 1,4 0-1,4 0 1,2 0-88,2 0 0,50 9 0,17 3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6:15.944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44 0 7727,'-8'1'774,"3"3"0,0 4-515,2 5 1,2 4 0,1 5 0,-1-1-366,-3 0 1,3 4 0,-2 2 0,1-1-338,2 0 1,0-4 0,-1-6 442,-2 0 0,1-26 0,-2-9 0</inkml:trace>
  <inkml:trace contextRef="#ctx0" brushRef="#br0" timeOffset="336">22 65 8293,'1'-6'506,"3"1"-262,3 0 0,-1 4 1,2-4-1,3 2-185,2-1 0,10-3 1,0 3-1,3 1-129,4-2 1,1 4 0,0-3 0,-3 2 153,-3-2 1,-2 3 0,-3-3 0,-2 3 176,-4 1 0,-7 5 66,-3 2 1,-4-1-1,-4 0 1,-3 0 15,-2 0 1,-2 1-1,0 5 1,1 1-243,-1 1 0,0 5 0,0-1 0,1 4 97,-1 3 0,0 6 0,0 6 0,1 2 15,-1 5 0,-3 2 0,-2 7 0,1 4-24,-1 2 1,2 4 0,4-3 0,2-1-48,1-2 0,4-8 0,0-7 0,2-9-732,1-6 1,1-11-1,2-5 1,5-6-585,1-4 1,2-2 1173,0-3 0,-1-35 0,1-14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6:17.727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21 32 8315,'-1'-11'1937,"-2"0"-1034,2 5 0,-8 3-768,6 6 1,-1 3 0,5 5 0,2 0-41,0 0 1,4-1-1,-2 1 1,1 0-949,2 0 1,6-2 0,0-2 0,0-3 156,2-3 0,-3-1 0,5 0 0,-1 0 608,0 0 1,2-5 0,-3-1 0,-1-1 58,1 0 0,-2 1 0,-4-2 514,-3 1 1,-4 4-1,-6 1-12,-4 4 0,-8 9 1,-3 7-1,-2 2-186,-1 1 0,-2 2 0,0 1 0,1 2-87,1 2 1,4-1 0,-1 3 0,3-2 67,3 2 0,3 0 1,2-1-1,3-4-65,3-3 0,2-4 1,3-1-1,4-3-355,5-4 1,0-4 0,6-6 0,3 0-401,2 0 1,6-5 551,-2-2 0,-11-3 0,-3-1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6:18.644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1 256 10505,'8'-8'382,"3"1"1,7 0 0,0-4 0,3 1-314,4-1 0,4-1 0,5-2 0,2-3-432,-1 0 1,-2 1-1,-2 3 1,-2-3-568,-4-1 0,-5 4 410,-6-1 1,-4 6 0,-11 2 260,-3 1 0,-2 1 0,-5 4 0,1-1 177,-1-2 1,4 1 0,0-2 293,-2-1 1,0 4 0,-1-4 143,3 0 1,1 4 0,4-1-167,-2 4 0,0 5 0,4 6 0,0 3 66,0 0 0,-1 3 0,-1 5 1,-2 1-95,2-1 1,1 4 0,1 0-1,-1 3-109,-3 1 0,-2 4 1,-5 0-1,1-2-102,-1 0 1,-3-2 0,-1-1 0,1-2 6,-2-4 0,5-9 1,-5-5-1,2-6 39,-1-4 0,5-3 1,4-4-1,1-6-123,3-4 0,0-3 1,2-5-1,2-1-16,1 1 0,3 2 1,5 2-1,0 2 164,-1 3 1,5 5 0,-1 2 0,0 5 73,2 2 1,-4 5 0,2 5 0,-2 5 304,-1 8 1,-5 5 0,-3 9 0,-2 3-114,-1 3 1,-4 2-1,-4 1 1,-2 3-571,-5 1 0,2-4 0,-2-1 1,2-7 281,3-8 0,11-29 0,0-9 0</inkml:trace>
  <inkml:trace contextRef="#ctx0" brushRef="#br0" timeOffset="817">698 223 8294,'-3'-7'-99,"-1"0"1,0 4 485,4-5 0,0 5 1,2-3-1,0 0-426,2 0 1,4-1 0,-1-3-1,4 2 119,3 1 1,-2 0 0,3-4 0,0 1 126,-1 3 0,0-1 0,-3 3 0,0 0-95,0 1 0,-4 0 0,-1 5-75,-2 3 1,0 2-1,-4 6 1,-1 2-300,-3 4 0,-2 3 0,-6 3 0,-1 2 82,-1 2 0,-5-3 1,1 3-1,-2 2 279,-2 1 1,0 1 0,-2 1-1,0-2 454,4-3 1,-1 0 0,7-6 970,1 0-1478,1-8 1,11-12 0,6-9 0,5-6-227,5-2 0,4-6 0,-1 5 1,2-2-127,1 0 1,1 8 0,-1 1 0,1 2 145,-1 1 0,-1 3 0,0 1 0,-4 4 311,0 5 1,2 8 0,-4 1 0,-1 2 5,-1 0 0,-6 0 0,-3 5 0,-1 1-135,-2 1 0,-6 0 0,-4-4 0,-4 1-74,-3-1 1,-1 0 0,-3 0-1,-1-3 18,1-4 0,3-6 0,1-2 0,2-1 57,2-3 1,2-2-1,4-3 1,3-6 109,3-4 1,1 0-1,0-4 1,0 1-133,0-1 0,5 4 1,1-2-1,2 1 7,3 4 1,-6-3 0,5 7 0,0 0-247,-1 2 1,2 3 0,0 1 0,0 0 237,-1 0 0,30-10 0,6-2 0</inkml:trace>
  <inkml:trace contextRef="#ctx0" brushRef="#br0" timeOffset="1417">1320 234 8545,'-7'0'1320,"0"0"0,5 1 0,-2 3-1674,3 3 1,2 3 0,3 0-1,3 1-164,2 0 1,6-4-1,0 0 1,2 1 251,2 2 0,1-3 0,2-1 1,-1-1 104,0-3 0,-3-1 0,0-1 0,0-1 174,-1-2 1,-1 0 0,-4-4-1,0 0 129,-2 1 1,-7-4 94,1 3 1,-8 3-1,-3 0 1,-3 4-7,-5 4 1,-1 3 0,-6 7 0,1 4 293,-1 2 0,1 2 0,-1 0 0,1 3 267,-1 4 0,2 2 0,1 1 0,2 1 53,2 3 0,-3-1 1,5 2-1,3-3-216,6-3 0,2-9 0,4-2 0,2-5-422,7-5 0,9-4 0,10-8 0,5-6-790,4-6 0,4-1 0,1-2 0,-1 1-4290,-5 3 4873,-3 1 0,16 11 0,5 2 0</inkml:trace>
  <inkml:trace contextRef="#ctx0" brushRef="#br0" timeOffset="1583">2093 781 8118,'1'11'-10,"1"0"1174,2-1-1164,-1 1 0,-12 9 0,-3 3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6:26.962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378 177 8132,'0'-8'1458,"0"0"1,-1 4-1152,-3-4 0,-2 11 0,-3 1 0,3 6-261,0 6 1,-3 6 0,0 7 0,-4 1-91,-3 3 1,-5 5 0,2 3 0,-4 0 27,0 4 1,-2 4-1,-1-1 1,-2-3 152,2-3 0,1-3 0,1-5 1,2-3 175,2-3 1,9-12-10,7-4 1,2-10 0,2-2-52,0-6 1,2-5 0,0-1-296,2 0 1,4 5-1,-3 0-42,2 2 1,1-3 0,4 4 0,1 1 2,2 2 1,0 1-1,5 0 1,1 0-91,1 0 0,5-4 0,2 0 1,1 0-88,3-1 0,4 0 1,-1-4-1,-1 1 110,-1-1 1,-5 2-1,-2 0 1,-3 2 50,-5 3 0,-2-4 351,-5 2 1,-7 1 229,-5 3 0,-5-2 0,-7-2-346,1-4 0,-1 2 0,-1-2 1,-2-1-397,-1-2 0,-1 0 0,3-1 0,-3-1-176,-1-3 1,-1 1 0,-3-4-1,0-4 24,-3-3 0,-1 0 0,2-5 0,0-2-35,1-1 0,0-2 0,4 2 0,3 3 455,3 3 1,3 5 0,2 3 585,4 4 0,2 10-282,2 6 0,4 10 0,2 10 0,-1 3-77,0 5 1,4 3-1,-1 9 1,3 4 14,0 6 0,1 0 1,0 5-1,0 3-185,0 3 0,3 4 0,1 0 1,-3-6 175,-4-6 0,2-10 1,-5-5-1,2-7 232,0-7 0,-4-12 1,3-14-130,-2-8 0,3-8 1,-4-11-1,0-7-218,1-6 0,-3-5 1,5-4-1,-2-3-475,-2 1 1,2 0-1,-1 5 1,0-1-139,1 2 1,-2-6-1,3 12 1,0 5-1014,-4 10 1301,0 8 1,-2 12 0,0 6 0,0 7 196,0 3 0,5-3 0,1-2 0</inkml:trace>
  <inkml:trace contextRef="#ctx0" brushRef="#br0" timeOffset="998">1381 11 7982,'0'-6'3630,"-1"2"-3440,-3 8 0,-3 4 0,-6 7 0,-3 6 18,-3 6 0,-4 4 0,-3 10 0,-4 6-120,-6 7 0,-3 5 0,0 4 0,-4 3-158,-3 4 0,0-2 0,4-5 1,6-9-55,8-8 0,9-12 1,6-11-276,4-6 1,8-9 0,-1-5 0,6-7-1365,3-8 1763,1 0 0,24-62 0,6-10 0</inkml:trace>
  <inkml:trace contextRef="#ctx0" brushRef="#br0" timeOffset="1249">1298 153 10597,'8'4'0,"0"1"651,1 2 1,3 4 0,4 8-1,3 2-221,4 4 1,7 8 0,4-1 0,3 4-291,-3-2 1,0-7 0,-7 1 0,-1-5-763,-1-3 0,-10-4-976,-3-8 1,-8-2 1597,-1-2 0,-54-13 0,-14 1 0</inkml:trace>
  <inkml:trace contextRef="#ctx0" brushRef="#br0" timeOffset="1448">1157 483 10203,'-6'0'2071,"6"0"-1994,7 0 0,3 0 0,4 0 0,1 0-970,5 0 893,-3 0 0,21 0 0,0 0 0</inkml:trace>
  <inkml:trace contextRef="#ctx0" brushRef="#br0" timeOffset="1700">1109 660 8345,'-6'-6'589,"7"-3"0,10 5 0,4 0-571,4-2 1,2 5 0,5-4 0,2 1-151,-2 0 1,-1 0 0,-3 4-1,-1 0 359,-1 0 1,-6 1-1,2 5 1,-4 4 328,-5 5 0,-1 6 0,-6 0 0,-2 3-183,-2 4 0,-6 3 0,-7-2 0,-1 1-248,-3 3 0,3-4 1,3-1-126,2-4 0,-20-26 0,-5-7 0</inkml:trace>
  <inkml:trace contextRef="#ctx0" brushRef="#br0" timeOffset="2298">1853 318 8152,'-5'-6'-27,"3"-5"0,-3 5 1203,0-1-403,3 2 0,-3 11 0,5 6 1,1 8-476,3 6 1,2 0-1,3 7 1,-1 2-140,1 3 0,0 7 0,0-3 0,-1 0-128,1-3 1,0-2 0,1-3 0,-2-3-1112,1-3 1,-3-8 0,2-6 1079,1-5 0,-14-45 0,-3-17 0</inkml:trace>
  <inkml:trace contextRef="#ctx0" brushRef="#br0" timeOffset="2565">1853 472 8152,'0'-12'-136,"0"4"1,1 0 560,3-1 1,4-2 0,8-2 0,5-1-363,5-2 0,5-4 0,9 3 0,3 0-434,3 0 0,0 2 1,-3 4-1,-4 3 431,-2 4 0,-7 4 0,-4 4 1,-5 4 262,-5 3 0,-3 6 0,-2 2 0,-2 5 105,-1 3 1,-6 2 0,2 4 0,-2-2-168,-2 2 0,0 1 1,-2 0-1,0-1-399,-2-1 1,-6-2-1,4 1 1,-2-3-568,0-3 0,0-6 0,-3-2 705,-1-3 0,-16-16 0,-3-11 0</inkml:trace>
  <inkml:trace contextRef="#ctx0" brushRef="#br0" timeOffset="2816">2077 637 8152,'-12'-12'0,"2"0"0,0 0 183,3 1 1,0-1-1,-1 0 1,4 0-18,3 0 0,6 1 0,3 0 0,4 2-78,4 1 0,-3 5 1,4-1-1,-2 3 44,1 1 1,0 0 0,-4 1 0,0 2 86,-1 1 1,-4 5 0,-3-1 0,-2 3-65,2 0 0,-2 1 0,2 0 1,-4 0-183,-4 0 1,-2-5 0,-3 1 0,1 0-722,-1-1 748,-1 3 0,-34-9 0,-7 5 0</inkml:trace>
  <inkml:trace contextRef="#ctx0" brushRef="#br0" timeOffset="3030">2018 861 8247,'-8'-11'918,"0"4"1,7 0-373,1 3 1,10-1-1,10-3 1,2 4-368,2 3 1,3-3 0,2 0 0,0 1-316,0 2 0,2 1 1,-3 0-1,-2 0-356,-1 0 0,-5 1 492,-1 3 0,-9-3 0,0 5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6:30.876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188 272 9123,'-7'-1'2690,"5"-2"-2391,4-1 1,5 0 0,5 3-1,1-2-94,2-1 1,4-1 0,4 2 0,1-2-208,0-1 0,3 2 1,1-3-1,-2 1-549,-1-1 1,-3 3 0,-1-2 0,-3-1-858,-1 0 1,-5 5 1407,-4-2 0,-26-8 0,-3-1 0</inkml:trace>
  <inkml:trace contextRef="#ctx0" brushRef="#br0" timeOffset="286">400 1 8231,'-8'1'-709,"2"3"1130,1 4 0,1 7 0,4 5 0,0 4 16,0 3 1,0 9 0,0 8 0,0 7 58,0 8 1,0 2-1,0 7 1,0 3-5,0 2 0,-2-4 0,0-6 0,-4-2-247,0-2 0,2-7 0,-3-5 0,1-9-186,-1-9 1,5-7-532,-2-10 1,2-6-1,2-8 1,-1-7-793,-3-5 0,2-9 1,-5 1-1,0-4 1264,1 0 0,-3-21 0,0-10 0,-4-4 0,1 0 0</inkml:trace>
  <inkml:trace contextRef="#ctx0" brushRef="#br0" timeOffset="500">270 390 8231,'0'-12'913,"-1"6"0,-3 3-655,-4 6 1,2 4 0,-2 9 0,-3 4-310,-3 2 0,0 7 1,-6 2-1,-1 4-48,-1 0 0,-2 0 0,2 1 0,1-2-508,1-3 1,2-6-1,-2-8 607,4-4 0,24-40 0,7-19 0</inkml:trace>
  <inkml:trace contextRef="#ctx0" brushRef="#br0" timeOffset="667">318 508 8231,'17'0'-88,"1"0"1,6 0 0,-1 0 581,1 0 1,1 0 0,1 0 0,1 1-294,0 3 1,-2-3 0,-2 3-1,1-1-707,-1 1 1,-4-3 505,-4 3 0,-49 13 0,-13 3 0</inkml:trace>
  <inkml:trace contextRef="#ctx0" brushRef="#br0" timeOffset="834">200 744 11667,'13'-4'402,"2"0"1,5-1 0,8 2-1,3-2-402,3-2 0,14-3 0,8-3 0,4-3 0,0 0 0</inkml:trace>
  <inkml:trace contextRef="#ctx0" brushRef="#br0" timeOffset="1384">1096 154 8173,'-8'-11'-12,"1"4"1,3-3 2150,-4 7-1570,5-1 1,-2 10 0,5 5 0,0 4-585,0 4 0,0-1 0,0 3 0,0-3-621,0-1 1,0 3 0,1-4 0,2-2 635,1-1 0,5-1 0,-2 0 0</inkml:trace>
  <inkml:trace contextRef="#ctx0" brushRef="#br0" timeOffset="1667">896 307 8299,'-7'12'1194,"3"0"-1237,3 0 1,2 0 0,3-1 0,4 0-317,3-3 0,6 1 0,2-5 0,4-2 61,0 0 1,5-2-1,1-3 1,1-3 297,2-6 0,1-4 0,0 2 0,-3-3 0,-1-2 0,-7 6 0,-7 0 0,-5 5 14,-2 3 0,-7 1 222,-1 4 1,-9 5 0,-8 4-1,-1 6-166,-3 4 1,-1 4-1,-2 0 1,0 1-750,1 0 679,-6-1 0,-43 37 0,28-25 0,0 0 0</inkml:trace>
  <inkml:trace contextRef="#ctx0" brushRef="#br0" timeOffset="1934">860 614 8299,'0'-12'-78,"0"4"498,0 1 0,2 0 0,2-2-170,3 1 1,0 5 0,1-1 0,1 3-127,2 1 1,4-4-1,2 0 1,2 0-33,2-1 1,1 2 0,2-4 0,-1-1-184,1 1 0,-1-2 0,1 4 0,-2-1-41,-2 1 1,-3 1 0,-5 4 207,0 0 1,-6 2 0,-2 2 0,-3 3 243,-1 4 1,-1 6-1,-3 4 1,-4 4-231,-2 2 0,-2 2 1,1-3-1,2 3-430,1 1 0,2 1 1,-3 0-1,2-3-435,2-4 1,1-1 0,4-2 774,0-2 0,-5-20 0,-2-2 0</inkml:trace>
  <inkml:trace contextRef="#ctx0" brushRef="#br0" timeOffset="2100">943 744 8299,'-7'-12'292,"3"0"0,4 6 1,4 2-1,6 2-370,4 2 1,0-3-1,6-1 1,0 1-659,-2 2 0,3 2 736,-5 3 0,-6 23 0,-4 11 0</inkml:trace>
  <inkml:trace contextRef="#ctx0" brushRef="#br0" timeOffset="2234">931 921 8299,'-6'0'693,"10"-4"0,9 0-646,4 1 1,2 2-48,5 1 0,62-26 0,-34 9 0,-1 1 0</inkml:trace>
  <inkml:trace contextRef="#ctx0" brushRef="#br0" timeOffset="2535">1545 449 8276,'-7'5'379,"-2"2"0,5 6 0,1 3-194,2 3 0,1 4 0,0 0 0,0 2-365,0 3 1,0-4 0,0 4 0,0-3 179,0-2 0,5-15 0,2-4 0</inkml:trace>
  <inkml:trace contextRef="#ctx0" brushRef="#br0" timeOffset="2649">1663 543 8252,'11'0'-217,"1"-4"0,0 0 0,0 2-999,0 1 1216,-1 1 0,1 0 0,0 0 0</inkml:trace>
  <inkml:trace contextRef="#ctx0" brushRef="#br0" timeOffset="2784">1674 697 8166,'-6'0'93,"1"0"1,73 0 0,17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6:41.511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142 9 8805,'4'-5'511,"2"2"0,4 5 0,2 2 0,4 1-700,2 3 1,0 0 0,1 1 188,0 1 0,8 24 0,2 7 0</inkml:trace>
  <inkml:trace contextRef="#ctx0" brushRef="#br0" timeOffset="215">1 367 8305,'0'9'373,"0"0"0,0 2 451,0 1 0,4 0 1,1 4-1,2 0-440,3 2 1,-3 1 0,7 0-1,-2-2-570,1-1 1,3 1 0,0-5 0,1 0-1364,-2-2 1549,3 0 0,1-18 0,5-3 0</inkml:trace>
  <inkml:trace contextRef="#ctx0" brushRef="#br0" timeOffset="415">386 451 8244,'10'-6'0,"0"0"214,3-2 1,-2 4-1,5 1 1,1 2 430,0 1 1,1 1 0,-2 2 0,-4 4-403,-1 1 0,-3 4 0,-2 3 0,-2 2-608,-3 3 1,-2 1 0,-3-2 364,-2 3 0,-31 7 0,-9 4 0</inkml:trace>
  <inkml:trace contextRef="#ctx0" brushRef="#br0" timeOffset="833">875 188 10473,'5'-5'779,"4"-3"0,7 4 0,3-1-653,2-2 0,5-1 0,5 1 0,2 2-1182,1 1 0,-2-3 1056,-4 4 0,-4 0 0,-1 3 0</inkml:trace>
  <inkml:trace contextRef="#ctx0" brushRef="#br0" timeOffset="1083">1111 75 8226,'-16'3'0,"1"1"201,2 2 0,0 0 0,4 4 0,-1 3 393,1 2 0,0 3 0,0 2 0,2 1-191,1 1 0,3 3 0,0-3 0,3-1-175,3-1 0,4-2 0,5-3 0,4-2-230,2-3 0,4 0 0,1-1 1,0 0-69,0 1 0,-1-1 0,-4 2 0,0 0 313,-2 2 0,-4 2 0,-5-1 0,-4 0 287,-2-1 1,-1 3 0,-1-3 0,-2 1-226,-4 0 0,-5 2 0,-4-1 0,-2 1-1518,0-1 0,-4-3 1213,0 0 0,-17-10 0,-1-3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6:36.445"/>
    </inkml:context>
    <inkml:brush xml:id="br0">
      <inkml:brushProperty name="width" value="0.08571" units="cm"/>
      <inkml:brushProperty name="height" value="0.08571" units="cm"/>
      <inkml:brushProperty name="color" value="#00A0D7"/>
    </inkml:brush>
  </inkml:definitions>
  <inkml:trace contextRef="#ctx0" brushRef="#br0">428 8 8218,'-7'-3'629,"1"0"0,3 1 0,-2 5 1,0 3-416,-1 3 1,-1 4 0,-4 4 0,-3 4-80,-1 4 0,-4 3 1,-4 5-1,-1 4-123,-2 6 1,-4 9 0,-2 3 0,-1-1-96,1 2 0,0-5 0,5-1 0,2-4-549,3-5 0,10-10-316,2-12 1,8-10 0,2-10 947,5-7 0,29-77 0,-14 31 0,1 1 0</inkml:trace>
  <inkml:trace contextRef="#ctx0" brushRef="#br0" timeOffset="148">164 403 8218,'10'0'18,"-4"0"0,-1 2 477,-1 1 0,1 3 0,-3 5 0,1 4 42,-1 3 0,-1 3 0,-1 8 0,0 2-488,0 4 1,-1 0-1,-1 1 1,-1-3-24,1 0 1,-3 0 0,2-5 0,1-5-1995,1-5 1968,1-4 0,0-34 0,0-7 0</inkml:trace>
  <inkml:trace contextRef="#ctx0" brushRef="#br0" timeOffset="382">399 187 12375,'15'0'0,"-1"0"-378,-1 0 1,1 0-1,3 0 1,-2 0-1821,2 0 2198,-3 0 0,8 8 0,-3 3 0</inkml:trace>
  <inkml:trace contextRef="#ctx0" brushRef="#br0" timeOffset="767">409 319 8249,'-6'9'115,"-1"1"0,4-1 1,-3 1-1,0 3 296,0 3 0,1-2 1,3 2-1,-1 1-134,1 1 1,1-3 0,1 0-480,0-2 113,0 0 0,0-9 0,0-5-158,0-7 1,3-3-1,1-4 1,1-2 9,3-1 1,3 0 0,3 2-1,-1 0 138,1-1 0,2 4 0,-3 0 0,1 3 55,-1 0 1,3 5-1,-3 2 1,-2 2 6,0 1 0,-3 4 0,-2 3 0,-3 5 37,-2 3 0,-1 3 0,-1 1 1,-2 0 89,-3 0 1,-2 0 0,-3-2 0,0 0 147,-2-1 1,-3-5-1,4 2 1,0-4 410,2-3 0,1-1-296,-1-5 0,5-1 0,2-3 0,3-3-333,3-4 0,5 0 0,6-1 0,-1 1-543,1 2 1,2-4 0,-3 1 0,1 0 522,-1 2 0,4-4 0,-2-1 0</inkml:trace>
  <inkml:trace contextRef="#ctx0" brushRef="#br0" timeOffset="1033">531 46 8322,'-3'16'142,"0"-1"0,-1 1 0,2 3 0,-2 1 380,2 2 0,-2 3 0,1 7 1,0 6-89,-1 5 1,0 3 0,-4 1-1,2 1-196,-1 2 1,-5-2 0,0 1 0,-1-3-135,0-2 1,2-8 0,-3-2 0,3-6-1257,2-6 1,-3-5-1782,6-11 2933,2-2 0,-17-25 0,0-5 0</inkml:trace>
  <inkml:trace contextRef="#ctx0" brushRef="#br0" timeOffset="1181">334 610 8322,'9'1'212,"0"2"412,1 0 1,0 4-1,3-1 1,3 4 80,1 2 1,3 3-1,2 5 1,2 2-851,0 3 0,3-1 0,-2-1 145,3-3 0,46-37 0,12-15 0</inkml:trace>
  <inkml:trace contextRef="#ctx0" brushRef="#br0" timeOffset="1449">1002 140 11266,'9'0'0,"13"21"0,3 5 0</inkml:trace>
  <inkml:trace contextRef="#ctx0" brushRef="#br0" timeOffset="1665">945 375 8646,'-9'0'999,"3"-4"-801,3-2 0,3 1 1,3-1-1,5 1 0,3 0 0,4 3 1,5-1-1,1 2 7,1 1 1,3 0 0,-2 2 0,0 4 209,0 7 0,-2 4 0,-6 5 0,-3 3 73,-5 3 1,-3 7-1,-5 4 1,-4 3-401,-8 2 0,-4 1 1,-11 0-1,2-2-88,0-1 0,-45 7 0,-5-1 0</inkml:trace>
  <inkml:trace contextRef="#ctx0" brushRef="#br0" timeOffset="2464">1698 102 8486,'-10'5'648,"2"2"0,1 4-238,0 5 0,1 6 0,-3 3 0,-2 3-467,-1 4 0,1-3 0,-2 2 0,0-1-226,0-2 0,1-1 1,3-3-1,0-5-1668,3-6 1469,-2-2 1,6-10-1,-1-4 1,2-6 447,1-3 1,4 0 0,3-2-1,2 0 18,4 3 1,-2-3-1,5 2 1,1-1 159,0-1 0,-1 4 0,0-3 0,0 3 78,2 1 0,1-1 1,0 1-1,-1 0 68,-3 3 0,2 2 1,-4 4-1,-1 0 120,2 0 0,-7 8 0,1 5 0,-2 5 30,-4 4 1,-2 6-1,-3 6 1,-4 3-79,-1 1 1,-1 0 0,-1 3 0,1 3-129,-1 2 1,-2 0 0,-1-2 0,2-5-285,0-3 1,2-4-1,0-4 1,3-4-1233,3-6 0,2-8 1282,1-10 0,17-71 0,4-22 0</inkml:trace>
  <inkml:trace contextRef="#ctx0" brushRef="#br0" timeOffset="2698">1923 121 9337,'0'10'484,"0"-4"0,0 0 1,0 2-658,0 0 1,1 2 0,2 2 0,1 0 172,1 0 0,10-6 0,4-2 0</inkml:trace>
  <inkml:trace contextRef="#ctx0" brushRef="#br0" timeOffset="2831">2008 102 8295,'0'10'341,"0"-4"0,0 0 1,0 2-141,0 0 1,0 5 0,1-1 0,1 1-202,1 0 0,38 6 0,6 5 0</inkml:trace>
  <inkml:trace contextRef="#ctx0" brushRef="#br0" timeOffset="3099">2300 234 10740,'1'-8'1013,"2"2"1,3 2-1292,3 3 0,0 1 0,1 0 278,3 0 0,14 17 0,8 4 0</inkml:trace>
  <inkml:trace contextRef="#ctx0" brushRef="#br0" timeOffset="3367">2149 488 8295,'-9'5'348,"-1"-1"332,1-3 0,3-1 0,2 0-317,2 0 0,6-1 0,8-3 0,5-2-467,4-2 0,2-2 1,3 2-1,0 1-74,3 0 0,0 2 0,2-1 0,-3 3 323,-3 2 1,-2 1 0,-5 1-1,-2 2 204,-4 3 0,-2 4 0,-4 2 0,-3 4-29,-2 2 1,-2 5-1,-3 2 1,-5 2-209,-2 1 0,-6 3 1,3 2-1,-2-1-444,0 1 0,5-2 332,-2-3 0,-6 13 0,0 3 0</inkml:trace>
  <inkml:trace contextRef="#ctx0" brushRef="#br0" timeOffset="3931">2855 403 8091,'-3'-6'11,"-1"0"0,2 3 0,5-2 0,4-1 427,1 1 0,7-1 0,4-4 0,5 1-368,3 0 1,2-3 0,1 2 0,2 2-79,-2 3 0,-2 2 1,-3 3-1,-4 2 125,-4 4 1,-5 6-1,-5 9 1,-4 3 97,-2 3 0,-2-1 1,-2 7-1,-5-2 23,-3 0 1,1 5 0,-3-2 0,1 3-284,0 0 1,1-3-1,-1-3 1,3-1-717,2-2 1,0-5 760,4-4 0,12-59 0,7-19 0</inkml:trace>
  <inkml:trace contextRef="#ctx0" brushRef="#br0" timeOffset="4164">3429 300 8255,'0'6'156,"0"1"1,0 0 250,0 1 0,0 3 0,0 1 0,0 5 208,0 4 0,0 3 0,-2 5 0,0 3-738,-1 2 0,0 6 1,3 0-1,0 0-1757,0-1 1,0-6 1879,0-1 0,0-11 0,0-4 0</inkml:trace>
  <inkml:trace contextRef="#ctx0" brushRef="#br0" timeOffset="4331">3523 432 8255,'13'-6'157,"-1"-2"1,3 2 0,2-1 298,1 0 0,1 0 0,1 4 0,0 0-437,2-2 1,0 4-1,-4-2 1,-1 2-2408,-1 1 2388,-5 0 0,-6-4 0,-6-1 0</inkml:trace>
  <inkml:trace contextRef="#ctx0" brushRef="#br0" timeOffset="4600">3711 244 8255,'0'15'0,"0"0"0,0 0 36,0-1 1,0 2 0,0 3 0,0 2 356,0 4 1,3 0 0,0 7 0,-1 1 36,-1 1 1,-1 4 0,0 0 0,-1 1-224,-2-2 1,1-6 0,-4-1 0,-2-4-56,0-4 0,-1-7 1,-1-6-1,1-4-132,-1-4 1,0-6 0,-2-2 0,1-4-128,2-5 1,0-2 0,4-2-1,0-1-13,1-1 1,3 0-1,1 5 1,0 1 76,0 3 0,1 3 0,3 1 0,3 0-389,4 3 1,4 2 431,4 4 0,50 0 0,12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7:07.2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27 8239,'-9'-5'509,"1"1"0,5-2 316,-2 2 0,5 2 0,5-2-499,3 3 1,5 1-1,4 0 1,2 0-316,1 0 0,2 0 0,3 0 1,-2 0-1064,-1 0 1,-2 0 1051,2 0 0,-9 17 0,-7 5 0</inkml:trace>
  <inkml:trace contextRef="#ctx0" brushRef="#br0" timeOffset="183">27 211 9048,'-12'-9'1176,"4"0"1,2 5-547,6-5 0,10 6 0,5-1 0,2 2-470,2 2 0,4 0 1,-1 0-1,3 0-913,1 0 1,5 0 752,0 0 0,17 12 0,0 3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7:05.1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211 235 8271,'0'-13'-32,"-4"0"0,-2 0 0,-2 0 947,-2-1 1,3 1-1,-2 0 1,-1 0-301,-2 0 0,-1 0 1,-2 1-1,-1 3-473,-1 5 0,-1 3 0,5 1 0,0 2-318,0 7 0,1 3 0,4 13 1,3 4-240,4 3 0,1 3 0,0 3 0,0-3-86,0-4 0,6-4 0,4-2 1,4-3 138,4-4 1,-1-10-1,-2-3 1,1-4 200,2-1 0,1-6 0,-3-4 0,1-5 166,-1-2 0,-3-6 1,-2 2-1,-4-1 394,-1 0 0,2 6 57,-3-1 0,4 11-261,-5 10 1,0 11 0,-2 16 0,1 4-126,1 3 0,0 7 0,-4 3 1,-1 3 125,-3 2 1,1 1 0,-6 0-1,-1 0 239,-2-3 0,-1-8 1,0 1-1,0-3 54,-1-1 1,0-13 0,-2-6 0,-2-10-144,2-6 0,6-7 0,1-7 0,-1-8-231,-2-6 1,4-8 0,0-1 0,3-2-147,2-2 0,0-1 0,0 1 0,-2 2-44,2 2 1,2 2 0,2 5-1,2 3-299,2 4 0,5 4 0,-1 2 0,4 2-577,4 1 1,-1 6 0,5-1 0,-1 2 950,1 2 0,30 6 0,12 1 0</inkml:trace>
  <inkml:trace contextRef="#ctx0" brushRef="#br0" timeOffset="334">618 25 8271,'-4'-9'1163,"-1"0"1,-1 7-382,2-3 0,-2 10 0,-4 3 0,1 5-694,-1 5 0,0-2 0,0 6 0,1 1-662,-1 2 0,-1 0 0,1-2 1,3-1 573,1 1 0,13 8 0,8 3 0</inkml:trace>
  <inkml:trace contextRef="#ctx0" brushRef="#br0" timeOffset="618">802 196 8271,'0'-13'562,"0"4"1,-2 2 635,-2 1 0,1-3 0,-6 5-681,-1 1 0,-1 3 0,-3 5 0,1 7-312,0 4 0,-4 13 0,-2 2 1,0 6-118,0 2 1,1 6 0,4 5-1,-2 4-138,-2 3 1,5 4-1,6-6 1,1-3-331,3-7 0,7-6 0,5-5 0,4-8-369,5-7 0,2-12 1,6-5 748,1-5 0,11-48 0,2-8 0</inkml:trace>
  <inkml:trace contextRef="#ctx0" brushRef="#br0" timeOffset="970">1130 222 8631,'-1'-12'1066,"-4"4"1,4 0 0,-5 5-482,0-1 0,3 0 0,-4 7 0,0 4-368,-1 6 1,-2 10 0,-6 4-1,-1 6 43,1 5 0,0 6 0,0 3 0,-3 2 21,-2 5 0,5 6 0,0-3 0,4-3-280,4-4 0,5-7 1,-2-8-1,7-7-160,7-9 1,-1-3 0,10-12 0,-2-1-102,1-1 0,-2-12 0,2-5 0,-2-4-465,-2-4 0,0-2 0,0-1 0,-1-1-822,-3 1 1,1-5 1546,-6 1 0,-17-30 0,-9-3 0</inkml:trace>
  <inkml:trace contextRef="#ctx0" brushRef="#br0" timeOffset="1100">881 419 8271,'-9'-4'589,"0"-1"1,5 1 0,-3 2 1484,1-2 0,4 3-1976,11-4 0,1 8 0,12 1 0,3 1-569,4 1 0,0 0 0,5 4 0,-2-1 471,-3 1 0,22 13 0,5 5 0</inkml:trace>
  <inkml:trace contextRef="#ctx0" brushRef="#br0" timeOffset="1368">1340 183 8271,'8'5'616,"-4"4"1,3-2 0,1 2 0,0 3 269,1 4 0,1 6 1,6 9-1,2 5-146,-2 6 1,-3 6 0,-4 9 0,-5 5-276,-2 2 0,-4-4 1,-2-3-1,-5-3-900,-3-2 0,-5-5 0,-2-6 0,-1-8-899,-4-6 1334,-1-16 0,-42-22 0,-10-19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7:17.1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 1 8183,'-12'0'0,"1"0"363,0 0 1,4 0 2542,-1 0-2332,6 0 1,5 0 0,10 0-1,3 0-262,4 0 1,5 0 0,2 0-1,1 0-159,-1 0 1,1 0-1,-3 0 1,0 0-355,-4 0 0,1 0 1,-4 0-1,-1 1-137,-2 3 338,-2-3 0,-32 9 0,-7-4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7:20.6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156 17 8460,'-11'-6'504,"3"1"0,2 6-179,1 3 0,-2 3 0,3 9 0,1 8-14,2 8 1,-3 3-1,1 8 1,-1 3-136,-1 5 1,2 5 0,-4 4 0,-2 3-45,-1-1 1,-1-2 0,0-8 0,0-2-367,-1 0 1,5-14 0,1-3-601,1-11 1,2-12-410,7-10 1243,-3-5 0,24-51 0,0-11 0</inkml:trace>
  <inkml:trace contextRef="#ctx0" brushRef="#br0" timeOffset="1766">628 197 8157,'-8'-12'0,"2"1"230,1 0 1,-4 0-1,2-1 1,-2 1 660,2 0 0,-7 0 1,3-1-1,-2 1-522,1 0 1,-1 4 0,0 0 0,-2 1-364,1 0 0,-2 3 1,1 0-253,1 1 0,3 7 1,3 3-1,4 3-202,3 4 1,1 2 0,1 6 0,3 1 69,4 2 1,2 3 0,1 4-1,0 1 220,0 0 0,1-1 1,-2 1-1,-2 1 101,0 2 0,-6-2 0,2 3 0,-3-3 189,-1-2 0,-1-3 0,-3-1 0,-4-3 97,-6-4 0,0-6 0,-3-9 0,-1-3 83,1-3 0,-1-2 0,-1-3 1,5-5-42,1-4 1,-1-5 0,2-4 0,3-2-158,3-2 1,2 1 0,4-4-1,0 1-71,0-1 1,4 4 0,2-1 0,3 2-114,3 2 0,7 3 1,1 1-1,4 2-354,2 2 0,1 3 0,-2 2 0,3 3-785,0 1 1209,-3 1 0,28 14 0,1 3 0</inkml:trace>
  <inkml:trace contextRef="#ctx0" brushRef="#br0" timeOffset="2252">1257 39 8467,'0'-11'482,"0"4"1,0-1 467,0-1 1,-5 6 0,-3 3-642,-2 6 0,-1 9 0,0 4 1,0 3-210,-1 4 0,-4 8 0,-1 7 0,-2 3 166,0 1 1,1 5 0,-5 3 0,1 6-30,-1 5 1,6-3 0,2-3 0,2-5 103,2-8 1,5-7-365,2-8 0,4-12 1,4-12-1,5-8-32,4-10 1,1 0 0,5-7-1,1-1 12,1-1 0,-2 2 0,-2 1 0,1-1-573,-1 1 1,-3-2 0,1 5 615,-3 2 0,-6-15 0,-1-2 0</inkml:trace>
  <inkml:trace contextRef="#ctx0" brushRef="#br0" timeOffset="2416">965 309 8739,'-10'-1'2048,"2"-3"-1381,3 3 1,15-4 0,5 6 0,6 1-3,6 2-665,1 5 0,24-3 0,10-1 0,5 4 0,-1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7:18.0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281 34 8361,'0'-11'423,"0"4"468,0-1 0,-1 6 0,-3-2-369,-3 3 0,-3 1 1,-2 2-1,1 4-369,0 6 1,-5 11 0,-3 5-1,-2 8 41,-2 9 1,1 6 0,-1 10 0,1 7-67,0 5 1,3 5 0,3-1 0,3-3-223,7-7 0,3-8 0,5-16 0,3-14-219,6-14 0,1-10 0,7-9 0,1-6-102,1-7 1,2-3 0,-1-11-1,-1-3 12,-2-2 1,-3 0 0,-6 4 0,-2 4 228,-4 0 0,-3 3 1,-2 5-1,-3 3 427,-4 1 1,-5 2 0,-4 6 0,0 5 290,-3 1 1,0 2 0,1 2 0,4 0-1082,3 2 0,1 5 537,-1-2 0,21 3 0,5 1 0</inkml:trace>
  <inkml:trace contextRef="#ctx0" brushRef="#br0" timeOffset="700">876 102 8147,'-5'-11'574,"3"1"315,-6 2 1,5 3 0,-5 5-718,0 0 0,-2 9 1,-2 5-1,1 4-56,0 6 0,0 6 1,-2 0-1,-1 4 86,-1 3 1,-5 8 0,3 7 0,0 5-80,2 2 0,-2 4 1,4 4-1,3-1-71,5-2 0,3-9 0,2-10 0,0-8 50,0-6 0,5-6 0,3-10 0,3-7-207,4-6 0,-2-7 0,3-3 0,0-6-109,3-5 1,1-2 0,0-1-1,-3-2-375,-1-2 0,-1-2 0,-3-2 1,-1 3-1629,0-1 2217,-5 5 0,-16-45 0,-8-4 0</inkml:trace>
  <inkml:trace contextRef="#ctx0" brushRef="#br0" timeOffset="867">584 416 8369,'-11'-1'681,"0"-3"0,3 3 89,1-3 1,6 3 0,1 1 0,7 0-916,7 0 0,3 0 0,6 0 0,1 0-424,2 0 569,-2 0 0,63-10 0,10-2 0</inkml:trace>
  <inkml:trace contextRef="#ctx0" brushRef="#br0" timeOffset="1219">1124 68 8482,'0'-11'0,"1"0"0,3 1 823,3 2 0,3-1 0,1 6 0,0 0-267,1 2 0,3 1 0,0 2 0,-2 5-654,0 4 0,-7 4 0,-2-1 1,-3 2-5,-1 1 0,-1 2 1,-3 3-1,-5 0 19,-4-4 0,0 2 0,-3-5 1,1-1-11,0-1 0,0-2 0,4 0 0,0-1 865,-1-2 0,1-3 446,0-5-1560,5 0 0,7 0 0,10 1 0,7 1 342,3 2 0,27-2 0,11 0 0,5-2 0,1 0 0</inkml:trace>
  <inkml:trace contextRef="#ctx0" brushRef="#br0" timeOffset="1833">1595 506 8460,'-11'0'1482,"5"-5"-697,2-2 0,3 0 0,2 1 0,4 1-429,6 3 1,6-3 0,5 1-1,0 1-238,1 2 1,1 1 0,1 0-1,2 0-560,2 0 1,-4 0 0,1 0-1,-4 0 442,-3 0 0,-13-5 0,-7-1 0</inkml:trace>
  <inkml:trace contextRef="#ctx0" brushRef="#br0" timeOffset="2017">1775 315 8460,'-4'8'104,"0"-1"1,1 1 0,1 4 0,0 3 744,-2 4 1,1 3-1,1 5 1,0 1-780,-2 1 0,0 3 1,4-2-1,0 2-70,0-3 0,5 4 0,2-4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7:23.8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55 1 8383,'-11'0'693,"4"0"1501,-1 0-1846,6 0 0,-2 0 1,8 0-198,3 0 0,7 0 0,1 0 0,0 0-439,1 0 0,-4 0 0,5 0 0,-2 0 288,0 0 0,10 0 0,-2 0 0</inkml:trace>
  <inkml:trace contextRef="#ctx0" brushRef="#br0" timeOffset="217">33 135 8701,'-11'-1'2404,"-1"-3"-1435,6 3 1,2-4 0,8 5-762,4 0 0,5 0 0,4 0 0,-1 0-282,0 0 1,3 0 0,-3 0-1,0 0-609,0 0 1,3 0 682,-4 0 0,5-10 0,-3-2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7:25.0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47 470 8521,'-11'0'1185,"0"0"1558,-1 0-2294,1 0 0,10 0 1,6 0-1,9-1-211,8-3 0,2 3 1,6-3-1,1 1-322,1 0 1,1 1 0,-2-1 0,-2 1-776,-2 2 0,-2 0 1,-5 2-1,-2 0 859,-2 2 0,-16 10 0,-8-2 0</inkml:trace>
  <inkml:trace contextRef="#ctx0" brushRef="#br0" timeOffset="666">1047 43 8552,'-5'-11'390,"3"3"1,-3 2 265,0 1 1,3-2-1,-6 3 1,0 3-234,-2 3 0,-3 9 1,-1 9-1,-2 5-239,-1 5 1,2 8-1,-4 3 1,-1 4 66,-1 3 0,-2 9 1,2 5-1,2 0-1,5-2 1,2 1 0,5-2 0,3-4-361,3-5 1,7-15-1,5-10 1,7-11-276,3-9 0,-2-7 0,-1-5 0,1-8-19,-1-5 0,0-6 0,-5-2 0,-3 0 133,0-4 0,-5 1 0,-2 0 0,-1 2 413,-2 2 0,-5 1 0,-3 4 0,-2 4 223,-1 3 0,-4 3 0,0 5 1,0 3-120,-1 3-246,3 1 0,-3 30 0,5 7 0</inkml:trace>
  <inkml:trace contextRef="#ctx0" brushRef="#br0" timeOffset="1333">1687 9 8397,'-11'0'325,"3"0"0,1 0 214,-2 0 1,-1 2 0,0 3 0,1 5-244,2 3 0,-1 11 0,-4 0 0,-2 3-244,-1 4 0,-1 8 0,1 6 0,-4 6 45,-2 4 0,-3 3 1,-1 0-1,0 2 52,4-1 0,4-7 1,5-3-1,2-4-43,3-4 1,2-9 0,6-9-1,3-8-257,3-6 1,7-4 0,1-7 0,0-1-426,1-5 1,-3-7-1,2-4 1,-2-3-149,2-4 0,-6 2 0,2-2 1,-2 2-1062,-3 2 1785,4-1 0,-23-39 0,-1-11 0</inkml:trace>
  <inkml:trace contextRef="#ctx0" brushRef="#br0" timeOffset="1466">1339 346 8418,'-12'0'1575,"7"0"1,7 0-1397,8 0 0,6 0 0,6 0 0,2 0-179,2 0 0,43 5 0,14 2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7:27.9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338 57 8411,'0'-12'-248,"0"1"559,0 0 0,0 4 0,-2 0 820,-1 2 1,-4 2 0,-5 3-854,-3 0 1,2 6-1,-3 4 1,0 5-176,-3 2 1,2 7-1,-1 6 1,1 2-92,-1 2 0,0 5 1,-4 2-1,2 5-34,2 6 1,0 2-1,0 10 1,3 1 31,2 1 0,3 6 0,3 1 0,3-5-404,3-8 0,11-9 1,5-11-1,6-7-2091,5-10 2485,-2-10 0,38-48 0,4-15 0</inkml:trace>
  <inkml:trace contextRef="#ctx0" brushRef="#br0" timeOffset="767">809 147 8344,'6'-8'670,"-2"1"226,-3-1 0,-2 2 1,-3 2-535,-3 3 1,1 2-1,-2 4 1,0 6-187,-2 7 1,-3 4-1,-1 4 1,-2 6-33,-1 4 1,-2 5 0,-4 8 0,1 3-56,0 3 0,-1 5 1,1 1-1,0 0-30,4 0 0,1-7 1,7-10-1,3-9 93,3-8 0,6-8 0,4-5 0,6-6-172,4-4 1,3-8-1,5-4 1,1-5-374,1-2 1,0-9 0,-3 2 0,-1-2-772,1 1 0,-6-4 0,-2 1 1164,-2 1 0,-42-38 0,-10-10 0</inkml:trace>
  <inkml:trace contextRef="#ctx0" brushRef="#br0" timeOffset="917">472 506 8344,'-10'-1'672,"3"-3"0,3 3 1,8-3-1,3 3-568,3 1 0,7 0 0,3 0 0,3 0-727,3 0 0,6 3 623,-2 1 0,57-5 0,-36-2 0,0 0 0</inkml:trace>
  <inkml:trace contextRef="#ctx0" brushRef="#br0" timeOffset="1286">1180 540 8414,'-6'0'1368,"2"0"1,9 0 0,5 0-1106,4 0 1,6 0 0,-2 0-1,2 0-2004,-1 0 1741,2 0 0,32-5 0,13-2 0</inkml:trace>
  <inkml:trace contextRef="#ctx0" brushRef="#br0" timeOffset="1834">1753 349 8289,'0'-11'439,"0"-1"1,0 1 315,0 0 1,1 3-1,3 2 1,3 1-300,3 3 0,3 0 0,0 2 0,2 0-387,-1 0 1,-1 2 0,-2 0-1,-1 4-458,-3 4 1,-2-1 0,-5 7 0,0 0-382,0 3 1,-5 2 0,-2 2 0,-4-1 56,-4 1 1,2-1 0,-3 1 0,1-2 458,0-2 0,0 1 0,4-5 1190,-1-2-278,1 0 0,10-12 0,5-3 1,4-5-137,4 0 0,3 1 0,1-2 0,0 4-50,0 3 1,-1 1-1,-3 0 1,-1 1-92,0 3 0,-5 4 0,-2 7 1,-3 3-130,-1 4 0,-2 0 0,-4 2 0,-7 1-699,-3 1 0,-4 1 0,-5-2 0,-1 1-859,1-1 1,2-2 1305,5-4 0,1-13 0,6-7 0</inkml:trace>
  <inkml:trace contextRef="#ctx0" brushRef="#br0" timeOffset="2500">2202 57 8460,'-6'-5'752,"1"3"1,6-1-1,3 6-548,3 5 1,1 3 0,2 4 0,2 4 65,1 2 0,0 8 0,2 4 1,3 7 39,-1 4 0,0 10 1,-6 2-1,-1 3-48,-3 2 1,-2 0 0,-6 5 0,-3-1-322,-3 0 1,-8-7 0,-4-9 0,-2-4-629,-2-4 1,-3 0-1,0-8 687,1-8 0,-14-16 0,-2-11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7:49.2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275 41 8432,'-1'-7'0,"-2"0"19,-1-1 0,-3 2 0,0 0 1,-1 2 524,-2 1 0,1 4 0,-4 5 0,-1 3 19,-2 6 0,-4 3 1,3 7-1,-2 4-429,-1 4 0,1 4 0,1 1 0,0 4-35,2 4 1,4 1 0,2 5-1,3-1-8,2-3 1,3-4 0,7-11-1,6-8-184,4-10 0,4-7 0,2-10 0,2-4-30,1-9 1,0-5 0,2-11 0,1-3-43,-1-5 0,1-3 0,-3-1 1,-1-1-273,-3 1 1,0-1-1,-4 1 1,-3 3 5,-5 4 1,-5 1 0,-5 6-1,-4 4 248,-6 4 0,-1 10 0,-6 6 0,0 4 184,0 3 0,-2 6-1,2 4 0,-5 27 0,-2 8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7:49.8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226 327 8343,'0'-4'836,"-1"7"1,-2 7-550,-2 3 0,-1 4 0,-1 3 0,-1 1-26,-2 0 1,-1 4-1,-4 0 1,0 0-88,-2 0 1,1-4 0,-3-4 0,1-3-105,2-2 0,2-5 1,2-4-1,2-4-266,2-4 1,2-3 0,1-7 0,2-3 66,2-4 0,7-3 0,2-5 1,3 0-96,2-2 0,1 1 0,2 3 0,3 2 211,2 4 0,-1 2 0,4 6 0,-1 5 117,-2 5 0,-2 10 0,-2 4 0,-3 6 107,-1 6 1,-4 3 0,-4 5 0,-2 1-64,-3 0 1,-3 3 0,-2-3-1,-1-2-420,-1-2 1,2-6-1,1 0 272,0-2 0,2-18 0,2-7 0</inkml:trace>
  <inkml:trace contextRef="#ctx0" brushRef="#br0" timeOffset="300">567 240 8507,'-4'3'247,"1"2"0,0 1 0,1 3 0,-1 3 223,0 5 0,2 5 0,-2 4 0,1 3-549,-1 4 1,-3 1 0,2 2 0,0-1-369,-1-1 1,2-2 0,-1-6 0,1-5-1292,1-6 1738,2-4 0,6-33 0,2-7 0</inkml:trace>
  <inkml:trace contextRef="#ctx0" brushRef="#br0" timeOffset="550">589 182 8869,'3'-4'251,"2"-2"0,3 3-472,2 2 0,1-2 0,-2 0 1,1 2 170,1 0 0,1 4 1,0 2-1,0 2 509,-2 3 1,0 1 0,-3 4 0,0 2 58,-2 3 1,-2 1 0,-3 3 0,0 0-591,0-1 1,0 2 0,0 0-1,-1-3-674,-1-2 1,1-2 0,-3-3 745,1-1 0,-7-6 0,-6-1 0</inkml:trace>
  <inkml:trace contextRef="#ctx0" brushRef="#br0" timeOffset="700">610 436 8344,'0'-10'23,"0"0"0,0-2 0,0 2 0,0 2 212,0 0 1,4 4 0,0 1-301,3 2 1,-1 5 0,0 1 0,-2 4-1240,-1 3 1304,0 2 0,-10 29 0,-1 8 0</inkml:trace>
  <inkml:trace contextRef="#ctx0" brushRef="#br0" timeOffset="783">589 581 8341,'-3'5'0,"1"0"0,-1-4 0,23-1 0,4-4 0</inkml:trace>
  <inkml:trace contextRef="#ctx0" brushRef="#br0" timeOffset="1312">937 123 8433,'0'-7'378,"0"0"0,0 2 1,1 0-48,1 0 1,2 1 0,4 0 0,2 0-514,2-1 1,2 3-1,1-3 1,2 0-1236,2-2 1417,-1 3 0,13-6 0,0 2 0</inkml:trace>
  <inkml:trace contextRef="#ctx0" brushRef="#br0" timeOffset="1533">1075 0 8428,'-7'0'0,"-1"0"55,1 0 1,0 0-1,0 1 1,0 1 106,2 3 0,0 5 0,2 2 0,2 2-208,0 0 1,0 1 0,-1 2 0,0 0-138,0 2 1,1-2-1,-1 1 1,-1 0 47,-1-2 0,0-1 1,-2-2 345,1-1 109,1-3 1,0-3 0,2-6-285,4-4 0,2-2 0,4 1 0,1 0-205,0-1 0,3 2 1,-2 0-1,-1 1-585,-1 1 0,-3 2 754,0 0 0,-33 25 0,-5 8 0</inkml:trace>
  <inkml:trace contextRef="#ctx0" brushRef="#br0" timeOffset="1733">756 450 8428,'-5'-1'-103,"1"-1"666,0-3 1,3 1-1,3 0-262,3 1 1,6-3 0,2 2 0,5-1-89,3 0 0,1 0 1,6-4-1,2-1-283,0 1 1,2 0 0,0 1 0,0-2-428,1 1 0,-5 1 1,-5 1-1,-2-1-1668,-5 1 2165,-3 0 0,-13 0 0,-4-1 0</inkml:trace>
  <inkml:trace contextRef="#ctx0" brushRef="#br0" timeOffset="1950">1111 283 8382,'-7'-4'0,"0"1"6,-1 0 1,1 2 0,0-1 280,0 4 1,2 2 0,1 4 0,1 2-5,1 5 0,0 1 0,1 5 0,-2 2 15,2 2 1,0 5 0,1 2-1,0 2 76,0 3 0,2 0 1,1 3-1,-2 0-127,0-2 1,-1-1-1,-1-2 1,0-2-398,-2-4 1,1-6-1,2-7-295,0-3 0,0-7 0,-1-6 1,-1-4-330,0-5 1,-4-3 0,2-2 0,-3-1-430,0 1 1,-1-1 1202,-2 1 0,-21-17 0,-7-3 0</inkml:trace>
  <inkml:trace contextRef="#ctx0" brushRef="#br0" timeOffset="2066">879 603 8346,'-3'-11'38,"2"3"231,-2-2 1,3 6-286,3 1 0,1 5 0,4 1 0,2 1 16,2 2 0,50-3 0,13 0 0</inkml:trace>
  <inkml:trace contextRef="#ctx0" brushRef="#br0" timeOffset="2216">1489 682 8229,'0'8'-149,"0"-1"0,0 0 0,0 1 149,0-1 0,-36 10 0,-8 2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7:46.520"/>
    </inkml:context>
    <inkml:brush xml:id="br0">
      <inkml:brushProperty name="width" value="0.08571" units="cm"/>
      <inkml:brushProperty name="height" value="0.08571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175 182 8430,'0'-10'0,"0"0"-22,0 1 0,0-1 0,0-1 0,-1 0 921,-1-2 1,-2 2-1,-3 0 1,-1-1-261,-2 1 0,1 2 0,-3 0 0,-1 4-386,-1 2 1,0 4 0,-1 4 0,1 5-343,-1 6 0,2 3 0,1 5 1,5 2-407,4 0 1,2 2 0,1-2 0,2-1-85,2-3 0,2-4 1,7-4-1,2-2 157,4-2 1,-1-6 0,-1-4 0,0-5 260,0-4 0,0-2 0,-3-4 0,-2 0 231,-2-2 1,-6 1-1,-1-3 1,-2 1 101,2-1 0,-2 5 1,1 1-1,-2 2 0,-2 5 0,0 3 0,-2 6-196,1 4 0,-2 9 0,3 7 0,0 3 45,1 3 1,1 4 0,0 4 0,0 2 31,0 2 1,0 2 0,0 2 0,0 1 172,0-4 1,-1 1 0,0-5 0,-2-2 228,-2-1 0,0-8 0,-4-3 0,-1-6-94,1-2 1,-1-5 0,-1-2-1,1-4 157,-1-2 0,1-6 1,1-5-1,-1-3-299,-2-3 0,3-3 0,1-2 0,1 0-69,2-1 0,1 0 1,-1-2-1,2-1 59,0 2 1,2 4 0,-1 0 0,1 2-131,1 0 0,0 4 0,1 1 1,1 3-936,3 2 0,0 1 1,1 2-1,3-2-3299,2 0 4155,1-3 0,44-23 0,11-9 0</inkml:trace>
  <inkml:trace contextRef="#ctx0" brushRef="#br1" timeOffset="252">451 0 9295,'-2'5'247,"-1"0"0,-2 0 0,0 5 0,-3 3 402,-1 3 0,0 3 0,-2 2-658,0 1 0,-5 19 1,1 5-1</inkml:trace>
  <inkml:trace contextRef="#ctx0" brushRef="#br0" timeOffset="782">785 58 8555,'-1'-6'-74,"-1"0"0,-3 2 52,-2 1 0,3-2 1,-2 3-1,-1 1 682,-2 2 1,-2 4 0,2 6 0,-3 3-402,1 5 0,-3 3 1,3 2-1,0 3-122,1 4 0,0 5 0,0 6 0,0 4-41,0 5 0,4-3 1,0 3-1,2-1-119,2 0 1,2-1-1,2-4 1,4-3-621,3-9 1,2-10 0,4-9 0,-1-6 642,1-5 0,28-57 0,8-15 0</inkml:trace>
  <inkml:trace contextRef="#ctx0" brushRef="#br0" timeOffset="1117">1097 138 9263,'-7'-6'2415,"0"1"-1823,-1 2 1,0 7 0,-1 4 0,-1 6-354,-1 7 0,-1 7 1,-3 6-1,1 3-119,-1 4 0,1 4 0,0 6 0,2-1-31,2-2 0,3 0 0,2-5 0,2-2-274,3-8 1,0-10 0,3-8 0,3-6-201,2-3 1,1-6 0,3-6 0,1-3-30,1-6 1,-2-3 0,-1-3 0,0 1-464,-2 1 0,-4 2 0,-1-2 0,0 1 877,1-1 0,-26-32 0,-4-12 0</inkml:trace>
  <inkml:trace contextRef="#ctx0" brushRef="#br0" timeOffset="1234">872 341 8414,'-7'0'1455,"4"0"1,6 0-1513,6 0 0,4 3 0,4-1 1,4 0 56,2-1 0,22 2 0,8 1 0</inkml:trace>
  <inkml:trace contextRef="#ctx0" brushRef="#br0" timeOffset="1501">1300 138 8428,'8'7'0,"-1"1"203,0 2 1,3 2-1,0 5 1,1 4 506,-1 5 1,2 5-1,-2 8 1,-2 5-149,-2 3 1,-3 2-1,-4 0 1,-2-4-457,-4-3 0,-4 1 0,-6-4 1,0-2-551,1-5 0,1-4 444,0-6 0,-15-2 0,-5-6 0</inkml:trace>
  <inkml:trace contextRef="#ctx0" brushRef="#br0" timeOffset="1986">1780 327 11865,'14'0'0,"1"0"-19,2 0 0,1-3 0,2 1 0,0 0-1869,0-2 1888,1 3 0,1 5 0,-1 4 0</inkml:trace>
  <inkml:trace contextRef="#ctx0" brushRef="#br0" timeOffset="2150">1758 494 8432,'-7'-1'810,"3"-1"1,-2 0-1,4-2-135,3 1 0,6-3 1,5 2-1,2 0-624,3 2 0,2-2 0,3 2-51,2 0 0,28 1 0,9 1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7:54.072"/>
    </inkml:context>
    <inkml:brush xml:id="br0">
      <inkml:brushProperty name="width" value="0.08571" units="cm"/>
      <inkml:brushProperty name="height" value="0.08571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320 7 9540,'-1'-4'640,"-1"2"0,-2 5 0,-3 5 1,-1 6-555,1 4 1,-3 5-1,-2 3 1,-2 6 182,-1 2 1,-2 9-1,-4 3 1,-1 5 63,-2 5 0,-1-1 1,4 5-1,2-3-189,2-4 1,5-4-1,3-4 1,3-5-172,4-10 0,4-9 1,4-7-1,3-6-405,3-5 1,2-3 0,1-3-1,2-5 78,2-6 1,2-3-1,0-5 1,0 1-115,-2 1 0,-5 0 1,-1 3-1,-1 1-1661,-3 1 2129,-1 0 0,-11-22 0,-2-6 0</inkml:trace>
  <inkml:trace contextRef="#ctx0" brushRef="#br0" timeOffset="181">1 297 13535,'8'0'0,"2"0"158,5 0 1,3 1-1,4 1 1,2 1-159,3 1 0,30 7 0,9 5 0</inkml:trace>
  <inkml:trace contextRef="#ctx0" brushRef="#br1" timeOffset="748">690 385 8836,'-4'0'1005,"0"-1"101,0-2 0,3 3-775,3-3 0,2 2 0,4 1 0,3 0-383,3 0 0,1 0 1,2 0-1,-1 0-1070,1 0 1,-2 0 1119,2 0 1,5 0 0,0 0-1</inkml:trace>
  <inkml:trace contextRef="#ctx0" brushRef="#br0" timeOffset="931">647 530 8795,'-7'-4'2547,"3"0"-2093,4 4 0,6 0 0,5 0 0,1 0-353,3 0 1,0 3-1,5-1-101,3 0 0,34-4 0,13-3 0</inkml:trace>
  <inkml:trace contextRef="#ctx0" brushRef="#br0" timeOffset="1498">1409 305 8478,'-14'-1'54,"-1"-2"1,1 3 0,-1-2 0,1 4 622,2 6 1,-1 3-1,0 6 1,0 3-330,-2 4 1,3 5-1,2 4 1,1 3-353,2 0 1,5 0 0,-1-2 0,4-4-113,4-2 1,3-10-1,7-6 1,0-6 34,2-4 0,3-7 0,3-6 0,-2-4 78,0-4 0,0-3 0,0-2 0,0-1-19,-1 0 1,-3-2 0,-5-2 0,-3 0-142,0 0 1,-3-2 0,-1 1 0,-3 3-29,-1 1 0,-7 5 1,-2 5-1,-5 3-52,-2 3 1,-1 6-1,1 5 1,0 6-558,-2 4 1,3 3 799,-1 0 0,7 20 0,5 5 0</inkml:trace>
  <inkml:trace contextRef="#ctx0" brushRef="#br0" timeOffset="1715">1888 660 8310,'-3'11'-193,"-2"0"0,-1 1 111,-1 0 1,-2 1 81,0 4 0,-19 15 0,-6 6 0</inkml:trace>
  <inkml:trace contextRef="#ctx0" brushRef="#br0" timeOffset="2883">2353 261 8464,'-7'-5'137,"0"0"1,1 0 265,-1-2 1,3 1-1,-2-1 1,2 1 104,2-2 0,1-1 0,1 1 0,1-1-366,2-1 1,4-2-1,5 3 1,3-1-119,1-1 0,0 4 1,2-1-1,-2 3-282,1 2 0,0 1 1,-3 2-1,-1 4-31,-1 3 1,-5 3 0,-1 6 0,-2 2 104,-2 3 1,-6 1-1,-2 3 1,-4-1-100,-1 0 0,-2 1 1,-3-1-1,-2 0 39,0-1 0,1-1 1,-2-2-1,1-3 495,-1-2 0,6-7 132,1-3 1,6-7 0,5-3-1,2-4-67,4 0 0,5-3 1,3 1-1,2 2-205,2 0 0,2 1 0,-2 6 0,0 1 7,-2 3 0,-1 6 0,1 6 1,-2 5 167,-4 2 1,0 4-1,-6 1 1,-2 0 167,-3 1 0,-3-1 0,-5 0 1,-2-4-180,-5-2 1,0-3 0,-4 2 0,-1-2-583,-1-4 1,1 1 0,0-4 0,1-1 306,2-1 0,-12-27 0,0-6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7:58.1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160 175 10126,'-3'-4'832,"3"0"0,3 0 0,5 1 0,0 0-1028,1-2 1,2 1-1,2-1 1,-1 0-175,1-2 0,-2 2 0,0 0 1,0 1-391,-2 0 1,-4-2 0,0 3 177,1-1 1,-3 1 0,0-2 0,-3 1 581,-3-1 0,-1 0 0,-3 2 0,0-1-166,-1 1 1,-1-2 0,-1 0 0,1 1 407,1 2 1,1-1 0,0 0 0,-1 2 54,1 0 0,2 2 0,0 1 0,0 4-70,1 3 1,-1 3-1,2 5 1,2 2-47,0 2 0,0 4 1,0 2-1,-2 1 88,1 1 1,2 3 0,0 1 0,-1 1-48,-2 0 0,-1-2 0,-3 0 0,0-2 68,0-1 0,-1-8 1,-1 0-1,-2-4-7,0-4 0,1-4 1,-1-2-1,0-4 43,3-5 1,-1-2-1,0-4 1,-1-2-101,1-2 0,2-1 1,1-2-1,2 1-62,1-1 0,1 4 0,2 1 0,0 2-130,0 1 0,0 0 0,1 0 0,0 1-517,2 2 0,2 2 0,0 0 0,2 1-263,3 1 0,-1 0 0,3 0 0,1 0-360,1 0 1,3-3 0,3-2 1105,1 1 0,29-12 0,9 0 0</inkml:trace>
  <inkml:trace contextRef="#ctx0" brushRef="#br0" timeOffset="233">487 131 8464,'-6'3'596,"0"2"-184,1 2 1,4 2 0,-2 2 0,2 0-1286,1 2 0,0 1 873,0 0 0,7 7 0,1 2 0</inkml:trace>
  <inkml:trace contextRef="#ctx0" brushRef="#br0" timeOffset="467">596 0 8464,'4'1'-46,"-2"2"604,-1 1 0,2 5 0,-1 3 0,0 5 38,-1 6 0,-1 7 1,0 7-1,0 6-268,0 7 0,0 4 1,0 2-1,-1 0-136,-2 0 1,-2 2-1,-3-2 1,-2-3-642,1-8 1,1-4-1,2-8 1,1-4 448,2-4 0,-1-19 0,0-4 0</inkml:trace>
  <inkml:trace contextRef="#ctx0" brushRef="#br0" timeOffset="616">814 625 8270,'4'7'-6,"-1"-1"1,0 0 317,2-1 1,2 2-313,0 3 0,13 0 0,3-3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8:00.5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6 328 8413,'-4'-1'2147,"3"-1"-1500,2 0 1,4-3-1,5 2 1,3-1-564,3 1 1,3-2 0,2 2 0,2 0-984,1 0 1,-1-2 898,1 2 0,8-5 0,2 0 0</inkml:trace>
  <inkml:trace contextRef="#ctx0" brushRef="#br0" timeOffset="284">202 153 8465,'-7'8'0,"1"-1"0,0 1 0,1 2 539,0 5 0,-2 1 0,0 6 0,0 4-173,-1 4 1,1 0 0,0 4-1,-1 2-556,-2 1 1,2 2 0,-2 1 0,2-4-209,-2 0 0,2-4 1,-2-2-1,2-3-389,1-5 627,3-4 1,1-10 0,3-6 0,3-6 664,2-5 0,2-2 1,3-4-1,2 1 215,1-1 1,4 3 0,0 1 0,-1 0-364,0 3 1,1-3 0,0 2-358,2 3 0,33-27 0,10-4 0</inkml:trace>
  <inkml:trace contextRef="#ctx0" brushRef="#br0" timeOffset="618">384 81 8409,'-5'-7'1937,"0"-1"0,5 4-1634,0 2 0,1 7 1,6 3-1,1 1-735,0 2 1,3 1-1,0-2 1,1 1 431,0-1 0,43 0 0,11-3 0</inkml:trace>
  <inkml:trace contextRef="#ctx0" brushRef="#br0" timeOffset="733">711 37 8337,'-8'0'81,"1"0"0,2 0 0,1 0 0,-2 1 472,-1 1 1,-1 2 0,-1 5 0,-4 3-554,-3 2 0,-16 25 0,-6 4 0</inkml:trace>
  <inkml:trace contextRef="#ctx0" brushRef="#br0" timeOffset="933">319 291 8441,'0'8'0,"0"-1"401,3 0 0,-2 4 0,4 1 0,2 1-196,2 2 0,0-1 1,2 1-1,0-1-480,0 1 0,1 1 0,0-1 0,-3-2-617,0-1 0,-5-3 892,-2-1 0,-8-17 0,-2-4 0</inkml:trace>
  <inkml:trace contextRef="#ctx0" brushRef="#br0" timeOffset="1167">348 342 8341,'-4'-7'34,"1"0"0,2-1 1,1-1-1,1-1 317,2 1 0,4 1 0,6 0 0,3-1-125,3-1 0,6-2 0,4 3 0,2 0-242,2 1 1,3 1 0,3 2 0,-2 1-140,-2 0 1,-4 2 0,-6 3 0,-5 1-28,-4 3 0,-1 1 0,-6 3 0,-2-1 271,-1 2 0,-4 2 0,0-1 0,-2 0 48,-2 2 0,-2 1 1,-5 0-1,1 1-537,-2-1 1,-2 0 0,1-1 399,0-1 0,-14-3 0,-6 1 0</inkml:trace>
  <inkml:trace contextRef="#ctx0" brushRef="#br0" timeOffset="1333">565 255 6932,'-3'11'962,"2"0"0,-1 3 0,1 2-1036,1 1 1,0 1 0,0 3 73,0-2 0,-26 22 0,-6 2 0</inkml:trace>
  <inkml:trace contextRef="#ctx0" brushRef="#br0" timeOffset="1467">457 437 8341,'0'-8'97,"0"1"1,0 0 0,0-1 310,3 1 1,2 0 0,4 1-1,3 0-212,2 1 1,1 1 0,2-1-1,0 2-613,2 0 1,-1 2 416,2-2 0,-2 19 0,-4 4 0</inkml:trace>
  <inkml:trace contextRef="#ctx0" brushRef="#br0" timeOffset="1617">471 502 8324,'-6'-1'0,"0"-1"774,1-3 0,4 1 1,1-1-549,4-1 0,4 3 1,1 0-1,3 0-325,2 1 1,1 0 98,-1 2 0,14 3 0,2 1 0</inkml:trace>
  <inkml:trace contextRef="#ctx0" brushRef="#br0" timeOffset="1834">442 640 8311,'-1'7'100,"-1"0"0,1 4 1,-1 1-1,0 2 633,0 0 1,1 4 0,-2 1 0,3 2-618,0 1 0,0-3 1,0-2-1,0-2-871,0-1 1,2-5-1,1-2-1227,1-3 1982,1-2 0,-1-34 0,-1-8 0</inkml:trace>
  <inkml:trace contextRef="#ctx0" brushRef="#br0" timeOffset="2050">486 618 8280,'9'-6'0,"-1"0"94,0 1 0,-2 1 0,3-2 1,0 2 233,-1 1 0,3-2 0,1 2 0,2 0-149,1 0 1,0 0 0,1 3 0,1 0-192,-1 0 1,-3 1-1,-2 1 1,0 4 67,-2 3 0,-4 0 1,-1 3-1,0 1 22,-3 1 1,0 0 0,-1 1 0,0 0-418,0 2 1,-1-3 0,0 2 338,-2-3 0,-19-5 0,-2 3 0</inkml:trace>
  <inkml:trace contextRef="#ctx0" brushRef="#br0" timeOffset="2183">507 727 8250,'1'-7'43,"2"-1"1,-2 1-1,4 0 190,1 0 0,1 2 1,2 1-1,1 1-767,2 1 0,-3 1 534,3 1 0,-3 19 0,2 6 0</inkml:trace>
  <inkml:trace contextRef="#ctx0" brushRef="#br0" timeOffset="2300">500 843 8375,'-7'0'1121,"3"0"1,8-2-1122,8-1 0,60-15 0,18-2 0</inkml:trace>
  <inkml:trace contextRef="#ctx0" brushRef="#br0" timeOffset="2833">1066 248 8458,'0'-5'0,"0"0"487,0-1 0,1 1 161,2 0 0,1 2 0,3 3 0,1 0-971,2 0 1,-1 3 322,3 2 0,3 27 0,4 8 0</inkml:trace>
  <inkml:trace contextRef="#ctx0" brushRef="#br0" timeOffset="2966">1037 422 8436,'-7'0'1027,"0"0"-636,0 0 1,3 0-296,4 0 0,4 1 0,5 0-96,1 2 0,22 9 0,4 0 0</inkml:trace>
  <inkml:trace contextRef="#ctx0" brushRef="#br0" timeOffset="3133">1008 821 8375,'-7'0'-8,"0"0"778,0-3 1,3 1-1,2-2 1,4-3-522,6-2 1,3-2-1,6-4 1,3-2-316,3-3 1,3-3 65,3-1 0,7-10 0,6-5 0,2-2 0,1 0 0</inkml:trace>
  <inkml:trace contextRef="#ctx0" brushRef="#br0" timeOffset="3383">1328 204 8366,'-7'-1'1055,"3"-1"0,1 0 0,6-2 0,3 0-505,5 0 0,5-1 0,5-2 0,3 0-259,2 0 0,1-1 1,4 1-1,-1 0-622,-1 0 0,-3 0 1,-2 2-1,-5 0 331,-5 2 0,-31 7 0,-12 4 0</inkml:trace>
  <inkml:trace contextRef="#ctx0" brushRef="#br0" timeOffset="3550">1393 211 8472,'-10'15'160,"1"0"1,-3 0 0,1 3-1,0 3 477,-2 5 0,2 6 0,-1 2 0,0 2-71,0 3 1,-1-1-1,1 4 1,0 1-709,0-1 1,3-1 0,-1-1 0,3-3-117,2-5 0,2-7 1,4-6-1,1-7 258,3-5 0,2-10 0,0-5 0</inkml:trace>
  <inkml:trace contextRef="#ctx0" brushRef="#br0" timeOffset="3716">1364 378 8377,'3'-7'123,"-1"1"1,3 1-1,0 2 311,2 3 1,3 0 0,0 0 0,1 0-724,2 3 289,1-2 0,7 15 0,2 0 0</inkml:trace>
  <inkml:trace contextRef="#ctx0" brushRef="#br0" timeOffset="4035">1393 553 8375,'-5'11'168,"0"-1"0,1 0 1,-1 1-1,0 0 102,-1 2 0,2 1 1,0-1-1,0 0-11,0-1 0,2-3 47,-3 1 1,0-6-1,-1-4-112,1-4 0,-1-3 1,4-2-1,0-2-186,1 0 0,1-1 0,0-3 0,2 1-214,3-1 0,0 1 1,7-1-1,1 2-121,1 0 0,1 1 0,-1 5 0,1 3 83,-1 2 1,1 2 0,-1 2 0,0 3 264,-2 5 0,-5 3 0,-4 3 0,-2 2 104,-1 1 1,-4-1 0,-1 2 0,-2-3-299,-2-2 1,-2-4-1,-2-1 1,2-3-699,0-2 1,2-3 870,1-4 0,1-34 0,0-12 0</inkml:trace>
  <inkml:trace contextRef="#ctx0" brushRef="#br0" timeOffset="4318">1422 1 8367,'7'2'93,"-3"2"0,3 4 1,-1 9-1,2 3 419,5 6 1,2 12 0,3 8 0,5 4-12,2 4 0,4 3 1,3 3-1,-2-1-22,0-2 1,-5-3 0,-2-4 0,-4-2-53,-1-2 0,-1-6 0,-3-7 0,1-9-602,-1-8 1,-2-3 0,-3-6-861,-1-3 1,-4-3 0,-2-3 412,-4-3 1,-2-4 0,-3-2 0,0 0 621,0-2 0,-20-39 0,-5-11 0</inkml:trace>
  <inkml:trace contextRef="#ctx0" brushRef="#br0" timeOffset="4500">1756 400 8256,'-7'7'281,"0"2"1,-1 0 0,0 3 424,-1 2 0,-3 7 0,-2 4 0,-2 5-443,0 4 1,-4 4-1,-4 1 1,-1 0-355,2-2 1,2-6-1,7-8 91,2-5 0,11-50 0,6-17 0</inkml:trace>
  <inkml:trace contextRef="#ctx0" brushRef="#br0" timeOffset="4650">1792 81 8266,'1'5'1927,"1"-1"-2151,0 2 224,4-3 0,14 10 0,8-1 0</inkml:trace>
  <inkml:trace contextRef="#ctx0" brushRef="#br0" timeOffset="5183">2315 146 8908,'3'-7'642,"1"2"0,4 0 0,0 0-336,1 1 1,6-2 0,4 1-1,2-1-683,1 2 1,1-3-1,-1 2 1,1-1 376,-2-1 0,-4-1 0,1 1 0</inkml:trace>
  <inkml:trace contextRef="#ctx0" brushRef="#br0" timeOffset="5350">2504 1 8419,'-7'0'-5,"2"0"0,0 0 140,-1 0 0,1 6 0,-1 4 0,2 4 57,1 3 1,-2 2-1,3 5 1,-1 3-190,0 1 0,2 1 1,-1 0-1,1 0-626,1 0 0,-3 0 623,1-3 0,-13 2 0,-1-2 0</inkml:trace>
  <inkml:trace contextRef="#ctx0" brushRef="#br0" timeOffset="5499">2293 328 8356,'-4'-12'-81,"2"3"1,1-2 0,1 1 0,1 2 153,1 0 1,3 3-1,5 0 1,3 0 62,3 1 0,1-2 0,4 3 0,1 0-866,1 0 730,3 0 0,9 6 0,6 2 0</inkml:trace>
  <inkml:trace contextRef="#ctx0" brushRef="#br0" timeOffset="6266">2039 509 8543,'-7'0'-167,"0"-2"0,0-2 831,2 0 1,3 0 0,5-4 0,5 1-443,6 0 1,7-3 0,6 0-1,5 1-223,4-2 0,4 1 0,3-3 0,1 2 74,-1 0 1,0 1 0,-2 3 0,-4 0-417,-4 0 1,-6 3 0,-7 0-1,-4 2-2139,-3 0 2192,-3-1 0,-7 4 0,-3 1 1,-4 1 522,-2 1 0,-5 1 0,0 1 0,-2 0 185,-1-1 1,1-1 0,-5 4 0,0-1-73,-1 0 1,-1 3-1,-1 0 1,0 2-104,-2 1 1,-1-2 0,0 2 0,-3 2-306,-1 4 0,-4 2 0,1 0 0,0 1-99,1 0 0,2 0 0,2-1 0,5-2-508,3-2 466,9-8 1,6-6-1,8-8 1,4-4-133,3-3 0,3-2 0,3-2 0,3 0 176,2-1 0,4 0 1,-2 4-1,0 0 234,0 1 0,-1 3 0,-3 0 1,-2 3 147,-2 4 0,-6 5 0,-3 5 1,-3 6 77,-1 5 0,-4 4 0,-4 2 1,0 0 157,-1 0 0,-4 2 0,-1-3 0,1-1-52,1 0 1,2-5-1,0-1 1,2-2-137,1-3 0,0-5-540,0-4 1,3-6 0,0-3 0,5-3-254,4-6 1,2 0 0,4-5 0,-1-2-265,1-1 1,-1-2 0,2 1-1,0 0 384,1 1 0,2 0 0,-2 2 1,-2 2 401,-2 2 0,-2 5 0,-5 2 66,-1 2 1,-3 4 0,-4 1 0,-3 3 356,-1 3 0,-2-2 0,-1 3 1,-2 1-128,0-1 1,2-3-1,-1 2 1,2 0 397,1-1 0,0 1 258,0-3 0,2 0-563,0 3 1,6 1 0,-1 3 0,4 0 172,5 1 0,-1 2 0,4 2 0,1 2-172,0 1 0,8 0 1,1 1-1,4 1-1554,4-1 0,2-1 1164,4 0 0,30-4 0,6 0 0</inkml:trace>
  <inkml:trace contextRef="#ctx0" brushRef="#br0" timeOffset="6816">2990 328 8380,'4'0'441,"-1"3"1,-2 2 0,-1 5 0,-1 5 13,-2 3 1,0 6 0,-2 4 0,0 3-244,-1 2 1,3 3 0,0-1 0,0 0-460,1-1 0,-1-7 1,3-4-1,1-7-750,2-5 0,1-7 0,3-3-1457,0-5 2454,-3-4 0,9-39 0,-1-7 0</inkml:trace>
  <inkml:trace contextRef="#ctx0" brushRef="#br0" timeOffset="6949">3208 400 8380,'17'-5'-116,"0"1"0,-1-1 181,0 1 0,-3-2 0,0 4 0,-2 0 606,0 1 0,-1 1-1751,-3 0 1080,0-3 0,-9-8 0,-3-4 0</inkml:trace>
  <inkml:trace contextRef="#ctx0" brushRef="#br0" timeOffset="7233">3303 241 7874,'0'7'-411,"0"0"0,0 1 1,0 2-1,0 2 548,0 2 1,0 1 0,0 2 0,0 3 177,0 3 0,0 3 0,0 3 0,0 1-145,0 2 1,-4 1-1,0 2 1,-3-1-214,0-3 1,-3-4-1,0-3 1,1-4-63,-2-3 1,3-6 0,-1-4-1,0-4 160,2-2 0,0-5 1,0-2-1,0-4 100,2-1 1,0-1-1,2-3 1,2 1 377,0-1 0,1 1 0,0 2 0,0 3 80,0 1 1,1 0 0,1 1-1,3 1-566,1 1 0,2 1 1,1 4-1,2-2-499,0 0 0,1-1 1,3 3-1,0 1 452,2 1 0,21 12 0,8 6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8:16.3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491 8 8450,'0'7'-184,"0"1"1,-1-1 329,-1 0 1,-2 5-1,-4 3 1,-2 6 320,-2 5 1,-7 7 0,-4 5-1,-2 8-444,-2 3 0,-5 7 0,-1 2 0,-1-1-78,0-1 0,4-6 1,-3 0-1,3-3-75,1-4 0,4-6 1,6-7-1,1-5-128,2-6 0,4-7 0,3-5 258,4-6 0,5-50 0,4-15 0</inkml:trace>
  <inkml:trace contextRef="#ctx0" brushRef="#br0" timeOffset="183">12 386 8392,'1'-8'-30,"1"1"0,2 0 0,3 0 1,2-1 377,3 1 0,5-1 1,8-1-1,4-1 136,7-2 1,4 0-1,7-1 1,2 1-707,1 2 0,-5 5 1,-9 3-1,-7 5-1650,-6 4 1872,-5 4 0,-19 16 0,-5 4 0</inkml:trace>
  <inkml:trace contextRef="#ctx0" brushRef="#br0" timeOffset="619">252 495 8392,'0'7'0,"0"0"0,0 1 0,0 2 387,3 2 1,0 5-1,3 2 1,-2 2-155,2 1 1,1-1-1,2-1 1,1-1-906,-1-2 1,1 0 0,0-3-1472,-1-2 2143,-1-5 0,-17-11 0,-2-6 0,1 0 0,-1-1 0,5 1 0,1-2 0,1-1 0,-1-1 0,3-2 0,0-2 0,2-1 0,0 3 0,3-1 0,2 2-229,4 0 0,3 2 0,2 1 1,1 2 480,-1 2 1,3 1 0,1 3 0,0 1 291,3 2 1,-1 2 0,-1 2-1,-2 2-67,-2 4 1,-1 2 0,-2 5 0,-3 0-304,-3 1 1,-3 3 0,-4-1-1,-2 2-198,-4 1 1,-1-3 0,-5 0-1,1-1-175,-2-2 0,-3-2 0,-1-2 1,0-2-27,1-2 1,2-4-1,4-1 1,0-3-42,3 0 0,3 0 266,2-3 0,35-17 0,8-7 0</inkml:trace>
  <inkml:trace contextRef="#ctx0" brushRef="#br0" timeOffset="1224">1036 357 8252,'4'5'-394,"-2"-1"1,-1 3 241,-1 2 0,0 0 0,0 3 0,-1 1 811,-1 3 0,0 3 1,-3 4-1,0 0-325,-2 1 0,-3 4 1,-3-3-1,-3 2-148,-4 0 0,2-5 1,-2 0-1,0-5-23,-1-4 1,2-6 0,0-4-1,2-3-243,4-3 1,2-2-1,5-7 1,2-4-157,1-4 0,2-1 0,3-6 1,4 0-259,3-1 0,0-2 1,5 0-1,1 0 175,1 2 1,3 6 0,3 1 0,4 3 295,5 1 1,-1 9 0,1 3-1,-1 4 376,-1 3 1,-1 9 0,-2 7 0,-5 5-11,-5 6 1,-6 3 0,-5 5 0,-4 0-1313,-2 1 969,-3-4 0,-23 28 0,-4-1 0</inkml:trace>
  <inkml:trace contextRef="#ctx0" brushRef="#br0" timeOffset="1683">1551 284 8288,'0'-7'183,"0"0"0,0-1 0,0 1 317,0 0 1,3 0 0,3 2 0,3 1-208,3 0 0,2 0 1,3 1-1,3 1-432,1-2 0,-2 4 0,0-3 0,1 2-464,-2 1 1,-2-2-1,-5 0 603,-1 0 0,-19-5 0,-8-1 0</inkml:trace>
  <inkml:trace contextRef="#ctx0" brushRef="#br0" timeOffset="2019">1631 88 8288,'-5'3'-72,"1"2"1,1 2 214,1 3 0,1 5 0,1 5 0,0 4 68,0 5 0,3 4 1,0 6-1,0 3-28,1 3 1,0 0 0,-1 3-1,-2-2-158,0-4 1,-2-2 0,-1-6 0,-3-3-32,-1-1 0,-4-7 1,0-5-1,1-4 22,-2-4 1,2-3-1,-2-2 1,0-3 68,-1-1 1,0-4 0,-1-2-1,0-2 21,1-3 0,0-1 1,-1-4-1,2 1-68,1-1 1,-2-2 0,2 0-1,2 2-19,2 2 1,0 0 0,4 3-1,0 2 142,2-1 0,0 3 1,3 0-170,2 2 0,4 2 0,3-1 0,3 0-228,2 1 1,2-1 0,5 1-1,2-1-885,2-1 1121,-1-1 0,51-28 0,7-7 0</inkml:trace>
  <inkml:trace contextRef="#ctx0" brushRef="#br0" timeOffset="4150">2059 37 8569,'0'-5'1180,"1"1"-998,2 1-182,1 1 0,29 21 0,6 5 0</inkml:trace>
  <inkml:trace contextRef="#ctx0" brushRef="#br0" timeOffset="4418">2016 248 8350,'-8'0'-122,"4"-1"199,2-1 0,2 0 0,3-2 375,5 1 1,2-1 0,5 3-1,0-2-555,2 2 0,-1 0 1,3 2-1,1 1-4,-2 3 1,3 2 0,-2 4 0,-1 3 254,-1 5 0,-2 3 0,-3 3 0,-3 5 383,-4 5 0,-1 5 0,-6 3 0,-3 1 72,-5-1 0,-6 1 0,-3-1 0,-2-1-450,-1-3 0,0-4 0,1-6 0,2-3-3307,2-5 3154,2-2 0,-3-37 0,0-8 0</inkml:trace>
  <inkml:trace contextRef="#ctx0" brushRef="#br0" timeOffset="4967">2568 262 8385,'-5'-3'850,"2"3"0,3 0-531,0 4 0,0 8 0,0 4 0,0 4 11,0 2 0,0 8 1,0 2-1,0 2-189,0 3 0,0 1 0,0 2 1,1-2-318,1-4 0,-1-1 0,3-12 0,-2-3-1755,0-4 1931,4-4 0,1-31 0,5-8 0</inkml:trace>
  <inkml:trace contextRef="#ctx0" brushRef="#br0" timeOffset="5083">2698 400 8197,'7'0'0,"2"0"-248,0 0 0,0 1 1,2 1 247,0 3 0,5 11 0,-1 4 0</inkml:trace>
  <inkml:trace contextRef="#ctx0" brushRef="#br0" timeOffset="5216">2713 567 8197,'-7'5'747,"2"0"0,3-1 0,5 1-747,5-3 0,67-11 0,20-3 0</inkml:trace>
  <inkml:trace contextRef="#ctx0" brushRef="#br0" timeOffset="5752">3148 124 9164,'-4'-7'1366,"2"3"-1168,4 2 1,6 1 0,4 0 0,4-1-367,1 0 1,3 0 0,0 1 0,3-1-1903,1 0 2070,-3-1 0,9-13 0,1-4 0</inkml:trace>
  <inkml:trace contextRef="#ctx0" brushRef="#br0" timeOffset="5933">3344 1 8441,'-7'0'-193,"0"0"0,0 1 0,-1 1 0,1 3 405,0 1 1,-3 3 0,0 3 0,-2 4 263,-1 4 0,0 3 0,-2 7 1,0 1-380,-2 0 1,-1 5-1,-3 0 1,0 4-113,-1 0 0,1-1 0,2-5 0,2-1-214,3-4 0,2 0 0,4-10 0,5-6-1773,4-6 2002,3-4 0,29-38 0,7-9 0</inkml:trace>
  <inkml:trace contextRef="#ctx0" brushRef="#br0" timeOffset="6066">3461 233 8402,'7'0'-765,"-2"-2"0,-1-1 789,2 2-24,1 3 0,-7 9 0,0 4 0</inkml:trace>
  <inkml:trace contextRef="#ctx0" brushRef="#br0" timeOffset="6367">3373 320 8386,'0'8'-183,"0"-1"1,0 0 387,0 0 0,0 3 0,1 1 0,1 1-28,0 3 0,1 3 0,-3 4 0,0-1-66,0 1 0,0 2 0,-1 1 0,-2 1 59,-1 2 1,-3-1 0,0-1 0,0-4-79,-1-1 0,1-6 0,0-1 0,0-6-22,-1-5 1,1-2 0,0-2 0,0-2 56,-1-5 1,-1 0 0,-1-3 0,1 0 223,1-1 1,1 1 0,-1-2 0,2 2 88,1 0 0,0 2 0,2 2 0,1-1-459,2 1 1,0 0 0,0-1 0,4 1-584,3 0 1,4 0 0,6-1-1,3 0 602,1-1 0,33-9 0,8-5 0</inkml:trace>
  <inkml:trace contextRef="#ctx0" brushRef="#br0" timeOffset="7183">3802 117 8313,'-8'0'0,"2"-1"0,0 0 310,2-2 1,3-2 0,1 0-179,4-2 0,5 0 1,4 0-1,0 0-444,2-1 1,-1 3-1,1 1 1,-1-1 128,1 1 0,-1 0 1,-2 4-1,-3 0 295,-1 0 1,-3 0-1,-1 1 29,0 2 1,-2 2 0,-3 4 0,-1 3-30,-3 2 0,0 1 0,-1 0 0,-2 2 18,-1 2 1,1 3 0,-2 1 0,-2 2 135,-2 1 0,-4 1 1,-1 2-1,-3 1 153,-2 1 1,1-1 0,0 1 0,2-5 368,2-4 1,6-4 0,1-8-627,6-5 1,4-8 0,4-9 0,4-3-367,3-2 0,-1 2 0,5-2 0,-1 3-50,-1 1 0,3 3 0,-2 3 1,1-1-114,2 1 1,2 3 0,1 2 0,1 1 259,4 1 0,-2 6 1,4 4-1,-4 4 235,-1 3 1,1 2 0,-4 5 0,0 2 5,-5 0 1,-4 2-1,-3-2 1,-3 1-110,-1 2 1,-7-4 0,-2 1 0,-2-2 46,-3-3 0,-2 0 0,-1-1 0,-1-4-82,1-3 1,-2-4-1,0-4 1,1-2 21,-1-2 0,2-5 0,5-4 0,3-4 85,5-4 1,2-3 0,2-2 0,1-1 29,3 0 1,5 4 0,2 1 0,2 1 38,0 2 0,1 2 0,-1 4 0,1 2-389,-1 4 0,1 1 0,-1 2 223,-2 4 0,-5 10 0,-4 7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8:33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22526,'0'9'585,"0"1"-417,0-1 1,0 1 0,0-1-90,0 1 1,0 2-1,0 1 1,0-2-78,0 0 1,0 3 0,0 0-1,0 2 22,0 0 0,0-2 0,0 3 1,0-2 1,0-1 0,0 1 1,0-2-1,0-1 50,0-2 0,0 1 0,0 0 0,0 2 75,0-2 0,0 1 0,0-1 0,0 3-24,0 1 0,0-3 1,0 3-1,0 0-16,0-1 0,0 1 1,0 1-1,0-4-71,0-1 0,0-2 1,0 1-1,0-1-43,0 1 1,0-4 0,0 0-4,0 2 0,0-3 1,0 1 41,0 2 1,0-3-1,0 1 37,0 2 1,0-3-1,0 1 101,0 1 0,0 2 52,0 0 0,0-2 0,0-1-161,0 1 1,0 2-1,0 0-69,0 1 1,0-1-1,0 0 1,0 1-19,0-1 1,0 1 0,0-1 0,0 1 29,0-1 1,0 4 0,0-1 0,0 0-28,0-2 1,0 3 0,0 0 0,0-1 28,0 2 1,0-3-1,0 5 1,0 0 32,0-1 1,0 2-1,0-2 1,0 1 8,0 0 1,0-2 0,0 3 0,0-2-29,0-1 1,0-2-1,0-1 1,0 0-80,0 2 0,0-1 0,0-2-60,0-1 0,0 1 1,0-1 60,0 1 1,0 0-1,0 2 1,0 0 101,0 0 1,0 2 0,0-2 0,0 0 5,0-2 0,0 3 0,0-1 0,0 0 36,0-2 0,0 0 0,0-1-80,0 1 1,0-1-1,0 1-1,0-1 1,0 1 0,0-1 44,0 0 1,0 1-1,0 0 1,0 2-11,0 1 1,0 0 0,0-1 0,0 0-8,0 0 1,0-2-1,0 0 1,0-1-44,0 1 1,0-4-1,0 0-37,0 2 1,0-3 106,0 1 1,0 1 0,0 2 22,0 1 1,0-1-1,0 0 1,0 1 30,0-1 0,0 1 1,0-1-71,0 1 0,0-1 0,0 1 0,0-1-25,0 0 0,0-2 0,0-1 0,0 1-24,0 2 1,0-3 0,0 0 0,0 2 9,0 0 1,0-2-1,0 1 25,0 0 1,0 2-56,0 0 1,0-3 16,0 1 1,0-1 33,0 3 1,0-2-1,0-1 4,0 1 1,0-1 0,0 0 6,0 1 0,0 2-23,0 0 1,0 0-48,0 1 0,0-4 9,0 1 1,0-1 44,0 3 0,0-2 129,0-1 1,0 0-49,0 4 0,0-1-94,0 1 1,0-4-1,0 0-52,0 2 1,0-3-9,0 1 0,0 0 17,0 4 0,0-4 127,0 0 0,0 1-8,0 2 1,0 1 0,0-1-52,0 1 1,0-4-50,0 0 1,0 0-106,0 4 0,0-1 103,0 1 1,0-1 53,0 1 0,0-1 0,0 1 11,0-1 0,0 0-16,0 1 0,0-1 1,0 1-39,0-1 0,0 1 0,0-1-27,0 1 0,0-1 0,0 1 1,0-1 1,0 0-1,0 1 25,0-1 1,0 1-1,0-1-2,0 1 1,0-1-1,0 1 4,0-1 0,0 1 1,0-1-1,0 0 27,0 1 0,0-4 1,0 0-1,0 2-1,0 0 1,0 2-1,0-1 1,0 1-17,0-1 0,0-3 0,0 1 1,0 0-9,0 1 0,0 2 0,0-1-26,0 1 0,0-1 0,0 1 1,0-1 13,0 1 1,0-1 0,0 0 0,0 1 11,0-1 0,0 1 0,0-1 1,0 1 2,0-1 1,0 1 0,0-1-1,0 0 1,0 1 1,0-1 0,0 1-16,0-1 1,0 1 0,0-1-6,0 1 1,0-1 0,0 1 8,0-1 0,0 0 6,0 1 0,0-1 1,0 1 4,0-1 0,0 1-1,0-1 0,0 1 0,0-1 26,0 1 1,0-1 0,0 0 29,0 1 0,0-1 1,0 1-24,0-1 0,0 1 0,0-1-39,0 1 0,0-1 1,0 0 15,0 1 0,0-1 0,0 1-29,0-1 0,0 1 0,0-1 0,0 1-50,0-1 0,0 1 1,0-1 71,0 0 0,0 4 0,0 0 0,0-2 0,0 0 1,0-2 0,0 1 0,0-1-28,0 1 0,0-1 1,0 0-1,0 1-38,0-1 1,0 1 0,0-1 0,0 1 17,0-1 0,0 1 1,0 0-1,0 2 6,0 0 1,0 1 0,0-4 0,0 1 77,0-1 1,0 4 0,0-1 0,0 0-29,0-2 1,0 3-1,0 0 1,0-2-14,0 0 1,0-2-1,0 1 1,0-1-26,0 1 1,0-1 0,0 0-9,0 1 1,0-1 0,0 1 24,0-1 0,0 1 1,0-1-9,0 1 0,0-1 0,0 0 0,0 1-6,0-1 0,0 4 0,0 0 0,0-2 5,0 0 1,0 1-1,0 1 1,0-2 11,0 0 1,0-2-1,0 1 1,0-1 2,0 1 0,0-1 1,0 1-23,0-1 1,0 0 0,0 1 7,0-1 1,0-2 0,0-1 8,0 1 0,0 2 0,0 0 4,0 1 1,0-4-1,0 0 1,0 2-11,0 0 1,0 1 0,0 1 0,0-1-49,0 1 0,0-1 0,0 2 49,0 1 1,0-1-1,0 1 1,0-1-4,0-2 1,0 1-1,0-1 14,0 1 1,0-4-1,0 0 20,0 2 0,0-3 0,0 1 11,0 2 0,0 0 0,0 1-23,0 1 1,0-1 0,0 1 0,0-1-3,0 1 0,0-1 0,0 1 1,0-1-16,0 1 1,0-1 0,0 0 0,0 1-1,0-1 1,0 1 0,0-1 1,0 1 1,0-1-1,0 1-33,0-1 0,0 1-3,0-1 0,0-3 37,0 1 0,0-4 111,0 3-39,0-4-32,0 2-390,0-4 255,0 5 0,0-3 84,0 4 1,0-3 0,0 3-79,0 2 0,0-3 0,0 1-127,0 2 1,0-3 0,0 1-587,0 2 0,0-3-2101,0 1 2908,0-4 0,0-31 0,0-13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8:36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1290 47 20703,'0'-6'2535,"0"-1"-1931,0 5-401,0-2-24,0 4 0,0 4 0,0 3-148,0 1 1,0 2 0,0-1 0,0 2 59,0 1 0,0 2 0,0 3 0,0-2 23,0 2 1,0 4 0,0 1-1,0 0-39,0 1 1,0-2 0,0 3-1,0 1-6,0-1 0,0-3 0,0 1 0,0-1 93,0 1 1,0-2-1,0 2 1,0-2-6,0-1 0,0 1 0,0 1 0,0 1-47,0-1 1,0 2 0,0-1 0,0 0-14,0 1 1,0-3 0,0 2 0,0-2-5,0-1 0,0 1 0,0 1 0,0 1-19,0-1 1,0-1 0,0-1 0,0 0-24,0 0 1,0 0-1,0-1 1,0 1 1,0 0 1,0 4 0,0 1-1,0 2 50,0-1 1,0-1-1,0 2 1,0 0-37,0 0 1,0 0-1,0-1 1,0-3 14,0-2 1,0-1-1,0 0 1,0 0-19,0 0 1,0-1 0,0 0 0,0-1 1,0 3 0,0 2 0,0 0 0,0 3-44,0-1 1,0 3-1,0-2 1,0 3-28,0 0 1,0 0-1,0 1 1,0-1-33,0 0 0,0 0 1,0-2-1,0-2-19,0-1 1,0 0 0,0-1 0,0 2 127,0 1 0,0-1 0,0-2 0,0 3 65,0 2 0,0-1 1,0-1-1,0 1-25,0 1 1,0-2 0,0 0 0,0-1-67,0 0 1,0-4-1,0 0 1,0-3-51,0-1 0,0-2 1,0-1-1,0-3-11,0 0 1,0 3 0,0 2 0,0 1 47,0 0 0,0-1 0,0 4 0,0 1 25,0 2 0,0-1 0,0 4 0,0 2 28,0 0 1,0 1 0,0 1 0,0-2-62,0-2 0,0 1 0,0-4 1,0-1-42,0-1 1,0-4 0,0-1 0,0 0-81,0-1 0,0 2 1,0 2-1,0-1 55,0-2 0,0 1 0,0 3 0,0 0 43,0 0 0,0 0 0,0 1 1,0 1 51,0 1 0,0 1 0,0-2 0,0 1-63,0-1 1,0-2 0,0-2-1,0-3-18,0 0 1,0 2-1,0-4 1,0 1 5,0 1 1,0-4 0,0 4-1,0-2 12,0 1 1,0 3-1,0-3 1,0 2 39,0 2 1,0 1-1,0 1 1,0 0-13,0-1 0,0 1 1,0 0-1,0-1-40,0-2 0,0 1 1,0-4-1,0 1-15,0 0 0,0 1 0,0-2 0,0 0 1,0 0 1,0-1 0,0 2 0,0 1 15,0 0 0,0-2 0,0 1 0,0 1 5,0 0 1,0-4 0,0 2 0,0-3 0,0 0 1,0-1 0,0 1-1,0-1-26,0 1 1,0-1 0,0 0 0,0 1 34,0-1 1,0 1-1,0-1 1,0 1 19,0-1 1,0 1 0,0-1 0,0 0 10,0 1 1,0-1-32,0 1 0,0-1 0,0 1-15,0-1 0,0-3 0,0 1 8,0 0 0,0-2 1,0 2-1,0 0 26,0 1 0,0 2 1,0-1 70,0 1 1,0-1 11,0 1 0,0-4-170,0 0 1,0-3-1,0 4 61,0 0 1,0-2 0,0 2 0,0 0-38,0 1 0,0 2 0,0-1 62,0 1 1,0-1 197,0 1-437,0-1-315,0-4 518,0 0-2539,0-5-1704,0 4 4265,0-3 0,0-39 0,0-14 0</inkml:trace>
  <inkml:trace contextRef="#ctx0" brushRef="#br0" timeOffset="2998">2850 38 20592,'0'-7'235,"0"1"432,0 4 1,0 8 0,0 9-368,0 4 1,0-1-1,0 4 1,0-1-96,0 1 0,0-1 0,0 4 0,0 1-25,0 2 1,0-3 0,0 0-1,0 2-94,0 4 0,0 2 0,0 6 0,0 2-30,0 3 1,0 5-1,0 2 1,0 4 66,0-1 1,0 1-1,0 1 1,0-2 16,0 0 0,0-8 0,0 0 1,0-4 55,0-5 0,0 1 0,0-5 0,0 1-9,0-3 1,0 2 0,0 1 0,0 2-154,0 6 0,0 2 0,0 2 0,0-2-43,0 1 1,0 2 0,0 2 0,0 2 61,0-2 0,0-2 0,0-1 0,0-2 58,0 1 0,0-7 0,0-4 0,0-3 24,0-3 1,0 2-1,0 0 1,0 1-33,0 0 0,0 3 1,0 0-1,0 3-24,0 1 0,0 1 0,0 1 0,0 2-18,0 1 1,0 2-1,0 3 1,0-1-49,0-4 1,0 0-1,0-2 1,0-1-30,0-1 0,0-5 1,0-3-1,0-1 76,0-2 1,0 0 0,0 1 0,0-1-14,0 0 0,0 1 0,0 0 0,0 2 71,0 0 0,0 4 0,0-3 0,0 1 30,0-1 1,0 3-1,0-3 1,0-2-128,0-1 0,0-3 0,0-2 0,0-1-54,0-2 1,0-2-1,0-2 1,0-3-72,0 0 0,0 0 1,0-3-1,0 3 44,0 1 0,0-3 0,0 4 0,0 1-2,0 1 1,0 0 0,0 1 0,0 0 32,0 0 1,0 0-1,0-1 1,0-1 26,0-2 0,0-3 1,0 1-1,0-2 9,0 2 1,0-6-1,0 3 1,0-2-37,0 0 0,0 0 0,0 1-6,0 5 0,0-2 0,0 1 0,0-1 0,0 0 0,0-1 0,0 2 1,0 0 39,0 0 1,0-1-1,0-2 1,0-1 4,0 1 1,0-1 0,0 0-153,0 1 0,0-1 63,0 1 1,0-1 0,0 1 51,0-1 1,0-3 0,0 1-22,0 0 0,0-2 1,0 2-18,0 0 1,0-2 38,0 2-139,0-1-411,0 3 0,0-2-3034,0-1 3610,0-4 0,0-39 0,0-27 0,0-1 0,0-1 0</inkml:trace>
  <inkml:trace contextRef="#ctx0" brushRef="#br0" timeOffset="6815">4504 75 20651,'0'-9'-64,"0"0"0,0-1 0,0 1 1,0-1 570,0 1 0,0 2 1588,0 1-1410,0 4 1,0-1-438,0 6 1,0 5 0,0 6-1,0 1-116,0 2 0,0 5 0,0 4 0,0 4-147,0 5 1,0 7 0,0 5 0,0 6-125,0 2 0,0 5 0,0 2 0,0 0 196,0-1 1,0 0 0,0-11 0,0-1 203,0-4 0,0-1 0,0-5 0,0-3-6,0-3 0,0 2 1,0-2-1,0 2-48,0 1 1,0 3-1,0-4 1,0 5-154,0 4 0,0 6 1,0 0-1,0 1-104,0 0 0,0 2 0,0 2 1,0-1-22,0-4 1,0-6 0,0-3 0,0-2 100,0-1 1,0 0 0,0-2 0,0 0 79,0-1 0,0-1 1,0 5-1,0 2 28,0 3 1,0-1 0,0 1 0,0 2-123,0 0 1,0 4 0,0 2 0,0-1-72,0 1 1,0-2-1,0-3 1,0 0 14,0-3 0,0-3 0,0-6 1,0-1 69,0-2 0,0 3 1,0-2-1,0-1-23,0 1 1,0 1 0,0-1 0,0 0-15,0-1 0,0 3 1,0-4-1,0 1-11,0 0 1,0 1 0,0 1 0,0-1-7,0 0 1,0-4-1,0 4 1,0-3 10,0-2 1,0 2-1,0-8 1,0-1 44,0-1 1,0 2-1,0-1 1,0-2 46,0-2 0,0-2 1,0 4-1,0 0-53,0 0 1,0-4 0,0-2 0,0 0-61,0 0 0,0 2 0,0-2-65,0-2 1,0 0 0,0-2-1,0 1 122,0-1 1,0 1 0,0-1-1,0 1 54,0-1 1,0 4 0,0-1-23,0 0 1,0-2 0,0 0-27,0-1 1,0-2-1,0-1-48,0 1 0,0 2 0,0 0 0,0 1-19,0-1 1,0 0 0,0 2-1,0 2 25,0 2 1,0 0 0,0 0 0,0-1 76,0 1 1,0-3-1,0 0 189,0-1-371,0-2-213,0-4 1,0 1-176,0-3 1,0-1-1507,0 4 622,0-4 1390,0 3 0,0-98 0,0 35 0,0 1 0</inkml:trace>
  <inkml:trace contextRef="#ctx0" brushRef="#br0" timeOffset="9215">5922 66 20744,'0'-5'1663,"0"1"-1452,0 4 0,0 4 1,0 3-1,0 5 15,0 3 1,0 4-1,0 4 1,0 7 178,0 7 0,0 6 0,0 7 1,0 5-57,0 3 0,0 1 0,0 3 0,0 0-78,0 0 0,0-4 0,0-1 1,0-6-120,0-3 1,0 1-1,0-1 1,0-1 41,0-4 0,0 1 0,0-1 0,0 3-96,0 1 1,0-5 0,0 5 0,0-1-62,0 1 0,0 1 0,0 1 0,0 2-51,0-2 1,0 0 0,0 2-1,0 3 25,0 5 0,0-5 0,0-2 0,0-5 11,0-2 1,0-4 0,0 2-1,0-1 215,0-3 0,0 3 1,0 1-1,0 0-149,0 2 0,0-3 0,0-1 0,0-1-89,0 1 0,0-2 1,0 4-1,0 1 32,0-1 1,0-2 0,0 3 0,0 1-92,0 1 0,0 0 0,0-1 0,0-2-25,0-1 1,0 0 0,0-3 0,0 0 136,0-2 1,0-6-1,0 1 1,0-2 23,0 2 1,0-3 0,0 4-1,0-2-9,0 1 0,0-1 1,0-3-1,0-2-49,0-1 1,0-4-1,0 2 1,0 0-139,0 3 1,0-2 0,0 0-1,0 0-10,0 0 1,0 1 0,0 4 0,0-2 134,0-2 0,0 1 0,0-3 0,0-2-21,0-2 0,0-1 0,0-2 17,0-3 0,0-6 0,0-1-30,0 2 1,0 0 0,0 2 32,0-1 0,0 0 0,0 1 0,0-1 25,0 1 0,0-1 0,0 1 40,0-1 0,0 1-41,0-1 0,0-3 91,0 1 1,0-4-223,0 3 1,0 0-177,0 4 1,0-1-704,0 1-1305,0-5 181,0-1 1750,0-4 0,0-42 0,0-10 0</inkml:trace>
  <inkml:trace contextRef="#ctx0" brushRef="#br0" timeOffset="11931">7387 123 20885,'0'-7'-290,"0"1"0,0 3 1677,0-3-589,0 4-368,0-3-374,0 5 1,0 5-1,0 2 1,0 3 136,0 3 0,0 5 0,0 1 0,0 6-45,0 5 1,0 8 0,0 8-1,0 7 202,0 7 1,0 12 0,0 8 0,0 5-95,0 3 0,0 0 0,0-7 0,0-3-140,0-4 0,0-3 0,0-7 1,0-6-9,0-5 1,0-2 0,0-4 0,0 0 8,0 1 0,0-1 0,0 0 0,0 1-32,0 3 1,0 0 0,0 4-1,0-3-74,0 0 1,0 2 0,0 0 0,0 1-64,0-2 1,0-1 0,0-5 0,0-1 8,0-2 1,0 0-1,0-5 1,0-3 107,0-3 0,0-1 0,0-3 0,0 1-41,0-2 1,0 2 0,0-7-1,0 0-13,0 0 0,0 3 0,0-1 1,0 3-1,0 0 0,0 5 0,0 1 0,0 3 4,0 1 0,0 0 0,0 0 0,0 1-30,0-1 1,0 4 0,0-7 0,0-2 93,0 1 0,0-8 0,0 3 0,0-3-13,0-2 1,0 2 0,0-3 0,0 0-70,0 1 0,0 2 0,0-1 0,0 2 43,0 2 1,0 2 0,0 2-1,0-1-24,0 1 0,0-2 0,0-2 0,0-1 0,0 0 0,0 0 0,0-3 0,0-3 11,0-2 1,0-1 0,0 0-1,0 0-5,0-1 0,0 1 0,0 0 0,0 0-16,0 0 1,0 3 0,0 0-1,0-1 4,0-1 0,0-1 0,0 1 1,0 0-9,0-1 0,0 2 1,0-6-1,0-1-16,0-1 0,0-6-165,0 0-84,0-5 126,0 2 1,0-3-1014,0 2-629,0-2 1779,0-5 0,0-50 0,0-24 0,0-8 0,0 0 0</inkml:trace>
  <inkml:trace contextRef="#ctx0" brushRef="#br0" timeOffset="14547">8871 151 27513,'0'-6'-566,"0"-1"0,0 1 2261,0-3 0,0 2-909,0 1-743,0 4 0,0-1 0,0 6 0,0 3 52,0 3 1,0 4 0,0 3-1,0 3-105,0 3 1,0 2 0,0 5-1,0-1 103,0 0 1,0 2 0,0 1 0,0 4 12,0 2 0,0 1 0,0 2 0,0 2-242,0 1 1,0-2 0,0 2 0,0-1 57,0-2 0,0-1 1,0-2-1,0-1 82,0-2 1,0-2-1,0 0 1,0-1-1,0-4 1,0-1-1,0 2 1,0-2 96,0-1 1,0-3 0,0 3-1,0 3-78,0 2 0,0 0 1,0 2-1,0 1 42,0 1 0,0 3 0,0 0 0,0-1-13,0-2 1,0-3-1,0 0 1,0-1 17,0-2 0,0-3 0,0 0 0,0 1-76,0-2 1,0 3 0,0-2 0,0 1-54,0 0 0,0 1 0,0-3 0,0 1-6,0 1 0,0-1 0,0 2 1,0-1 29,0-1 0,0 2 0,0 3 1,0 2 83,0-2 0,0 0 0,0-2 0,0 1-40,0 3 0,0-3 0,0 3 0,0-3-88,0-1 0,0 2 0,0 0 0,0 3 11,0 0 0,0-1 0,0 2 0,0-1 18,0 1 0,0-4 1,0 1-1,0-4 29,0-2 1,0 0-1,0 3 1,0-3-6,0-3 1,0 1-1,0 0 1,0 1 3,0 3 1,0-3-1,0 1 1,0 1 18,0 2 0,0 0 0,0 0 0,0 0-3,0-3 1,0 1 0,0-4 0,0 0-18,0 1 0,0-3 1,0 2-1,0-2-8,0-1 0,0 1 0,0 1 0,0 2-9,0 1 0,0-2 0,0 2 0,0 1 8,0-1 0,0 0 0,0 1 1,0-3-12,0-2 0,0-1 0,0 0 0,0-1-12,0-2 0,0 0 0,0-2 0,0 1 17,0 2 0,0-3 0,0 2 0,0 1 35,0 1 0,0-3 0,0 1 0,0 1-6,0 1 1,0-2-1,0-2 1,0 1 16,0 0 0,0-4 0,0 2 0,0-3-22,0 0 0,0-4 0,0 0 1,0 2 67,0 0 0,0 2 0,0-1 0,0 1 13,0 3 0,0-2 1,0 2-1,0 1-61,0 2 1,0-2 0,0 1 0,0-1-54,0-3 0,0 0 0,0-2-75,0 1 1,0-4-120,0 0-441,0-4-2855,0 3 3525,0-1 1,0-33-1,0-3 1</inkml:trace>
  <inkml:trace contextRef="#ctx0" brushRef="#br0" timeOffset="19781">0 1475 19080,'10'0'0,"0"0"27,3 0 1,3 0 0,6 0 0,4 0-76,4 0 1,4 0 0,4 0 0,1 0 121,2 0 1,-3 0-1,3 0 1,-2 0 102,-1 0 1,1 0 0,1 0 0,1 0-12,-1 0 0,0 0 0,0 0 0,5 0-79,1 0 1,1 0-1,0 0 1,2 0-38,1 0 0,4 0 0,4 0 0,2 0-95,-1 0 0,-1 0 0,0 0 1,2 0 43,7 0 0,-1 0 1,3 0-1,-2 0 85,-1 0 0,6 0 0,1 0 0,3 0-15,-1 0 0,-5 0 0,2 0 0,4 0-35,5 0 0,-7 0 1,4 0-1,-4 0-101,-3 0 1,6 0 0,4 0 0,-2 0-61,-3 0 0,0 0 0,-4 0 1,4 0 112,2 0 1,-2 0 0,2 0 0,-3 0 68,2 0 0,5 0 0,-1 0 1,0 0 77,-3 0 0,0 0 0,1 0 0,3 0-89,2 0 0,-3 0 1,-2 0-1,0 0-48,0 0 0,1 0 0,-4 0 0,1 0-20,-2 0 0,-2 0 1,2 0-1,-2 0 51,0 0 1,-4 0 0,2 0 0,0 0-11,-3 0 0,0 0 0,1 0 0,0 0-18,-1 0 1,-1 0 0,0 0 0,0 0-25,2 0 0,-5 0 0,2 0 1,-2 0 23,-2 0 1,-1 0-1,-4 0 1,0 0 47,-1 0 0,0 0 0,-1 0 0,-2 0 2,2 0 0,-3 0 0,1 0 0,-1 0-38,1 0 1,0 0 0,3 0 0,-4 0-20,-4 0 1,-2 0 0,-5 0 0,0 0 64,1 0 0,-7 0 0,0 0 0,-2 0 12,-2 0 0,1 0 0,-4 0 1,1 0-43,-1 0 0,-3 0 0,-1 0 0,1 0-35,3 0 0,-6 0 1,4 0-1,-3 0-67,-1 0 0,1 0 1,-3 0-1,0 0 24,-2 0 0,-1 0 0,1 0 0,-1 0 18,-2 0 0,0 0 0,2 0 1,-3 0 54,0 0 1,2 0 0,-2 0 0,-1 0-13,1 0 1,-1 0-1,-1 0 1,2 0-24,0 0 1,-1 0-1,2 0 1,-1 0 7,1 0 1,-2 0 0,1 0 0,0 0-24,-2 0 1,1 0-1,0 0 1,-1 0-1,2 0 0,-2 0 0,2 0 0,1 0 25,0 0 0,-3 0 0,4 0 1,0 0 20,-1 0 0,-1 0 1,-2 0-1,0 0-19,0 0 0,0 0 1,0 0-16,4 0 1,-2 0 0,-2 0 0,-1 0 9,-2 0 1,1 0 0,0 0 0,2 0 1,0 0 0,4 0 1,-3 0-1,-1 0-17,2 0 1,-3 0 0,4 0 0,-1 0-11,-3 0 1,0 0-1,-2 0 1,1 0 45,-1 0 0,1 0 0,-1 0 36,0 0 1,1 0 0,-1 0-28,1 0 0,-1 0 0,1 0 0,-1 0-58,1 0 1,-1 0 0,1 0 0,-1 0-6,0 0 1,1 0 0,-1 0-23,1 0 0,-4 0 12,0 0 50,-4 0-107,3 0 58,-5 0 0,4 0-58,2 0 0,-1 0 1,2 0-347,0 0 1,-2 0 0,2 0-972,0 0 1423,-3 0 0,9 0 0,-3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8:59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28061,'9'0'-199,"2"0"1,0 0 82,2 0 0,5 0 0,0 0 0,4 0 413,2 0 0,1 0 1,4 0-1,2 0-312,0 0 1,5 0 0,0 0 0,3 0-268,2 0 0,3 0 0,-2 0 0,0 0 216,0 0 0,3 0 1,0 0-1,3 0 80,3 0 0,-1 0 0,-2 0 0,2 0 34,0 0 1,4 0 0,-3 0 0,2 0 105,1 0 1,2 0 0,2 0 0,-1 0-69,0 0 1,-1 0 0,-6 0 0,4 0-41,1 0 0,5 0 0,0 0 0,-1 0-35,-1 0 0,3 0 0,4 0 1,4 0 36,4 0 0,3 0 0,-2 0 0,4 0 7,8 0 0,1 0 1,3 0-1,-2 0-16,3 0 1,1 0 0,3 0 0,1 0-24,-1 0 1,1 0 0,-4 0 0,2 0-25,4 0 1,-48 0-1,1 0 1,0 0-1,-1 0 1,47 0 11,-2 0 0,1 0 0,4 0 0,-50 0 1,1 0 11,0 0 1,0 0-1,0 0 1,-1 0 0,48 0-1,2 0-13,0 0 0,-46 0 0,0 0 0,-2 0 1,0 0-1,-2 0 0,1 0-4,46 0 1,1 0 0,1 0 0,-1 0-4,1 0 0,-4 0 0,-4 0 1,0 0 10,0 0 1,4 0-1,-3 0 1,-4 0 19,-4 0 1,-1 0 0,-2 0 0,0 0-42,2 0 1,-4 0 0,-6 0 0,0 0-1,2 0 1,2 0-1,-2 0 1,-6 0 25,-4 0 1,-5 0 0,3 0-1,0 0-22,-1 0 1,-5 0-1,-6 0 1,0 0-33,-1 0 0,4 0 0,-4 0 0,0 0-79,-2 0 0,-1 0 0,-1 0 1,-2 0 45,-3 0 0,-2 0 1,-1 0-1,0 0 124,0 0 0,-5 0 0,-1 0 0,-3 0-19,0 0 0,-5 0 1,-1 0-1,-2 0 8,-2 0 0,2 0 0,-6 0 1,3 0-36,1 0 1,2 0 0,-1 0 0,-2 0-42,0 0 1,3 0 0,1 0-1,-1 0 27,-1 0 0,-1 0 0,-1 0 0,-2 0 5,0 0 1,0 0-1,2 0 1,-2 0-2,-4 0 0,2 0 1,-2 0-1,0 0-83,-2 0 0,-3 0 0,-1 0 5,1 0 98,2 0 96,-4 0 573,-1 0-276,-4 0-1618,-4 0-432,3 0 756,-3 0 374,4 0 547,4 0 0,-2 0 1,4 0-460,2 0 426,0 0 0,27 0 0,6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9:05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25458,'6'0'97,"1"0"0,0 0 6,1 0 1,2 0 0,-1 0 0,2 0-63,1 0 0,3 0 0,4 0 0,1 0-55,2 0 1,-1 0 0,5 0 0,3 0 5,1 0 1,5 0 0,-4 0-1,1 0 25,0 0 1,1 0 0,3 0 0,0 0 59,0 0 0,2 0 1,-6 0-1,2 0 38,2 0 1,3 0 0,2 0 0,0 0-77,1 0 1,-2 0-1,4 0 1,1 0 21,-2 0 0,2 0 1,-3 0-1,1 0-34,2 0 0,1 0 1,0 0-1,-2 0-47,-3 0 1,-2 0-1,0 0 1,1 0 22,1 0 1,0 0 0,-3 0 0,1 0 71,2 0 1,1 0 0,2 0 0,-3 0 9,-3 0 1,0 0-1,1 0 1,1 0-24,1 0 1,3 0-1,-2 0 1,0 0-55,0 0 0,2 0 0,-3 0 0,0 0-88,1 0 1,-2 0 0,5 0 0,1 0 0,1 0 0,1 0 0,-7 0 0,0 0 22,1 0 1,1 0 0,4 0 0,1 0 75,3 0 1,-3 0 0,4 0 0,-2 0 57,0 0 0,1 0 1,-3 0-1,3 0-30,2 0 1,5 0 0,0 0 0,-3 0-78,1 0 0,0 0 0,2 0 0,3 0-23,2 0 0,3 0 0,-5 0 1,0 0-13,0 0 1,5 0-1,-2 0 1,-1 0-17,-1 0 0,-5 0 0,-2 0 0,0 0 34,1 0 1,2 0 0,-7 0-1,1 0 23,-1 0 0,3 0 0,-3 0 0,2 0-5,1 0 1,2 0 0,2 0 0,-1 0 21,0 0 1,1 0-1,-6 0 1,3 0-1,3 0 0,3 0 0,-4 0 0,-2 0-12,-2 0 0,1 0 0,0 0 0,1 0 3,2 0 0,-3 0 0,-2 0 1,1 0-1,-1 0 1,0 0-1,2 0 1,2 0 13,-1 0 1,-4 0 0,1 0 0,1 0 27,0 0 1,-4 0 0,1 0 0,-1 0-15,-2 0 0,0 0 1,-1 0-1,-1 0-15,0 0 0,-4 0 0,2 0 0,1 0-31,2 0 1,-5 0 0,4 0 0,-3 0 23,-1 0 0,1 0 1,-2 0-1,0 0 5,-3 0 1,0 0 0,-2 0-1,3 0-9,3 0 0,-3 0 0,-1 0 0,-3 0 1,-1 0 0,-3 0 0,4 0 0,-1 0 13,1 0 1,-4 0 0,3 0 0,-1 0 10,3 0 1,-2 0-1,-2 0 1,-3 0 10,-2 0 0,1 0 1,-3 0-1,0 0-40,-2 0 0,1 0 0,-1 0 0,0 0-26,2 0 0,-3 0 1,3 0-1,0 0 29,0 0 0,-2 0 0,2 0 0,-1 0-2,-2 0 0,-1 0 0,-1 0 1,0 0 11,0 0 1,-1 0-1,-1 0 1,-3 0 12,0 0 1,0 0 0,-3 0 0,3 0-15,1 0 0,-4 0 1,3 0-1,-2 0-13,1 0 1,3 0 0,-4 0-1,0 0-7,-2 0 1,0 0-1,-1 0 1,1 0-27,-1 0 0,-2 0 1,-1 0-503,1 0 374,-3 0 1,2 0 74,-3 0 0,-1 0-22,4 0 163,-4 0-125,2 0-49,-4 0 0,5 0 233,1 0 0,-1 0 1,2 0-149,0 0 0,-2 0-120,1 0 77,1 0 0,-1 0 136,0 0 1,1 0-13,2 0 1,-3 0-164,1 0-21,-5 0 1,3 0-333,-2 0 654,-2 0 1,4 0 25,-1 0 0,-2 0-41,4 0 0,-3 0-131,3 0 0,1 0-268,2 0 1,-2 0-687,-1 0 865,-4 0 0,3 0 1122,-2 0-652,-2 0 1,5 0-472,-3 0 0,2 0 1,4 0-1,1 0-175,-1 0 0,1 0 0,-1 0 0,1 0-1210,-1 0 1446,1 0 0,-22 0 1,-5 0-1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9:15.1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151 150 8421,'-4'-9'152,"-1"-1"0,-4 1 1,0 0 334,3-1 1,-3 0 0,3-2-1,-2-1 76,-2 2 0,4 0 1,0 2-1,-2-1-203,0 1 0,-1 1-484,-1 1 0,4 4 0,1 7 0,0 6-246,3 4 0,1 9 0,1 2 0,0 2-11,0 1 0,1 0 0,2-2 0,4-2 60,1-1 0,2-4 0,0-4 0,2-3 243,0-3 1,4-4 0,-2-5-1,0-1 107,3-2 0,-3-3 0,-2-7 0,-2-3-6,-4-2 1,1-4-1,-3 0 1,-2 2 19,-1 4 0,-1 2 0,0 4 24,0 1 1,-1 5 0,-1 5 0,-2 7-86,2 7 0,-2 8 0,1 4 0,1 5 46,1 1 1,1 5-1,0 3 1,0 0 172,0 1 0,-3-3 1,-1 2-1,-1-2 104,1-1 0,-3-4 0,-1 0 0,-2-3 1,-3-3 1,1-4 0,1-6 0,0-4 90,-2-4 1,0-6-1,4-7 1,0-6-199,-1-5 0,1-4 0,0-9 0,2-4-173,1-1 1,3 0-1,0-1 1,2 0 19,1 3 0,0 1 0,0 4 0,0 3-384,0 2 0,3 5 0,2 4 0,0 3-556,2 5 0,2 2 0,0 2 894,1 2 0,49 3 0,14 3 0</inkml:trace>
  <inkml:trace contextRef="#ctx0" brushRef="#br0" timeOffset="385">520 46 8345,'0'-9'827,"0"-1"1,-1 1-200,-2 0 1,1 3-1,-5 4 1,0 4-401,-1 5 0,-2 6 1,0 6-1,-2 6-186,0 6 1,-4 3-1,2 7 1,0 4-157,-3 1 0,3 2 0,3 1 0,2 2-108,3-2 0,4-5 1,-1-4-1,3-5-1123,3-7 1,5-5 1344,5-7 0,25-28 0,2-10 0</inkml:trace>
  <inkml:trace contextRef="#ctx0" brushRef="#br0" timeOffset="736">756 84 8385,'-6'-8'1289,"0"1"0,-1 0-702,-2 4 0,0 5 0,-1 7 0,1 7-490,-1 5 1,0 4 0,-2 7 0,0 3-2,0 1 1,-3 7-1,0 3 1,-2 1 48,1-1 0,2-2 0,5 0 1,-1-4-9,1-4 1,4-8 0,3-8 0,3-5-162,2-6 1,4-6-1,1 0 1,2-6-232,3-3 0,2-3 1,-1-4-1,1-3-321,2-1 0,-4-3 0,0-1 0,-3-1-147,0 1 1,-1-3-1,0 2 1,-3 1 722,-3 1 0,-31-20 0,-9-5 0</inkml:trace>
  <inkml:trace contextRef="#ctx0" brushRef="#br0" timeOffset="850">548 311 8326,'-6'0'-22,"1"-1"1877,1-2-1709,1 2 1,4-3 0,3 4 0,5 0-2072,6 0 1925,3 0 0,64 4 0,15 1 0</inkml:trace>
  <inkml:trace contextRef="#ctx0" brushRef="#br0" timeOffset="1084">908 113 8314,'9'0'447,"-1"4"0,0 2 0,-3 2 295,-1 2 1,4 4-1,-3 2 1,1 5-218,0 5 1,-3 5 0,0 4-1,-2 1-182,-1 2 1,-4 4 0,-4 2 0,-3 2-485,-5-2 0,1-3 1,-1-7 140,0-2 0,-15-3 0,-3-1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9:12.9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196 161 8443,'0'-9'-210,"-1"-4"0,-1 0 0,-2 2 931,-1 0 1,0 2 0,-4-1 0,1 2-39,-3 2 0,0-2 1,0 5-1,0 1-474,-2 1 1,-3 5 0,3 3 0,-1 2-205,0 4 0,3 1 1,4 5-1,1 1-214,2 2 1,1-2 0,3 2-1,0-2-284,0-1 0,1-1 1,2-2-1,3-4 41,3-1 1,1-6 0,3-2 0,2-3 288,-1-3 0,4-5 1,-3-6-1,0-1 71,-3-2 0,-1 1 0,-3-1 1,-1 2 155,0 1 1,-5-1 0,1 2 269,-2 2 1,-1 6-247,0 9 0,0 9 0,0 12 1,0 4-69,0 2 1,0 3-1,0 5 1,0 2 55,0 3 1,0-1 0,0 0 0,0-1 200,0-2 0,0 2 0,-1-2 0,-2-4 126,-3-3 0,0-5 0,0-2 1,0-4-100,0-2 0,-2-9 0,2-4-57,-3-4 0,0-6 0,-2-8 1,0-4-156,-2-4 0,1-6 1,2-1-1,1-3-77,-1 1 0,2-1 0,1 7 0,0 1 267,0 1 0,3 2 1,-1 1-523,1 1 0,3 5 0,-1-2 0,4 4-764,5 2 0,1 2 0,1 3 0,2-1 1004,1 1 0,41-29 0,13-5 0</inkml:trace>
  <inkml:trace contextRef="#ctx0" brushRef="#br0" timeOffset="249">414 0 8420,'-6'0'-3,"-1"0"753,0 0 1,-1 1 0,-1 2-619,3 4 0,-3 2 0,4 4 0,0 3-746,2 1 614,-2-2 0,-1 20 0,-3 1 0</inkml:trace>
  <inkml:trace contextRef="#ctx0" brushRef="#br0" timeOffset="633">575 66 8370,'-2'-5'0,"0"1"1868,-1 0 0,-4 3-1284,1-2 1,-3 7 0,0 5 0,-1 6-389,1 3 0,-1 6 0,0 3 0,-2 6-97,0 4 0,-1 0 0,3 11 0,-2 2-67,-1 2 0,4 2 0,4-3 0,1-3-276,1-3 0,3-4 1,4-9-1,3-7-540,5-12 0,2-6 0,5-7 0,0-3 784,0-3 0,21-59 0,5-22 0</inkml:trace>
  <inkml:trace contextRef="#ctx0" brushRef="#br0" timeOffset="916">820 152 8370,'-4'-10'252,"-1"1"1,-5 0 563,1 3 1,3 2 0,-1 4 0,0 0-123,-1 0 1,-3 8-1,0 6 1,-2 6-544,1 5 0,-1 3 1,-1 5-1,0 4 19,1 2 1,-1 7 0,4-2 0,-1 1 12,3-1 0,5 0 1,-1-6-1,4-7-217,4-6 0,4-5 1,6-11-1,-1-4-429,1-3 0,3-4 1,-3-3-1,2-6-342,0-2 0,-5-6 0,3-3 1,-2 0-693,-3-1 0,2 0 1497,-8-3 0,4 8 0,-2 4 0</inkml:trace>
  <inkml:trace contextRef="#ctx0" brushRef="#br0" timeOffset="1047">631 293 8488,'-6'0'2005,"1"1"-892,1 2 1,1 0-933,7 3 1,2-3-1,5 2 1,3-1-532,1-1 1,2 2 0,4 0 349,1 0 0,37 8 0,8-3 0</inkml:trace>
  <inkml:trace contextRef="#ctx0" brushRef="#br0" timeOffset="1282">962 114 8296,'10'0'371,"-1"1"1,0 3 351,1 5 0,-4 3 0,0 7 1,1 5 114,-2 5 0,0 6 0,-3 6 1,2 4-400,-2 5 1,-6-2-1,-3 2 1,-4-2-442,-5-4 0,-1-7 0,-1-4 0,0-4-2503,-2-3 2505,-1-1 0,-40-23 0,-10 1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9:11.5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237 25 8276,'0'-10'645,"0"4"2336,0 0-2312,0 4 1,-4 2 0,-2 7 0,-3 4-515,0 5 0,-1 3 1,0 4-1,-3 6-26,-3 4 1,2 5 0,-2 3 0,-1 4 102,-1 4 0,3 1 0,0 1 0,1-2-98,3-6 1,4-8 0,4-5 0,2-6-152,1-5 1,4-11 0,4-2 0,2-3-316,3-3 1,4-5 0,-2-1 0,2-2-349,-1-2 0,1-2 0,-4-2 0,1 0-246,0 1 0,-2-3 0,-2 3 926,-1 2 0,-12-17 0,-3-2 0</inkml:trace>
  <inkml:trace contextRef="#ctx0" brushRef="#br0" timeOffset="149">1 214 8363,'0'-6'1011,"1"-1"1,2 4 0,4 1-693,5 1-319,3 1 0,79 8 0,-37-3 0,0 1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9:17.6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9 227 8400,'-4'-5'-98,"3"2"817,-3 6 1,4 2 0,3 5 0,1-1-690,1 1 0,0-1 0,3 1 1,-2-1-886,1 1 0,1-1 855,-2 1 0,11-5 0,-2-1 0</inkml:trace>
  <inkml:trace contextRef="#ctx0" brushRef="#br0" timeOffset="167">170 246 8422,'0'7'441,"1"-2"1,1 0-347,1 0 0,3-1 0,-2 1 1,2 0-2091,1 0 1995,1 2 0,14 6 0,4 2 0</inkml:trace>
  <inkml:trace contextRef="#ctx0" brushRef="#br0" timeOffset="300">359 246 8422,'5'10'378,"-1"-1"268,0 1 0,-3-1 0,3 1 0,1-1-646,1 1 0,15 7 0,4 3 0</inkml:trace>
  <inkml:trace contextRef="#ctx0" brushRef="#br0" timeOffset="916">1871 142 8389,'0'-10'0,"0"-2"400,0 0 0,0-1 0,0 4 334,0-1 0,0 4 0,-1 1 0,-2 2-371,-4 4 0,-5 5 1,-4 10-1,-2 6-150,-1 4 0,1 5 1,1 3-1,2 2-74,-2 3 0,3 1 1,3-2-1,3 2-194,5 1 1,4-4-1,6-7 1,6-4-209,7-7 0,1-9 1,4-8-1,3-5-62,2-6 1,-4-7 0,4-8 0,-2-6-376,-1-2 1,-1-3-1,-10-3 1,-2 0 211,-3 1 1,-1 0 0,-7 2 0,-1 4 525,-1 1 0,-9 7 0,-5 3 1,-3 6 439,-3 3 0,-4 4 0,-2 8 1,0 3-93,0 5 0,4 2-386,-1 5 0,6 16 0,3 8 0</inkml:trace>
  <inkml:trace contextRef="#ctx0" brushRef="#br0" timeOffset="1450">3279 275 8435,'-1'-6'606,"-2"3"0,2 3 0,-2 3-606,2 4 0,2 1 0,2 2 1,3-1-579,2 1 0,2-1 578,-1 0 0,18 1 0,3-1 0</inkml:trace>
  <inkml:trace contextRef="#ctx0" brushRef="#br0" timeOffset="1616">3449 284 9497,'1'10'-184,"2"-1"0,-1-3 1,5 1-1,0 0 184,1 1 0,44 2 0,10-1 0</inkml:trace>
  <inkml:trace contextRef="#ctx0" brushRef="#br0" timeOffset="1733">3666 265 8437,'6'0'1221,"-1"1"-7,-2 2-1214,-2-1 0,37 19 0,4 0 0</inkml:trace>
  <inkml:trace contextRef="#ctx0" brushRef="#br0" timeOffset="2500">4857 152 8433,'-6'-15'108,"1"2"0,1-1 389,1-2 0,2 2 1,2 1-1,4 0 67,4 1 0,5-1 1,5 4-1,0 0-356,0 3 1,3 2-1,0 5 1,-1 2-136,-1 3 0,-6 8 1,-2 4-1,-5 4-364,-4 2 0,-6 1 0,-4 3 0,-5 1-143,-3-1 1,-3-3 0,-1-1-1,0 0 147,0-3 1,0-5 0,1-2 0,2-2 380,4-4 1,1-5 44,2 0 0,5-6 1,5-3-1,7-3 63,7 0 0,3 4 1,1 1-1,0 0 135,-1 1 0,1 1 0,0 5 1,0 5 40,0 3 1,-5 1 0,-5 5 0,-5 3-48,-3 4 1,-3 3 0,-4 1 0,-7 1-216,-3-1 0,-8-1 1,0 0-1,-1-4-564,0-3 0,4-4 0,-1-6 0,2-2 448,1-1 0,17-49 0,4-16 0</inkml:trace>
  <inkml:trace contextRef="#ctx0" brushRef="#br0" timeOffset="3050">6162 256 8564,'-7'0'1779,"1"0"1,4 1-2234,-1 2 1,3 2 0,2 5 0,2-1 453,1 1 0,23 16 0,7 4 0</inkml:trace>
  <inkml:trace contextRef="#ctx0" brushRef="#br0" timeOffset="3216">6341 303 8707,'76'0'0</inkml:trace>
  <inkml:trace contextRef="#ctx0" brushRef="#br0" timeOffset="3383">6577 294 10195,'10'1'2440,"-1"1"-2440,1 1 0,12 17 0,3 1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9:28.7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24 8267,'-4'-8'949,"-1"1"0,4 1-323,3 3 1,6 7 0,10 9 0,2 2-156,2 3 1,7 1 0,5 5 0,4 3-171,5 3 1,5 6-1,2 2 1,1 3-247,-1 1 0,-2 1 0,-6-3 0,-5-3-125,-6-4 0,-5-3 1,-5-3-1,-3-4-275,-2-5 1,-2-5 0,-7-4-734,1-3 542,-1-3 1,-3-4 0,-4-1 0,-2-3 535,-2-2 0,-18-17 0,-7-5 0</inkml:trace>
  <inkml:trace contextRef="#ctx0" brushRef="#br0" timeOffset="283">501 582 8193,'7'0'1441,"1"3"-406,-1 2 1,2-1 0,0 2 0,2 2-525,1 1 0,-2 0 0,2-3 1,1-2-193,-2-1 0,3 2 1,-3-2-1,0-2 25,0-3 0,-1-3 0,-2-5 0,0-3-299,0-1 1,1-4-1,-4-2 1,2-3-2140,0-2 1,1 1 2093,-1-4 0,4-26 0,1-10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9:27.8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30 761 8421,'-7'-2'514,"-1"-1"0,3-3 1,1 1-1,1-1-40,1-2 0,5-6 0,5-4 0,5-4-194,6-3 0,6-8 0,7-7 1,4-2-40,4 0 1,2-3 0,3-3 0,1 1-357,2 1 0,-6 6 0,-2 4 0,-7 6-697,-4 6 1,-4 3-1,-7 7 1,-4 1-315,-6 3 0,-5 4 1205,-1 1 0,-4 4 36,-3-2 1,1 2-239,-1 1 123,3 0 0,-15-7 0,0-1 0</inkml:trace>
  <inkml:trace contextRef="#ctx0" brushRef="#br0" timeOffset="233">385 90 8309,'-8'0'0,"4"-3"835,1-2 0,3-2 0,3 0-585,2 2 1,5-1 0,3 1 0,4 0-143,3 0 1,2 0-1,1-2 1,-2-1-65,0 1 1,0 2-1,-1 0 1,-1 2-10,-2 1 1,-3 2 0,-3 4-1,-3 3 30,-4 5 1,-2 7-1,-3 2 1,-1 4-473,-3 2 1,-3 1 406,-2 2 0,-8 30 0,-6 8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9:26.8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49 69 8045,'-12'-10'0,"2"-1"314,2-1 0,1 3 0,2-1 1,2 2 729,-1 3 1,4 2 0,0 3-680,5 0 0,2 7 0,4 4 0,3 4 13,3 6 1,4 4 0,-1 2 0,3 3-120,2 3 1,0 5 0,4 5 0,3 3-259,2 2 0,0 3 0,1-1 0,-2-2-75,-2-2 1,-8-10 0,-3-8-1,-6-8-350,-4-6 0,-2-3 0,0-6-337,-1-3 1,-2-2 0,-3-3 0,-2-4 760,-2-2 0,-33-25 0,-10-3 0</inkml:trace>
  <inkml:trace contextRef="#ctx0" brushRef="#br0" timeOffset="319">230 589 8241,'1'4'474,"1"0"0,3-2 399,2 1 0,4 2 0,2 1 0,2 3-633,2 1 0,2 3 1,4 0-1,-1 1-37,-2 1 0,1-2 0,-4-2 0,-2 1 396,-2 0 0,-4-5 0,-1-1 1627,-2-2-1789,-5-1 1,3-7-1,-4-4 1,1-4-286,1-2 1,2-5 0,5-4 0,1-3-1355,2-4 1,3-3 1201,0-2 0,27-43 0,-18 34 0,0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9:23.1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1888 104 8253,'-8'-7'61,"1"2"0,-1-1 0,0 1 435,-2 1 1,1-2 0,-4 4-1,-1 2-70,-3 4 1,0 5 0,-2 10-1,0 3-414,-1 5 1,4 7 0,-1 3 0,3 6-78,1 4 1,7-1-1,1 2 1,4-4-98,1-4 1,6-8 0,5-12-1,5-10-140,4-5 0,2-9 0,1-4 0,0-6 143,2-6 0,-1-5 0,4-3 0,1-4-172,0-3 0,-3-2 0,-3-1 0,-5 1 95,-2-1 0,-5 1 0,-4 3 0,-4 3 283,-5 5 1,-5 5-1,-7 2 1,-3 6 133,-3 4 1,-1 6-182,-2 8 0,10 2 0,3 0 0</inkml:trace>
  <inkml:trace contextRef="#ctx0" brushRef="#br0" timeOffset="699">4926 44 8196,'-7'-11'0,"-1"3"0,-2-3 0,-1 4 607,0 2 1,1 3-1,-4 7 1,-2 6-409,-3 5 0,0 4 0,-1 6 0,2 3-189,1 3 1,0 7 0,2-1-1,3 1-151,3 2 1,2 0-1,2 2 1,2-5 82,3-4 0,5-8 1,4-10-1,3-5-72,3-6 0,3-5 0,4-4 1,0-6 117,1-7 1,5-7-1,-1-4 1,3-4-76,0-3 0,-3-2 0,-3-1 0,-2 0-120,-2 1 0,-7-4 0,-1 2 0,-6 3 18,-6 5 0,-9 6 0,-7 7 0,-3 7-384,-2 4 573,-4 7 0,-18 31 0,-8 10 0</inkml:trace>
  <inkml:trace contextRef="#ctx0" brushRef="#br0" timeOffset="1449">26 293 8476,'-6'0'511,"1"-1"1658,0-2-1702,-2 2 1,4-2 0,6 3 0,6 0-144,5 0 0,6 0 0,5 0 0,2 0-99,4 0 1,4 0 0,-2-1 0,1 0-438,-1-2 1,0 1 0,-3 2 0,-1 0-2449,-4 0 2660,-7 0 0,-24 3 0,-7 1 0</inkml:trace>
  <inkml:trace contextRef="#ctx0" brushRef="#br0" timeOffset="2032">3260 285 8768,'-7'-1'1809,"-1"-1"-1285,0-2 0,8-1 0,3 3 1,6 1-343,6 1 0,4 0 1,3 0-1,2 0-499,1 0 0,-1-1 0,4-1 0,0-1-913,-2-1 0,0 1 1230,-3-2 0,-7 0 0,-2-2 0</inkml:trace>
  <inkml:trace contextRef="#ctx0" brushRef="#br0" timeOffset="2215">3434 97 8332,'-3'7'39,"0"1"1,0 3 0,1 1 0,0 3 667,0 3 1,-1 2 0,0 6 0,1 4-321,-1 4 1,2 0-1,-3-1 1,2-2-842,-1-1 0,1-4 454,2 0 0,0-13 0,0-3 0</inkml:trace>
  <inkml:trace contextRef="#ctx0" brushRef="#br0" timeOffset="2782">6118 262 8205,'-7'0'458,"2"-3"0,-1 1 0,4-2 518,3 1 1,6 0-1,6 3 1,5 0-333,5 0 0,0 0 1,6 0-1,2 1-293,6 2 0,2 1 1,3 3-1,-1 1-454,-2 0 1,-4-2 0,-3-1 0,-4-1-1168,-6-1 0,-3-2 1,-7 1 1269,-2-1 0,-11-11 0,-4-2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9:33.9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27 144 8470,'8'0'539,"0"0"0,2 0-322,3 0 1,4-3 0,2 0 0,2-1-1536,2-2 0,2-1 1318,-3 0 0,4-11 0,1-2 0</inkml:trace>
  <inkml:trace contextRef="#ctx0" brushRef="#br0" timeOffset="216">163 0 8287,'-5'8'146,"0"0"0,3 2 1,-1 1-1,0 3 206,1 2 1,-1 4 0,3 0 0,0 2-111,0 4 0,0 3 0,-2 4 1,-1-2-216,2 0 0,-1 2 1,0 0-1,0-2-162,0-3 1,1-3-1,1-5-575,0-5 1,1-7 0,1-6 709,0-4 0,4-26 0,-2-8 0</inkml:trace>
  <inkml:trace contextRef="#ctx0" brushRef="#br0" timeOffset="383">125 227 8250,'-7'-5'381,"-1"3"0,1 1-27,-1 1 1,1 3-1,-1 2 1,0 3-276,1 2 0,-1 2 1,-2 3-1,0 0-291,1 0 0,1 0 1,1-1-1,1-1-1240,1-3 1452,3-2 0,2-20 0,5-6 0</inkml:trace>
  <inkml:trace contextRef="#ctx0" brushRef="#br0" timeOffset="500">125 227 8250,'8'0'-251,"-1"3"1,1 2 0,-1 2 791,1 0 1,-3 2 0,0 0 0,1 2-668,1 0 0,0-2 126,1-2 0,9-12 0,3-8 0</inkml:trace>
  <inkml:trace contextRef="#ctx0" brushRef="#br0" timeOffset="1036">253 136 8454,'-6'-1'1052,"0"0"17,1-2 1,4-3-1152,1 1 1,3-1 0,5 1-1,-1-1-154,1 1 1,3-1 0,1 0 0,-1 2-215,-1 0 1,1-1 0,-1 3 0,0 0 257,-2 1 1,-4 2 0,-1 1 0,0 2-22,-1 3 1,1-1 0,-4 4 0,-1 1 263,0-1 1,-4 2 0,1-1-1,-1 0-140,1 0 1,-1-1-1,3-3 19,-1 1 1,2-1 96,0 1 1,1-3-1,1 0 1,1 0 49,1-1 0,0 3 0,3-2 0,0 3-7,-1 2 0,2-1 0,-4 3 1,1-1 56,0 1 1,-2 1-1,2 2 1,-3-1 97,0-2 0,0 0 1,-3-3-1,-2 1-99,-2 0 1,0-3 0,-1-2 0,0-2-46,-2-2 0,1-1 1,-1 0-1,0-2 33,-1-3 0,1-1 0,4-6 0,1 1-174,2-1 0,0-3 1,0-3-1,2 2-289,3 3 1,-1-1 0,2 4-1,0-1-236,-1 0 0,4 3 0,-1 4 585,2 1 0,0 1 0,-2 5 0,8 21 0,0 8 0</inkml:trace>
  <inkml:trace contextRef="#ctx0" brushRef="#br0" timeOffset="1433">389 272 8304,'0'-8'0,"0"1"127,0-1 0,0 1 0,0-1 0,1 1 146,2-1 0,1 1 1,3-1-1,1 0-121,-1 1 1,1 3 0,-1 1 0,2 2-203,1 1 0,-2 0 1,2 1-143,-1 2 0,-3 1 1,-1 3-1,-2 1-16,-2 0 0,-1 2 1,0 0-1,0 1 60,0 0 0,0 0 1,-1-2-1,-1 1-13,0 0 1,-3-2 0,1 0 0,0-2 142,-2-1 1,2 1 0,-1-3 204,-1-2 1,-1 0-450,0-1 1,3-1 261,1-1 0,9-2 0,2-4 0</inkml:trace>
  <inkml:trace contextRef="#ctx0" brushRef="#br0" timeOffset="1650">246 460 8297,'0'-7'797,"0"2"-245,0 0 0,1 3 1,2 0-1,5 1-385,3 1 0,4 0 0,3 0 0,3 0-323,3 0 1,3 0-1,3 0 1,0 1 155,1 1 0,2-1 0,1 2 0</inkml:trace>
  <inkml:trace contextRef="#ctx0" brushRef="#br0" timeOffset="1918">615 196 8252,'0'-7'2584,"0"-1"-1967,0 1 0,1 3 0,2 0 1,2 2-682,1-1 0,5 1 1,2 2-1,1 0-618,1 0 1,0 3 0,1 1 0,1 1-1583,1 0 2264,-4 0 0,7 6 0,-1 1 0</inkml:trace>
  <inkml:trace contextRef="#ctx0" brushRef="#br0" timeOffset="2101">736 121 8252,'-7'8'0,"1"0"119,1 2 1,1-2-1,-2 3 1,1 1 352,-1 3 0,2 1-1,-1 3 1,-1 1-113,0 2 1,-2 0 0,1 5-1,-1 0-604,1-1 0,-2-1 0,1 0 0,-1-3-2432,3-1 2677,0-3 0,-2-20 0,1-4 0</inkml:trace>
  <inkml:trace contextRef="#ctx0" brushRef="#br0" timeOffset="2232">706 325 8252,'12'7'78,"-1"0"0,-1 0 0,0-1 368,2 3 0,2 3 0,2 1 0,2 2 578,-1 2 0,-1-1-1024,2 2 0,-9-9 0,1-2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9:30.9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53 159 8334,'-4'-8'823,"1"2"1,6 1 0,5 1-529,4 1 0,3 1 0,2-3 0,1 0-470,1 1 0,1-2 0,2 4 0,-1-1-597,-1 0 1,-4 2-1,-1-2 772,-4 2 0,-13-15 0,-3-5 0</inkml:trace>
  <inkml:trace contextRef="#ctx0" brushRef="#br0" timeOffset="217">204 0 8334,'-4'8'155,"0"0"114,0-1 0,1 1 0,3 2 0,0 3 34,0 1 1,0 5-1,0 1 1,0 2-50,0 4 0,0 1 0,0 4 0,0 0-81,0-1 0,-1-3 0,-1 0 0,-1-4-205,-1-2 0,2-6 0,-2-2-663,1-4 0,2-4 0,-1-7 695,1-3 0,1-35 0,0-10 0</inkml:trace>
  <inkml:trace contextRef="#ctx0" brushRef="#br0" timeOffset="383">181 204 8334,'-8'0'-107,"1"1"0,-1 1 0,-2 1 635,0 1 1,-1 2-1,2 3 1,-1 2-241,1 1 1,-2-2-1,1 2 1,0 2-509,-1 0 1,3-1 0,-2-2-1,0 0-775,0-2 0,4-1 995,-1-3 0,4-2 0,0-3 0</inkml:trace>
  <inkml:trace contextRef="#ctx0" brushRef="#br0" timeOffset="499">211 234 8270,'8'0'96,"-1"-2"0,2-1 564,1 1 1,-4 2 0,1 2 0,0 1-988,-1 2 0,2-3 327,0 3 0,-1-3 0,1 1 0</inkml:trace>
  <inkml:trace contextRef="#ctx0" brushRef="#br0" timeOffset="1067">354 91 8311,'-7'0'1121,"-1"-1"-229,1-1 0,3-2 1,4-2-948,5 1 0,4 4 0,2-2 0,0 1-682,3 0 0,0 1 0,0-1 0,0 1 431,-2 1 1,-2-3 0,0 1 0,-2 0-402,0 1 681,-1 1 0,-3 4 1,-1 1 96,-2 1 0,-4 0 0,0 1 0,-1 1-32,-2 1 0,2 0 0,1 0 1,0 2-9,1 1 1,-1 0 0,3 3-1,0 0 15,0-3 0,0 2 0,0-1 0,0 1 71,0 1 1,3 0 0,-1 0 0,0 0-80,-1-3 1,-1 2-1,0-2 1,0 0-113,0-2 0,-1-2 0,-1-3 0,-3 0-19,-2 1 1,-1-2-1,1-2 1,-2-1-45,-1-1 1,1-3 0,-3-2 0,2-2-109,0-1 0,3 1 0,1-1 0,2 1 229,0-1 0,-1 1 0,3-1 0,0 1 3,1-1 1,1 0 0,1 2 257,2 1 0,-2-1-83,4 3 0,-2 1-146,2 2-57,-3 0 41,1 0 0,-10 7 0,-1 1 0</inkml:trace>
  <inkml:trace contextRef="#ctx0" brushRef="#br0" timeOffset="1433">475 287 8311,'0'-8'99,"0"1"1,0-1-16,0 1 0,0-1 0,1 1 0,1-1-239,3 1 1,2 0 0,1 1 0,-1 2 191,1 1 1,-1 0-1,1 3 1,-1 0 171,1 0 0,-1 1 0,-2 1 0,0 1-107,-2 1 0,2 1 0,-2 3 0,-2-1-65,0 1 0,-1-1 0,0 1 0,0-1-208,0 1 1,-1-1-1,0-2-358,-2 0 0,-3 0-606,1 0 241,2-2 894,-1-3 0,4 3 0,0 2 0</inkml:trace>
  <inkml:trace contextRef="#ctx0" brushRef="#br0" timeOffset="1617">317 453 8506,'2'-8'680,"1"1"1,3-1-1,2 2-232,4 0 0,3 2 1,2 3-1,4-2-74,4 1-374,1 2 0,41 0 0,10 0 0</inkml:trace>
  <inkml:trace contextRef="#ctx0" brushRef="#br0" timeOffset="2035">845 23 8310,'-8'-7'944,"3"2"-256,0 3 0,3 3 0,0 3 0,1 5-373,1 4 0,0 2 1,0 6-1,1 2-250,1 4 0,2 2 0,1 2 0,-3 1-47,-1 1 0,1 2 0,1-2 0,-1-2-252,-1-3 1,-2-3 0,-1-6 0,-1-3-1138,-2-6 1,0-2 1370,-2-3 0,-14-25 0,-3-9 0</inkml:trace>
  <inkml:trace contextRef="#ctx0" brushRef="#br0" timeOffset="2167">679 249 8295,'-8'0'463,"4"4"1,1 1 0,3 1-440,0 2 1,0 0 0,0 1-25,0 2 0,20 12 0,5 1 0</inkml:trace>
  <inkml:trace contextRef="#ctx0" brushRef="#br0" timeOffset="2283">958 310 8233,'2'10'39,"1"1"1,1-1-354,-1 1 1,2 3 313,-2-2 0,9 3 0,1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19:42.1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1 246 11285,'6'0'1068,"1"1"0,3 1-992,1 1 0,3 0 1,-2-3-1,3 0-343,0 0 0,2 0 0,-4 0 0,2 0 267,2 0 0,5 0 0,2 0 0</inkml:trace>
  <inkml:trace contextRef="#ctx0" brushRef="#br0" timeOffset="434">368 57 8141,'-1'-5'0,"-1"1"461,-1-1 1,-1 4 319,1-2 1,2 3 0,-2 4-659,1 6 1,2-1-1,0 5 1,0 0-378,0 1 1,2-1 0,0-1 0,1 0-835,-1 0 1088,-1-1 0,3-7 0,1 0 0</inkml:trace>
  <inkml:trace contextRef="#ctx0" brushRef="#br0" timeOffset="768">368 76 7323,'0'-10'1089,"5"4"-1088,1 0 1,2 4 0,3-2 0,0 0-266,2 1 0,4-3 1,-2 2-1,2 0 155,-1-1 0,0-1 1,-2 3-1,0 0 466,-1-1 1,0 3 1113,-4-2-741,-3 1 0,-2 7 0,-5 0-334,-2 0 0,0 4 1,-2-3-1,0 2-258,0 2 1,0 0-1,-3 3 1,3 2 120,1 3 0,-3 2 1,3 2-1,0 4 87,0 5 0,-2-1 0,2 4 0,2-1-328,1 1 0,1-4 0,0 0 0,0-3-950,0-5 0,1-8 0,3-4 932,2-6 0,-10-41 0,-3-10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0:09.4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55 145 8053,'-3'-8'-65,"2"-1"0,-3-1 0,2-2 55,-1 0 0,0 1 0,3-2 0,1 1 324,2 2 1,1-1 0,4 0 0,1 2-213,2 3 1,1-1-1,2 5 1,0 1-20,0 2 1,2 5 0,-1 5 0,-2 2 52,-5 3 0,-1 4 0,-4 3 1,-2 2-114,-3 1 1,-3-5 0,-4 3-1,-1 0-45,0-1 1,-5-2-1,2-2 1,-3-2 96,0-1 0,0-3 1,0-2-1,2-3-41,1-3 1,3-1 0,-1-4 119,2 0 0,4-1 0,3-1 90,4-1 0,3-2 0,4 2 0,2 1-218,2-2 0,2 3 0,2-2 0,-1 2-353,0 1 0,0 0 0,1 0 0,-1 0 327,0 0 0,26-21 0,5-6 0</inkml:trace>
  <inkml:trace contextRef="#ctx0" brushRef="#br0" timeOffset="366">429 315 8053,'-8'-4'132,"2"-3"1,1 1 0,-2-1 235,0-1 1,2 2 0,-1-2-1,0-2-221,-1-1 0,0-2 0,1-2 0,4-1-450,1-1 0,1-1 1,0 2-1,1 0 149,1 0 1,5 2 0,5 2 0,1 2 54,1 3 1,4 4 0,1 2-1,-1 3 86,-1 6 1,-3 4-1,-1 4 1,2 2 253,0 1 0,-5 0 0,-3 4 0,-1-1 167,-2 0 1,-3-2-1,-1-1 1,-4-2-131,-4-1 0,-4-3 0,-4-2 0,-3-3-588,-1-3 1,1-1 309,-3-4 0,-14-40 0,-6-10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1:59.9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164 174 8416,'-5'-1'1064,"0"-2"0,3 2 0,0-5-190,4 0 0,6 0 1,5 0-1,3 1-949,2-1 0,-1 1 0,2 1 0,-1 0-930,0-1 1,0 3 0,-4 0 0,-2 1-413,0 1 0,-2-3 1417,-2 1 0,-25-8 0,-5 1 0</inkml:trace>
  <inkml:trace contextRef="#ctx0" brushRef="#br0" timeOffset="301">219 1 8416,'-8'8'38,"4"0"0,1 0 0,2 4 278,1 3 1,0 6 0,1 5 0,2 3-50,2 5 0,0 2 1,0 5-1,0 2-145,-1 1 0,0 0 0,-4-1 0,-1-2 56,-2-4 1,-1-5 0,-5 1 0,-1-4 81,-3-2 0,0-5 0,0-4 1,-1-4-28,0-4 1,-2-2-1,1-3 1,1-2-23,1-2 0,1-5 0,-2-2 0,1-3-8,2-4 1,1-2 0,3-1-1,1 0 27,4 1 1,-2-1 0,2 1 0,1 2-42,2 2 0,1 3 0,4 0 0,2 1-568,2 2 0,4-2 1,-1 5-1,3 0-1436,2 1 0,2 1 1815,4 0 0,41 7 0,11 2 0</inkml:trace>
  <inkml:trace contextRef="#ctx0" brushRef="#br0" timeOffset="568">589 488 8315,'8'-12'166,"0"1"1,-1 3-1,1 1 409,0 2 1,3 2 0,0 6 0,0 3 166,1 3 1,-2 4-1,-3 2 1,-2 2-504,-2 1 0,-2 3 0,-1 1 0,0-1-955,0-2 1,-4 0 715,-1-1 0,2-7 0,-1-4 0</inkml:trace>
  <inkml:trace contextRef="#ctx0" brushRef="#br0" timeOffset="1184">974 190 8448,'-8'-3'0,"0"-1"1209,1 0-544,2 2 0,3-5 0,5 2 0,6-2-675,6-1 1,5 0 0,7-3-1,3-1-22,4 0 1,-1-2-1,-3 4 1,-2 2-189,-1 2 0,-2 4 1,-5 1-1,-4 3 109,-5 6 1,-6 4 0,-3 7 0,-4 2 704,-3 1 1,-4 5-1,-3 2 1,1 2 85,-1 0 0,-1 1 1,4-1-1,1 1 41,2-1 0,4 1 1,-1 0-1,3 1-332,0 1 0,0-3 0,3-6 0,3-3-665,4-4 1,2-5-1,4-3 1,0-4-1040,3-3 0,-2-2 0,4-1 1315,1 0 0,39-21 0,11-6 0</inkml:trace>
  <inkml:trace contextRef="#ctx0" brushRef="#br0" timeOffset="1283">1706 638 8714,'-8'5'0,"1"0"425,1 1 0,-1 1-425,2 1 0,-5 7 0,-2 2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2:06.16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39 241 8495,'-7'0'-10,"1"0"1,1 0 1168,-1 0 1,2 0-230,-2 0 0,5-1-914,1-2 1,7-4-1,4-4 1,2-1-22,4-2 0,-2-1 0,5-2 0,-2 0-337,0-2 0,1 1 0,-5 3 0,0 2-232,-4 2 0,-1 4 600,-1 1 1,-4 7 0,-1 7-1,-3 4 264,-3 3 0,1 4 1,-2 0-1,0 0-173,3 0 1,0 0 0,1-4 0,1 1-308,1 0 1,0-4 0,3-2 0,2-4-93,3-4 1,-1-3 0,2-4-1,-1-5 134,1-4 0,3-3 1,-2-1-1,1-2 29,0 0 0,-3-3 0,0 3 0,-1-1 16,-1 0 0,0 2 0,-1-1 0,-2 6 177,-2 1 151,-2 6 0,-1 11 0,0 7 0,-1 5 154,-2 2 0,2 5 0,-1 0 0,0 3-143,-1 2 0,2 2 0,-1 5 1,1 4-131,1 5 0,0 5 0,0 5 1,0 3 34,0 6 0,-1 3 1,-2 1-1,-1-5 171,0-6 0,-2-5 0,2-8 0,1-4 67,-1-7 0,-1-4 0,1-4 1,0-2-111,-2-1 0,-1-1 0,-2-5 0,0-2-38,-2-3 1,-2-1 0,2-2 0,-2-2 38,-1-2 1,2-2 0,-1-1 0,-1-1 7,-1-2 0,0-4 0,2-3 0,2 0-77,0 1 0,1-1 0,-3-2 0,0 1-87,0 0 1,2-1 0,3 3 0,0-2-98,1 2 1,-1-4 0,1 1 0,1-1-214,0 0 1,5 2 0,-2-2 0,2-1-833,1 0 0,4-2 1,1 0-1,3 0 1028,2 1 0,48-22 0,14-5 0</inkml:trace>
  <inkml:trace contextRef="#ctx0" brushRef="#br0" timeOffset="533">708 422 8344,'-8'0'424,"0"0"1,1-1 1098,2-2 0,3 1-848,7-3 1,1 3 0,5 0 0,0 1-494,2 1 0,2-1 0,1-1 0,0 0-370,0 0 0,-1 1 0,1 1 1,0 0-531,-1 0 0,-1 0 1,-2 0-1,-1 1 718,-1 1 0,-9 6 0,-1 5 0</inkml:trace>
  <inkml:trace contextRef="#ctx0" brushRef="#br0" timeOffset="764">724 587 8344,'0'-8'1230,"0"0"0,0 3 1,0 0-1,4 1-572,4 0 0,1 2 0,4-1 0,1 2-580,1 1 0,0 0 0,2 0 0,0 1-675,2 2 0,-4-1 1,-2 3 596,1 1 0,-6-20 0,-1-4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2:11.9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236 172 8184,'0'-8'184,"0"1"0,0-1 1,0 0-1,0 0 396,0 0 1,0 0-1,-1-1 1,0 0-33,-2-2 1,-1-2 0,2 2 0,-3 0-187,-2-1 0,-2 1 1,-1 2-1,-1 0-314,-1 2 0,-1 5 1,-3-1-1,1 3-345,2 3 1,-1 5-1,2 8 1,1 4-102,0 3 1,3 3-1,4 1 1,0 0 3,2 0 0,5 2 1,2-2-1,3-3 113,3-2 1,1-6-1,3-6 1,1-2 173,0-3 1,0-2-1,-1-7 1,1-3-13,0-2 0,-4-5 0,-1 1 0,-4-2 43,-1-1 1,0 3-1,-4 1 1,0 0 247,-1 3-6,-1 3 1,0 7 0,0 8 0,0 6-73,0 5 0,1 6 0,1 4 1,0 3 77,0 4 0,-1 2 1,-1 2-1,0 2 79,0 1 1,0 0-1,-1 4 1,-2-2 190,-2-2 0,-3-1 0,-1-3 0,-2-1-16,2 0 0,0-6 0,1-6 0,0-6-294,0-6 1,0-7-1,0-1 1,-2-3 66,0-5 0,-2-6 0,3-7 1,-3-4-37,0-3 1,2 1 0,-3-1 0,2 0 50,1 1 1,2 1-1,0 3 1,0 1-156,0 2 0,4 2 1,0 2-1,1 0-795,1-2 1,-1 1-1,4 2 1,3 0-1454,3 0 0,5-1 2189,4-1 0,38-13 0,10-6 0</inkml:trace>
  <inkml:trace contextRef="#ctx0" brushRef="#br0" timeOffset="528">669 94 8328,'0'-8'117,"0"0"0,0 0 0,-1 1 487,-2 2 0,1-1 0,-3 3-94,-1 1 1,-1 3 0,-2 4 0,-1 7-231,-3 4 0,1 5 1,-2 6-1,0 5 96,0 4 1,-2 6 0,0 2-1,1 3 59,2 3 0,-1-1 0,5 4 0,2 0-394,3 1 1,3-7-1,3-5 1,3-8-721,6-7 1,3-4 0,1-9 0,1-3-3488,0-6 4166,0-7 0,6-34 0,3-11 0</inkml:trace>
  <inkml:trace contextRef="#ctx0" brushRef="#br0" timeOffset="881">952 180 8328,'0'-8'565,"0"3"1,0 0 2727,0-1-2966,0 2 1,-4 5-1,-1 8 1,-2 6-4,-1 8 0,0 4 0,-3 6 0,-2 2 80,-2 4 0,2 4 1,0 4-1,0 1-98,1 2 1,-2-2 0,3 0 0,2-5-365,3-7 1,3-10-1,3-8 1,1-7-303,1-4 0,3-4 0,3-4 0,2-2-325,0-5 1,4-4-1,-1-3 1,1-1 79,0 0 1,-3-2 0,-3 0-1,0 0-773,0 2 1,-1-3 1377,1 1 0,-14-25 0,-3-3 0</inkml:trace>
  <inkml:trace contextRef="#ctx0" brushRef="#br0" timeOffset="1031">747 369 8239,'-7'0'1560,"-1"0"-370,0 0 0,4 0 0,5 0 1,6 0-849,5 0 0,4 2 0,2 1 0,3 0-780,2 0 1,0-1-1,-1 2 438,-1 0 0,21-2 0,7-2 0</inkml:trace>
  <inkml:trace contextRef="#ctx0" brushRef="#br0" timeOffset="1349">1196 172 8239,'8'0'208,"-1"0"394,1 0 1,3 0-1,-1 1 1,0 3 60,-1 3 1,-2 5-1,1 5 1,1 4-194,2 5 1,-5 5 0,1 3 0,-3 3 0,-2 1 1,-1 3 0,-3 0-1,-3 1-79,-2-1 1,-7-1-1,-1-2 1,-4 0-710,-1-1 0,4-6 0,-1-1 317,3-6 0,-27-23 0,-10-4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2:16.9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197 284 8347,'0'8'57,"-1"1"1,-1 0 84,-1 2 1,-3 4 0,2-1 0,-2 5-72,-2 1 1,2 1 0,-5 2 0,0 1 225,1 0 0,-4-2 0,0-2 1,0-4-35,1-4 0,-1-5 1,4-1-1,0-4-158,2-1 0,0-4 0,1-4 1,1-2-198,0-4 0,5-6 0,-2-2 0,3-1-71,3-2 1,1 1 0,5-1 0,0 0-188,2 1 1,3 2-1,0 1 1,2 0 196,3 3 1,5-1-1,0 2 1,0 5 438,1 4 1,-1 4 0,2 6-1,-1 5 12,-2 5 1,-3 8 0,-5 3 0,-3 3 167,-4 3 1,-4 0-1,-4 2 1,-2-1-490,-3 1 0,-1 1 1,-7-1-1,0-2 23,0-2 0,-36 2 0,-7-2 0</inkml:trace>
  <inkml:trace contextRef="#ctx0" brushRef="#br0" timeOffset="866">873 64 8506,'0'-8'33,"0"0"1037,0 0 0,0 5-651,0 3 1,-3 7-1,-3 6 1,-1 3-365,-1 2 1,0 2 0,-2 4 0,-1-1-43,-1 1 1,-1-1 0,-1 1-1,2-1-153,1-2 1,0-3-1,3-5-153,1-2 0,3-5 41,4-6 0,4-3 0,4-10 0,4-1-41,3-1 1,1-1 0,2 1 0,0 0 72,0 2 0,1 0 0,2 4 0,1-1 229,-2 3 1,0 0 0,-2 5-1,-1 0 390,0 1 0,-5 5 1,-1 2-1,-3 2 240,-3 3 1,-1 4 0,-2 0 0,1 3-76,-2 2 0,-3 1 0,-4 3 0,-1 3-201,0 2 1,-1-2 0,-1 3-1,-1 2-91,0 1 0,-3 2 0,1-3 0,1 0-353,0-4 0,3-4 1,4-4-1,0-3-1062,2-3 1,1-9 0,1-2-3608,0-7 4750,4-6 0,7-48 0,6-15 0</inkml:trace>
  <inkml:trace contextRef="#ctx0" brushRef="#br0" timeOffset="1235">1093 1 10066,'-3'3'580,"2"3"0,4 1-723,1 0 1,-1 1-1,2 0 1,0 0-320,-1 0 1,3 2 0,-2 1-1,0-2 462,0 0 0,4-11 0,3-4 0</inkml:trace>
  <inkml:trace contextRef="#ctx0" brushRef="#br0" timeOffset="1366">1196 1 8492,'0'5'0,"2"0"548,1 1 1,2 1-1,-2 1 1,1 1-1301,-1 2 752,4-3 0,14 25 0,9 1 0</inkml:trace>
  <inkml:trace contextRef="#ctx0" brushRef="#br0" timeOffset="1835">1526 135 8492,'-5'-8'1341,"2"2"0,4 1-809,1-1 0,4 2 1,3-1-1,3 1-541,0 0 1,1-1-1,3 0 1,-1 2-267,1 3 1,-3 0 274,0 0 0,1 13 0,1 5 0</inkml:trace>
  <inkml:trace contextRef="#ctx0" brushRef="#br0" timeOffset="2117">1439 331 8466,'-8'0'118,"3"-2"1,1-2 458,0 0 0,6 1 0,6-1 0,5-1-511,5 1 0,2-1 1,4-3-1,1 0-115,2 0 0,2 3 1,-1 1-1,0-1 157,-1 1 0,-7 2 1,-1 0-1,-3 4 241,0 3 0,-4 5 1,-5 1-1,-3 2 99,-3 4 0,-1 0 0,-2 6 0,-2 2-157,-4-1 0,-3 4 0,1 1 1,-3 1-372,-2 2 1,0-1-1,1-2 1,2-1-2395,0-1 2474,2-1 0,9 2 0,2 0 0</inkml:trace>
  <inkml:trace contextRef="#ctx0" brushRef="#br0" timeOffset="2682">2100 237 8385,'-5'-5'451,"-1"-1"0,6 1-328,0-3 1,7 0 0,6 0 0,2 1 97,4-1 0,1-3 1,3 1-1,1 0-27,0 1 1,-1 2 0,0 2 0,-1 3 76,-1 1 1,-7 1 0,-1 1 0,-4 5 106,-4 4 0,1 5 0,-3 3 1,-3 4 30,-1 4 0,-4-1 0,-3 4 0,0 1-209,-3 4 0,0 0 1,-3 4-1,1-1-104,-1 0 0,-1-1 0,0 0 0,2-2-1542,3-3 0,4-6 1446,4-4 0,1-11 0,1 1 0</inkml:trace>
  <inkml:trace contextRef="#ctx0" brushRef="#br0" timeOffset="3198">2737 166 8975,'-4'4'492,"1"1"0,-1 5 0,2 4 0,0 4 46,1 3 0,1 5 0,-1 4 1,0 5-508,-2 1 0,-1 7 0,2-4 0,-2 1-318,-1-3 0,-1 0 1,3-6-1,2-7-1370,0-6 1,2-10-405,1-5 2061,3-6 0,13-47 0,3-14 0</inkml:trace>
  <inkml:trace contextRef="#ctx0" brushRef="#br0" timeOffset="3333">2816 315 8380,'11'-7'0,"-2"-4"0,2 0 0,0-1 926,3 1 0,0 1 0,3 2 0,1 1-410,3 1 0,-1 0 1,1 3-1,-3-1-937,-3 1 1,0 0 0,-5 4-1,0 2-1407,-2 2 1828,-3-2 0,-5 4 0,-5-2 0</inkml:trace>
  <inkml:trace contextRef="#ctx0" brushRef="#br0" timeOffset="3633">3004 127 8380,'0'11'0,"0"1"68,0 1 0,0 4 0,0 0 0,0 2 301,0 3 1,3 1-1,0 3 1,1 4-70,-1 3 1,0 0 0,-3 2 0,-1 0-64,-1 1 0,-3-1 0,-4-1 0,0-3-31,-2-5 0,-2-1 1,2-10-1,0-2-74,-1-4 1,2-4 0,2-4 0,0-3-187,0-6 0,0-1 0,0-3 0,1 0-38,-1-1 0,3 0 0,3-2 1,1 1 347,1 1 0,0 4 0,0-2 0,1 3-26,1 0 1,3 1 0,3 1 0,2 1-324,1 2 0,2 0 1,1 3-1,1 0-954,4 0 1,-2 0 1046,4 0 0,42 4 0,13 0 0</inkml:trace>
  <inkml:trace contextRef="#ctx0" brushRef="#br0" timeOffset="4216">3563 24 8222,'-5'0'736,"0"1"18,2 2 1,0 5 0,3 6-1,0 3-412,0 4 1,0 6 0,-1 5 0,-1 4-263,0 6 0,-2 0 0,3 4 0,-3-2-1149,0-2 0,1 0 1069,-2-2 0,-11 16 0,-5 6 0</inkml:trace>
  <inkml:trace contextRef="#ctx0" brushRef="#br0" timeOffset="4383">3405 677 8371,'0'-8'-331,"0"0"0,0 1 833,0-1 0,1 3 0,2 0 0,3 2-246,4 1 0,-1-2 0,4 2 1,2-1-291,3 0 0,-1-1 0,4-3 0,1 0 34,1-2 0,25-35 0,6-8 0</inkml:trace>
  <inkml:trace contextRef="#ctx0" brushRef="#br0" timeOffset="4566">3712 292 8160,'4'-5'-426,"-3"2"1,5 3 674,0 0 0,1 1 0,1 1-249,-1 0 0,33-3 0,7-3 0</inkml:trace>
  <inkml:trace contextRef="#ctx0" brushRef="#br0" timeOffset="4816">3956 24 8393,'4'1'263,"-1"2"1,-2 4 0,-1 4 0,0 2 540,0 4 1,-1 6 0,-2 6 0,-2 6-499,-2 4 1,-2 6 0,-1 5-1,-4 0-306,-4 1 1,1-1-1,-4 4 1,0-4-98,1-2 0,1-3 0,3-9 1,1-6-2787,2-5 2883,2-5 0,20-57 0,5-13 0</inkml:trace>
  <inkml:trace contextRef="#ctx0" brushRef="#br0" timeOffset="4949">3893 465 8354,'8'0'207,"0"0"0,0 0 1,0 1 735,-1 1 0,4 6 1,0 6-1,1 4-634,2 3 0,-1 2 0,1 3 0,1-1-662,3-2 353,4 0 0,19 1 0,9 4 0</inkml:trace>
  <inkml:trace contextRef="#ctx0" brushRef="#br0" timeOffset="5401">4239 127 8480,'2'-8'988,"3"0"0,5 3 0,8 0 0,4 1-648,3 0 0,4 1 0,4-1 0,2-1-279,1 1 1,-6 2 0,-1 0 0,-4 1-1102,-1 1 1,-8 0-1849,-3 0 2888,-7 0 0,-23 7 0,-9 1 0</inkml:trace>
  <inkml:trace contextRef="#ctx0" brushRef="#br0" timeOffset="5583">4451 127 8419,'-7'5'-227,"2"0"1,2 2 382,-1 3 1,2 0 0,-2 6 0,1 3 514,1 3 0,1 5 1,0 3-1,-1 3-238,0 4 1,-2 4 0,2 2-1,-1 0-209,-1 3 0,1-3 0,-1 0 0,0-3-514,2-7 0,2-8 1,3-7-1,2-4-1379,2-4 1,1-6 1668,0-4 0,7-31 0,1-12 0</inkml:trace>
  <inkml:trace contextRef="#ctx0" brushRef="#br0" timeOffset="5716">4530 315 8410,'5'0'147,"0"1"0,-1 2 749,0 2 0,3 2-896,3 1 0,34 3 0,11 2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2:25.0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173 276 8236,'0'-5'717,"0"11"1,0 5-350,0 2 1,0 4 0,-1 3 0,-1 2-155,-4 2 0,-1 5 1,-1-1-1,-3 1-79,-2-1 1,1-2-1,-1-2 1,0-4-111,0-4 1,2-9 0,3-2-1,0-3-98,0-2 1,1-3-1,-1-4 1,1-2-131,1-4 0,0-6 0,4-2 1,0-1-149,1-2 1,2 0-1,2-2 1,2-1-52,2-1 0,4 0 0,2-1 0,3 3 322,2 2 1,0 1 0,4 2 0,1 4 523,3 6 1,0 4-1,-3 9 1,1 3 62,0 6 1,-2 7 0,-1 6 0,-3 4 39,-4 2 0,-6 2 1,-6-1-1,-1 0-585,-1 1 0,-3-3 1,-3-1-1,-1-1 38,0-2 0,-36 17 0,-9 4 0</inkml:trace>
  <inkml:trace contextRef="#ctx0" brushRef="#br0" timeOffset="468">873 173 8966,'0'-7'1354,"0"1"0,2 1-1111,3-1 1,1 2 0,7-2 0,1 1-549,1 1 1,1-3 0,0 2 0,-1 0-719,1 0 0,-1 2 0,-1-1 1023,-1 0 0,-21-9 0,-2 0 0</inkml:trace>
  <inkml:trace contextRef="#ctx0" brushRef="#br0" timeOffset="802">944 0 8293,'-7'1'28,"2"2"0,2 3 183,2 4 1,1 2-1,0 4 1,0 4-120,0 3 1,4 5 0,0 6 0,1 3 49,0 1 0,-3 5 1,1 2-1,-2 0 17,-1 0 0,-4-5 0,-1-4 1,-3-1-108,-2-2 1,0-4-1,-2-5 1,0-4-8,-1-7 0,3-5 0,-2-2 1,0-4 25,3-1 1,0-4 0,1-3 0,-1-1-74,-1-4 1,1 0-1,-1-3 1,1 1 8,1-1 1,1-1 0,1-1 0,1 1 247,2 2 0,0 2 0,3 3 0,0 0 194,0 0 1,1 1 0,2 1 0,3 2-205,4 0 1,-1 2 0,4 2-1,0 0-363,0 0 1,4 0 0,0 0-1,2 0 118,3 0 0,74-18 0,-38 7 0,-1 0 0</inkml:trace>
  <inkml:trace contextRef="#ctx0" brushRef="#br0" timeOffset="1033">1282 55 8293,'4'-3'0,"0"-1"-116,-1-1 1,2-1 0,3 3 0,-1-1 121,1 1 0,3 0-6,-1 3 0,8 24 0,-2 7 0</inkml:trace>
  <inkml:trace contextRef="#ctx0" brushRef="#br0" timeOffset="1268">1188 315 8293,'4'-8'0,"-1"1"0,1 1 74,1 1 1,6-1 0,3-2 0,3-2 113,4 0 1,3 2 0,2 3-1,2 2 202,0 1 1,2 3 0,-5 4-1,-2 7 20,-4 4 1,-6 4 0,-3 5 0,-2 1-14,-2 3 0,-4 1 0,-5 2 1,-5 0-284,-4 2 1,-6 1-1,0 2 1,0-3-431,2-2 316,0 0 0,-31 6 0,-8 3 0</inkml:trace>
  <inkml:trace contextRef="#ctx0" brushRef="#br0" timeOffset="1849">1880 150 8355,'-8'3'473,"3"2"0,3 3 1,1 3-2,1 2 1,0 6 0,0 5 0,0 5-362,0 4 0,0 3 0,0 3 0,0 0-106,0 1 0,0-5 0,-1 0 0,-1-2-606,0-4 1,-1-4 0,3-10-1626,0-2 2226,0-5 0,4-33 0,0-10 0</inkml:trace>
  <inkml:trace contextRef="#ctx0" brushRef="#br0" timeOffset="1966">1982 370 8371,'16'-8'0,"-1"1"100,-2 2 1,4-1 0,-1 3 0,0 1-27,1 2 1,-1 0 0,-1 0-75,1 0 0,-4 10 0,0 3 0</inkml:trace>
  <inkml:trace contextRef="#ctx0" brushRef="#br0" timeOffset="2116">2068 527 8355,'-4'4'799,"1"-2"1,3 3-421,0 1 1,7 1-1,3 0-379,4-2 0,38-9 0,17-6 0,4-1 0,0 0 0</inkml:trace>
  <inkml:trace contextRef="#ctx0" brushRef="#br0" timeOffset="2501">2548 142 9226,'4'-4'545,"3"-3"1,5 5-1,2-1-537,2 0 1,5 1 0,0-2-1,3 0-813,2 2 0,-1-1 1,0 0 804,-3 1 0,-3-5 0,-3-2 0</inkml:trace>
  <inkml:trace contextRef="#ctx0" brushRef="#br0" timeOffset="2683">2768 55 8389,'-7'0'-248,"-1"-2"1,0-1 189,0 1 0,-1 2 0,0 3 0,-2 3 586,1 4 1,-2 3 0,-1 5-1,-2 4-258,0 3 1,0 4 0,1 5-1,1 3-88,-1 1 0,-4 2 1,1-2-1,1-2-341,2-4 1,5-4-1,0-7 1,4-1-2088,2-5 2246,0-8 0,24-35 0,5-15 0</inkml:trace>
  <inkml:trace contextRef="#ctx0" brushRef="#br0" timeOffset="2798">2784 307 8389,'27'-8'-186,"-5"0"1,2 0 0,-2-2 132,1 0 1,-3 0 0,-1 4 0,-4 1-167,-2 2 0,-1-1 219,-4 2 0,-4 1 0,-1-3 0</inkml:trace>
  <inkml:trace contextRef="#ctx0" brushRef="#br0" timeOffset="3084">2902 276 8352,'0'10'0,"0"1"-85,0 2 0,-3-3 0,1 3 0,0 2 94,1 3 1,1 1 0,0 3 0,0 0 62,0 2 1,-3 0-1,-3 3 1,-1-2 26,0-1 1,-2 0 0,-1-6-1,-1 0 23,-1-1 0,1-6 1,-2-3-1,0-5 64,1-2 0,-2-4 1,3-3-1,1-1 143,-2-4 1,6-1 0,-2-3 0,2 1 64,2 1 1,-2 1 0,3-2-1,1 1-21,2 2 0,2 1 1,3 3-1,1 0-692,2 2 0,3 1 1,-1-2-1,4 0-445,0 0 1,2 2 0,1-1 763,1-1 0,27-5 0,9-1 0</inkml:trace>
  <inkml:trace contextRef="#ctx0" brushRef="#br0" timeOffset="3283">3162 118 8348,'-6'4'297,"2"1"23,1 2 1,-1 2 0,2 0 0,0 3 135,0 0 1,-2 1-1,2 3 1,0 0-2039,1-1 1582,1-2 0,7 1 0,2-1 0</inkml:trace>
  <inkml:trace contextRef="#ctx0" brushRef="#br0" timeOffset="3517">3311 0 8389,'4'8'35,"1"0"0,-3 1 0,1 1 352,1 3 0,-1 6 0,1 4 0,1 4 139,-1 8 1,-1 6-1,1 5 1,0 6-164,-3 9 1,-1-2 0,-2 4-1,-4-1-284,-4 0 1,-1-3 0,-3-3 0,2-8-357,4-9 277,-2-8 0,2-22 0,-4-7 0</inkml:trace>
  <inkml:trace contextRef="#ctx0" brushRef="#br0" timeOffset="3649">3633 661 8163,'8'13'76,"0"0"1,0-2 0,1 1-77,1-1 0,10 3 0,4-1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2:51.4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531 53 8861,'-7'3'2290,"0"2"-1964,-1 1 0,-1 1 1,-1 4-1,-1 3-300,1 3 0,-4 4 0,-1 3 0,-1 4-51,-3 2 0,-1 3 0,0 0 0,-1 1-165,0-4 1,4 0 0,0-7 0,4-3-1478,3-5 461,0-8 1206,9-7 0,5-48 0,8-14 0</inkml:trace>
  <inkml:trace contextRef="#ctx0" brushRef="#br0" timeOffset="265">302 1 10307,'4'14'620,"1"2"1,4 2-432,2 4 0,5 6 0,-1 0 0,2 2-159,1 1 0,1 0 0,-1 0 0,-2 0-112,-1-4 0,-1-5 0,-5-6-960,-2-1 36,3-1 1,-10-9 1005,0-5 0,-14-19 0,-8-8 0</inkml:trace>
  <inkml:trace contextRef="#ctx0" brushRef="#br0" timeOffset="532">427 1 8171,'0'10'999,"0"1"-357,0-1 0,0 5 1,0 2-1,0 4-373,0 3 1,0 6-1,0 6 1,0 0-420,0 0 0,0-1 0,0-4 1,1-1-389,3-2 538,-3-3 0,-6-27 0,-6-6 0</inkml:trace>
  <inkml:trace contextRef="#ctx0" brushRef="#br0" timeOffset="917">136 42 8219,'-5'-7'308,"-2"0"0,1 5 0,-1-2 0,-1 0 142,-1 1 0,-1 0 0,-1 7 0,1 4-239,-1 5 0,2 3 0,1 5 0,1 1-216,-1 2 0,3 2 0,1 7 0,0 1-192,1 5 1,-1-2 0,6 0 0,0 0-255,1 0 0,5-4 1,-1 1-1,4-5-1689,3-5 2140,-3-7 0,41-25 0,5-10 0</inkml:trace>
  <inkml:trace contextRef="#ctx0" brushRef="#br0" timeOffset="1300">718 22 8217,'7'0'1058,"0"0"0,0 1 0,4 2-573,-1 4 0,-3 7 0,0 3 0,1 4-54,1 3 1,1 3 0,-2 5-1,-3 2-87,0 1 1,-1-1-1,-6-2 1,-1-1-1259,-4 0 0,-2-1 1,-2-2 913,1-4 0,-19-11 0,-5-4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2:56.1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225 63 12446,'0'9'0,"0"1"241,0 2 0,-1-1 0,-1 4 0,-3 1-86,-3 1 1,0 4 0,-6 1-1,0 0-42,0 0 0,-1-1 1,-3-3-1,0-1-179,1-2 0,0-3 0,2-6 0,3-3-55,2-2 1,1-8-1,0-3 1,1-4-126,2-5 1,2-3 0,5-5-1,2 0-14,3 0 0,3 3 1,3 1-1,3 1 81,2 2 1,5 0 0,0 1 0,2 1 253,0 4 1,3 4-1,3 4 1,0 3 148,1 2 1,-6 10-1,1 6 1,-4 8 98,-5 6 0,0 3 0,-6 4 1,-3-1 68,-4-2 0,-3-2 0,-1-5 0,-1-2-1532,-2-3 1140,2-2 0,-39-17 0,-5-4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3:02.0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234 31 7207,'0'-9'71,"0"0"1,0 3 1695,0 0 1,0 5-1552,0 1 0,3 4 0,1 5 0,1 0-1290,2 0 0,0 0 1074,-1 0 0,6 16 0,-2 4 0</inkml:trace>
  <inkml:trace contextRef="#ctx0" brushRef="#br0" timeOffset="363">37 139 8401,'-4'6'-175,"-1"0"0,-1 1 649,0 1 0,4 2 0,-1 1 0,2 3-141,1 3 1,0 0-1,0 6 1,0 0-279,0 0 0,0-2 1,0 2-1,0-2-396,0-1 0,0-5 0,1-3-790,2-2 881,-2-1 0,3-8 1,-4-4-1,0-4 185,0-2 1,0-3-1,0 0 1,0 0 167,0-1 0,0 3 1,1-4-1,2 1 49,3 2 0,5-3 1,2 0-1,1-1 7,2 0 1,3 1 0,3-2 0,2 2 173,4 1 0,-1-2 1,3 4-1,-2 3-154,-1 4 0,-5 3 1,-3 1-1,-4 1-375,-2 2 0,-5 3 0,-5 5 0,-2 1-629,-1-1 0,-2 2 825,-4-1 0,4-4 0,-6-4 0</inkml:trace>
  <inkml:trace contextRef="#ctx0" brushRef="#br0" timeOffset="514">99 426 8333,'3'-9'-430,"1"0"1020,1 0 1,1 3 0,3 0-1,0 0-436,0 1 0,4-3 0,1 4 0,1-1-939,0 2 0,-4 2 785,1 1 0,-6 15 0,-2 5 0</inkml:trace>
  <inkml:trace contextRef="#ctx0" brushRef="#br0" timeOffset="663">82 525 8333,'5'-1'-276,"-1"-1"0,-2-2 256,1-1 0,4 2 0,-1-3 1,2 0 490,1 1 0,1-3 0,1 2 0,2-1-710,1 1 1,-3-1 238,1 4 0,-2 0 0,-1 3 0</inkml:trace>
  <inkml:trace contextRef="#ctx0" brushRef="#br0" timeOffset="847">1 678 8160,'0'-9'605,"0"0"0,0 3 0,1 0 0,2-1-143,3-1 0,7-1 0,4-1 0,4-1-305,2-1 1,3 0 0,5 3 0,0 0-407,0 0 1,-1 0 0,-3 0-1,-1 1-552,-2 2 0,-6-1 801,-6 4 0,-2 0 0,-1 3 0</inkml:trace>
  <inkml:trace contextRef="#ctx0" brushRef="#br0" timeOffset="1081">234 328 8164,'-9'0'185,"3"1"0,1 2 1,0 3 295,0 2 0,2 6 0,-2 3 0,0 6-126,0 3 1,0 2 0,-2 2-1,1 3-289,-1 2 0,-1 1 0,-2 1 0,-1 1-307,-1 1 1,-4 0 0,3-3 0,-1-1-222,2-3 0,2-6 0,2-8-1720,2-5 2182,2-11 0,12-39 0,2-16 0</inkml:trace>
  <inkml:trace contextRef="#ctx0" brushRef="#br0" timeOffset="1197">216 633 8164,'9'1'124,"0"2"0,3 2 0,0 5 1,-1 2 503,-1 3 0,-4 3 0,1 3 0,2 3-74,2 2 0,2-3 0,-1-3-554,3-5 0,18-2 0,5-4 0</inkml:trace>
  <inkml:trace contextRef="#ctx0" brushRef="#br0" timeOffset="1864">755 112 8438,'-1'9'537,"-1"0"-200,-1 0 0,0 0 0,3 0 0,1-1-362,2-2 0,2 1 0,5-4 0,2-1-452,3-1 0,2-1 0,2-1 0,2-3 78,3-5 1,-1 0-1,1-3 1,0 2 152,-1 1 0,-5 0 0,-6 1 282,-3 2 1,-4 3 0,-3 6-1,-5 4 111,-5 4 0,-9 3 0,-7 5 0,-2 1-158,-1 1 0,0 0 0,0-3 0,1 0-82,2 0 1,2-3-1,4-1 1,1-2 229,2-4 0,3-2 533,6-3 0,3-3-435,6 0 1,2 0-1,4-3 1,1 1 214,2-1 0,2 1 0,4-4 0,0-1-337,0-1 1,0 2 0,0 0 0,1-1-682,2-1 0,-2 0 1,1 1 567,-4 1 0,-3 0 0,-4-3 0</inkml:trace>
  <inkml:trace contextRef="#ctx0" brushRef="#br0" timeOffset="2064">908 139 8402,'-9'10'-709,"1"1"876,2 1 0,-2 4 0,3-1 0,-1 3 529,0 3 1,3 3-1,-2 4 1,1 0-651,2-2 0,1-5 0,1 2 0,0-1-638,0-2 1,3-5 0,0-3 591,-1-2 0,-9 3 0,-3 1 0</inkml:trace>
  <inkml:trace contextRef="#ctx0" brushRef="#br0" timeOffset="2382">854 364 8402,'-9'0'-129,"3"0"1,0 0-1,-1 1-3,-1 1 1,-1 3 0,-1 5-1,-1 1 276,-1 1 0,-1 4 0,2-1 1,-2 2-204,-1 1 1,3 0 0,-1 0 0,2 0 293,1 0 1,1-4 0,2-2-7,3-2 0,3-2 1,3-2-1,3-3-245,2-2 1,5-5 0,2-2-1,2-2-308,1-1 1,3-3 0,0 0 0,-1 1-12,-1 1 0,0 1 1,1 0-1,1 1 335,-1 2 0,-1-1 0,-2 4 0,-1 1 0,-1 1 0,-3 1 0,2 0 0,-2 0 0,-23 24 0,-10 6 0</inkml:trace>
  <inkml:trace contextRef="#ctx0" brushRef="#br0" timeOffset="2699">818 579 8942,'-9'4'412,"0"1"0,1 4 1,1 0-221,1 0 1,1 4 0,-2 3 0,1 3-16,-1 2 0,0 4 1,0-1-1,2 1 10,1-1 0,-2 2 0,3-5 1,1 0-78,1-3 1,1-6-176,0 0 1,4-6 0,3-3 0,3-3 3,2-3 1,4 1-1,-1-4 1,2-2-380,1-3 1,0 1 0,1-2 0,1 1-632,1-1 1,2 3 1070,-5-3 0,-2 6 0,-7 2 0</inkml:trace>
  <inkml:trace contextRef="#ctx0" brushRef="#br0" timeOffset="2847">953 579 7850,'-9'1'0,"0"2"-40,0 3 1,3 2 0,0 2 0,-1 3 535,-1 5 0,2 2 0,0 6 0,0 3-381,1 2 0,-3 2 0,3 2 1,-1-2-1063,0 0 1,3-5 946,-3-1 0,-12-8 0,-6-6 0</inkml:trace>
  <inkml:trace contextRef="#ctx0" brushRef="#br0" timeOffset="3031">638 786 8235,'0'-9'-97,"0"0"1,1 0 326,2 0 1,3 1 0,6 1 0,3 1 85,2-1 0,5 2 0,2-1 0,3-2-954,3-3 0,2-3 1,4-4 637,0 0 0,36-48 0,-32 27 0,0 0 0</inkml:trace>
  <inkml:trace contextRef="#ctx0" brushRef="#br0" timeOffset="3466">1222 193 8451,'-6'4'-281,"0"2"1,-1 3 1107,-1 3 1,-2 2-1,-1 4 1,-2 2-433,-1 4 0,-1 0 1,-3 6-1,0-3-408,0 0 0,4-3 1,2-2-1,3-3-442,3-5 1,3-7 210,6-4 1,2-6 0,5-4 0,1-3 83,1-2 1,4-1-1,-1 2 1,1-1-79,-1 1 1,2 4 0,-2 1 0,2-1 26,1-1 0,-3 0 1,-1 1-1,0 2 222,0 1 1,-3-1 0,1 2 468,-2 1 0,-4 1-85,0 1 0,-7 4 0,0 2 1,-3 1 224,-3 2 1,-4 4-1,-1 2 1,1 3-256,1 3 1,-2 2 0,-1 4-1,-1 1-233,-2 2 0,2 5 0,-1 5 0,0 0-138,1 0 0,-4 4 1,1 0-1,-3 1-434,0-1 1,2-4 0,3-8 0,3-5-843,2-5 0,3-9 1,1-7 1281,3-8 0,10-53 0,2-14 0</inkml:trace>
  <inkml:trace contextRef="#ctx0" brushRef="#br0" timeOffset="3614">1033 642 8532,'9'-5'453,"0"2"0,1 10 1,1 6-1,2 6 257,1 5 0,1 6 0,3 4 0,1 4-556,2 3 1,2-4 0,5-3 0,2-5-155,3-6 0,30-27 0,8-8 0</inkml:trace>
  <inkml:trace contextRef="#ctx0" brushRef="#br0" timeOffset="4230">1815 58 8184,'0'-6'238,"0"0"1,-4 4 444,-2-1 1,1 6 0,-1 3 0,-1 2-529,-1 1 0,-5 3 0,-1 1 0,-1 1-263,0 2 0,4 0 0,-2 0 0,1-2 30,0-1 1,3-1-59,3-3 1,5-4-1,2-2 1,7-3 272,6-3 1,3-2 0,2-4 0,1 0-169,1 0 1,3 0 0,-4 1 0,-2 1-64,-2 1 0,-2 4 0,1-1 0,-3 2-34,-2 1 1,-5 5 0,-2 3 0,-3 4 49,-3 2 1,-3 2-1,-6 4 1,-3 2-311,-2 1 1,-5 1 0,-1 2 0,-1-1 387,0-1 0,-48 23 0,29-18 0,-1-1 0</inkml:trace>
  <inkml:trace contextRef="#ctx0" brushRef="#br0" timeOffset="4413">1599 462 8587,'-8'1'486,"2"2"0,-1 2 0,4 5 0,1 3-87,1 5 1,1 4 0,0 6 0,0 2-168,0 3 0,-1 7 1,-1 4-1,-1 2-126,1-2 1,1-1 0,0-4 0,-1-1-690,-1-1 0,0-10 0,4-6-1038,2-7 0,-1-12 1621,4-5 0,-4 0 0,2-1 0</inkml:trace>
  <inkml:trace contextRef="#ctx0" brushRef="#br0" timeOffset="4749">1635 462 8171,'0'-9'-188,"0"3"0,1 1-246,2 1 0,3-3 1,6 1-1,4-2 421,4-1 0,0 0 1,4 0-1,1 0 50,1 0 0,0 3 0,-2 2 0,-4 0 129,-4 2 0,0 6 0,-5 3 0,-2 6 148,-3 4 0,-4 0 0,1 7 1,-2 1 40,-1 1 0,0 4 0,-1 1 1,-1 1-51,-1 2 0,-3 3 1,0 0-1,-1-2-182,1 0 0,-2-3 1,3-1-1,-1-1-725,0-4 1,3-7 0,-2-7-564,1-2 1,0-5 1164,1-2 0,-6-34 0,-5-9 0</inkml:trace>
  <inkml:trace contextRef="#ctx0" brushRef="#br0" timeOffset="4914">1707 453 7973,'0'9'-77,"-3"0"0,0 1 0,1 1 218,1 1 0,1 4 1,0-1-1,0 2-579,0 1 0,1-3 438,2 0 0,-6 4 0,2 4 0</inkml:trace>
  <inkml:trace contextRef="#ctx0" brushRef="#br0" timeOffset="5047">1635 579 7711,'6'-8'-383,"0"2"0,-1-2 0,2 3 0,0-1 383,3 0 0,-1 4 0,3-1 0,-1 2 0,1 1 0,-2 1 0,2 2 0,-6 18 0,-2 8 0</inkml:trace>
  <inkml:trace contextRef="#ctx0" brushRef="#br0" timeOffset="5164">1644 705 8106,'-9'0'-1680,"3"0"2260,0 0 0,5 0-809,1 0 0,8-4 0,7-2 229,2-2 0,49-25 0,12-6 0</inkml:trace>
  <inkml:trace contextRef="#ctx0" brushRef="#br0" timeOffset="5880">1985 256 8004,'-9'0'-216,"4"-4"0,2-2 695,2-2 1,2 2 0,2 0 0,5-1-19,6-1 1,2-1 0,7 0-1,0 0-936,0 0 1,-3 1-1,2 1 1,-2 2-402,-2 1 0,-2 1 1,-8 4 875,-2 2 0,-2 3 0,-5 5 0,-2 2 0,-3 1 0,-6-2 0,-2 3 0,-1 0 0,0-1 0,0 2 0,-2-3 0,1 0 39,1 0 1,4-1 0,-1-3 0,3 0 1363,3 0-1073,2-4 1,5-1-1,2-5 1,4-2-249,4-3 0,-1-2 0,2 0 0,-1 1-458,1 1 0,-2 4 0,1-2 0,-3 1-411,-2 0 1,-1 1 596,1 5 0,-2 5 1,-5 4-1,-2 0 191,-3 1 1,-6 0 0,-2 2 0,-1 0 70,0 1 1,4-3 0,-1-1 0,3-2 201,3-1 0,-1-3-251,4 0 1,4-4 0,5 1 0,2-3-133,1-3 1,0 1 0,0-3-256,0 1 1,0 1 363,0 3 0,-5 4 0,-4 3 0,-5 4 0,-3-1 0,-2 3 0,-2 0 0,-3 2 0,-5 1 0,-1 0 0,1-1 58,1 1 1,1-3-1,1 0 1,2-2 966,4-2 0,4-1-433,1-5 1,5-2 0,2 1-1,7-4-276,5-4 1,5-1 0,3 0 0,2 1-307,0-1 1,3-1 0,-2-1-1,2 1-330,1 2 0,2-2 0,-1 2 0,-2-1-951,0 1 1,-7-1 0,-1 3 1270,-1-1 0,-4 3 0,-24-14 0,-10 1 0</inkml:trace>
  <inkml:trace contextRef="#ctx0" brushRef="#br0" timeOffset="6047">2183 408 8162,'-8'9'63,"2"0"0,-1 4 1,4 2-1,1 3 399,1 3 1,1 6-1,1 6 1,1 3 165,1 3 0,0 3 0,-2 6 1,1 1-695,1-2 1,0-4 0,-3-9 0,0-4-1005,0-6 1070,0-4 0,-4-26 0,-1-6 0</inkml:trace>
  <inkml:trace contextRef="#ctx0" brushRef="#br0" timeOffset="6647">2614 489 8078,'5'9'0,"-2"0"175,-2 0 1,-1 3 0,0 1 0,0 0 245,0 0 0,-3 2 0,-1-1 0,-1 1-190,-2 1 0,-1 4 0,-1-3 0,-1 3-55,-2 0 0,-5 2 0,-4-1 0,1-2-44,1-3 1,1-3-1,0-5 1,1-2-165,2-3 0,5-7 0,5-5 1,1-6-85,2-5 1,5-4 0,4-5 0,4-1-79,4 1 1,2 1 0,2 1 0,1 1-121,1 2 1,3 3-1,-2 6 1,1 4 268,2 4 1,1 4 0,0 7-1,-2 6 447,-3 7 1,-3 6-1,-2 7 1,-3 3 111,-3 2 0,-3-2 1,-7 0-1,0 0-866,0-1 352,0 3 0,-20-8 0,-5 4 0</inkml:trace>
  <inkml:trace contextRef="#ctx0" brushRef="#br0" timeOffset="7347">3162 130 8290,'-6'5'558,"1"-1"-122,1 0 0,1 1 0,3 4 0,1-1-655,2-2 0,3 1 1,6-3-1,3 0-52,2 0 0,1-1 1,1-3-1,1-1-99,1-2 1,-1-1 0,-3-2 0,-1 2 173,-1 0 0,-4 3 289,1-2 0,-6 3 1,-4 3-1,-5 3 16,-6 2 0,-4 5 0,-6 2 1,-2 2-128,-3 1 0,2 0 0,-2 0 1,0 0 4,1 0 0,-2-1 0,4-2 1,2-3 600,3-3 0,3-1-9,4-2 0,5-2 0,4-4 1,6-1-169,5-2 0,3-2 1,5-4-1,1 1-213,1-1 0,3 1 1,-2 1-1,0 1-512,0-1 0,-2 0 1,-2 0-1,-1 2-533,-2 1 0,-2-2 0,-4 2 847,0-1 0,-16-1 0,-4-3 0</inkml:trace>
  <inkml:trace contextRef="#ctx0" brushRef="#br0" timeOffset="7530">3296 166 8281,'-6'6'196,"1"0"0,0 1 235,1 1 0,1 5 0,-2 3 0,0 4-6,0 4 0,-1 5 0,-3 2 0,0 0-279,0-1 0,3 1 0,1-2 0,0 0-634,0-3 0,3-4 1,-2-7-1,1-3 488,0-2 0,-12-21 0,0-5 0</inkml:trace>
  <inkml:trace contextRef="#ctx0" brushRef="#br0" timeOffset="7797">3243 364 8281,'-6'0'-65,"0"1"0,-1 0 190,-1 2 1,-2 4 0,-2 0 0,-2 3-102,0 2 0,-3 4 0,2-1 0,-1 2-125,1 1 0,2-3 0,4-1 0,0 0 26,0 0 0,4-6 1,2 1 103,2-1 0,2-4 0,2-1 0,3-2-64,2-1 0,4-4 0,1-2 0,1-2-14,2-1 0,2 0 0,2-1 1,1 0 26,-1 1 1,-1-2-1,-1 6 1,0-1-62,0 0 1,-4 4 0,0-1 0,0 2-128,0 1 210,-3 0 0,-10 24 0,-7 6 0</inkml:trace>
  <inkml:trace contextRef="#ctx0" brushRef="#br0" timeOffset="8065">3198 579 8239,'-9'0'-61,"0"1"482,0 2 0,3 2 0,0 4 0,-1 1 45,-1 2 1,2-1 0,0 5 0,-1 2-255,-1 2 1,0 2 0,2-2 0,2 1-7,0-1 0,3 0 1,-2-1-1,2-1-50,1-1 0,0-5 0,1 0 0,3-3-275,5-3 1,1-2 0,5-4 0,1-1-217,1-2 1,4-2 0,0-4 0,0 0-328,1 0 1,-3 0 0,1 0 0,-1 0 661,-1 1 0,-8-13 0,-2-3 0</inkml:trace>
  <inkml:trace contextRef="#ctx0" brushRef="#br0" timeOffset="8213">3323 579 8212,'-9'4'179,"0"3"238,0 4 1,3 3 0,0 5 0,1 2-168,0 3 0,-3 3 0,3 2 0,-1 1-469,0-1 0,3 1 1,-2-1-1,0-2 219,0-2 0,-1-13 0,-3 0 0</inkml:trace>
  <inkml:trace contextRef="#ctx0" brushRef="#br0" timeOffset="8397">2964 741 8188,'4'-9'-144,"1"0"0,4 1 1,0 1 122,0 1 1,5 4 0,3-2-1,5 1 365,4 0 1,0-4 0,7 1 0,1-2-345,1-1 0,48-44 0,-35 21 0,0 0 0</inkml:trace>
  <inkml:trace contextRef="#ctx0" brushRef="#br0" timeOffset="8865">3620 166 8583,'-9'0'0,"0"0"543,0 0 1,3 1 0,0 2 0,-2 3-240,-3 2 0,1 5 1,-3 2-1,1 3-327,0 3 1,-1-1 0,2 4 0,-1 0-28,1-1 0,4-4 0,2-6 0,1 0 149,2-2 1,2-5-1,3-3-79,3-2 1,2-1 0,2 0-1,1 0-49,1 0 0,4-4 1,-1-2-1,3-1-317,3 1 0,-3-2 0,1 3 0,-3 0 93,0 3 1,-2-2-1,0 1 1,-1 1 407,-2 1 0,-4 1 0,-1 0 442,1 0 1,-3 4 0,-1 2 0,-2 1-15,-1 2 0,-3 1 1,-1 2-1,-1 3-25,-2 2 1,-2 1 0,-2 1-1,-1 2-332,1 3 1,-2 3 0,0 2 0,0 2-231,0 1 1,-3 2-1,1 4 1,-1 1-404,1-1 0,-1-5 0,4-4 0,1-2-2638,1-3 1329,5-2 0,1-13 1716,4-6 0,-16-50 0,-4-17 0</inkml:trace>
  <inkml:trace contextRef="#ctx0" brushRef="#br0" timeOffset="8996">3494 579 8194,'5'1'455,"-1"1"0,-1 2 398,0 1 1,4 5 0,0 6-1,4 4-235,4 4 0,2 3 0,3 2 1,4 1-275,6-1-344,8-1 0,50 6 0,-35-15 0,-1-1 0</inkml:trace>
  <inkml:trace contextRef="#ctx0" brushRef="#br0" timeOffset="9515">4096 328 8194,'-3'9'0,"0"0"0,0 1 259,-1 1 0,3 3 0,-2 5 0,2 1 514,1 1 1,0 5-1,0 1 1,0 4-495,0 1 1,1 3 0,1-2 0,1 3-445,-1 3 0,-1-6 0,0 0 1,1-5-1278,1-4 0,0-6-840,-3-3 2282,0-8 0,12-39 0,3-17 0</inkml:trace>
  <inkml:trace contextRef="#ctx0" brushRef="#br0" timeOffset="9680">4230 507 8194,'9'-6'459,"0"0"1,1 3 0,1-2 0,2 0 270,1 0 0,1 3 0,3-1 1,0 1-629,0-1 0,0 2 0,-1-2 0,-1 2-564,-1 1 1,-4 1 0,1 1-1291,-2 1 1752,-1 4 0,-20-10 0,-5 2 0</inkml:trace>
  <inkml:trace contextRef="#ctx0" brushRef="#br0" timeOffset="9980">4365 337 8194,'0'10'-118,"0"2"1,3-2-1,0 6 1,0 2 658,1 2 1,0 5 0,3-1 0,-2 3-355,-1 3 0,2 2 0,-3 4 0,-1 0-101,-1 0 0,-1-1 0,-1-2 0,-2-3-162,-3-2 0,-5-5 0,-2-3 1,-1-2 103,-2-3 0,0-3 0,0-6 1,2-3 165,1-2 1,1-5 0,4-3 0,1-4 160,1-4 1,4-2 0,-1 0-1,2 2-19,1 0 1,0 1 0,1-2 0,2 2 176,3 1 0,2 4 0,1 3 1,0 0-382,0 1 1,3 1 0,1 4 0,1 0-922,2 0 1,2 4-1,2 2 789,1 2 0,36 33 0,6 8 0</inkml:trace>
  <inkml:trace contextRef="#ctx0" brushRef="#br0" timeOffset="10096">4778 884 8117,'3'6'932,"0"0"-932,0-4 0,1-10 0,1-7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2:57.8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1 135 8451,'0'-9'614,"0"0"0,1 4 31,2 2 0,2 9 0,4 4 0,1 3-545,2 3 0,-1 5 0,3 2 1,0 1-647,0 0 0,-2 0 0,3 2 0,0-1 13,-1-2 0,-1-6 0,-5 0 533,-2-3 0,-10-18 0,-6-7 0</inkml:trace>
  <inkml:trace contextRef="#ctx0" brushRef="#br0" timeOffset="232">163 135 8309,'4'-12'178,"2"0"1,5-3 0,2 3 0,2 0 136,3-1 0,4 3 0,6-2 0,2 2 97,3 1 0,2 1 1,1 2-1,0 3-370,0 2 1,1 2 0,-3 2-1,-7 3 45,-6 2 0,-3 1 1,-8 1-1,-3 1-187,-2 1 1,-2 3 0,-3-2 0,-1 1-78,-2 2 0,-5 1 0,-4 1 0,0 0-187,-1 0 0,2 0 0,-4 0 0,0-1-270,1-2 1,-3-1 0,2-4 633,-2-1 0,-13-2 0,-3-7 0</inkml:trace>
  <inkml:trace contextRef="#ctx0" brushRef="#br0" timeOffset="398">342 63 9191,'0'10'525,"0"2"0,3 5 0,0 6 0,-1 2-774,-1 3 1,-1 1-1,0-1 1,0 0 248,0-1 0,-8 18 0,-2-3 0</inkml:trace>
  <inkml:trace contextRef="#ctx0" brushRef="#br0" timeOffset="548">252 225 8289,'9'-8'-62,"0"1"1,0 2 236,0 1 0,1-2 0,2 3 0,2 1 175,0 1 0,2 1 0,-3 0 0,0 0-1259,0 0 909,3 4 0,-22 17 0,-1 8 0</inkml:trace>
  <inkml:trace contextRef="#ctx0" brushRef="#br0" timeOffset="715">217 377 8295,'8'-6'299,"1"0"0,1 1 0,2-2 0,3 1 275,2-1 0,4-3 0,0-1 0,0 2-1298,1 2 1,-4 5 0,0-1 723,-5 2 0,-11 9 0,-3 2 0</inkml:trace>
  <inkml:trace contextRef="#ctx0" brushRef="#br0" timeOffset="898">172 512 8034,'4'-5'1079,"2"-2"0,6 3 0,4-1-791,3-2 1,4-1 0,3-1-1,-1 0-1100,-1 0 0,-1 0 0,1 0 812,-3 0 0,-6 0 0,-2 0 0</inkml:trace>
  <inkml:trace contextRef="#ctx0" brushRef="#br0" timeOffset="1081">351 324 8254,'-9'0'0,"0"0"0,0 0 494,0 0 0,3 7 0,1 1 1,1 3-201,2 2 1,1 4 0,1 4 0,0 0-319,0 1 0,0 1 1,0 3-1,0-2-741,0-3 1,1-3 0,1-3 764,1-3 0,16-34 0,1-9 0</inkml:trace>
  <inkml:trace contextRef="#ctx0" brushRef="#br0" timeOffset="1215">423 341 8254,'5'1'1217,"-2"2"0,-2 3-964,-1 2 1,0 2-1,0 2 1,0 3-1818,0 2 1564,0 1 0,-20 36 0,-5 9 0</inkml:trace>
  <inkml:trace contextRef="#ctx0" brushRef="#br0" timeOffset="1381">154 710 8254,'0'-9'23,"0"0"0,4 3 0,2 0 0,2 0 666,1 1 0,7-3 0,3 2 0,2-2-350,4-1 1,2 1-1,1 1 1,1 2-880,0 1 0,-8 0 540,0 1 0,-10 6 0,-7-2 0</inkml:trace>
  <inkml:trace contextRef="#ctx0" brushRef="#br0" timeOffset="1531">351 683 8254,'-9'15'-12,"0"0"1,0-3 0,0 3 0,0 1 115,0 1 0,1 3 0,1 1 0,1-1-287,-1-1 183,3-1 0,4-4 0,5-1 0</inkml:trace>
  <inkml:trace contextRef="#ctx0" brushRef="#br0" timeOffset="1664">495 764 8185,'12'1'0,"0"1"0,-1 2 240,-1 1 1,-1 4-1,0 2-240,0 0 0,24 3 0,6 0 0</inkml:trace>
  <inkml:trace contextRef="#ctx0" brushRef="#br0" timeOffset="2150">998 243 8731,'-5'-1'729,"3"-1"-195,4-1 1,7-1 0,6 2 0,2-1-504,1 1 1,3-2-1,1 1-31,1 1 0,20-23 0,9-5 0</inkml:trace>
  <inkml:trace contextRef="#ctx0" brushRef="#br0" timeOffset="2314">1204 117 8392,'-9'3'147,"0"0"1,0 4 0,0-1 0,0 3 329,0 3 1,-1 3-1,-1 6 1,-3 3-239,0 2 0,-3 2 0,3 2 1,-1 4-84,0 3 0,0-3 0,-2 2 0,1-1-259,1 0 0,1 1 0,-1-1 0,3-3-879,2-5 1,6-6 981,4-9 0,20-24 0,9-13 0</inkml:trace>
  <inkml:trace contextRef="#ctx0" brushRef="#br0" timeOffset="2448">1339 315 8308,'9'0'-418,"0"0"0,0 0 1,-1 1 748,-2 2 0,-1-1-331,-2 4 0,-6 11 0,2 7 0</inkml:trace>
  <inkml:trace contextRef="#ctx0" brushRef="#br0" timeOffset="2733">1303 377 8291,'-8'1'0,"1"1"0,1 2-135,-1 1 1,0 1-1,1 3 1,2 1 142,0 2 1,3 2 0,-2 5 0,2 1 15,1 1 1,0 5 0,0 0-1,0 5 209,0 4 1,0-4 0,0 5 0,0-1-74,0 0 1,-1-3 0,-2-3 0,-3-3-65,-2-5 0,2-4 0,0-9-74,-1-2 1,-1-3-1,-1-6 1,0-3-10,0-2 1,2-5 0,0-1 0,-1-1 185,1 0 0,0 0 1,-1-2-1,0 2 153,2 0 0,-1 1 1,3 0-1,0 4 64,0 3 0,1 1 1,4-2-641,2 2 1,3 2 0,6 3 0,3-2 223,5-3 0,33-10 0,13-4 0,8-2 0,-1 0 0</inkml:trace>
  <inkml:trace contextRef="#ctx0" brushRef="#br0" timeOffset="3564">1779 279 8195,'-1'-8'-170,"-1"1"330,-1 1 0,0 0 189,3-3 0,1 1 0,2 1 0,4 1-412,4-1 0,3 2 0,4-1 0,0 0-34,0 1 1,0 0 0,0 3 0,-1-1 1,-2 1 0,-2 2 1,-5 4-1,-2 5 52,-3 5 0,-3 4 0,-3 3 0,-4 2-107,-4 0 0,-2 3 0,-3-3 1,1 2-45,-1-1 0,-1 2 1,-1-3-1,0 1 160,0 0 0,0-5 1,1-1-1,2-5 1225,3-3-860,2-1 0,6-4 0,4-3 0,6-4-164,5-4 0,3-2 0,4 0 0,1 1-148,2 1 0,-1 4 0,3 0 0,0 4-2,0 4 1,-4 7 0,0 5-1,-4 5 17,-2 3 1,-5 2 0,-5 1 0,-2 1 46,-1-1 0,-4-1 0,-3-2 0,-3-4 59,-2-4 0,-3-4 1,2-5-1,-1 0-107,-2 0 0,3-4 1,0-3-1,1-4-164,0-4 1,0-2-1,3-2 1,0-2-30,0-3 1,3 1-1,1 0 1,1-1-108,2 1 0,1 1 14,1 4 1,1 4 0,3 2 252,5 2 0,64-15 0,20-4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3:20.07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46 260 8307,'-9'0'1059,"0"0"8,-1 0 0,2-1 1,2-2-859,3-3 1,2-2-1,2-1 1,2-2-151,3-1 1,6-2-1,3-4 1,0 1-309,0 1 0,-4 3 0,2 4 0,0 0-465,-1 0 0,0 4 1,-3 3 500,0 4 0,-1 4 0,-1 6 0,-1 3 321,2 2 0,-3 2 1,1-2-1,1-1-94,1-1 0,1-4 0,0-1 0,0-4-26,0-2 0,1-2 1,-1-6-1,0-5-174,0-6 0,-1-3 0,-1-2 0,-1-2 157,1-2 1,-2 1 0,0-1-1,0 2 79,-3 3 1,-1 4-1,-1 1 89,0 0 1,0 7-1,0 7-88,0 5 1,0 9-1,0 3 1,0 4-14,0 2 0,0 3 0,0 3 0,0 3 21,0 0 1,0 3-1,0 4 1,0 5 86,0 3 1,0 4-1,0 5 1,0 1 52,0 1 0,0 3 1,-1-1-1,-1-1 133,-2-4 1,-2-9 0,2-8 0,0-6 148,0-4 1,-2-11 0,2-2 0,-1-5-7,-2-4 1,-1-1 0,-1-6-1,-1-2-139,-3 0 1,2-8 0,-4 0 0,-1-4-173,-1-3 1,1 0-1,2-5 1,0 0-109,0-1 1,3 3-1,-2-2 1,3 1-110,1 1 1,0 5 0,1 2 0,1 1-632,1 1 1,3 3-1040,-3 3 1,5 2 0,2 4 1722,7 0 0,21 8 0,10 2 0</inkml:trace>
  <inkml:trace contextRef="#ctx0" brushRef="#br0" timeOffset="465">639 397 8269,'-9'-3'2473,"0"0"1,4-1-2021,2 1 1,3 2-1,3-2 1,3 2-360,2 1 0,2 0 0,1 0 1,2 1-528,2 2 0,-3-2 0,2 2 0,-1-2-1015,-2-1 0,-1 3 1448,0 0 0,-1 0 0,0-3 0</inkml:trace>
  <inkml:trace contextRef="#ctx0" brushRef="#br0" timeOffset="647">621 534 9590,'-5'-1'2615,"3"-1"-1848,4-1 1,3 0 0,5 3 0,1 0-702,1 0 0,4 0 1,0 0-1,0 0-2517,-1 0 2451,2 0 0,14 0 0,7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3:25.9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302 129 8041,'-9'-14'0,"3"4"0,-1-2 0,0 1 605,-1-1 0,-1 2 1,0-3-1,0 3 55,0 1 0,-4 1 0,-3 1 0,-1 2-421,-1 1 0,3 1 0,-1 4 0,1 2-169,1 3 1,-2 6-1,4 4 1,0 4-280,2 1 0,5 3 0,2-1 0,2-1-174,1 0 1,4-1 0,2-3 0,3-3-74,4-3 0,1-6 1,4-3-1,0-2 118,1-1 1,2-7-1,-1-2 1,-2-1 190,-1 0 0,-6 1 0,1-1 0,-2 1 231,-1 0 0,-3 4 103,0 2 0,-4 7 0,1 5 0,-2 7-120,-1 4 0,-1 3 1,-1 6-1,-2 1-56,-1 3 0,2 8 0,-3 4 0,-1 2 137,-1 1 0,-1-1 1,-1-2-1,-1 1 396,-2-1 0,-2-4 1,3-4-1,0-7-77,-1-5 1,2-6-1,-1-8 1,2-4-99,1-4 1,0-6 0,0-4 0,-1-4-100,-3-5 1,3-2 0,-1-2 0,3-1-83,2 0 1,1-1 0,-2 1 0,2 0 35,1 2 1,0 2-1,2 1 1,-1 1-509,1 2 0,1 1-314,1 3 0,1 3 0,2 1 0,4 0-1067,4 0 0,3 2 1665,4-3 0,-8-1 0,-1-2 0</inkml:trace>
  <inkml:trace contextRef="#ctx0" brushRef="#br0" timeOffset="417">603 56 8116,'0'-10'265,"0"1"1,-1 1-1,-1 1 1,-2 2 566,-1 1 1,2 1 0,-3 3 0,-1 0-397,-2 0 0,0 8 1,0 4-1,0 5-179,0 5 0,-3 4 1,0 7-1,0 2 29,2 6 1,1-1-1,0 3 1,0 0-241,0 2 0,3 2 1,1 0-1,1 1-170,2-3 0,2-8 1,3-7-1,3-6-453,2-6 0,1-8 0,1-7 0,2-4 577,3-5 0,7-24 0,1-14 0</inkml:trace>
  <inkml:trace contextRef="#ctx0" brushRef="#br0" timeOffset="785">840 110 8116,'0'-9'865,"-1"4"1,-1 1-270,-1 0 1,-1 4 0,1 1 0,-2 7-164,0 6 0,-3 5 1,2 2-1,-2 4-78,-2 5 0,0 3 0,-1 7 1,-1 3 30,1 5 0,-2 0 0,1 2 0,3-1-113,2-4 1,5-5-1,0-7 1,4-7-252,4-7 0,3-6 0,3-7 1,0-6-315,-1-6 1,2-6-1,-1-4 1,-1-3-156,0-3 1,-2 1 0,0 3 0,0-1-226,0-3 0,-3 6 0,-1-2 1,-1 1-1038,-2-1 0,-1 3 1709,-1 0 0,-16-12 0,-4-7 0</inkml:trace>
  <inkml:trace contextRef="#ctx0" brushRef="#br0" timeOffset="931">639 302 8116,'-9'0'313,"1"-1"2354,2-2-2119,-2 2 0,12-2 1,2 5-1,7 2-483,5 1 0,1-2 1,1 2-1,2-1-2180,2-2 2115,-4 3 0,43-8 0,6 2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3:27.8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539 236 8106,'-1'-9'1225,"-2"0"0,2 5-801,-2 4 0,2 4 0,1 6 0,0 2-427,0 0 1,4 3 0,2-3-1,2 0-457,1 1 1,3-5 0,1 0 0,2-2 10,1-1 0,1-3 0,1 1 0,1-2-88,-1-1 1,-1-4-1,-2-1 1,-3-1 513,-1 0 0,-3 3 409,-2-4 1,-7 5 0,-7 0-1,-5 4 32,-1 5 1,0 1 0,-2 2 0,2 2 45,0 3 1,-1 3 0,3 3-1,2 1 227,3 1 1,0-1 0,4 1 0,1 0-183,1 1 0,3-5 0,3 0 0,5-5-577,3-4 1,2 1-1,5-8 1,1-1-395,3-1 0,3-8 1,-1-4 461,-2-2 0,23-63 0,-23 29 0,1 0 0</inkml:trace>
  <inkml:trace contextRef="#ctx0" brushRef="#br0" timeOffset="1000">9 17 8321,'1'-8'1119,"2"2"-728,4 3 0,2 4 0,3 4 0,3 6-17,2 6 0,2 3 0,-1 8 0,-1 3-21,-2 2 0,-2 7 1,-4 3-1,-3 4-294,-3 2 0,-7 0 0,-6-1 0,-4 2-612,-3 0 1,-1-4 0,0-3-1,0-10-1982,3-6 2535,-2-5 0,-1-20 0,-6-4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3:32.80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73 224 8149,'-9'3'322,"0"0"0,3 0 0,0-3 1422,-1 0 0,3-1-1475,1-2 1,2-2 0,2-4-1,2-1-310,3-2 0,2 0 0,1-2 0,1 1-42,3 2 1,-3 1-1,2 2 1,-2 0-188,-1 2 1,0 4-1,0 0 231,0 4 1,-2 6-1,-2 5 1,0-1 41,0 1 1,-2-2-1,2 3 1,0 0-361,0-3 1,1-5-1,3-3 1,0-2-10,1-1 1,0-4 0,0-3-1,0-3 178,-2-3 0,-1-3 1,2 0-1,-1-3 336,-2-3 0,2 1 1,-5 4-1,-1 1 175,-1 0 1,2 5 0,0-1-157,-1 2 1,-1 6 0,-1 4 0,-1 6-126,-2 5 1,2 4 0,-2 7-1,2 2-72,1 2 0,0 4 1,-1 2-1,-1 6 191,-1 2 1,0 4 0,3 6 0,-1 5 29,-3 8 1,3 1 0,-3 3-1,0-2 207,-2-1 0,1-5 1,-1-4-1,0-5-1,1-6 1,-3-7-1,2-12 1,-2-6-103,-1-6 1,2-2 0,1-8 0,-2-2 60,-3-3 1,0-3-1,-4-5 1,-2-1-85,0-1 1,-1-5 0,0 3 0,0-1-50,3 0 0,0 1 0,5-3 0,2 3-14,0 1 0,3 1 1,0 2-1,1-1-169,1-2 0,2 4 0,1 3-506,0-1 0,1-1 1,3 0-1,2 1-1356,2 1 0,1 3 1,1-3 1821,2-2 0,63-44 0,-28 19 0,1 1 0</inkml:trace>
  <inkml:trace contextRef="#ctx0" brushRef="#br0" timeOffset="1131">630 452 8417,'-5'-4'1375,"-3"3"0,8-3 1,0 4-1,5 0-1220,3 0 1,1 1 0,2 1 0,1 1-65,3-1 0,-1-1 1,1-1-1,1 0-880,-2 0 1,2 0 788,-4 0 0,0 0 0,-3 0 0</inkml:trace>
  <inkml:trace contextRef="#ctx0" brushRef="#br0" timeOffset="1348">658 598 8372,'-6'0'-1119,"-1"0"6694,0 0-4957,3 0 0,5 0 1,7 0-1,5 0-709,1 0 0,1 0 0,4 0 0,2 0 91,0 0 0,29-4 0,3-1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3:37.4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256 155 8041,'0'-9'69,"0"0"0,0-1 389,0-2 1,0 2 0,-1-2 0,-1 0 325,-1 0 1,-1 2 0,1-3-456,-3 0 0,-2 3 0,-2-2 0,-2 5-149,0 4 1,-1 2 0,1 2 0,-2 2-236,0 3 0,-4 8 1,4 4-1,-1 5-158,0 4 1,3 1 0,0 2 0,2 4 24,1 1 1,0 3 0,0 0 0,1 3 195,2 1 1,2 1 0,4 4 0,0-3 118,0-5 1,1-7-1,2-8 1,3-6-126,2-5 0,4-9 1,1-7-1,2-9-191,5-7 0,-2-6 0,3-5 1,-2-3-161,0-3 0,-4-3 0,-1-1 1,-1 1-21,-2 2 0,0 1 1,-3 3-1,-1 3 80,-1 1 0,-4 9 882,1 2 1,-3 12 0,-2 6-1,-2 10 94,-1 6 0,3 6 0,-1 2 0,2 0-391,1 0 1,1 4 0,2 2 0,3-1-164,2 0 0,1-5 0,1 0 0,1 1-643,2-2 1,3-2-1,-1-5 1,2-4-2970,1-2 3479,-3-5 0,14-25 0,1-11 0</inkml:trace>
  <inkml:trace contextRef="#ctx0" brushRef="#br0" timeOffset="781">986 192 8045,'0'-5'1133,"0"2"0,0 6 0,0 4-787,0 4 1,-3 0-1,-1 6 1,-1 2 70,-2 4 1,-4 4 0,-2 1 0,-2 1-24,-1 2 1,-1 2 0,0-3 0,1-5-350,0-6 1,5-6-1,-1-6 1,2-4-253,1-2 0,4-11 1,2-4-1,2-7-230,1-5 0,4-3 0,2-4 0,2 2-10,1 3 0,3 1 1,1-1-1,2 2 204,1 1 0,1 3 1,1 5-1,-1 2 260,-1 3 1,3 2 0,-3 4 0,0 5 314,2 6 1,-5 5 0,0 10-1,-1 1-60,0 3 1,0 6 0,-6 1 0,-3 2-201,-2 1-72,3 6 0,-24 26 0,-1 10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3:40.1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198 22 8389,'-4'-1'160,"1"-1"985,3-3 1,-3 1 184,1-1 1,0 3-1316,4 0 0,3 2 0,2 2-390,0 3 1,0 2 374,1 0 0,-4 0 0,-1 1 0</inkml:trace>
  <inkml:trace contextRef="#ctx0" brushRef="#br0" timeOffset="183">37 190 8436,'1'-7'419,"1"0"50,3 2 1,3 0 0,2 1 0,4 0-105,2-1 1,7-1 0,0 0 0,1 2-812,1 1 1,-1-2 0,-2 3 445,-3 0 0,-4 14 0,-5 4 0</inkml:trace>
  <inkml:trace contextRef="#ctx0" brushRef="#br0" timeOffset="400">125 219 8436,'-7'1'263,"-1"1"1,1 0-1,0 3 1,2 1 323,0 0 0,0 5 0,-2 1 0,-1 2-365,1 3 0,-1 0 0,-1 1 0,-1 1-487,1 0 1,2-1-1,1-1 1,2-2-1076,1-1 1,1-6 1339,2-1 0,13-17 0,3-3 0</inkml:trace>
  <inkml:trace contextRef="#ctx0" brushRef="#br0" timeOffset="533">286 299 8436,'14'-7'226,"1"0"1,-1 0 0,0 0 0,-1 2 333,-1 3 1,-3 1-1,1 1-1120,-2 0 560,-1 3 0,-9 8 0,-3 4 0</inkml:trace>
  <inkml:trace contextRef="#ctx0" brushRef="#br0" timeOffset="766">249 351 8333,'-3'9'0,"-3"2"319,-3 0 1,3 2 0,-3 4 0,0 4 220,1 2 1,-4 4 0,1 4-1,-1 0-270,0 0 0,0-1 1,-1 0-1,1 0-218,-1 1 1,0-4 0,1 0 0,1-4-591,1-4 1,4-4 0,-1-6-1639,0-4 2176,1-2 0,-1-35 0,-1-9 0</inkml:trace>
  <inkml:trace contextRef="#ctx0" brushRef="#br0" timeOffset="933">30 526 8333,'7'-4'368,"0"1"0,2 3 0,-1 0 0,4 4 696,2 3 1,-1 4 0,7 7 0,0 4-361,1 4 0,4 3 0,2 3 0,2 1-1071,0 1 0,-2-3 0,-1-4 0,1-3 367,-1-4 0,12-19 0,1-6 0</inkml:trace>
  <inkml:trace contextRef="#ctx0" brushRef="#br0" timeOffset="1418">811 205 8329,'-3'-4'653,"3"-1"0,3 1 0,5-1 0,0 1-82,2 0 1,1-2-1,3 3 1,-1 1-1475,-1-1 1,0 2 0,2-1 0,-2 1 902,-2 1 0,-9 3 0,-1 1 0</inkml:trace>
  <inkml:trace contextRef="#ctx0" brushRef="#br0" timeOffset="1752">797 66 8329,'-7'7'-377,"3"0"1,1 1 0,2 2 342,1 2 0,0 5 1,0 3-1,1 2 46,2 2 0,-2 2 0,3 3 1,-1 1 181,-1-1 0,-1 0 1,-1-1-1,0-1-8,0-2 1,-3-4-1,-2-1 1,-2-4-63,0-3 1,0-5 0,-1-4 0,1 0-10,0-3 0,0-4 1,2-4-1,1-5-25,0-1 0,-1-3 0,3 0 1,0-2-28,2-1 1,0 3-1,3-1 1,2 2-21,4 0 1,0 1 0,3 2 0,-1 3 2,0 3 0,2 1 0,1 2 0,0 3-62,-2 1 1,2 6 0,-3 6 0,1 1 2,-3 3 1,-4 2 0,-2 4 0,-2 0-314,-1 2 0,-6 0 1,-2-3 325,-3 0 0,-24 12 0,-8-4 0</inkml:trace>
  <inkml:trace contextRef="#ctx0" brushRef="#br0" timeOffset="2000">534 636 8239,'0'7'384,"0"0"0,0 0 1,1 2-1,1 0-104,3 3 1,4 0 0,1 0 0,1 0-1330,0 0 1,1 1 1048,-2-4 0,12 11 0,2-1 0</inkml:trace>
  <inkml:trace contextRef="#ctx0" brushRef="#br0" timeOffset="2166">687 665 7949,'4'-3'675,"0"2"1,-1-2 0,2 6-1,1 2-566,2 1 1,-1 2 0,0 1 0,1 1-1165,2-1 0,-2 1 1055,2 0 0,4 6 0,2 0 0</inkml:trace>
  <inkml:trace contextRef="#ctx0" brushRef="#br0" timeOffset="2315">826 650 8329,'1'4'439,"1"-1"1,0 1 0,3 1-217,1 1 1,-2 1-1,0 1 1,2-1-840,1 0 0,2 1 616,1-1 0,0 0 0,-3 0 0</inkml:trace>
  <inkml:trace contextRef="#ctx0" brushRef="#br0" timeOffset="2449">1023 679 8261,'5'4'-91,"-1"0"1,0 3 422,0 0 0,-1 1 0,1 1 0,0 2-927,0 0 595,1 1 0,22 6 0,4 1 0</inkml:trace>
  <inkml:trace contextRef="#ctx0" brushRef="#br0" timeOffset="2986">1491 394 8261,'0'8'33,"0"-1"0,2 1 0,1 1 0,-2 2 220,0 0 1,-1 1 0,0 4 0,0 1-66,0 2 0,-4 0 0,-2 0 0,-4 1-133,-2-2 0,0 4 0,-3-4 0,-1 1 65,-1-2 1,0-5 0,2-3-1,1-3 13,2-4 0,1-4 1,5-5-1,1-3-130,3-5 1,1-5 0,2-2 0,1-3-322,3-1 1,2-2 0,3 4 0,2 0-72,2 2 0,3-2 0,1 2 0,1 4 397,1 4 1,2 7 0,2 6 0,1 6 227,-1 7 0,-1 9 1,-6 9-1,-1 4 199,-3 4 0,-3 2 0,-6 0 0,-1-2-435,-2-4 0,-5-3 0,0 2 0</inkml:trace>
  <inkml:trace contextRef="#ctx0" brushRef="#br0" timeOffset="3582">1885 146 8329,'-4'3'10,"-1"-1"0,2 3 406,2 1 0,1-1 0,2 1 1,4-2-592,3-1 0,3 0 0,5-3 1,2 0-178,2 0 0,1-4 0,0 0 0,-1-1-44,-1 1 0,0 1 1,-4-1-1,-2 1 348,-3 1 1,-6 2 0,-3 3 0,-3 2 23,-4 1 1,-4 5 0,-8 1 0,-2 2 15,-2 0 1,-1 1 0,0-1 0,0 1 166,0 0 1,3-4-1,2-1 1,3-2 1586,2-1-1054,1-3 1,10-1-1,4-3 1,6-3-338,3-2 1,2-1 0,3-2-1,0 1-346,-1 0 0,-1 0 0,0-1 0,-1 2-534,-2 1 0,1-2 0,-3 3-655,2 0 0,-4 0-917,-1 2 2097,-3 1 0,-30 11 0,-6 6 0</inkml:trace>
  <inkml:trace contextRef="#ctx0" brushRef="#br0" timeOffset="3882">1988 351 8329,'0'-4'383,"-1"1"0,-1 6 0,-1 2-144,-1 4 0,0 3 0,-2 3 0,1 2 39,0 2 1,-4 3-1,-1 0 1,1 2-4,1 0 1,1 3 0,-1-2 0,1 0 35,0 0 1,2 0 0,1-4 0,0-2-99,3-2 0,2-2 1,4-4-1,0-3-288,3-5 1,4-2 0,-2-1 0,2 0-643,1 0 0,0 0 0,0-1 0,-2-1-333,-1-3 0,3-2 0,-4 0 1050,0 0 0,-4-20 0,-2-5 0</inkml:trace>
  <inkml:trace contextRef="#ctx0" brushRef="#br0" timeOffset="4032">2039 468 8574,'-3'8'0,"0"1"485,-1 4 0,2 1 0,-3 4 1,1 3-421,0 3 0,0 2 1,-1 0-1,2-1-380,0 0 0,1 2 1,-2-3 314,1 0 0,-6-5 0,1-1 0</inkml:trace>
  <inkml:trace contextRef="#ctx0" brushRef="#br0" timeOffset="4199">1768 643 8316,'4'-7'55,"0"-1"1,-2 1 162,1 0 1,3 2 0,1 1 0,2 0-68,3 3 1,3-3 0,5-1 0,2-2-204,2 0 0,2-1 52,3-2 0,30-17 0,6-8 0</inkml:trace>
  <inkml:trace contextRef="#ctx0" brushRef="#br0" timeOffset="4651">2338 183 8316,'-3'-4'161,"-2"1"117,-1 2 0,-2 1 1,1 1-1,0 2 209,-1 1 1,1 4 0,0 1 0,-1 4-349,-2 0 0,-1 3 0,-2 0 1,2 1-4,0-1 0,2 0 0,2-2 0,2 0-304,3-2 0,2-2-144,2-5 1,3-2-1,5-4 1,2-1-83,2-3 1,1-1 0,-1-2-1,1-1-23,-1-1 0,1 0 0,-1 3 1,-1-1 215,-1 1 1,0 1 0,2 0 0,-2 2 305,-2 1 1,0-2 0,0 2 0,-2 1 765,-2-1 1,-3 3-292,-3 0 1,-1 3 0,0 4 0,-3 1-22,-3-1 1,2 3 0,-5 3 0,2 0-268,0 2 1,-1 4 0,-1 2 0,0 3-122,0 2 0,-1 4 0,-2 3 0,1 2-201,-1-1 1,2 0-1,-2 3 1,1 0-351,1 0 0,-1 0 0,4-6 0,0-3-1555,2-6 0,3-4 1935,1-6 0,-2-43 0,0-15 0</inkml:trace>
  <inkml:trace contextRef="#ctx0" brushRef="#br0" timeOffset="4816">2214 504 8444,'7'0'796,"1"3"1,1 4 0,2 3 122,0 5 0,2 8 0,4 1 0,3 4-929,1 4 0,5-2 1,3 2-1,4-4 10,3-3 0,27 5 0,6-3 0</inkml:trace>
  <inkml:trace contextRef="#ctx0" brushRef="#br0" timeOffset="5335">2820 336 8458,'-5'0'198,"1"1"330,1 1 0,1 3 0,2 6 0,0 3-141,0 5 0,0 4 0,0 3 0,0 6-317,0 3 0,0 4 1,0 0-1,0 0-320,0 1 0,0-4 1,0 0-1,0-7-1015,0-6 1,0-8 1264,0-5 0,3-60 0,1-16 0</inkml:trace>
  <inkml:trace contextRef="#ctx0" brushRef="#br0" timeOffset="5433">2937 453 8299,'14'-12'0,"-1"0"0,-1 2 132,1 1 1,1 2 0,0 3 0,-1 4-38,-1 4 1,-2 3-96,2 3 0,-3 17 0,1 8 0</inkml:trace>
  <inkml:trace contextRef="#ctx0" brushRef="#br0" timeOffset="5549">3010 614 8299,'-4'3'407,"1"-2"0,3 4-69,0 1 1,3 1 0,3 0 0,4 1-339,4 2 0,33 1 0,12 4 0</inkml:trace>
  <inkml:trace contextRef="#ctx0" brushRef="#br0" timeOffset="6182">3485 44 8782,'-6'-1'335,"1"-1"0,-2 2 1,2 0-183,-1 4 0,1 5 1,0 4-1,-1 4-262,0 2 1,-1 0-1,-1 0 1,1 2-27,0 3 1,-1-4-1,2 1 1,1-3 190,3-4 1,1-3-1,2-4 153,1-2 1,5-3 0,6-4 0,1-4-76,3-3 0,2 0 0,3-3 1,-1 0-342,-2 0 1,2 2 0,-4 2 0,0 0-341,1 0 0,-6 0 0,0 5 301,-3-1 1,-5 5-1,-3 2 1,-4 3 191,-5 4 0,-4 2 1,0 2-1,-1 1-53,1-1 0,1 0 1,5-2 106,1-2 0,28-31 0,9-8 0</inkml:trace>
  <inkml:trace contextRef="#ctx0" brushRef="#br0" timeOffset="6415">3785 66 8490,'0'-5'595,"0"0"1,-1 4 0,-2 1-483,-1 4 0,-3 4 0,0 0 0,-1 3-130,1 0 1,0 1-1,-1 1 1,1-2-17,0 0 1,3 1-1,1-2 1,3-2-26,0 1 0,0-2 1,0 0-135,3 1 1,1-4 0,3-2-542,0-1 0,-2 1 733,0 1 0,-10 12 0,0 1 0</inkml:trace>
  <inkml:trace contextRef="#ctx0" brushRef="#br0" timeOffset="6582">3529 373 8406,'-4'-4'-356,"1"3"0,3-4 517,3-1 0,1 3 1,4 0-1,1-1-557,1 0 1,3-1-1,-1 1 396,2 1 0,13-12 0,4-2 0</inkml:trace>
  <inkml:trace contextRef="#ctx0" brushRef="#br0" timeOffset="6715">3653 263 8384,'-3'7'-39,"2"-2"1,-1 0 0,0 0 331,0-1 0,1 2 1,-2-1-1,3 2-417,0 0 0,0 3 1,0 0-1,0-1-1395,0-1 1519,0-1 0,-13 10 0,-4 2 0</inkml:trace>
  <inkml:trace contextRef="#ctx0" brushRef="#br0" timeOffset="6849">3551 424 8382,'5'-5'-1194,"0"0"1530,0-1 0,2 3 1,1 1-402,2 1 0,-2 1 1,1 0-1,0 0-446,-2 0 511,0 0 0,-12 10 0,-4 2 0</inkml:trace>
  <inkml:trace contextRef="#ctx0" brushRef="#br0" timeOffset="7066">3244 672 8377,'-12'5'0,"1"-1"72,0-1 500,1 0 1,10-6 0,5 0 0,6-2-295,6-3 0,2 0 0,6-4 1,5-1-127,6-1 1,1-1 0,5 1 0,1-1-206,2 0 1,3 1 0,2 0 0,-1 2-360,-3 2 0,-7 3 1,-6 2-1,-5 3-1145,-3 1 0,-9 1 1557,-4 0 0,-16 3 0,-5 1 0</inkml:trace>
  <inkml:trace contextRef="#ctx0" brushRef="#br0" timeOffset="7232">3777 409 8076,'0'7'-192,"0"1"0,-2 0 0,-1 2 0,1 2 448,-1 2 1,2 1-1,-1 2 1,0 2 271,-1 3 0,3 2 0,-4 1 0,2 1-517,0 2 1,-4 0-1,1 1 1,-2 0-99,0 1 1,0-4 86,0-2 0,-17-8 0,-4-2 0</inkml:trace>
  <inkml:trace contextRef="#ctx0" brushRef="#br0" timeOffset="7365">3522 709 8147,'0'-4'-209,"3"1"1,66-20-1,19-6 1</inkml:trace>
  <inkml:trace contextRef="#ctx0" brushRef="#br0" timeOffset="7834">4172 190 8282,'-8'1'0,"2"1"421,1 3 1,-1 5-1,1 3 1,-1 4-35,1 5 0,-1 5 1,1 7-1,-2 1 320,0 5 0,1 2 0,1 2 0,2 0-267,2 0 1,3-4-1,2-1 1,4-5-337,3-5 0,3-7 0,4-8 0,1-3-958,1-3 1,-2-5 0,0-4 0,-1-6 853,0-7 0,20-42 0,2-15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3:48.9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248 1 8270,'-7'4'-1,"0"-1"1,-1 0 171,1 2 0,0 2 0,0 3 0,-2 2-23,0 2 1,-3 1 0,-2 2 0,-2 1 13,-1 0 0,1 3 1,-3 2-1,2-2 73,0 0 0,3 0 1,1-1-1,1-2 85,2-3 1,3 1 0,5-7 0,1 0 58,1-1 1,3-1 0,3-2 0,3 0-80,3-2 0,5 2 0,3 0 0,1 2 21,1 0 0,0 0 1,-1 2-1,-1-1-397,-1 2 1,-3 3 0,-1-1 0,-3 0-396,-1 0 1,-1-2 0,-3 1 0,0 0 470,-3-2 0,9-8 0,0-2 0</inkml:trace>
  <inkml:trace contextRef="#ctx0" brushRef="#br0" timeOffset="333">541 563 8088,'4'7'37,"1"1"-37,0-1 0,6 4 0,0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3:51.5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72 96 8281,'-4'-7'1410,"0"3"-804,2 1 1,2 2 0,0 1-1,5 0-334,4 0 1,0 1 0,3 2 0,1 1-553,1 3 0,0 0 1,1 1-1,-1 0 280,-2 1 0,-2 48 0,-2 15 0</inkml:trace>
  <inkml:trace contextRef="#ctx0" brushRef="#br0" timeOffset="182">7 490 8281,'-4'1'1175,"1"2"0,6 1 1,4 3-1,3 1-1403,1 2 1,4-1 0,5 3-1,2 1 228,2 1 0,48 23 0,14 6 0</inkml:trace>
  <inkml:trace contextRef="#ctx0" brushRef="#br0" timeOffset="798">701 1 8395,'-4'1'397,"1"1"1,2 4 44,1 3 1,0 5 0,0 8-1,0 3-165,0 7 0,0 4 0,0 4 0,0 3-112,0 5 1,0 2 0,0-1 0,-2-3-163,0-2 1,-2 0 0,3-1 0,-3-5-325,0-3 0,3-9 1,-2-4-1,2-5-608,1-4 1,0-6 928,0-7 0,0-20 0,0-7 0</inkml:trace>
  <inkml:trace contextRef="#ctx0" brushRef="#br0" timeOffset="1182">569 322 8280,'-7'0'174,"2"4"0,1 1 0,1 4 100,1 3 0,-1 2 0,0 2 0,2 1 50,0 2 0,2 3 1,0 1-1,2 0 30,-2-2 1,3-2 0,-1 0-1,1-5-254,2-3 0,-2-4 0,1-2 1,3-3-165,1-4 1,1-4 0,0-5 0,2-5-154,2-4 1,3-2 0,1-4-1,0 0-267,0 1 1,2 0 0,-1 0 0,0 1 188,0 3 0,-2 8 0,-1 1 0,-3 6 621,-3 3 1,-3 7 0,-1 3 0,-2 4 316,-1 3 1,-1 4 0,-2 1 0,1 2 32,2 1 0,-2-1 0,3-1 0,0-3-886,0-2 1,4-3-1,2-3 1,2-1 209,1-3 0,23-28 0,7-10 0</inkml:trace>
  <inkml:trace contextRef="#ctx0" brushRef="#br0" timeOffset="1500">1205 359 8278,'0'-7'107,"0"-1"1,1 1-16,1 0 1,2 2-1,3 0 1,1 0-58,-1 1 0,4 1 0,1 3 0,1 1 21,2 1 0,0 5 1,-1 3-1,0 1 241,-2 2 0,-1 2 0,-5 0 1,-1 1-42,-2-2 1,-3-1 0,-3 1 0,-2 1-481,-1-1 0,-4 0 224,0-2 0,-25-7 0,-5-6 0</inkml:trace>
  <inkml:trace contextRef="#ctx0" brushRef="#br0" timeOffset="1715">1270 111 8278,'0'11'63,"0"2"0,-2-2 1,0 3 479,0 4 0,0 5 1,1 5-1,-3 4-108,0 4 0,-1 2 0,-4 4 1,-2 2-621,0 1 1,2-2 0,-1-5-1,2-5-1082,1-6 1267,3-5 0,10-30 0,6-6 0</inkml:trace>
  <inkml:trace contextRef="#ctx0" brushRef="#br0" timeOffset="2034">1453 205 8278,'3'7'256,"1"-1"1,2 1 649,1 1 1,-1 5 0,5 2 0,-1 3-398,2 3 0,2 5 0,1 1 0,-1 3-382,1 2 0,-1 0 0,-1-3 0,-2-1-227,0-1 0,-2-5 0,-1-6 0,-2-3-2410,-1-3 2510,-2-5 0,-12-34 0,-4-12 0</inkml:trace>
  <inkml:trace contextRef="#ctx0" brushRef="#br0" timeOffset="2198">1585 213 8234,'0'5'-488,"0"0"515,0 0 0,0-1-27,3 1 0,14 3 0,6 4 0</inkml:trace>
  <inkml:trace contextRef="#ctx0" brushRef="#br0" timeOffset="2315">1658 184 8234,'5'0'1928,"-1"0"-1928,-2 3 0,24 4 0,2 4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4:01.5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37 109 8842,'0'8'0,"0"1"441,0 4 0,0 7 0,0 5 0,-1 6-104,-1 5 0,1 4 1,-2 5-1,0 0-35,1 2 1,-3-1 0,2-4 0,0-3-266,-1-5 1,-1-7-1,3-6 1,0-6-15,2-4 1,0-8 0,0-5-24,3-7 0,4-66 0,4-17 0</inkml:trace>
  <inkml:trace contextRef="#ctx0" brushRef="#br0" timeOffset="350">125 130 8411,'3'-11'0,"1"1"0,3 2 0,1 1 87,-1 0 1,4-1-1,2 1 1,3 0-100,3-1 1,3 1 0,2 0 0,1 0-148,1-1 0,0 1 1,1 0-1,-4 3 118,-3 1 1,-3 0 0,-4 0 0,-4 3 79,-4 1 0,-1 3 0,-2 4 0,0 0 253,0 1 1,-1 4 0,-1 4 0,-1 2 299,-1 2 0,1 4 1,-2 2-1,2 2-175,1 0 0,0 1 0,0 2 0,1 5-342,2 3 1,-2 0-1,4-1 1,0-1-35,-1-2 1,2-3-1,-3-3 1,0-4-1108,1-7 1,0-6-452,-1-3 0,-1-6 1517,-5-4 0,-43-36 0,-14-12 0</inkml:trace>
  <inkml:trace contextRef="#ctx0" brushRef="#br0" timeOffset="517">103 262 7661,'7'3'-332,"-3"-2"0,32 9 0,5-2 0</inkml:trace>
  <inkml:trace contextRef="#ctx0" brushRef="#br0" timeOffset="633">205 255 8346,'4'0'-449,"-1"3"0,-2 0 1,2 3 448,2-1 0,11 3 0,3 3 0</inkml:trace>
  <inkml:trace contextRef="#ctx0" brushRef="#br0" timeOffset="800">329 240 8346,'0'7'-3,"-2"1"1,-1-1 0,1 0 220,-1 1 0,1 2 1,-2 2-1,0 2-76,0 1 0,0 2 0,-2 1 1,1 0-276,0 3 1,-4 0 0,-2 1 0,0 2-367,-2 0 1,-2 1 0,-1-3 498,-1-1 0,-29-2 0,-5-1 0</inkml:trace>
  <inkml:trace contextRef="#ctx0" brushRef="#br0" timeOffset="933">183 437 8267,'8'-4'0,"-1"2"201,0 1 0,0 1 0,2 0 1,-1 1 12,2 1 0,1 2 1,-2 4-1,1-1-1197,2 0 983,-3 1 0,8 9 0,-2 2 0</inkml:trace>
  <inkml:trace contextRef="#ctx0" brushRef="#br0" timeOffset="1083">96 693 8267,'0'-7'0,"0"0"257,3 2 1,2 2-1,4 3 1,4 0 258,4 0-516,1 0 0,28-7 0,11-2 0,5-1 0,0 0 0</inkml:trace>
  <inkml:trace contextRef="#ctx0" brushRef="#br0" timeOffset="1502">797 233 8469,'3'-8'139,"2"2"-91,1 1 1,4-1 0,1 4 0,1 0-377,3 2 0,0 0 0,2 0 0,-2 0 328,0 0 0,6-13 0,2-4 0</inkml:trace>
  <inkml:trace contextRef="#ctx0" brushRef="#br0" timeOffset="1786">884 116 8423,'0'8'-715,"-2"1"1,0 1 697,0 2 0,1 1 1,1 3-1,0 3 265,0 2 0,0 0 0,0 6 0,-1 0-68,-1 2 0,-2 1 1,-3 0-1,-2 0-6,0-2 1,0-6-1,-3-1 1,1-3 40,0-4 1,-1-4 0,-1-5 0,2-3 30,0-4 0,2-3 1,1-4-1,2-3-23,1-2 1,2-3 0,3 0 0,0 0 14,0 2 1,0 1-1,0 1-257,0 1 1,3 3-1,2 0 1,1 3-333,2 4 1,1 1 0,2 1 0,0 0-1046,2 0 0,1 0 1396,1 0 0,35 13 0,9 3 0</inkml:trace>
  <inkml:trace contextRef="#ctx0" brushRef="#br0" timeOffset="1950">1082 94 8331,'0'8'0,"0"1"-212,0 1 0,0 3 1,-1-1-1,-1 2 431,0 0 0,-1 1 1,3-1-220,0-2 0,7-2 0,1-2 0</inkml:trace>
  <inkml:trace contextRef="#ctx0" brushRef="#br0" timeOffset="2167">1221 43 8448,'2'12'-111,"0"0"1,3 0-1,-1 4 1,0 1 911,1 2 1,1 6 0,0 5 0,-2 5-122,2 5 1,-3 5 0,0 6 0,-2 1-467,-1 1 1,-1 0 0,-2 2 0,-1-4-308,-3-6 1,0-3 92,-1-6 0,-12-3 0,-3 0 0</inkml:trace>
  <inkml:trace contextRef="#ctx0" brushRef="#br0" timeOffset="2316">1527 722 8116,'7'10'0,"-1"0"-9,-2-1 0,1 0 9,3 0 0,5 3 0,3 2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4:00.5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 66 8219,'0'8'41,"-1"-1"0,0 1 396,-2 2 0,1 2 1,2 5-1,0 3-243,0 4 0,0 1 0,0 3 1,0 1-126,0 1 0,0 3 0,0-1 0,0-1-462,0-1 1,-1-4 0,-1-2 0,0-2 392,0-3 0,-8-20 0,-2-9 0</inkml:trace>
  <inkml:trace contextRef="#ctx0" brushRef="#br0" timeOffset="150">154 205 8219,'15'-7'-126,"-1"0"1,1-1-1,0 2 210,2 1 0,2-1 1,2 4-1,-1 0-182,0 1 1,-4 1 0,1 0 97,-1 0 0,-8-9 0,-2-4 0</inkml:trace>
  <inkml:trace contextRef="#ctx0" brushRef="#br0" timeOffset="452">315 1 8219,'0'4'0,"0"1"0,1 1 3,1 1 0,-1 1 0,1 2 0,-1 5 319,-1 3 0,2 7 0,1 3 0,-1 4-75,-2 2 0,0 4 0,0-2 1,0 1-94,0-1 0,-2 1 0,-1-5 0,-2-5-178,-3-2 1,0-6-1,-2-3 1,0-3 15,0-4 1,-2-4 0,2-3 0,1-4 156,-2-6 0,3 0 0,-2-4 0,2-1-2,1-1 1,0 2 0,2 1 0,1 0 305,0 2 1,2 1-1,2 1-447,0-1 0,4 4 0,3 2 1,5 0-617,1 0 1,3 0 0,2-3 609,4 0 0,71-21 0,-36 10 0,0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3:57.7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52 139 8009,'-5'4'243,"1"3"1,1 5 334,1 5 1,1 2-1,-1 5 1,0 4-639,0 3 1,-1 2-1,-1 4 1,0-1-128,-1 1 1,1-4 0,2-3 0,0-5 186,0-5 0,1-17 0,-2-5 0</inkml:trace>
  <inkml:trace contextRef="#ctx0" brushRef="#br0" timeOffset="134">184 292 8228,'9'-6'227,"1"1"1,2 1 0,-1 2-1,-1 0-128,1 0 1,1 2-1,-2 3 1,-1 1-100,-1 0 0,-4 5 0,-1 0 0</inkml:trace>
  <inkml:trace contextRef="#ctx0" brushRef="#br0" timeOffset="267">198 424 8228,'-5'0'841,"0"0"0,5 1 0,0 0-1183,7 2 0,3-1 1,6-2 341,1 0 0,44-3 0,13-1 0</inkml:trace>
  <inkml:trace contextRef="#ctx0" brushRef="#br0" timeOffset="500">483 88 8502,'1'-8'336,"1"1"0,0 0 0,3 0 0,0 2 150,2 3 0,4-1 1,2 0-1,2 2-1023,2 0 1,3 1 0,-1 0 536,0 0 0,11 3 0,1 1 0</inkml:trace>
  <inkml:trace contextRef="#ctx0" brushRef="#br0" timeOffset="684">673 0 8262,'-11'5'0,"0"0"1,1 1 1,1 0 0,-3 2 0,1 3 720,0 3 0,-2 3 0,0 4 0,0 5-350,0 1 0,1 3 0,-2 1 0,-1 2-369,0 3 0,2-3 0,0 2 1,1-2-399,2-5 1,3-3 0,5-6 0,1-4 394,1-5 0,29-41 0,8-10 0</inkml:trace>
  <inkml:trace contextRef="#ctx0" brushRef="#br0" timeOffset="800">746 205 8310,'7'-7'0,"1"2"14,-1 3 1,0-1 0,1 0-1,-1 2-584,0 0 570,0 1 0,-6 6 0,-2 2 0</inkml:trace>
  <inkml:trace contextRef="#ctx0" brushRef="#br0" timeOffset="1069">761 263 8220,'0'11'0,"0"0"-168,0 0 1,0-3 0,0 5 0,0 2 384,0 1 0,0 5 0,0-2 0,0 3-34,0 2 0,0 1 1,-1 3-1,-2-2 61,-1-1 0,-4-1 0,-1-4 1,-1-2-32,-2-3 1,3-2 0,-3-9-1,1-1-39,0-2 1,2-7 0,1-3 0,3-3-28,-1-4 1,2-2-1,0 0 1,0 0 166,0 0 1,2 4 0,0 2 0,1 2-143,1 1 1,0-2-1,1 2-2401,1 3 2229,2-2 0,62-9 0,14-6 0</inkml:trace>
  <inkml:trace contextRef="#ctx0" brushRef="#br0" timeOffset="1733">1199 59 8230,'0'-8'202,"2"1"1,2 0 0,0 0 275,1 2 0,3 0 0,1 2 0,1 2-322,2 3 1,-3 2 0,3 3-1,-3 1-445,-2 2 0,-1 2 0,-3 3 1,-2 1-98,0 1 1,-5 1 0,-2-2 0,-4 1 101,-1 0 1,1 0 0,-2-2-1,1-2 113,0-2 0,2-4 0,0-4 313,3 0 1,3-3 0,3 0 0,1-3 175,1-1 1,3-2 0,6 4-1,2 0-33,4 2 0,2 0 1,-1 4-1,0 3-200,0 4 1,-2 6-1,-4 3 1,-3 1-107,-3 1 1,-1 2-1,-3 1 1,-3-2 9,-3 0 1,-6-1 0,-2 0 0,-2-1 145,-3-2 0,0-1 0,-2-4 1,-1-2 34,2-2 0,-3-5 0,4-3 1,2-2 96,2-2 1,0-6 0,3-4 0,2-2-81,2 0 1,3-1-1,3 1 1,0-1 16,0 0 1,1 2 0,1 1-1,3 4-258,2 2 0,0 5 0,1-2 0,1 2-581,1 1 1,3 0 634,-1 0 0,-1 4 0,-1 0 0</inkml:trace>
  <inkml:trace contextRef="#ctx0" brushRef="#br0" timeOffset="2255">1798 248 8279,'0'8'-133,"0"2"0,0 0 0,-1 1 679,-1 2 1,0 1 0,-2 1 0,0-1-201,0 1 1,-2 0 0,-3 2 0,-1 0-73,-2-1 1,-2-1 0,-4 0 0,-1 0-89,-1-1 1,1-3 0,0-3 0,0-3-129,3-2 1,0-5-1,7-5 1,2-5-69,4-4 0,2-3 0,2-3 0,2-1-189,5-1 1,5-1-1,5-3 1,3 3-60,1 2 0,2 1 1,-2 8-1,0 2 207,3 4 0,0 3 1,2 5-1,-3 7 259,-1 8 1,-5 6 0,0 5 0,-5 5-133,-3 2 0,-3-1 0,-5-3-76,0 1 0,-2 15 0,-4 5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3:55.2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89 124 8278,'-5'0'-812,"0"0"970,-1-3 0,2 2 1,0-4 359,1-1 0,0 0 0,3-3 0,1 0-329,2 0 1,1-3 0,4 1-1,1 0-198,0 1 1,4 0 0,-3 3-1,1 0-82,2 3 1,1 0-1,0 4 1,-1 1-14,-1 2 1,-3 4 0,1 6 0,-3 3-9,-2 4 0,-2 1 0,-3 3 0,0 1-171,-3 1 1,-3-2-1,-5 1 1,0-1 27,-2 1 1,-1-1-1,0-3 1,1-2 319,1-2 1,3-5 0,-1-4-1,2-3 87,1-2 1,3-1-1,1-5 1,3-2 204,0-4 0,3 1 0,2-2 0,2 2-86,3 0 1,1 1 0,4 1 0,-1 1-112,1 2 1,-1 3 0,-1 3 0,-1 2 53,1 4 0,-3 3 1,0 3-1,-3 2 121,-2 3 1,-2 2 0,-6 2 0,-2 3-80,-4 1 0,-3-1 0,-3 0 0,-1-1-287,-1 0 1,-4 2 0,3-4 0,-2-3-994,1-3 1,2-4 0,0-2 1023,2-2 0,-9-34 0,-3-10 0</inkml:trace>
  <inkml:trace contextRef="#ctx0" brushRef="#br0" timeOffset="716">724 22 8199,'-3'4'74,"1"3"0,-3-2 0,0 2 307,-2 3 1,0 2-1,-1 5 1,-1 2-406,-1 2 1,-3 5 0,0 0 0,-2 4-61,-2 1 1,-3-1-1,2 3 1,0-2-151,1-2 0,3-2 0,4-8-286,2-2 1,2-6-1,4-7 251,4-8 0,4-4 0,2-5 1,1-2 268,1-4 0,3 1 0,-2-1 0,1 1 0,0 2 0,1 1 0,0 3 0,0 3 46,-4 3 1,-1 3 0,-1 4 0,-2 3 277,-3 6 1,-1 5 0,-1 10-1,-1 1 168,-1 3 0,-2 2 1,-4 1-1,2-1-250,1-1 0,-1-1 0,3 0 0,0-2-249,0 0 0,0-6 1,3-1-1,0-3-1738,0-6 1745,0-2 0,10-34 0,2-9 0</inkml:trace>
  <inkml:trace contextRef="#ctx0" brushRef="#br0" timeOffset="982">761 154 8261,'0'7'252,"0"0"1,0 4 0,0 2 0,0 3-19,0 4 1,0 2 0,0 4-1,0 3-39,0 1 1,0 1 0,0 0 0,0 2-72,0 0 1,0-5 0,0 1 0,0-4-451,0-4 0,0-3 0,0-6-706,0-2 0,0-7 1032,0-5 0,0 1 0,0-6 0</inkml:trace>
  <inkml:trace contextRef="#ctx0" brushRef="#br0" timeOffset="1301">783 146 8312,'7'-7'-156,"0"1"0,1 0 1,2 1 32,2-1 1,3-3-1,2 0 1,2-1 359,2-1 0,2 2 0,1-2 0,3 1-200,2 1 1,-3 1 0,-3 3 0,-3 3 29,-2 1 0,-4 2 1,-2 2-1,-2 4 133,-2 2 1,-1 4 0,-2 0-1,-2 3 15,0 3 0,-2 2 0,1 2 0,-1 1 176,-1 0 0,0 7 0,0 1 0,0 2-7,0 0 0,0 1 0,0 0 1,0 0-214,0 2 1,0-4 0,0-2 0,-1-3-417,-1-4 0,0-4 0,-2-2-291,1-3 1,0-5-1,0-7 1,-1-3-995,0-3 1530,-2-4 0,-18-27 0,-8-9 0</inkml:trace>
  <inkml:trace contextRef="#ctx0" brushRef="#br0" timeOffset="1466">841 278 8306,'0'-5'568,"0"0"0,3 3 0,3 0 1,3 1-714,3 1 1,2 0 0,0 0 0,1 0 144,0 0 0,15 0 0,5 0 0</inkml:trace>
  <inkml:trace contextRef="#ctx0" brushRef="#br0" timeOffset="1769">943 183 8306,'-5'7'-336,"1"0"1,1 1 162,1-1 0,1 3 0,-1 1 1,0 2 256,0 3 1,1 1 0,1 0 0,0 2-79,0 2 0,0 0 0,0-1 1,-1 1 100,-1-1 1,0-3 0,-2 0-1,-1-1 21,1-2 1,-3-2-38,2-3 1,1-4-1,0-6 1,1-6-23,1-4 0,2-3 1,3-1-1,1 1 24,0-1 0,2 1 0,-1 2 1,2 3-15,0 0 1,0 5-1,1-1 1,-1 2 62,0 2 0,-2 3 0,0 3 0,0 2 35,-1 3 0,0 2 1,-2 4-1,0 2-1829,0 1 1652,-2-3 0,-9 12 0,-3-1 0</inkml:trace>
  <inkml:trace contextRef="#ctx0" brushRef="#br0" timeOffset="1983">834 636 9595,'-4'0'1917,"4"0"-1457,4 0 0,6 0 0,3 0 1,3 0-296,4 0 1,-1-1-1,2-1 1,1-3-664,-1 1 1,1-1-1,-4 2 498,1-2 0,-4 10 0,-5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4:05.2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8561,'0'6'-158,"2"0"0,1-1 1248,1 1 1,2-1-1091,4 0 0,14 8 0,7-1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4:08.9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313 89 8349,'4'-5'232,"-1"-1"1,-3 6 0,-3 0 141,-2 4 1,-4 4-1,-1 3 1,-4 3-217,-1 4 1,-2 1 0,-2 1 0,-3 1-87,-1 0 1,-2 0 0,1 0 0,0-1 82,-1 0 1,4-5-1,3 2 1,1-1-73,4-5 0,4-3 299,3-3 0,5-3-276,1 1 0,7-3 0,4 0 1,3 0 288,3 0 0,0 0 0,4 1 1,0 2-59,0 2 1,-1 5 0,2 2 0,-4 1-352,-4 1 0,1-1 0,-4 0 0,-1 1-1100,-1-2 1,-4 3 0,0-4 1113,2-1 0,7-9 0,3-1 0</inkml:trace>
  <inkml:trace contextRef="#ctx0" brushRef="#br0" timeOffset="733">946 211 8349,'0'-9'0,"0"-1"0,0-1 5,0 1 0,0-1 0,0-1 1,0 0 609,0 0 1,0-2 0,0 1-1,-1 0-232,-2-1 0,1 4 0,-3-3 0,-1 1-237,-2 2 0,-1 1 0,-1 2 0,-3 2-65,0 2 0,-2 4 0,1 3 1,-4 6-260,-1 5 1,0 0 0,4 8-1,1 1-41,0 2 1,4 5-1,-1-2 1,2 3 200,1 1 0,3-1 0,0 2 0,2 2 94,1 2 0,1 3 0,2-6 0,1-1 43,0 0 0,8-5 0,-1-4 1,2-9-135,4-5 1,0-8-1,1-3 1,1-8-89,2-4 0,-2-7 1,2-4-1,-1-2-95,-2-2 1,0-6 0,-1 0-1,-1 0 30,-3-1 1,-2 5-1,-1 1 1,-1 3 169,-2 4 229,-1-1 1,-5 18-1,-1 3 1,0 9 323,0 3 0,1 7 0,1 2 1,0 2-26,0 0 0,0-1 0,1 4 0,1-2-366,0-1 0,5 1 0,-3-3 0,2-1-421,-1-3 0,3-5 1,4 0-1,0-2-2852,-1-1 3109,4-4 0,19 0 0,9-4 0</inkml:trace>
  <inkml:trace contextRef="#ctx0" brushRef="#br0" timeOffset="1600">1725 65 8349,'3'-5'4,"0"-1"647,-2 0-20,0 2 1,-2 1-430,-1 6 0,-3 3 1,-3 4-1,0 4-39,0 1 0,-4 2 0,-2 2 0,-2 3-2,-3 1 0,-1 3 0,-5 0 0,1 2-60,0 1 0,0-3 1,1 1-1,4-3-114,2-2 0,2-6 217,7-5 0,4-6 0,4-5 147,5-1 1,6-3 0,2 2 0,3-1 62,3 2 0,1 1 0,3 3 0,-2 5-74,2 5 0,-3 2 0,-1 2 0,-2-1-509,-1 0 1,-3 0 0,-1 0 0,-3-2-1406,0 0 0,0-4 1574,-3 0 0,12-15 0,4-5 0</inkml:trace>
  <inkml:trace contextRef="#ctx0" brushRef="#br0" timeOffset="2217">2212 300 8000,'-11'0'0,"1"0"-8,0 0 0,-2 0 1,1-1-1,1-1 553,1-4 1,2-1 0,1-1 0,1-1-336,1-2 1,2-1-1,3-5 1,1 1-90,4 0 0,4-2 0,1 1 0,3 2-106,3 3 1,-1 2-1,4 3 1,-1 3-115,0 0 1,0 8 0,-4 6-1,-1 3 27,-3 4 1,-3 8 0,-3 0-1,-2 4-9,-2 4 1,-5 0 0,-1 3 0,-3-2 18,-3-1 0,-3 0 0,-5-5 0,-2 0 90,-3 0 0,-1-1 0,-1-5 0,-1-2 297,1-3 1,1-4 0,4 1 0,2-4 1638,2-4-1335,4-3 0,6-3 0,7-3 0,5-2-426,5 1 1,4-3 0,5 1 0,2-1-193,3-1 1,0 3 0,0 2 0,1 0-846,-1 0 1,3 1-1,0 2 1,-2 0-3357,-2 0 4190,0-4 0,20-4 0,8-5 0</inkml:trace>
  <inkml:trace contextRef="#ctx0" brushRef="#br0" timeOffset="2583">2699 560 8238,'-12'0'242,"-5"-3"1,2 0-1,2-2 436,0-1 0,-1-1 0,3-2 0,-1-2-137,0-3 1,2-1 0,4-2-1,1-2-538,-2-3 1,4-5 0,0-2 0,4-4-165,4-2 0,2 4 0,7-1 0,2 1 45,2 2 0,5 6 0,-1 7 0,4 5-272,1 4 0,0 4 0,-3 5 0,0 4 405,1 7 0,-1 7 0,0 8 0,-3 4 437,-2 2 1,-6 2-1,-5-2 1,-4 1 40,-3-4 0,-5 4 1,-3-7-1,-6-2-185,-6-6 1,-4-5-1,-4-3 1,-3-2-723,-2-3 0,1-5 412,1 1 0,9 2 0,6-1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4:07.2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24 503 8238,'-6'0'0,"1"0"211,-1 0 1,2 0 573,1-3 0,7 2 0,4-2 1,5 2-348,6 1 1,1 0-1,6 0 1,1 0-256,2 0 1,3-1-1,0 0 1,0-2-182,-2 1 0,-3 1 0,-6 1 0,-3 0-1162,-3 0 0,-4 1 1160,-6 2 0,-45-2 0,-14 2 0</inkml:trace>
  <inkml:trace contextRef="#ctx0" brushRef="#br0" timeOffset="565">738 33 8431,'-4'-4'974,"-4"3"1,7-2-1,-1 7 1,1 3-771,1 3 1,0 5 0,0-3 0,0 3-312,0 1 0,0-4 0,0 4 1,0-1-1386,0 0 1,3-2 1491,-1-2 0,8-13 0,-1-3 0</inkml:trace>
  <inkml:trace contextRef="#ctx0" brushRef="#br0" timeOffset="898">762 73 8395,'9'-3'-517,"0"1"446,1 0 1,0-2-1,3 1 1,0-1 69,3 1 0,-2-4 0,5 2 0,-2-2-49,0 2 0,-1-2 1,-1 2-1,0 0 308,-2 0 1,-6 3-130,1-1 1,-5 3 0,-1 4 473,-4 4 1,0 0-1,-3 4 1,-1-1 102,-2 3 1,3 4-1,0 2 1,-1 0-391,2 3 1,-3 5-1,4 4 1,-1 4-12,1 3 1,-4 2 0,2 7-1,-2 3 20,-2 4 1,1-3 0,0 4 0,1-3-319,2-5 0,-3-3 1,4-7-1,-1-6 308,3-8 1,2-10-2569,2-9 2253,-1-5 0,17-40 0,0-9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24:14.987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170 188 23261,'-8'0'0,"0"0"-266,0 0 0,-1 0 0,-1 0 0,-1 0 415,1 0 1,-2 0 0,1 0 0,1 0-107,-2 0 0,3 0 0,-2 0 0,2 0-53,1 0 0,0 0 648,0 0-474,3 0 0,2 0 1,6 0-1,3 0-90,4 0 0,4 0 0,6 0 0,3 0 13,3 0 0,5 0 0,-1 0 0,0 0-126,0 0 0,4 0 1,-1 0-1,1 0-67,2 0 1,-1 0 0,2 0 0,2 0 115,1 0 0,-3 0 0,-1 0 0,0 0 23,2 0 0,2 0 1,1 0-1,2 0 114,0 0 0,4 0 1,-1 0-1,2 0 138,0 0 0,1 0 0,1 0 0,1 0-66,3 0 0,1 0 1,0 0-1,-1 0-136,1 0 1,2 0 0,3 0-1,1 0 21,0 0 1,3 0-1,0 0 1,1 0 0,3 0 0,2 0 0,-2 0 1,-2 0-68,-3 0 1,0 0 0,-2 0 0,-2 0-43,-1 0 0,-2 0 0,-5 0 0,3 0 25,2 0 1,0 0-1,-1 0 1,0 0 33,3 0 1,0 0-1,4 0 1,0 0 3,0 0 0,-1 0 0,-3 0 0,2 0 2,-1 0 1,-3 0 0,0 0 0,-3 0 41,-1 0 1,2 0-1,-2 0 1,1 0-54,-1 0 1,0 0 0,-4 0-1,1 0-16,0 0 1,4 0 0,-1 0 0,-3 0 2,-3 0 1,1 0 0,0 0 0,1 0-52,1 0 0,-3 0 0,-8 0 1,-3 0-95,-1 0 1,-3 0 0,-1 0 0,-3 0 105,-2 0 0,0 0 0,-1 0 0,-1 0 239,-1 0 1,2 0 0,-3 0 0,3 0 31,0 0 1,0 0 0,0 0 0,-2 0-67,0 0 1,0 0 0,2 0 0,-1 0-170,-1 0 1,1 0 0,-4 0 0,-1 0-203,-1 0 0,-1 0 0,0 0 0,0 0-75,1 0 0,-1 0 0,0 0 0,0 0-89,1 0 0,-2 0 1,-1 0-991,-4 0 1322,-4 0 0,-57 0 0,-16 0 0</inkml:trace>
  <inkml:trace contextRef="#ctx0" brushRef="#br1" timeOffset="1683">5073 1 13774,'-7'1'0,"1"1"469,0 0 0,1 7 0,-3 0 0,0 3-392,0 2 1,0 5 0,-1 3 0,1 2-159,0 3 0,-2-1 0,1 1 1,2-3-380,0-2 0,3-5 508,2-4 1,11-35 0,5-7-1</inkml:trace>
  <inkml:trace contextRef="#ctx0" brushRef="#br1" timeOffset="1829">5163 74 10866,'-4'13'292,"2"3"1,-3-1 0,-1 4 161,-2 2 1,0 0 0,0 4 0,-1 0-352,-2 2 0,2-3-84,-2 1 1,6-12 0,1-5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30:32.187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386 13 8809,'0'-5'2953,"0"1"-2830,0 1 1,0 3 0,-1-1-102,-2 3 1,1 4-1,-2 0 1,-1 2 18,1 3 1,-3 0-1,-3 5 1,-2 3 205,0 1 1,-2 8-1,-3-1 1,-2 5 0,-3 3 0,1 3 0,0 2 1,0-1 13,0-1 1,2-2-1,-2 0 1,2-2-180,3-5 1,4-3 0,4-5 0,2-4-808,0-3-149,5-7 0,-2-1-59,6-9 0,-2-1 0,2-4 932,1 0 0,-7-37 0,2-9 0</inkml:trace>
  <inkml:trace contextRef="#ctx0" brushRef="#br0" timeOffset="433">33 46 8450,'0'-6'-2077,"0"1"4020,0-2-1657,0 4 0,0 0 0,1 6 0,1 2-69,1 2 1,6 5-1,-1 3 1,2 3 17,2 4 0,2 3 0,5 1 0,2 2-28,0 1 1,2 1-1,0 3 1,3 0 34,1 0 0,-3-5 0,-5-2 1,-2-5-9,-1-1 1,-3 0 0,-3-5 0,-2-1-66,-3-3 0,-3-2 0,1-2-586,1-2-303,-3-1 0,2-4 0,-6-1-1656,-2-2 2376,1-1 0,-22-30 0,-1-6 0</inkml:trace>
  <inkml:trace contextRef="#ctx0" brushRef="#br0" timeOffset="698">222 70 8384,'-6'0'-259,"1"0"0,3-1 259,-1-1 0,10 4 0,2-1 0</inkml:trace>
  <inkml:trace contextRef="#ctx0" brushRef="#br0" timeOffset="964">1 357 7585,'24'-24'0</inkml:trace>
  <inkml:trace contextRef="#ctx0" brushRef="#br0" timeOffset="1248">419 316 8213,'-4'-4'-402,"3"-4"0,-3 7 402,1-1 0,-9 15 0,-5 6 0</inkml:trace>
  <inkml:trace contextRef="#ctx0" brushRef="#br0" timeOffset="1431">287 529 7660,'-8'0'-626,"0"0"1,3 0 765,-1 0-140,4 0 0,13-11 0,7-2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30:36.034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66 110 7715,'0'-5'-1,"1"0"-28,1 2 0,3 0 1,3 3 246,0 0 0,1 0 1,-1 0-1,0 1 156,0 1 1,0 0 0,1 4 0,-2 0 32,-2 1 1,2 3-1,-5 0 1,0 1-114,-1 2 0,-2 1 0,-2 2 0,-2 1-314,-2-1 0,-2 1 0,-2 2 1,-3 0-68,-1-1 1,-1 2-1,1-1 1,3-2-103,0-2 0,-1-3 0,4-4 0,2-1-520,-1-1 1,5-4-1400,0-4 2108,2-3 0,19-36 0,5-8 0</inkml:trace>
  <inkml:trace contextRef="#ctx0" brushRef="#br0" timeOffset="286">271 118 8272,'-9'-8'-45,"1"4"0,0 1 698,0 2 1,0 1 0,-1 1-1,1 2-297,0 2 1,0 6-1,1 2 1,0 0-160,2 1 0,-1 3 0,-1 2 0,2-1 83,2-1 0,-1 2 0,1 0 0,2 0-33,0-2 1,4-3-1,3-2 1,1 0-144,1-2 1,3-2-1,0-2 1,0-3-466,1-2 0,0-1 0,2 0 0,0-1-1708,1-2 2069,-4 2 0,16-32 0,-1-3 0</inkml:trace>
  <inkml:trace contextRef="#ctx0" brushRef="#br0" timeOffset="669">484 127 8161,'0'5'319,"0"1"1,0-1-1,0 3-836,0 0 1,1 1-1,1-1 1,4 0 516,1 0 0,12 8 0,3 1 0</inkml:trace>
  <inkml:trace contextRef="#ctx0" brushRef="#br0" timeOffset="884">607 159 8272,'-8'-5'252,"3"-1"0,-2 5 269,1-2 1,-1 6 0,0 3-250,1 4 1,0-1-1,2 3 1,1 0 22,-1 2 1,0 0 0,2 1 0,0-2 57,0 2 0,1-2 0,1-1 1,0 1-93,0 0 1,1-3 0,2 1 0,2-2-289,2-1 1,2-1 0,0-1 0,2-3-1189,2-2 1215,3-1 0,33-33 0,8-8 0</inkml:trace>
  <inkml:trace contextRef="#ctx0" brushRef="#br0" timeOffset="1633">1066 20 8272,'-1'-5'854,"-2"-1"1,2 3-261,-1-2 0,-2 4 0,0 1-488,0 5 0,-1 2 0,-1 2 0,0 2 7,0 3 0,-1 2 0,-2 3 0,1 3 14,0 2 1,0 0 0,0 2-1,-1 1 4,1 3 0,0-1 1,0 0-1,1 0-41,1-3 1,0-3 0,3-3 0,2-3-195,3-4 1,0-4-1,4-4 1,2-2-137,2-2 0,2-5 1,-1-2-1,2-3-209,0-2 0,2-3 0,-2 1 1,0 0-302,-2 2 0,0-1 0,0 1 750,-1 1 0,-8-17 0,-3-4 0</inkml:trace>
  <inkml:trace contextRef="#ctx0" brushRef="#br0" timeOffset="1800">902 159 8780,'-8'-4'765,"3"-3"1,5 7 0,6-1 0,2 2-272,3 1-494,1-1 0,49-1 0,10 0 0</inkml:trace>
  <inkml:trace contextRef="#ctx0" brushRef="#br0" timeOffset="2450">1336 135 8375,'-4'0'1353,"0"1"0,3 1-1135,-1 4 0,1 1 0,-2 2 0,2 2-164,1 3 1,-3 1 0,0 3 0,1 0-350,-2 1 0,3 3 0,-2-3 0,3-1-518,0 0 0,0-6 0,0-1 813,0-2 0,25-37 0,7-9 0</inkml:trace>
  <inkml:trace contextRef="#ctx0" brushRef="#br0" timeOffset="2583">1443 200 8272,'4'-7'-37,"1"2"1,0-2-1,0 5 93,1 0 0,-1 1 1,0 1-829,2 0 772,0 0 0,-6 18 0,-2 5 0</inkml:trace>
  <inkml:trace contextRef="#ctx0" brushRef="#br0" timeOffset="2733">1451 299 8423,'1'4'1458,"1"0"-1561,1 0 103,3-3 0,31-1 0,12-5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30:40.466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58 77 8024,'-5'9'0,"2"-1"74,2 0 0,-1 1 0,-1 3 0,0 3 48,0 4 1,2 3 0,-3 0-1,1 3 62,1 2 0,-4 1 0,2 3 1,1-4-156,-1-2 1,-1-1-1,2-2 1,1-3-1324,1-2 632,1-8 0,0-3 662,0-12 0,4 5 0,0-7 0</inkml:trace>
  <inkml:trace contextRef="#ctx0" brushRef="#br0" timeOffset="319">99 77 8461,'5'-7'-549,"0"2"1,-2 0 597,3 2 1,-1 3-1,3-3 126,1 2 1,-4 1-1,0 0 1,1 1-135,-2 2 0,4-3 0,-4 4 0,2-1-18,-1 0 0,-3 3-490,1-1 1,-2 3 466,-1 0 0,-29 18 0,-8 5 0</inkml:trace>
  <inkml:trace contextRef="#ctx0" brushRef="#br0" timeOffset="434">99 159 6953,'0'-4'-241,"3"0"1,5 4 0,5 0 0</inkml:trace>
  <inkml:trace contextRef="#ctx0" brushRef="#br0" timeOffset="551">115 200 6064,'15'-19'0,"3"-3"0</inkml:trace>
  <inkml:trace contextRef="#ctx0" brushRef="#br0" timeOffset="784">287 53 8283,'-8'4'49,"2"-1"0,2 4 0,0-2-361,2 1 1,2-1 0,0 0 0,0 2 311,0 0 0,0 5 0,0 1 0</inkml:trace>
  <inkml:trace contextRef="#ctx0" brushRef="#br0" timeOffset="1203">279 61 8293,'4'-1'-376,"0"-1"0,-1-1-353,0-2 0,3 2 774,-1-2 1,3 0 0,0-1 19,0 1 1,0 0-1,0-1 1,-2 1 148,-1 1 1,-2 2-1,3 2 685,0 0-613,-2-4 0,2 4 1,-3 0-256,-1 5 1,-2 2 0,0 1 0,0 0-44,0 0 1,0 2 0,0 0-1,1 1-22,2 2 0,-2 2 0,2 4 0,-2 3 109,-1 1 0,0 2 0,0 1 0,0 1 167,0 3 0,0 1 0,0 0 0,0-2 2,0-1 1,0 0-1,0-4 1,0 1-52,0-1 0,0-3 1,0-2-1,0-5-217,0-3 1,0-2 0,1-2-710,1-1 0,-1-3 123,2-6 0,-2-4 0,-2-4 610,-2 1 0,-12-50 0,-7-12 0</inkml:trace>
  <inkml:trace contextRef="#ctx0" brushRef="#br0" timeOffset="1384">320 135 6215,'-8'41'0</inkml:trace>
  <inkml:trace contextRef="#ctx0" brushRef="#br0" timeOffset="1467">303 217 8293,'0'-6'-170,"0"1"0,4-1 1,1-2-1</inkml:trace>
  <inkml:trace contextRef="#ctx0" brushRef="#br0" timeOffset="2018">164 258 8289,'-8'0'357,"2"0"316,1 0-897,3 0 1,-1 1 0,3 1-216,3 0 0,2 1 0,3-3 106,0 0 0,0 0 1,1 0 195,-1 0 0,0 0 191,0 0-105,0 0 0,-3 4 51,-2 1 0,-2 2 0,-2 1-5,-2-3 1,1 2 192,-3-1 187,-1 1 0,-1-1-128,1-1-257,3-3-24,3 2 0,2-5 0,2-1-129,1-1 1,0-2 33,3 2 717,-3-3-353,-1 5 1,-4 1-1,-1 4-193,-2 1 1,1 2 0,-3-1 0,-1 1-90,2 1 0,-4 0 0,3 0 0,-2 1-50,-2-1 1,1 0 0,0 0-216,0 0 0,2-2-619,1-1 931,3-3 0,17-20 0,7-9 0</inkml:trace>
  <inkml:trace contextRef="#ctx0" brushRef="#br0" timeOffset="2134">197 364 8293,'4'-4'-873,"0"-1"0,4 3 1274,1 0 1,-1 0 0,0 5 76,0 2 1,-2 0 0,-1 0 0,1 1-319,2 2 1,0 0-1,0 0 1,0 0-362,0 1 201,1-5 0,10 0 0,3-4 0</inkml:trace>
  <inkml:trace contextRef="#ctx0" brushRef="#br0" timeOffset="3201">713 94 10154,'0'11'278,"0"1"0,0-1-124,0 1 1,0 6 0,-1-1 0,0 3-55,-2 3 1,-3 4-1,3 2 1,-1 0-324,1-1 1,-3-4-1,3-2 1,1-3-2072,2-1 2294,0-6 0,-8-29 0,-1-11 0</inkml:trace>
  <inkml:trace contextRef="#ctx0" brushRef="#br0" timeOffset="3553">623 266 8240,'-5'3'-114,"-1"0"150,0 2 1,2-2-1,2 2 1,0 2 67,-1 0 1,2 1-1,-2 0 1,2 0-19,1 1 1,0 0 0,0 1 0,-1 1 151,-1-1 1,1-1 0,-2-1-194,2 0 1,1-2-132,0-1 1,0-4 0,1-1 0,1-5-204,1-5 1,3 0-1,0-1 1,1 0 14,1 0 1,0-3 0,1 3 0,1 0 38,1-1 0,1 3 0,-2-1 0,2 3 299,1 1 0,-2 4 0,2-3 0,1 2 416,-1 1 1,1 4 0,-3 4-1,-1 2-8,-1 3 1,-1-1-1,-2 4 1,-1 1-201,-2 3 0,0-3 0,-3 1 1,0 0-273,0-1 0,-22 13 0,-5 2 0</inkml:trace>
  <inkml:trace contextRef="#ctx0" brushRef="#br0" timeOffset="4118">1025 168 8271,'0'8'-561,"-1"0"359,-2 0 0,2 0 1,-1 2-1,1 0 291,1 0 0,0 1 0,0-1 0,0 0-411,0 0 0,0 1 322,0-2 0,3-1 0,2 0 0</inkml:trace>
  <inkml:trace contextRef="#ctx0" brushRef="#br0" timeOffset="4368">1090 102 7886,'0'6'471,"1"-1"1,1 2-261,1 3 0,0 3 0,-3 4 0,0 3-32,0 5 1,0 0-1,0 6 1,0 0-107,0 4 1,-3-1 0,-1 1 0,1-2-480,-1-3 1,0-2-1,3-5-1242,-2-4 1648,0-3 0,14-45 0,3-8 0</inkml:trace>
  <inkml:trace contextRef="#ctx0" brushRef="#br0" timeOffset="4686">1271 282 8271,'8'-3'-476,"0"-3"0,0 2 1,1-1 838,-1 2 1,0 0 0,0 3 112,0 0 1,1 1-1,-2 1-219,-2 4 0,-1 1 1,-4 2-1,0 1-175,0 1 0,0 1 0,-1-1 1,-2 2-301,-2 0 0,0-2 0,0-2 0,-1-1-327,2 0 0,-3 0 545,1 0 0,-9-18 0,-2-4 0</inkml:trace>
  <inkml:trace contextRef="#ctx0" brushRef="#br0" timeOffset="4884">1320 151 8257,'-5'6'-17,"2"-1"1,0 2 141,0 0 0,-2 2 0,1 2 0,1 3-119,-1 1 1,-2 2 0,0 2 0,0 3-165,0 2 0,-1-2 0,2 0 158,1 0 0,-3-1 0,2-1 0</inkml:trace>
  <inkml:trace contextRef="#ctx0" brushRef="#br0" timeOffset="5168">1386 200 8257,'0'9'0,"2"-1"186,1 0 0,1 0 0,-3 0 0,3 2 76,1 0 0,0 3 0,3 4 0,1-1-231,-1 0 0,1 2 0,2 0 0,2 2-16,-1 1 0,0-3 0,-4 0 0,1-2-1,-1-3 0,-1 0 0,-1 0 0,-1-4-847,-1-3 833,-2-4 0,-16-34 0,-4-14 0</inkml:trace>
  <inkml:trace contextRef="#ctx0" brushRef="#br0" timeOffset="5334">1500 209 6010,'25'16'0</inkml:trace>
  <inkml:trace contextRef="#ctx0" brushRef="#br0" timeOffset="5434">1574 176 8257,'0'5'-110,"0"1"0,7 7 0,2 4 0</inkml:trace>
  <inkml:trace contextRef="#ctx0" brushRef="#br0" timeOffset="6070">1804 127 8789,'7'-1'214,"-2"-2"0,3 2 0,-3-2 0,3 2-214,3 1 0,20-10 0,8-4 0</inkml:trace>
  <inkml:trace contextRef="#ctx0" brushRef="#br0" timeOffset="6268">1918 69 7762,'-8'8'-302,"0"1"1,3-1-1,-1 0 1,0 0 424,-2 0 1,3 2-1,-1 0 1,0 3 51,-1 0 0,-1 2 0,-1 0 1,1 2-139,0 2 1,-1 3 0,0-2 0,0 0-204,1 0 0,3-1 0,-1-5 0,1-1 166,1-1 0,16-16 0,6-6 0</inkml:trace>
  <inkml:trace contextRef="#ctx0" brushRef="#br0" timeOffset="6384">1984 225 8336,'8'-5'-921,"0"0"514,1 1 1,-4-1 139,0 2 267,-3 0 0,2 3 0,-4 0 0</inkml:trace>
  <inkml:trace contextRef="#ctx0" brushRef="#br0" timeOffset="6669">1992 225 7695,'-3'5'-290,"1"1"1,-1-1 0,3 4 0,0-1 304,0 0 1,0 1 0,0 1 0,0 2-36,0 1 1,0-1 0,0 3 0,-1-1 23,-2 0 1,1 2-1,-2 0 1,-1 0 48,1-3 0,-2 2 0,-2-4 1,0-1 45,0-1 1,0-4 0,-1-3-13,1-1 1,1-2 0,1-1 0,3-4-7,-1-1 0,3-4 1,-1-1-1,1-1 71,1-1 1,0 2-1,0 0-96,0 0 1,1 3 0,0-2-204,2 2 1,3 4-1,0 0-639,1 1 786,1 2 0,37 13 0,9 2 0</inkml:trace>
  <inkml:trace contextRef="#ctx0" brushRef="#br0" timeOffset="6851">2156 291 7054,'0'8'143,"0"0"-327,0 0 0,3-2 0,0-1 184,-2 2 0,15 7 0,2 3 0</inkml:trace>
  <inkml:trace contextRef="#ctx0" brushRef="#br0" timeOffset="7001">2263 266 8299,'4'-1'283,"-1"-2"78,2 2 0,-2 1 0,4 5 0,-3 0-1410,0 1 1049,2-1 0,10 18 0,5 4 0</inkml:trace>
  <inkml:trace contextRef="#ctx0" brushRef="#br0" timeOffset="7534">2533 217 8389,'0'8'308,"0"0"-245,0 0 0,0 2 0,-1 0 0,-1 1-54,-4 2 0,2-2 0,-2 2 0,0 0-22,-2-1 0,-3-2 0,1 1 0,0-2-106,0 0 0,2-2-71,0-2 1,1-6 0,1-6 0,4-4-13,1-2 0,2 0 1,1-4-1,4 0 137,1-2 0,-2 4 1,1 0-1,0 1 145,2 1 1,0 3 0,1 0 0,1 0 118,1 2 0,3 3 0,-3 0 1,2 2 4,2 1 0,-3 2 0,2 2 0,0 5-31,-1 3 0,-1 3 0,-3 3 0,0 0-34,-1 1 0,-5 2 0,-1 1 1,-1 0-286,-1 0 0,-1-1 0,-1-2 0,-1-1-700,-2 0 846,0-3 0,-22-8 0,-4-6 0</inkml:trace>
  <inkml:trace contextRef="#ctx0" brushRef="#br0" timeOffset="7967">2746 225 8220,'0'-5'0,"0"-1"-323,0 0 0,3 1 1,1 1-1,0-1 280,3 1 0,1 1 1,2-2-1,1 2-137,-1 1 0,2-2 0,-1 0 0,1 1 192,0-1 1,-1-1-1,-3 2 192,0 1 0,-2 1 265,-1 1 1,-3 4 0,0 2-145,-4 4 1,-1-1 0,-4 3 0,3-1 27,0 0 0,-1 4 1,2-3-1,0 2 34,-1 0 0,4-1-1,-3 4 1,2 0-93,1 2 1,0-1-1,1 1 1,1-3-422,0-2 0,6 0 1,-1-3-1,3-1-658,0-1 0,0-4 0,0-2 0,1-2 785,-1-1 0,3-44 0,-1-11 0</inkml:trace>
  <inkml:trace contextRef="#ctx0" brushRef="#br0" timeOffset="8166">2968 53 6133,'0'0'0</inkml:trace>
  <inkml:trace contextRef="#ctx0" brushRef="#br0" timeOffset="8317">3025 36 7060,'5'4'0,"9"1"0,0 3 0</inkml:trace>
  <inkml:trace contextRef="#ctx0" brushRef="#br0" timeOffset="8735">3205 528 8104,'-7'6'-111,"2"-1"1,5-3 0,4 2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30:53.968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49 286 8033,'-8'-4'-571,"3"2"0,2-3 474,3-2 1,0 3 0,0-2 65,3 0 0,2 2 0,4-1 0,1 1 62,1 3 1,1 0 0,-2 1 0,1 0 113,2 0 0,-3 3 0,1 3 0,-3 1 231,-2 1 0,0 1 0,-3 1 0,-1 2-200,-1 1 1,-2 1 0,-2 1 0,-2 1-296,-3 0 1,-3-4 0,0 4 0,-2 0-10,-2-1 0,2 2 0,0-2 1,-1-1-271,1-3 0,-1-2 0,3-2 32,1-2 1,4-2 365,4-6 0,23-23 0,6-9 0</inkml:trace>
  <inkml:trace contextRef="#ctx0" brushRef="#br0" timeOffset="232">221 269 8257,'-8'0'77,"0"0"1,-1 0 0,1 1 147,0 2 1,1 2 0,0 3 0,2 1-38,-1 2 1,1 2-1,0 3 1,2 0-9,1 1 0,1-1 0,1 1 1,0-1-25,0 0 1,4-3-1,1-2 1,3-2-261,3-1 1,1-3 0,3-2 0,-2-2-1217,2-1 1320,-3-4 0,22-44 0,1-15 0</inkml:trace>
  <inkml:trace contextRef="#ctx0" brushRef="#br0" timeOffset="1232">410 187 8288,'-4'5'470,"-1"-1"229,-3-4 1,4-1-631,1-2 1,2-2 0,1-3 0,0 0-104,0 0 1,4-3 0,0-1 0,2 0 24,-1 0 1,1-1-1,1 2 1,-1 2-923,0 2 1,-1 0 876,3 2 0,0 2 0,-3 3 0,-1 4 146,-1 4 0,-1 1 0,3 1 0,-2 1-103,-1-1 1,2-1-1,0-1 1,0 0-194,2 0 0,-1-3 1,1-2 43,0-2 1,1-1-1,0-1 1,0-2 20,-2-2 0,-2-4 0,2-2 0,-1-1 16,1-1 1,-3-3-1,3 4 1,-1-2 91,-3 0 0,0 4 1,-1-1-1,0 2 457,0 1-182,0 4 0,0 2 0,0 6 1,0 5-141,0 3 1,0-1 0,0 3 0,1 1-37,2 3 1,-2 1 0,2 3 0,-2 0-50,-1 2 1,0 2 0,2 0-1,1 3 43,-1 3 0,-1-4 0,-1 4 0,0-2 48,0-1 1,-3-1-1,-1 0 1,1-2 46,-1-2 0,-1-5 0,1-1 0,-1-3 87,-1-4 1,1-3 0,1-2 0,-1-1 32,1-1 0,1-2 0,-2-2 0,-1-1-141,2-1 1,-3 0-1,4-4 1,-2 0-93,-1-1 0,1-2 0,1 1 0,-1-1-22,0-2 1,3 1-1,-3-3 1,1 2-90,-1 1 0,3 1 0,-1 0 0,0 1 65,0 0 1,0 2 0,3 1-286,0-1 1,1 1 0,2 1-312,3 0 1,1-2 597,1 4 0,22-16 0,6 0 0</inkml:trace>
  <inkml:trace contextRef="#ctx0" brushRef="#br0" timeOffset="1965">836 114 8441,'-5'0'533,"3"0"-410,4 0 0,6-3 0,3-1 0,-1 0-232,2-3 1,1 1-1,3 0 1,0 0-194,-2 0 1,0 2-1,-2 0 302,1 1 0,-7-2 0,1-3 0</inkml:trace>
  <inkml:trace contextRef="#ctx0" brushRef="#br0" timeOffset="2147">860 179 8408,'-4'8'-31,"-2"3"1,3 1-1,0 0-2,-1 0 0,4-1 0,-3-3-78,2 0 0,5-1 111,1-1 0,-1-2 0,-1-4 0</inkml:trace>
  <inkml:trace contextRef="#ctx0" brushRef="#br0" timeOffset="2415">926 253 7332,'-11'14'-370,"0"-1"1,-2-2 0,1 2 0,0-1 346,0-2 0,-2 2 1,2-1-1,0-1 86,-3-1 0,3-2 0,1-1 0,2-4 607,1-1 1,3-1-255,-1 0 1,4-1 0,0-1-321,1-4 1,4-1 0,3-1 0,2 2-38,3 1 1,-1 0 0,4-1 0,0 1-103,2 2 1,0-3 0,1 2 0,2 1-90,0-1 0,0-1 1,-3 2-1,1 0-134,-1 0 1,0 1 0,2-3 265,1 2 0,-5 3 0,1 5 0</inkml:trace>
  <inkml:trace contextRef="#ctx0" brushRef="#br0" timeOffset="3181">983 171 10013,'-8'4'355,"0"1"0,1 3-614,1 3 0,-1-1 259,2 4 0,-6 14 0,-2 7 0</inkml:trace>
  <inkml:trace contextRef="#ctx0" brushRef="#br0" timeOffset="3516">926 130 7011,'-5'1'121,"3"2"1,1 2 56,1 2 1,0 6 0,0 3 0,0 3-34,0 2 0,0 2 0,0 4 0,0 3 39,0 2 0,0-2 1,0 0-1,0 0-31,0-1 0,-3 2 1,0-5-1,2-2-736,0-4 1,1-6 582,0-3 0,0-28 0,0-6 0</inkml:trace>
  <inkml:trace contextRef="#ctx0" brushRef="#br0" timeOffset="4065">1147 146 8086,'9'0'-169,"-1"0"0,0-2-11,0-1 0,4-3 0,1 3 0,0-1 39,1 1 1,-4-1-1,1 2 1,-2-1 94,-1 2 1,-2 0 45,-1 1 1,-4 0 0,-1 1 55,-4 1 0,-4 0 1,0 3-1,-1-1 92,-2 1 1,1 0 0,-3 3-1,1 1 47,2-1 0,0 0 0,0 0 0,0 1-100,-1 2 1,1 2 0,1 4 0,0 2 51,2 0 1,1 3-1,-2 0 1,3 2 13,2 1 0,2-2 0,1 0 0,0-1-87,0 1 0,4-3 0,1-2 0,3-4-430,0-3 1,1-2-1,1-4 1,1-2-329,-1-2 0,-2-5 684,-2-1 0,4-32 0,0-7 0</inkml:trace>
  <inkml:trace contextRef="#ctx0" brushRef="#br0" timeOffset="4348">1164 310 8299,'1'-8'-6,"1"0"1,4 3 0,4 0 0,2 0-32,0 1 0,2 1 1,3-2-1,0-1-25,2 2 1,1-4-1,2 4 1,-2-2 43,0 1 0,-3 2 0,2-1 0,-1 0-132,-2 2 1,-3 2 0,-2 2 0,-2 2 179,-1 0 1,-2 4 0,-2 4 0,0 1 144,-2 1 0,-2 2 0,0 0 0,0 1-25,-3-1 1,-2 2 0,-3 0 0,-1-2-151,-2 2 1,2-4-1,-2 1 1,1-2-846,-1-3 845,2-1 0,-28-15 0,-3-4 0</inkml:trace>
  <inkml:trace contextRef="#ctx0" brushRef="#br0" timeOffset="4548">1229 335 8278,'-5'13'-153,"-1"-2"0,5 0 1,-3 0-1,1 0-121,0 1 0,1-3 0,2 2 0,0-2 318,0 0 0,0-1 0,1-1-44,1-2 0,7-12 0,3-6 0</inkml:trace>
  <inkml:trace contextRef="#ctx0" brushRef="#br0" timeOffset="4730">1303 278 8278,'-1'7'-23,"-1"-1"0,0 0 108,0 0 0,1 2 1,1 2-1,0 1-97,0-1 1,0 3-1,-1 0 1,-1 0-820,-1 1 1,1-3 830,2 3 0,0-8 0,0 1 0</inkml:trace>
  <inkml:trace contextRef="#ctx0" brushRef="#br0" timeOffset="4881">1254 376 8303,'5'0'-864,"1"0"0,-3 0 864,2 0 0,8 4 0,4 0 0</inkml:trace>
  <inkml:trace contextRef="#ctx0" brushRef="#br0" timeOffset="5030">1229 450 8303,'8'-1'-633,"-2"-1"241,-1-1 1,1 0-1,2 1 308,0-1 84,1 0 0,-1 0 0,0-2 0</inkml:trace>
  <inkml:trace contextRef="#ctx0" brushRef="#br0" timeOffset="5198">1205 532 8073,'5'-3'302,"1"0"-149,0 1 0,4-1 0,2 0 0,1 0-153,1 0 0,53-16 0,13-8 0</inkml:trace>
  <inkml:trace contextRef="#ctx0" brushRef="#br0" timeOffset="5780">1721 245 8524,'-8'0'794,"1"1"0,1 1-964,4 4 0,2 1 0,2 1-235,4 1 1,2-1 0,2-1 0,1-1 57,-1-4 0,2-1 1,0-1-1,0 0 347,3 0 0,-3 0 0,14-14 0,1-5 0</inkml:trace>
  <inkml:trace contextRef="#ctx0" brushRef="#br0" timeOffset="5914">1861 269 8398,'-9'5'-433,"1"1"1,0-2 0,0 1 622,0 1 0,-2 1 1,0 1-1,0 1 164,-1 2 0,0-1 0,1 1 0,1 0-38,3 0 1,2 1 0,-2-2 0,3 1-104,2-1 1,5-2 0,2-1 0,2-3-556,3 0 0,2-1 342,6-3 0,-9 0 0,1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31:01.366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156 88 8303,'0'-5'-53,"0"0"1,0 2 197,0-3 1,0 5-56,0 1 0,-2 1 0,-2 6 0,-1 1-81,-1 2 0,0 4 0,-1 0 0,2 2 29,-1 0 0,-2 1 1,0 2-1,0 3 86,0 2 0,-3 1 0,0-1 0,1 1 16,1-1 1,3 1 0,2-1 0,0-3-1,2-5 0,1-1 0,2-5-192,2-2 1,2-4 0,5-4 0,1-1-83,-1-1 1,0-6-1,0-3 1,1 1-270,-1-2 0,-1 2 0,0-3 0,-1 1-978,0 2 1381,-3 1 0,-9-10 0,-5-3 0</inkml:trace>
  <inkml:trace contextRef="#ctx0" brushRef="#br0" timeOffset="183">1 236 8341,'1'-5'52,"1"3"0,3 1 0,3 1 0,1 0-383,2 0 0,0 0 0,5 0 331,1 0 0,48-7 0,11-3 0</inkml:trace>
  <inkml:trace contextRef="#ctx0" brushRef="#br0" timeOffset="1016">312 121 8510,'-8'0'-433,"2"3"1747,1 0 0,2-1-1161,-2-2 1,4 0-295,1-3 0,4-2 1,4-3-1,0 0-11,0 0 1,3-3 0,0 0 0,-1 2-97,-1 2 1,-1 1 0,1 2-63,-1 0 1,-1 3-1,-1 1 389,0 4 0,-4 5 1,1 1-1,0 1 1,0 2 1,0-3 0,0 1 0,2-2-180,-1-1 0,4-2 0,-3-2 0,2 0 53,2-2 1,-1-4-1,0-2 1,-1-3 3,-1-2 0,1-4 0,-2 1 0,0 0 26,0-3 1,-3 2 0,1 1 0,-2 0 69,-1 2 0,0 1-5,0 0 0,-1 5 0,-1 2-75,-1 4 0,0 5 1,1 5-1,-1 2 25,1 3 1,1 0-1,-1 6 1,-1 2-3,1 1 0,1 2 0,1 0 1,0 2 58,0 2 1,0 3 0,0 1 0,0-2 88,0 0 1,-1-2 0,-1-1-1,-4-2-28,-1-1 1,-1-4 0,0-6 0,2-3 87,1-4 1,-1-3-1,-2-3-32,0-2 1,0-7 0,-1-3-1,2-4-67,2-2 1,-2 2-1,4-2 1,-2-2 7,-1 0 0,1-2 1,1 2-1,-1 1 31,0 3 1,4 1 0,-3 0 0,1-1 125,0 1 0,1 4-687,2 0-117,0 5 1,3-3 0,4 4 0,2-1 532,2-2 0,58-16 0,12-7 0</inkml:trace>
  <inkml:trace contextRef="#ctx0" brushRef="#br0" timeOffset="1635">755 88 8477,'-5'1'704,"3"1"-829,4 1 0,4-1 1,4-4-1,2-2-24,0 0 1,3-2 0,3-3 0,1-1 0,-1-1 1,0 0 0,-2 4 147,1 2 0,-8 1 0,-2 4 0</inkml:trace>
  <inkml:trace contextRef="#ctx0" brushRef="#br0" timeOffset="2119">771 162 8420,'-4'6'-179,"0"-2"1,1 1 316,1-1 1,-1 2 0,3 2-76,0 0 0,1-3 0,1-3-271,4-1 0,1-1 0,2 0 0,1 0 28,1 0 0,3-2 0,-3-2 1,0-1 34,1-1 0,-3 2 1,2-2-1,-2 1-424,-1 0 577,0 1 1,-3 5 0,-3 2 0,-4 3-9,-4 4 0,-2 0 0,-3 4 0,-3 1 0,-1 0 0,-2 1 0,-2-2 0,0 0 0,1 0 0,-2 1 0,1-1 0,1-2 5,0-1 0,3-4 0,1 1 0,3-2 486,2-1 0,4-1 7,-1-4 1,5-1-1,1-1-337,5-1 0,3-4 1,3 0-1,3-4 25,1 1 1,3 1-1,1 1 1,3 0-74,1 0 1,2 0-1,-1-1 1,1 2-248,0 2 1,-4-2 0,0 4 0,-1-1-255,-1 0 0,-3-1 1,-2 2-1,-4 0-981,-4 0 1369,-2 2 0,-30-3 0,-6 4 0</inkml:trace>
  <inkml:trace contextRef="#ctx0" brushRef="#br0" timeOffset="2333">829 162 8362,'0'12'0,"0"2"27,0 1 0,0 2 1,0-1-1,1 0 200,1 1 1,-1 3 0,2 1-1,-2 1-47,-1-1 0,0 1 0,-1 2 1,-1-1-43,-1-1 0,-2-4 0,2 0-1591,1-3 1453,1-7 0,16-37 0,3-12 0</inkml:trace>
  <inkml:trace contextRef="#ctx0" brushRef="#br0" timeOffset="2816">1066 121 8268,'-4'-3'139,"-4"2"1,8-4 0,-2 3-1,4 0-99,3 0 0,3 1 0,3 1 0,4-1-61,3-2 1,-1 2-1,2-2 1,-1 0-15,-2 0 1,-2 0 0,-1 1 0,-2-1-70,-1 1 1,-3 1 30,-2 1 1,-4 3 0,-2 1 0,-5 0-146,-4 3 0,-5 1 0,2 2 0,-2 1 54,1-1 1,-1 0 0,2 0 0,-1 2 197,1 0 0,2-1 1,-2 3-1,1 1 152,2 0 1,4 1 0,1 2 0,2 0 131,1 1 1,1 3 0,2-3 0,1 0-4,0 1 1,5-3 0,-1 2 0,3-5-422,2-3 0,1-3 0,-2-2 0,1-3-222,-1-2 1,-4-1 0,0-1 0,-1-3-1060,0-4 1387,-2 0 0,-6-33 0,-2-4 0</inkml:trace>
  <inkml:trace contextRef="#ctx0" brushRef="#br0" timeOffset="3083">1124 269 8308,'8'-8'-63,"0"0"0,0 2 0,0 1-21,1 2 1,3-3-1,1 3 1,3-1 12,0 0 1,0 1-1,1 1 1,0-1 92,2 1 0,-4 1 0,1 1 0,-1 0 13,-2 0 1,1 1-1,-3 2 1,-1 2 35,-1-1 1,-1 4-1,-3 0 1,-1 2 74,-1 0 0,-2 2 0,2 1 0,-3 1-39,-3 0 0,1-4 1,-3 4-1,-1 0-209,2-1 0,-3-2 1,1-2-1,-2 1-202,-3 1 0,2-1 1,-2-3-1,1-2 304,-1 2 0,-24-15 0,-8-2 0</inkml:trace>
  <inkml:trace contextRef="#ctx0" brushRef="#br0" timeOffset="3266">1173 244 8256,'-3'13'0,"0"-2"0,1-1-110,-2 1 0,3-1 0,-2 4 0,2 0 45,1 2 0,0-3 0,0 0 0,0-1 65,0-2 0,11-8 0,3-3 0</inkml:trace>
  <inkml:trace contextRef="#ctx0" brushRef="#br0" timeOffset="3433">1247 261 7978,'0'8'-389,"0"1"0,0 1 1,0 1 369,0-1 0,0 3 1,0-1-1,0 2-10,0 0 1,0-3 0,0 1 28,0 0 0,0-1 0,0-3 0</inkml:trace>
  <inkml:trace contextRef="#ctx0" brushRef="#br0" timeOffset="3583">1197 334 8245,'0'-8'-578,"1"3"157,2-1 0,2 2 206,3-2 0,0 3 215,0 3 0,0 14 0,1 4 0</inkml:trace>
  <inkml:trace contextRef="#ctx0" brushRef="#br0" timeOffset="3716">1206 384 8245,'8'0'-835,"-3"0"0,1 0 367,0 0 468,-2 0 0,-4 3 0,-5 2 0</inkml:trace>
  <inkml:trace contextRef="#ctx0" brushRef="#br0" timeOffset="3849">1148 466 8629,'4'-5'161,"1"0"1,5 4-209,1-2 1,1-1 46,-1 1 0,35-8 0,11-7 0</inkml:trace>
  <inkml:trace contextRef="#ctx0" brushRef="#br0" timeOffset="4516">1616 179 8198,'0'5'-939,"0"1"1173,0 0 0,-1 2 0,-1 3 0,-1 2-56,1 0 0,1 3 0,1-1 1,0 4-87,0-1 1,-2 2 0,-1 0 0,1 0-241,1 0 1,1-2 0,0-4-1,0-3-345,0-2 0,1-5 493,2-1 0,5-31 0,5-8 0</inkml:trace>
  <inkml:trace contextRef="#ctx0" brushRef="#br0" timeOffset="4666">1714 236 7849,'13'-8'-123,"-2"0"1,-2 2 0,-1 2 0,1-1 287,2 0 0,-2 4 1,2-2-1,-2 2 223,-1 1 1,-2 0 0,-1 0-1969,2 0 1580,0 0 0,-13 7 0,-5 2 0</inkml:trace>
  <inkml:trace contextRef="#ctx0" brushRef="#br0" timeOffset="4985">1812 179 8233,'0'12'-109,"0"3"0,0-3 0,0 1-32,0 1 1,0 2-1,0 0 1,0 0 130,0 1 0,0-4 0,0 1 1,-1 1 70,-1 0 1,-2 1 0,-2-3-1,0-1 58,0 0 1,-1-4-1,-2 1 1,1-3-5,0-3 1,0 0 0,0-4-1,2-1-28,1 0 1,3-7 0,-2 0 0,1-1-112,1-2 1,-1 3 0,3-2 70,0 2 0,1 1-41,2 0 1,1 3 0,5 3 0,1 1-79,1 1 1,3 0 0,-2 0 71,0 0 0,53-18 0,15-5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31:07.56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82 172 8279,'1'-5'69,"2"0"41,2 2 0,3 0 0,1 2 0,2-1 0,2 0 1,3-4-1,0 3 1,1 1-403,-1-2 0,0 2 0,1-3 1,-2-1 291,-1 2 0,-10 0 0,-4 4 0</inkml:trace>
  <inkml:trace contextRef="#ctx0" brushRef="#br0" timeOffset="234">0 353 6982,'0'-8'553,"1"3"0,1 1 1,3 2-248,2-1 0,3-3 0,7 0 0,2 0-228,3 0 0,5-1 1,3 1-1,1 0-207,0 1 0,-3-2 0,-4 5 1,-1 0-393,-4 1 1,-1-2 520,-7 0 0,-25 1 0,-10 2 0</inkml:trace>
  <inkml:trace contextRef="#ctx0" brushRef="#br0" timeOffset="433">205 197 8288,'-4'4'-91,"1"1"0,1 2-53,-1 2 0,2-1 0,-2 1 1,0 2 468,0 2 1,1 3-1,2 1 1,0 2-118,0 3 1,-3 2-1,0 1 1,1-1-82,1 1 0,-1 1 0,-1-1 0,1-4-1170,1-3 1043,5-5 0,11-34 0,7-12 0</inkml:trace>
  <inkml:trace contextRef="#ctx0" brushRef="#br0" timeOffset="852">443 148 8288,'0'-5'-590,"0"-2"0,4 6-397,1-2 987,-1 2 0,7 16 0,-2 3 0</inkml:trace>
  <inkml:trace contextRef="#ctx0" brushRef="#br0" timeOffset="1000">451 263 8435,'1'-5'-99,"2"2"0,-2 39 0,2 9 0</inkml:trace>
  <inkml:trace contextRef="#ctx0" brushRef="#br0" timeOffset="1133">435 435 8288,'4'-4'-161,"0"0"-110,0-1 1,0-2 0,4 2 0,0 0 270,1-1 0,43-32 0,10-11 0</inkml:trace>
  <inkml:trace contextRef="#ctx0" brushRef="#br0" timeOffset="1350">722 90 8155,'4'-3'-371,"1"-1"1,-3-1 262,4 2 1,1 2-1,1 1 1,1 0-75,2 0 1,-1 0 0,0 0 181,0 0 0,-2-4 0,0 0 0</inkml:trace>
  <inkml:trace contextRef="#ctx0" brushRef="#br0" timeOffset="1532">722 0 8288,'-3'6'0,"0"-1"87,1 2 1,-1 0 0,0 1 0,1 1-135,1 2 1,1-1 0,0 3 0,0-1-645,0-2 1,3-1 690,0-1 0,-1 0 0,-2 0 0</inkml:trace>
  <inkml:trace contextRef="#ctx0" brushRef="#br0" timeOffset="1700">689 66 8311,'-6'1'-155,"1"1"0,3 0 0,-1 4 1,2 1 193,-2 3 0,2-1 0,-2 3 0,2 0-175,1 2 0,-3-2 0,1 1 136,0-1 0,-3 13 0,1 2 0</inkml:trace>
  <inkml:trace contextRef="#ctx0" brushRef="#br0" timeOffset="1867">599 238 8230,'3'-8'-45,"-2"2"1,3 2 0,-1 0 178,3 2 1,1-1 0,1 0 0,2 0-96,0 0 1,0 2 0,3-3 0,0 1-236,0 1 1,-3-2 0,1 2 0,-2-1-808,-1 2 1003,0 0 0,-7-7 0,-2-1 0</inkml:trace>
  <inkml:trace contextRef="#ctx0" brushRef="#br0" timeOffset="2450">730 181 8230,'-3'5'-126,"0"1"0,-2-1 0,2 3 189,1 0 1,1-2-1,1-1 1,0 2-290,0 0 0,0 1 0,0 0 60,0 1 1,0-1 0,0 0-110,0 0 0,-2 0 275,-1 1 0,-1-5 0,2-1 0,0-2 0,-4-1 0,4 0 0,-3-1-303,1-2 1,-2 2 359,1-2 1,-2 2 0,1-1 301,0-1 0,1 0 304,-3 3 1,-1-1-265,1-1 0,3 1-139,-1-2-390,4 2 1,5 1-1,5 0 12,2 0 0,-1-3 1,0 1-1,1-1 7,1-1 0,2 3 0,-1-1 0,0 1-88,0 1 1,2 0 0,-3 0 0,1 0-32,0 0 1,2 0 0,-3 0 0,-1 0 229,-1 0 0,-1 0 0,-1 1 0,-1 1 0,-3-1 0,-4 3 104,-1-4 399,-3 0 0,-2 1-240,1 2 1,0-2 0,2 5-24,0 0 1,-1 2 0,-1 3 0,0 0 41,0 2 0,-1 1 1,-1 2-1,-2 1-147,0-1 1,0 3-1,-1 0 1,0-1-136,0 0 0,-18 2 0,-2 1 0</inkml:trace>
  <inkml:trace contextRef="#ctx0" brushRef="#br0" timeOffset="3033">1099 123 8146,'-3'-5'-86,"0"-1"0,0 4 388,0 0 0,-1 4 0,-2 5 1,1 3-72,2 4 1,-4 1 0,3 2-1,-1 2 209,2 0 0,2 3 0,1 0 0,0 1-106,0-1 0,0 1 0,0-4 0,1-1-516,2-1 1,2-1 0,3-3 0,1-2-152,2-1 0,-1-5 1,3 0-1,-1-2 333,-2-1 0,10-30 0,1-9 0</inkml:trace>
  <inkml:trace contextRef="#ctx0" brushRef="#br0" timeOffset="3382">1271 164 8236,'0'-8'-33,"3"3"1,3 3-60,1 1 0,2 1 0,1 0 0,1 0-376,-1 0 0,2 1 468,-1 1 0,0-1 0,-3 3 0</inkml:trace>
  <inkml:trace contextRef="#ctx0" brushRef="#br0" timeOffset="3583">1386 107 8140,'-4'8'-70,"-2"0"0,2 0 0,-2 2 0,0 0 173,-1 0 1,-1 5 0,-1-1 0,1 1-169,0 2 1,-1 2 0,-1 1 0,-1 0 180,1 0 1,-2-1 0,2-3 0,2 0-659,2-2 542,4-6 0,16-23 0,9-8 0</inkml:trace>
  <inkml:trace contextRef="#ctx0" brushRef="#br0" timeOffset="3716">1451 230 8215,'6'0'-757,"-1"0"757,-3 0 0,2 3 0,-4 2 0</inkml:trace>
  <inkml:trace contextRef="#ctx0" brushRef="#br0" timeOffset="4018">1451 246 8215,'0'8'-566,"0"1"275,0-1 1,0 0 0,0 0 382,0 0 0,0 1 0,0 0 0,0 1-62,0 1 0,0 0 0,0-3 0,-1 0 5,-1 0 0,0 3 1,-3 0-1,1-1 24,-1-1 0,0-1 0,-4 1 0,1-1 75,0 0 1,0-4 0,0-1-57,-1-2 0,4-1 0,0-1 0,2-2-39,1-2 0,1-5 0,1-2 0,1 0-63,2 0 0,-2 2 0,2 1 1,0 1-400,0 0 1,3 0-452,0 0 874,1 3 0,23 9 0,5 5 0</inkml:trace>
  <inkml:trace contextRef="#ctx0" brushRef="#br0" timeOffset="4334">1632 279 8134,'2'8'329,"1"0"0,2 1 0,-1-1-274,1 0 1,-3-3-1,3 1 1,-1-1-275,1 0 0,-2 2 0,2-1-973,2 1 1192,0-2 0,5-13 0,0-5 0</inkml:trace>
  <inkml:trace contextRef="#ctx0" brushRef="#br0" timeOffset="4500">1779 271 8145,'5'3'272,"2"2"1,-2 3-14,3 0 1,-3-2 0,0-1 0,-1 1-1182,1-2 0,-1 4 922,2-3 0,-3-5 0,-3-1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32:22.012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122 12 8138,'-3'-2'339,"-1"1"0,3-2 138,-1 0 1,-1 3-447,1-3 1,-2 6 0,-2 1-136,-1 4 1,3-1 0,0 3 0,-1-1-12,2 2 1,-3 0-1,3 0 1,-2-1-29,1 0 0,2 0 1,-2-1-1,1-1-815,2-1 704,0-1 0,2-3 0,1-4 0,2-3 107,-1-4 0,3-3 0,-1 2 0,1-1 147,1 1 0,2 1 0,-4 1 0,0 1 0,1-1 0,-1 1 0,2 0 0,-1 1 22,1 1 0,-1 0 0,0-2 0,1 1 232,-1 1 1,1 2 0,-1-2 0,1 1 57,-1 2 1,0 0 0,1 1-270,-1 0 0,-2 3 0,0 1 0,-1 3 41,-2 1 0,-3 0 0,-2 3 0,-2 2-60,0 1 1,-3 4 0,-2-3 0,-1 1-131,2 0 1,-5 1-1,3 0 1,-2-1 105,1-1 0,-12 10 0,-2 2 0</inkml:trace>
  <inkml:trace contextRef="#ctx0" brushRef="#br0" timeOffset="334">20 269 8203,'0'-6'345,"-1"2"0,-1 3-205,0 2 0,0 1 0,2 4 1,0 2-20,0 1 1,0 2-1,0 4 1,0 0-221,0 2 0,0 2 1,0 3-1,0 0 161,0 0 0,-1 2 1,0 0-1,-1 0-106,1 0 1,0-4 0,0-5 0,0 0-1195,-1-3 1238,-1-7 0,3-39 0,0-16 0</inkml:trace>
  <inkml:trace contextRef="#ctx0" brushRef="#br0" timeOffset="717">39 250 7916,'3'-3'-510,"3"2"0,-2-4 0,2 1 562,1 0 0,0-1 0,1 0 0,3-2-75,1-2 1,1 0-1,0 3 1,-1 0-7,1-1 1,0 2-1,-1 0 1,-1 3 29,-3 1 1,-3 1 0,-1 1 0,-1 1 146,-2 3 1,0 2-1,-1 3 1,0 0 255,0 1 1,0 1-1,0 1 1,0 1-103,0 0 0,-1 3 1,0 2-1,-1 0 24,0 1 0,-1 2 0,1 1 1,0 0-195,-1 1 0,3-2 0,-2 2 0,1-3-419,1-4 0,0-2 1,0-4-336,0-2 0,-1-5 0,0-3 0,-1-2 622,0-3 0,-10-33 0,-2-9 0</inkml:trace>
  <inkml:trace contextRef="#ctx0" brushRef="#br0" timeOffset="915">116 243 7562,'-4'3'78,"2"2"0,1 0-1187,1 2 1109,0-1 0,-5 15 0,-2 3 0</inkml:trace>
  <inkml:trace contextRef="#ctx0" brushRef="#br0" timeOffset="1048">65 320 8153,'2'-4'-403,"1"0"121,0-1 0,1 1 0,3 0 186,-1-1 1,1 2 95,-1 1 0,12 4 0,2 2 0</inkml:trace>
  <inkml:trace contextRef="#ctx0" brushRef="#br0" timeOffset="1181">71 391 8153,'0'-4'-1587,"3"-1"1587,1 3 0,27-14 0,8-2 0</inkml:trace>
  <inkml:trace contextRef="#ctx0" brushRef="#br0" timeOffset="1914">283 147 8177,'0'-4'0,"2"0"93,0-1 0,0 1 1,-1 0-1,1 0-80,2 0 1,2-2-1,0 3 1,1-2-194,-1 1 0,1 2 1,1-2-1,1 2-25,-2 0 0,1 1 1,-2 1 34,0 0 1,-2 4 0,-3 2 131,-2 2 0,-3 1 1,-2-1-1,0 2 71,-1 0 0,-1 2 0,-1-2 0,1 0 100,1-1 0,1 0 0,-1 0 0,2-1 227,0-1 0,2-3-251,1 0 0,2-3 0,0-1 0,3-4-96,3-1 1,1-2 0,1 2 0,0 0-188,0 0 0,-1 2 1,0-2-287,-1 1 0,-2 2 305,1 0 1,-4 2 0,1 2 0,-2 2 72,-2 2 0,-1 0 0,-5 2 1,1-1 81,-2 2 0,0 2 0,1-1 0,-1 1 0,2 0 0,-1-1 0,0 1 0,-1-1-10,1-1 1,3 0 0,1-3 393,-1 1 796,2-1-886,1-2 1,2-2 0,2-4 0,3-3-161,0 0 1,2-2 0,0 2 0,1 0-223,0 0 1,4 1 0,-2-2 0,0 1-130,1 1 1,0 1-1,1-2 1,-1 2-425,0 1 641,0 1 0,4-8 0,2 2 0</inkml:trace>
  <inkml:trace contextRef="#ctx0" brushRef="#br0" timeOffset="2114">372 218 8177,'-2'6'47,"0"1"1,-2-1 0,2 1 0,0 2 256,2 1 0,0 5 0,0 0 0,0 2 169,0 3 1,0 3-1,0 5 1,-1 1-254,-1 0 0,1 0 1,-1-3-1,1-2-1199,1-3 0,0-1 979,0-7 0,3-22 0,1-9 0</inkml:trace>
  <inkml:trace contextRef="#ctx0" brushRef="#br0" timeOffset="11380">584 269 8265,'0'-4'128,"0"-1"218,0 1 1,0 0 0,1 0-210,1 2 1,1-3 0,5 2 0,-1 1-213,2-1 1,2-2 0,0 3-1,1-1-1140,1 0 1215,-3-2 0,11-4 0,-1-5 0</inkml:trace>
  <inkml:trace contextRef="#ctx0" brushRef="#br0" timeOffset="11630">693 186 8265,'-4'0'0,"0"2"0,-1 1-26,-1 0 1,0-1 0,1 3 9,1 0 0,0 0 0,0 2 1,2-1-62,1 1 0,1-1 0,0 1 0,0 1 106,0 0 0,1 1 0,0-3 0,2 2 37,1 0 0,-3-1 1,2 3-1,-1-2-22,0 1 0,0 0 0,-2-1 0,1 2-33,1 0 0,-1 2 1,1-3-1,0 0-190,0 1 1,-2-2 0,3-1 0,-2-1-226,1 0 1,0 1 0,2-1 403,1-2 0,-2-1 0,2-3 0,-1-1 0,-1-1 0,12-33 0,-1-11 0</inkml:trace>
  <inkml:trace contextRef="#ctx0" brushRef="#br0" timeOffset="11796">738 346 8265,'-6'0'-79,"-1"0"0,1 0 0,-1 0-11,1 0 1,0 0 0,-2 1 0,1 1 219,-2 2 0,-2 2 0,1 1 0,-1 2 81,0 1 0,3 2 0,0 1 0,1 0-63,0 0 0,3 0 1,0-1-1,2 1-42,0-3 1,1 0 0,1-4 0,1 0-78,1-2 0,5-1 0,3-3 0,3 0-260,2 0 0,2-1 231,5-1 0,-11 1 0,1-2 0</inkml:trace>
  <inkml:trace contextRef="#ctx0" brushRef="#br0" timeOffset="12336">962 186 8281,'-6'-4'-262,"0"2"0,2 1 580,2-2 0,4 1 0,2-3 0,3 1-283,1 1 1,4-2 0,4 2-1,0-2-168,-1 1 1,3 0 0,-3-2 0,1 1-752,0 1 1,-1 0 883,-3-3 0,-2 1 0,0-1 0</inkml:trace>
  <inkml:trace contextRef="#ctx0" brushRef="#br0" timeOffset="12563">1097 57 8352,'-6'7'-346,"2"-1"0,0 1 127,1-1 0,-1 3 0,1 3 1,0 1 430,0 2 1,1 4 0,2 0 0,0 4 94,0 2 0,0 3 0,-1 0 0,0 1 3,-1 2 1,0 0-1,2 2 1,-1 0-264,-1-1 0,1-4 0,-1-8 0,1-3-1158,1-4 772,0 0 0,0-11 0,0-2 0,0-5-329,0-1 668,0-3 0,-11-18 0,-3-8 0</inkml:trace>
  <inkml:trace contextRef="#ctx0" brushRef="#br0" timeOffset="12863">943 346 8080,'0'-6'-561,"0"-1"1,0 1 673,0-1 0,1 2 1,1 0-115,2 3 0,2 2-27,0 0 1,0 2 0,-2 3 0,-1 1-74,-3 3 1,0 1 0,0 2-1,0 1 11,-3 0 0,0-2 0,-4-1 1,2 0 125,1 0 1,-2-2 0,2 0 111,-2-1 0,2-2 0,1-2-13,1 0-478,1-1 1,-2-3 194,3-1 0,3 1 1,0-1 147,1-1 0,24-12 0,5-6 0</inkml:trace>
  <inkml:trace contextRef="#ctx0" brushRef="#br0" timeOffset="13098">1187 327 8300,'-4'2'0,"0"1"-44,1 0 0,1-1 0,1 3 157,-1 0 0,2 0 1,-3 2-1,3 0 55,3 2 0,0-2 1,4 1-1,-1-1-247,0 0 1,1-1 0,0 1-1,1-1-243,0 0 1,2-2 0,-3-1 321,2 0 0,5-14 0,0 0 0</inkml:trace>
  <inkml:trace contextRef="#ctx0" brushRef="#br0" timeOffset="13280">1232 38 8197,'-6'3'-259,"2"1"0,7 5 0,4 1 0</inkml:trace>
  <inkml:trace contextRef="#ctx0" brushRef="#br0" timeOffset="13598">1341 160 7786,'0'4'-86,"0"1"0,0 2 332,0 1 1,1 4 0,1 0 0,2 5-192,2 1 1,0 2 0,1 0-1,1 0-194,1 2 1,-1-2 0,-2-3 0,-1-2-229,-1-1 0,0-5 367,3-2 0,-1-49 0,1-15 0</inkml:trace>
  <inkml:trace contextRef="#ctx0" brushRef="#br0" timeOffset="13899">1482 218 8339,'0'6'-372,"0"1"1,0-1-1,-1 0 751,-1 1 1,1 0 0,-3 1-1,1 3-157,-1 1 1,0 1-1,-3 1 1,-2 0-89,-2 1 1,-1 3-1,-3-1 1,-2 1-108,1-1 1,-2-2 0,3-2 0,2-4-135,1-2 0,1-4 0,2-3 0,2-1-151,2-3 0,2-4 0,3-7 1,1-2-107,1-2 0,2 0 0,4 0 0,1 0 156,1-1 1,3 1 0,2 1 0,0 3 216,1 2 1,0 5-1,4 2 1,1 3 359,0 2 0,1 5 0,-4 3 1,-1 5 142,-2 7 0,-2 2 1,-2 4-1,-3-3-313,-3 1 1,-3-1-1,-2-2-199,0-1 0,-2-1 0,-2 1 0</inkml:trace>
  <inkml:trace contextRef="#ctx0" brushRef="#br0" timeOffset="14829">1771 147 7774,'-3'-3'-615,"2"-3"856,-1 2 1,1 0 0,2 1-1,1-1-159,2 0 0,2 1 1,1-2-1,-1 1-125,0-1 1,3 0-1,-1 0 1,0 1-30,-1 1 0,0-1 0,-1 2-25,1 0 0,-2 2 0,0 2 0,-3 3 84,-2 0 1,0 4 0,-2 0 0,-3 1-4,0 2 0,-2 1 1,0 1-1,-1-1 8,0 1 0,-2-1 1,2 2-1,-2 0 76,0 0 0,-2 0 1,2-2-1,-1 0-149,0 0 0,4-1 32,-2-1 0,5-6 0,2-5 26,1-6 1,4-3-1,2-2 1,2 1 12,1 1 1,3-2 0,-2 3 0,1 2 36,-1 1 0,2 3 1,-2 0-1,1 2 31,1 2 1,1 2 0,-1 3 0,-1 1 26,-1 3 0,0 3 0,-3 2 0,-2 1-2,-2 0 1,-1 2-1,-2 0 1,-1 0-68,-2 1 0,-4-4 1,-2-1-1,1-2-60,0 0 1,-2-3-1,0-1 1,-1-3-39,2-1 1,-2-3 0,4-2 0,1 0 9,2-2 1,0-4-1,3-3 1,0-1 84,1 1 1,1-2 0,1 3-1,1 0 128,3 1 0,0 0 0,2 2 0,-1 0-199,1 3 0,-1 2 0,0 0 58,1 0 0,28-18 0,7-3 0</inkml:trace>
  <inkml:trace contextRef="#ctx0" brushRef="#br0" timeOffset="15298">2123 51 7193,'23'6'0,"6"1"0</inkml:trace>
  <inkml:trace contextRef="#ctx0" brushRef="#br0" timeOffset="15513">2220 45 8405,'-3'6'-207,"1"-2"1,-2 1 0,-1 0-57,-1 3 0,2 0 0,0 3 0,-1 1 415,-1 2 0,-2 3 0,-2 4 1,0 3-32,-1 1 0,-1 3 1,-1 2-1,-1 2 18,0 3 1,0 0 0,-1 1 0,2-2-117,3-1 0,0-6 0,4-3 0,0-4-192,2-6 0,2-4 1,4-5-1,2-3-416,2-1 0,0-6 585,1-2 0,-1-1 0,0 2 0</inkml:trace>
  <inkml:trace contextRef="#ctx0" brushRef="#br0" timeOffset="16113">2188 205 8346,'2'-7'0,"0"1"0,2 0-415,1-1 1,-1 4 0,0 1 207,1 1 0,-2 2 0,0 0 0,-1 2 95,0 0 0,0 2 0,-2 1 0,0 0 112,0 1 0,-2-1 0,-1 1 0,0 0 0,-2 1 0,0 0 0,0 0 0,0-1 0,2 0 0,-2-2 630,0 0-440,4 0 0,-2-5 1,4 0-1,1-3-187,2-3 0,2 2 1,0-1-1,1 1-76,-1-2 1,-1 2 0,-1 0-115,1 1 0,-2 1 149,2 2 0,-4 1 1,0 1-1,-1 2-3,-2 2 0,-3 0 1,0 1-1,0-1 14,-2 0 0,2 2 0,0-1 0,0 2 24,0-1 0,2-3 1,-2-1 161,0 1 13,0 1 0,0-3-124,1-1 1,4-1-42,0-1 0,3-2 0,5-1 0,0 0 20,0-2 0,2-1 0,1 0 1,1 1-44,1 1 0,0 0 1,2-1-1,0 2 4,2 0 1,-3 1-1,1 2 1,-2 1 17,-2 1 0,-2 3 0,-3 5 0,0 0 122,-2 1 1,-1 3 0,-3 2 0,-1 0 112,-1 2 0,-2 1 0,-4-1 0,0 0-111,0-1 0,0-3 0,0 1 1,-1-1-290,-1-1 1,2-3-1,-1-1 1,2 0-1093,-2-1 1251,2-2 0,-17-12 0,0-5 0</inkml:trace>
  <inkml:trace contextRef="#ctx0" brushRef="#br0" timeOffset="16363">2213 436 8313,'0'6'-1021,"0"-1"1021,0-1 0,3 0 0,1 2 0</inkml:trace>
  <inkml:trace contextRef="#ctx0" brushRef="#br0" timeOffset="16815">2098 410 8150,'-4'0'-352,"-1"0"1,4 1 222,-1 1 129,1 2 0,27 8 0,6 1 0</inkml:trace>
  <inkml:trace contextRef="#ctx0" brushRef="#br0" timeOffset="17030">2245 429 8313,'5'0'-720,"-1"0"0,-3 3 0,2 1 720,0-1 0,3 6 0,4-2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32:42.144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122 32 7687,'0'7'133,"0"-1"0,0 0 0,0 1 0,0 0-57,-2 2 0,0-2 1,-2 4-1,-1 0-18,-1 2 0,0-1 0,-1 1 1,0-2-4,-1 0 0,1-4 0,-2 2 0,1-3 3,0-1 0,0-2 0,0-3 0,1-2-63,0-2 0,3-1 1,1-6-1,0-1-100,1-2 1,2 0 0,0-3-1,2 1-37,3-1 1,1 3 0,2-1 0,1 2-11,1 3 1,3-2-1,3 4 1,-1 3 155,1 2 1,1 3 0,-2 2 0,0 3 162,1 3 1,-5 3-1,1 3 1,-2 4 23,-5 0 1,-1 1 0,-4 1 0,0-1 43,0 0-235,0 0 0,-23 3 0,-6 1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32:50.343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148 308 6997,'0'7'285,"0"0"0,0 1 1,0 2-127,0 2 1,0-1-1,0 5 1,0 0-166,0 1 0,0 1 0,0 1 1,0-2-133,0-2 0,0 0 1,0-2 137,0-3 0,6-17 0,1-4 0</inkml:trace>
  <inkml:trace contextRef="#ctx0" brushRef="#br0" timeOffset="597">244 58 7708,'-4'2'0,"1"1"0,-1 1 0,1 1 0,0 0-135,-1 2 0,0 2 0,-3 3 1,-2 2 156,-2 3 0,-1 4 0,-1 3 0,-2 1 64,-2 3 0,-2 1 1,0 3-1,0-2 60,2-2 1,2-2 0,2-1 0,1-2-79,1-1 0,4-7 1,5-3-408,2-2 1,0-5 338,2-5 0,8-14 0,3-7 0</inkml:trace>
  <inkml:trace contextRef="#ctx0" brushRef="#br0" timeOffset="1164">264 161 8037,'2'-4'12,"3"-1"1,0 3 0,2-1-1,-1-1-171,1 0 1,1 1 0,1-1-1,-1 1-894,-1 0 1053,-1 2 0,-2-2 0,-1 3 0</inkml:trace>
  <inkml:trace contextRef="#ctx0" brushRef="#br0" timeOffset="1348">315 167 8247,'-6'7'-394,"2"-1"1,-2 1-1,2 0 1,-2 1 578,0 3 0,2 1 1,-1 1-1,0 0 106,0 2 1,-3 2-1,1 3 1,-2 0-124,1 2 0,0 1 1,1-1-1,-2 0-188,1-2 0,2 0 0,1-6 0,1-2-539,1-3 0,2-5 559,3-4 0,5-14 0,2-7 0</inkml:trace>
  <inkml:trace contextRef="#ctx0" brushRef="#br0" timeOffset="1665">276 296 8223,'5'-3'-205,"-1"1"1,0-3-1,3 1-130,-1-2 0,3 2 1,-1 0-1,1-1 287,0 2 1,-2-2 0,2 2 0,0 0 96,0 0 1,-3 1 0,-2 2 182,1 0 0,-2 1 0,-1 1-36,-1 2 0,-2 2 1,-1 1-1,-2 1 57,1 1 1,-3 1-1,2 0 1,-2 0-65,0 1 1,-1 1 0,1 2-1,0 0-178,-1 1 1,0 2 0,-1-1 0,0 1-154,0 1 1,1 1 0,0-4 0,1 0-294,-1-2 0,2-3 0,0-2 435,0-3 0,1-36 0,-2-12 0</inkml:trace>
  <inkml:trace contextRef="#ctx0" brushRef="#br0" timeOffset="1814">264 347 8223,'4'0'-12,"-1"1"185,0 1 0,2-1 1,0 3-1,1 2 184,3 2 0,-2 2 0,4 3 1,1 2-342,2 3 1,2 0 0,3 1 0,-1-2-890,2-2 873,1-5 0,12-20 0,4-9 0</inkml:trace>
  <inkml:trace contextRef="#ctx0" brushRef="#br0" timeOffset="2581">629 45 7756,'5'7'-182,"-1"-1"1,-2 1 0,2-1 0,1 0 290,1 1 1,0 0 0,1 1 0,-1 0-284,1 0 1,-1-1 0,0 0 0,1-1 173,-1 1 0,-5-10 0,-2-1 0</inkml:trace>
  <inkml:trace contextRef="#ctx0" brushRef="#br0" timeOffset="2797">693 45 8252,'8'-2'-311,"-1"-1"1,3 1 91,0-1 0,-2-2 0,4 1 0,0 0 498,3 0 0,2 1 1,-2 0-1,1-1-227,0 1 0,1 1 0,-3 0 0,-1 2-24,-2 0 1,-3 0-1,0 3-120,-3 3 1,-2 1-1,-3 2 1,-1 0-66,-1-1 1,-2 3 0,-2-2 0,-1 1-203,-2 2 0,2-2 359,-4 0 0,-14 1 0,-6 2 0</inkml:trace>
  <inkml:trace contextRef="#ctx0" brushRef="#br0" timeOffset="2964">751 90 6943,'-3'0'919,"0"1"-1752,3 1 390,0 2 1,0 1 442,3 0 0,17-14 0,8-5 0</inkml:trace>
  <inkml:trace contextRef="#ctx0" brushRef="#br0" timeOffset="3148">815 65 8252,'0'6'-299,"-3"0"1,3 1-1,-3-1 1,1 1-53,0-1 0,-3 1 0,3-1 351,1 0 0,-2-1 0,1-1 0,-1-3 0,1 2-9,1-3 0,-1 0 1,3 0-21,1-3 29,1 3 0,-6-9 0,-1 2 0</inkml:trace>
  <inkml:trace contextRef="#ctx0" brushRef="#br0" timeOffset="3348">642 231 8252,'-4'-2'-70,"1"1"-52,1-1 0,1 0 0,0 1 206,2-1 0,5-3 0,5 3 0,1-2-17,1-1 1,5-1-1,1 1 1,1-1-217,0 0 1,1 3 0,-1-4 0,-2 2-158,-2 2 1,-1-2 305,-2 3 0,-12-3 0,-2 1 0</inkml:trace>
  <inkml:trace contextRef="#ctx0" brushRef="#br0" timeOffset="3481">802 142 8252,'-3'2'-126,"-1"-1"0,3 2 1,-1 0-213,0 1 1,-1 2-1,1 0 338,1 1 0,0 19 0,1 5 0</inkml:trace>
  <inkml:trace contextRef="#ctx0" brushRef="#br0" timeOffset="3698">738 263 8252,'-4'1'-417,"0"1"313,2 3 0,-1 1 0,3 2 0,-2 1 164,0 1 1,0 1 0,2 2 0,0 0-85,0 2 0,0-1 0,0 1 0,0-2-209,0 0 1,0-3 0,1-2 0,0-2 232,1-2 0,3-28 0,-1-6 0</inkml:trace>
  <inkml:trace contextRef="#ctx0" brushRef="#br0" timeOffset="3915">764 257 8252,'6'-6'-163,"0"1"1,-1 2-1,-1-1 41,1 1 0,-1 1 0,0-1-8,1 1 1,1 1 0,0-1 84,1 1 0,-2 4 0,0 1 1,-1 3 0,-1 1 0,-1 0 0,-2 3 0,0 0-4,0 1 0,0 2 0,0 0 1,0 1-105,0-1 152,-3-3 0,-9 4 0,-5-2 0</inkml:trace>
  <inkml:trace contextRef="#ctx0" brushRef="#br0" timeOffset="4064">783 334 8252,'1'-4'-1131,"1"-1"1,-1 4 1057,4-1 73,-4 1 0,-7 24 0,-4 6 0</inkml:trace>
  <inkml:trace contextRef="#ctx0" brushRef="#br0" timeOffset="4164">770 379 8252,'5'-2'-227,"-1"0"1,-2-3 0,2 3 92,1 1 1,-1 0 0,-1 0 0,1 0-396,0-1 529,-3 0 0,-1 10 0,-4 3 0</inkml:trace>
  <inkml:trace contextRef="#ctx0" brushRef="#br0" timeOffset="4516">629 340 8252,'0'5'-290,"0"-1"1,0 1 26,-3 1 1,3 0 0,-2 1 0,0 1 357,0 1 1,1 2 0,-1 0 0,1 1-58,1 1 1,0 0 0,-2-1 0,0 1 79,1 0 0,0-3 0,1-1 251,0-2 17,0-1 1,0-3-326,0-3 0,3-3 0,2-3 15,3 2 0,0-1 0,4 2 1,3 0-39,0 1 1,3-1-1,3 3 1,3-2-27,1 0 0,0 0 0,-1 1 0,-1 0-156,-1-1 0,-1 0 1,-3 2-1,-2 0-856,-3 2 1000,-5 2 0,-13 11 0,-6 2 0</inkml:trace>
  <inkml:trace contextRef="#ctx0" brushRef="#br0" timeOffset="4933">1053 180 8252,'0'-4'-1306,"0"0"1527,2 1 1,0 1 0,2 2 0,1 0-461,1 0 1,0 0 0,1 0 238,-1 0 0,3 15 0,1 2 0</inkml:trace>
  <inkml:trace contextRef="#ctx0" brushRef="#br0" timeOffset="5081">1033 276 8244,'0'-4'79,"0"0"0,1 0 0,1 0-278,2 2 0,2 0 0,1 1 1,1-1-754,1 0 952,-1-1 0,13-4 0,3-3 0</inkml:trace>
  <inkml:trace contextRef="#ctx0" brushRef="#br0" timeOffset="5264">1104 129 7907,'0'8'-330,"0"1"0,0 0 0,0 0 1,0 1 432,0 3 0,2-1 0,0 0 0,0 0 6,1-1 0,-2 0 0,1 3 0,-1 1-615,-1-1 506,0 0 0,-6 7 0,-1 3 0</inkml:trace>
  <inkml:trace contextRef="#ctx0" brushRef="#br0" timeOffset="5431">995 379 7979,'6'6'-273,"1"-1"1,0-1 400,1 1 1,1 1 0,3 0 0,2 0-129,2 1 0,27-6 0,8-2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32:59.192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20 0 7255,'0'7'-86,"0"-1"0,0 1 115,0-1 0,0 0 1,0 1-1,0 2-66,0 2 0,-2-1 0,-1 3 0,2 1-11,0 1 1,-1 2 0,0 1 0,1-1 10,0 1 0,-1-2 1,0 0-1,0-3-487,2-3 524,0-2 0,8-27 0,3-7 0</inkml:trace>
  <inkml:trace contextRef="#ctx0" brushRef="#br0" timeOffset="148">97 90 8283,'3'-3'-370,"-2"-2"0,3 2 136,1 2 1,-1 0 0,0 1 375,1 0 1,1 0-143,0 0 0,-8 23 0,-2 6 0</inkml:trace>
  <inkml:trace contextRef="#ctx0" brushRef="#br0" timeOffset="281">110 173 7837,'2'5'121,"3"-1"0,43-8 0,12-1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33:00.783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12 136 8230,'-4'-3'-27,"-1"-1"1,4-2 0,0-1 31,2 1 1,0 0-1,4-1 1,0-1-88,0-1 0,2-2 1,0 2-1,1 0-19,0 0 0,1 0 0,-3 3 1,-1 0 32,-1 2 1,-2 1 80,2 3 0,-2 3 0,0 2 0,-2 2 5,0 1 0,1 4 1,1-2-1,0 0-87,-1 1 0,1-3 0,0 1-18,2-2 0,2-2 1,0 0 6,1-3 1,-1-2-1,0 0 1,1-3-28,-1-4 0,1 0 0,-2-3 0,0-1 70,0 1 1,-3-1-1,1 1 1,0 1 9,-1 0 0,-2-2 206,0 3 0,0 0-126,0 6 1,0 7 0,0 7-23,0-1 0,0 1 0,0 3 0,0 2-48,0 2 1,0 1-1,1 1 1,0 3-13,2 1 1,-1 3 0,-2 1 0,2 1 97,0 0 0,0-1 1,-2 1-1,-1-5 168,-1-3 0,-1-2 0,-2 0 0,1-2 39,-1-1 1,0-4 0,0-5 0,1-2 52,-1-2 1,-1-3 0,0 1-132,-1-4 1,1-1-1,0-4 1,1-1-149,1-1 1,0-1 0,-3 0 0,1 1-112,-1 0 1,3-2 0,0 2-1,-1 2-18,-1 0 1,1 0 0,0 1 0,0-1-39,0 1 0,2-1 0,1 1-395,2 0 0,0-1 0,0 1-980,2-1 1492,5 1 0,26-12 0,8-3 0</inkml:trace>
  <inkml:trace contextRef="#ctx0" brushRef="#br0" timeOffset="907">345 161 8230,'1'-6'42,"1"0"0,3-1 0,2 1-230,2 2 1,2-1 0,-2 2-1,1 0-12,1 1 0,1-3 0,1 2 200,-3 0 0,-1-7 0,-2-4 0</inkml:trace>
  <inkml:trace contextRef="#ctx0" brushRef="#br0" timeOffset="1124">442 91 8230,'-6'3'0,"1"0"0,1 1 3,2 1 0,-3-1 0,1 2 1,0 1 71,2-1 1,-1 3 0,1 0 0,0 0-113,-1 1 1,3 1-1,-3-1 1,3 1 53,0-1 0,0-2 0,0 1 0,0 0 23,3 0 0,-2-1 0,3-1 0,1-1-145,1 0 1,0 1 0,1-1 0,-1-2-195,-2 1 1,2-2-1,-2 2 1,1 0 33,2 0 1,-4-2 0,0 1-1,-1-1 265,1 1 0,-1 0 0</inkml:trace>
  <inkml:trace contextRef="#ctx0" brushRef="#br0" timeOffset="1358">474 238 8228,'-7'0'-143,"0"1"1,-1 1 0,-1 2-36,-1-1 0,2 3 1,-1-2-1,0 2 290,1 0 0,-1 3 0,3-1 1,0 1 113,-1 0 0,4-1 0,0 3 0,1 0 27,-1-1 0,1 1 1,3-2-1,1 0-36,2 1 1,3 0 0,1-2-1,1-1-317,1-2 0,3-4 0,2 1 0,2-2-1154,1-2 1254,0-1 0,36-35 0,8-8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33:03.774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186 0 8231,'-2'4'-68,"0"1"0,-2-3 1,1 3-1,-1 1 28,-1 2 0,-1 4 0,-1 0 0,-1 3-94,-3 2 0,0 2 1,-1 3-1,-1 0 55,-1 0 0,1 2 0,0-3 0,0 0 52,0 1 1,3-4-1,2-2 1,1-4-327,3-3 0,2-6 353,4-6 0,21-40 0,9-16 0</inkml:trace>
  <inkml:trace contextRef="#ctx0" brushRef="#br0" timeOffset="133">122 173 8295,'0'9'-208,"0"-1"0,0-1 97,0 1 0,0 2 1,0 0-1,0 3 239,0 2 1,0-1 0,0 3-1,0-1-159,0 1 1,0-1 0,0 1-1,0-3-322,0-2 0,0-1 353,0-2 0,3-12 0,0-5 0</inkml:trace>
  <inkml:trace contextRef="#ctx0" brushRef="#br0" timeOffset="367">231 122 8042,'4'-2'-332,"1"0"0,-3 0 0,2 1 0,2-1 292,1 0 0,1 0 0,2 2 40,0 0 0,12 3 0,3 1 0</inkml:trace>
  <inkml:trace contextRef="#ctx0" brushRef="#br0" timeOffset="682">237 205 7985,'-3'3'-652,"-2"-1"0,2 1 724,-1 0 0,3 2-21,-1-1 0,1 0-73,1 0-24,0 0 0,0-1-20,0-3 0,3 0 0,1-5 0,0 0-32,0 0 1,0-2 0,3 1 0,-1 0 16,1 2 0,-1-1 0,0 2 1,1 0 80,-1 0 0,1 1 0,-1 2-5,1 0 0,-3 1 0,-1 1 0,0 2 123,-1 2 1,-4 0-1,-3 1 1,0 1-116,-2 1 0,1-1 0,-1-2 0,1-2-97,-1-1 94,-2-3 0,-4-23 0,-3-5 0</inkml:trace>
  <inkml:trace contextRef="#ctx0" brushRef="#br0" timeOffset="883">269 77 7508,'0'7'0,"0"1"-333,0 1 0,0 2 0,0 0 0,0 1 534,0 1 1,0 2 0,0 2-1,0 2-200,-2 0 0,0 1 0,-2 1 0,-1 3-10,-1 1 0,0-2 0,0-2 1,1-2-373,1-2 381,0-4 0,-9-9 0,0-5 0</inkml:trace>
  <inkml:trace contextRef="#ctx0" brushRef="#br0" timeOffset="1016">205 321 8295,'7'-2'-104,"-1"0"82,1 0 1,1 2 0,1 2 0,1 2-285,2 2 1,0 1 305,1-1 0,22 15 0,7 3 0</inkml:trace>
  <inkml:trace contextRef="#ctx0" brushRef="#br0" timeOffset="1233">455 308 8295,'7'-2'-791,"-1"0"1,1 0 680,-1 2 1,1 0 0,-2 0-1,0 2 204,0 3 1,-3 3 0,1 1 0,0 0-322,-2 0 227,0 3 0,-24 23 0,-5 10 0</inkml:trace>
  <inkml:trace contextRef="#ctx0" brushRef="#br0" timeOffset="1899">693 180 8241,'-6'-1'-70,"2"-1"1,1 0-1,3-2-65,0-1 0,5-1 1,2 0-1,2-1 69,3-2 0,1 0 1,1-2-1,1 1 18,-1 0 0,2 2 0,-1 2 0,-2 2-89,-1 2 1,-4 2-1,-4 4 124,-1 2 0,-3 6 0,-3 1 0,-1 2 153,-2 2 1,-3 3-1,-1-2 1,0 1 79,-1 2 0,3 0 0,-1-2 0,1 0-15,2 1 1,-2 0-1,4 0 1,1-2-121,0-2 1,3-1 0,3-5 0,1-1-155,2-2 1,3-4 68,1-3 0,17-29 0,3-9 0</inkml:trace>
  <inkml:trace contextRef="#ctx0" brushRef="#br0" timeOffset="2316">1084 77 8264,'-4'11'0,"0"-1"-127,-1 2 0,-1 0 0,-1 1 0,1 0 0,0-1 0,-1 4 0,1 1 0,-1 2 267,1 0 1,0 1-1,0 1 1,1 2 21,1 0 0,1-1 0,0-3 0,0-2-108,2 0 1,1-3 0,2-2-155,2-5 1,2-4 0,1-5-1,1-2-17,0-2 0,3-3 0,-2 0 0,0 0-60,1 0 0,0-3 177,-1 2 0,-3-14 0,-4-3 0</inkml:trace>
  <inkml:trace contextRef="#ctx0" brushRef="#br0" timeOffset="2482">994 160 7632,'7'0'-67,"-1"0"1,6 15 0,2 2 0</inkml:trace>
  <inkml:trace contextRef="#ctx0" brushRef="#br0" timeOffset="2599">988 250 7188,'-4'0'-317,"24"-5"0,9-3 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33:07.089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19 65 8104,'0'-7'-180,"0"4"1,0 4 0,0 5 196,-2 4 0,1 3 0,-1 1 0,1 4-11,1 0 1,0 4 0,0 2 0,0 1-9,0 3 0,-2 1 0,0 1 0,0 0 80,2-2 1,0-1 0,-1-3 0,-1-2-283,0-2 0,0-2-669,2-8 873,0-3 0,6-36 0,1-10 0</inkml:trace>
  <inkml:trace contextRef="#ctx0" brushRef="#br0" timeOffset="284">64 97 8264,'7'-1'-689,"-1"-1"0,-2 1 723,1-1 0,-2 4 1,2 2-138,-1-1 1,-2 3 0,0-2 16,-1 2 0,-1 0 0,0 1 1,0-1 0,-3 1 45,-1-1 1,-2 0 0,0-1 27,2-1 0,0-3 0,3 2 12,-1 0 0,11-11 0,5 0 0</inkml:trace>
  <inkml:trace contextRef="#ctx0" brushRef="#br0" timeOffset="484">186 84 8264,'-2'6'0,"0"1"0,0-1-472,-1 0 0,2 1 0,-1-1 472,1 1 0,10-1 0,2 1 0</inkml:trace>
  <inkml:trace contextRef="#ctx0" brushRef="#br0" timeOffset="852">289 20 8264,'4'0'-419,"0"0"1,-2 2 0,2 1 716,-1 0 1,-1-1 0,-2 3-1,0 0-215,0 0 0,0 4 0,0 0 0,0 2-24,0 2 1,0 3 0,0 3-1,0 1-48,0 2 0,0 3 0,0 5 1,0 2-2,0 0 0,0-1 1,0-1-1,0-2-123,0-2 0,0-1 1,0-2-1,0-5-496,0-4 264,0-4 1,0-7 0,0-4 344,0-5 0,-9-37 0,-1-13 0</inkml:trace>
  <inkml:trace contextRef="#ctx0" brushRef="#br0" timeOffset="1017">212 129 8469,'0'-4'-1148,"1"1"0,0 4 1148,1 1 0,12 10 0,0 5 0</inkml:trace>
  <inkml:trace contextRef="#ctx0" brushRef="#br0" timeOffset="1117">225 186 8264,'-3'7'-2292,"2"-4"2292,-2 0 0,12-8 0,1-3 0</inkml:trace>
  <inkml:trace contextRef="#ctx0" brushRef="#br0" timeOffset="1552">77 321 8143,'0'7'-731,"0"-1"626,0 0 1,0 1 0,0-1 0,1 0-8,1-2 0,-1 2 1,2-2-51,-1 2 0,-1-2 138,1 0 0,1-3 0,0-1 28,0-3 0,-1-3 0,1-1 0,0 0 12,1-1 0,-1 0 1,2-2-1,2 1 41,1 1 0,1 1 1,-1 0-1,0 2 1,0 0 1,-1 2 0,0 3 0,-1 1 4,1 1 1,-4 4-1,-1 3 1,-1 1-43,-1 2 1,-1 0 0,-2 1-22,-3-1 0,-26 7 0,-9 1 0</inkml:trace>
  <inkml:trace contextRef="#ctx0" brushRef="#br0" timeOffset="2417">539 71 7061,'0'6'-62,"0"1"1,-2-1 0,0 1 0,0-1 192,2 0 0,0 3 0,0 0 0,0-2-259,2 1 0,-1 0 0,1 1 1,0-2-111,0 1 1,-2-2 112,3 0 125,-3 1 0,0-4 0,0-3 0,0-5 0,0-2 0,0-1 0,0-3 0,0 0 0,0-1 0,0-1 0,1 0 0,0 0-86,2 0 1,2 3 0,-2 0 0,1 0 90,1 2 0,-1 0 0,2 1 1,1 1 148,-1 0 1,3 4 0,-1-1 0,0 3 64,-1 0 1,0 3 0,-1 1 0,1 1-142,-1 2 1,-2 2 0,-2 2 0,-2 0-100,0 0 0,0 2 1,-2-2-1,-3 2-260,0-1 1,-2-1-1,1 0 1,-1-3 280,-2-1 0,2-1 0,-2-2 0,2-2 0,2-2 0,0-3 0,3-3 0,1 0 0,2-3 0,1 2-117,0 1 1,3 0 0,-2 1 0,2 1 115,-1-1 0,-2 2 0,2 1 1,1 1 0,-13 24 0,-4 5 0</inkml:trace>
  <inkml:trace contextRef="#ctx0" brushRef="#br0" timeOffset="2583">507 257 8264,'6'-1'-374,"-2"-1"1,2-1 0,-2-2 0,2 1 301,0-1 0,1 1 0,1 0 1,1-1-15,1-1 1,-1 0 85,1 0 0,1-1 0,2 1 0</inkml:trace>
  <inkml:trace contextRef="#ctx0" brushRef="#br0" timeOffset="2733">609 212 8264,'-2'6'0,"-1"0"0,1-1-315,-1-1 0,-1 1 0,1 3 0,0 1 167,0-1 1,0 2 0,2 0 0,-1 2 127,0 1 1,1-1-1,1 0 1,0-1 21,0 0 0,0-2-2,0 0 0,3-5 0,1-1 0</inkml:trace>
  <inkml:trace contextRef="#ctx0" brushRef="#br0" timeOffset="2850">590 340 8264,'5'-5'0,"-1"-1"-330,1-1 0,-2 0 0,1 0 0,-1 1 277,1-1 0,-2 3 1,2 1-1,1-1-29,1 0 0,-2 3-286,1-1 368,-4 1 0,-7 13 0,-4 2 0</inkml:trace>
  <inkml:trace contextRef="#ctx0" brushRef="#br0" timeOffset="3067">513 295 8264,'-2'5'0,"0"-1"-45,1 1 0,-3 1 1,0 1-1,0 1-96,0 3 0,2 1 0,-2 1 0,1 0-31,-1 0 1,1 0 0,-2-1-1,1 0 79,1-1 0,-1 1 0,2-4 0,0 0-122,-1-1 215,2-3 0,4-19 0,4-6 0</inkml:trace>
  <inkml:trace contextRef="#ctx0" brushRef="#br0" timeOffset="3217">539 392 8264,'9'0'0,"2"0"0,2 0 0,2 0 0,2 3 48,1 1 0,2 2 1,2 0-1,2 1-49,3 2 1,-3-2 0,1 1 0,-2-3-153,-2 0 1,-4-2 0,0 1 0,-2-1-638,-3-3 790,-2 0 0,-9-5 0,-2-3 0</inkml:trace>
  <inkml:trace contextRef="#ctx0" brushRef="#br0" timeOffset="3669">802 45 8353,'-1'7'0,"-1"-1"-105,-2 1 1,0-2 0,1 0 0,-1 0-7,1 0 0,-2 0 1,-1 2 316,-1-1 0,2 0 0,0 0 0,1-1-123,1-1 1,-1 1 0,1 1 0,0 1-99,0 2 0,-1-1 1,2 2-1,0 0-106,-1 0 1,2 0 0,-1 3 0,-1 0-15,1 0 0,0-1 0,2-1 0,0-1-6,0-1 1,0 0-1,0-3 1,0 1-170,0-1 0,2-1 1,0-1 309,0 1 0,-1-5 0,-1-1 0</inkml:trace>
  <inkml:trace contextRef="#ctx0" brushRef="#br0" timeOffset="4086">725 186 8338,'-1'-4'-120,"-1"0"0,1 2 168,-1-3 1,4 4-1,3-2 1,0 1-21,2 0 1,-1-1 0,1 2-1,1-2-37,1 2 0,0 0 0,-1 1 0,0 1-23,0 1 0,-1 0 0,0 4 1,-1 1-169,1 0 1,-3 3 0,-1-1 0,0 0 134,-1 0 0,-2 2 0,0-2 0,0 1-195,0 2 0,-2-3 260,0 0 0,-14-5 0,-2-1 0</inkml:trace>
  <inkml:trace contextRef="#ctx0" brushRef="#br0" timeOffset="4386">757 225 6372,'3'-4'-191,"1"2"1,0 1 131,0 1 0,0 1 109,0 1 0,1 2 24,-3 2 1,0 1 0,-2-1-77,0 1 0,-2-3 1,0 0-1,0 0 7,-1 0 0,1 2 1,-1-2-1,-1 2-16,1 0 1,1 0-1,-2 2 1,0-1 8,1 2 0,1 0 0,-2-1 1,1 1 14,-1-2 1,2 1-14,-2 1 0,-1-5 0,-1 2 0</inkml:trace>
  <inkml:trace contextRef="#ctx0" brushRef="#br0" timeOffset="4517">808 321 8315,'7'7'-516,"-3"-2"0,0 0 0,1 0 393,-2-1 1,2 2-1,-2 1 124,1-1-1,-3 0 0,5-16 0,-3-5 0</inkml:trace>
  <inkml:trace contextRef="#ctx0" brushRef="#br0" timeOffset="4751">738 0 6100,'3'5'0,"1"-1"0,39 12 0,9 4 0</inkml:trace>
  <inkml:trace contextRef="#ctx0" brushRef="#br0" timeOffset="5069">969 161 8356,'0'6'-319,"0"1"1,0 1 164,0 1 1,0 0 0,0 0 0,0 1 595,0 2 1,0 2 0,0 1 0,0 1-570,0 1 1,0 1 0,0-1-1,0 1-1349,0-1 1476,0-1 0,0-12 0,0-2 0</inkml:trace>
  <inkml:trace contextRef="#ctx0" brushRef="#br0" timeOffset="5217">1046 231 8323,'6'0'-94,"0"-3"0,1 3 0,-1-3 0,1 1-59,-1 0 1,1-1 0,-1 3 0,0 0-707,1 0 859,-1 0 0,1-2 0,-1-2 0</inkml:trace>
  <inkml:trace contextRef="#ctx0" brushRef="#br0" timeOffset="5484">1110 212 8245,'0'9'-420,"1"1"1,0 3 0,1 0 530,-1 0 1,2 0 0,-1 2 0,0 0-31,-1-1 1,-1 2-1,0-2 1,0 0-150,0-3 0,0 1 0,-1-4 1,-1 0-6,-3-1 1,0-3-1,-2-2 215,1-1 1,0-2 0,-1-1 0,1-2 6,2-2 0,-1 0 1,3-1-1,1 1 102,0-1 0,1 3 0,0 0 0,0-1 9,0-1 0,1 2-260,1-1 0,-2 4 0,3-2 0</inkml:trace>
  <inkml:trace contextRef="#ctx0" brushRef="#br0" timeOffset="5985">1360 148 8250,'6'-4'-46,"1"-1"0,-3 4 0,1-1 0,1 1-248,2 1 1,1 0 0,-2 0 293,2 0 0,9 0 0,6 0 0</inkml:trace>
  <inkml:trace contextRef="#ctx0" brushRef="#br0" timeOffset="6167">1437 109 7723,'-4'3'0,"-1"-1"-277,0 2 0,0 0 0,-2 3 0,1 2 264,-1 2 0,0 3 0,-1 2 0,-1-1 88,-1 1 1,2 2-1,-2-1 1,0 1-46,3 2 1,0-3 0,2-1 0,2 0-31,0-2 0,12-20 0,5-6 0</inkml:trace>
  <inkml:trace contextRef="#ctx0" brushRef="#br0" timeOffset="6300">1552 206 8250,'7'0'-189,"-3"0"-118,0 0 0,-2 0 307,0 3 0,-10 0 0,-3 3 0</inkml:trace>
  <inkml:trace contextRef="#ctx0" brushRef="#br0" timeOffset="6586">1520 251 8250,'0'10'0,"0"-1"-327,0 0 1,0-2 0,0 2 0,0 0 38,0 0 0,2 1 1,1 0-1,-2-1 288,0 0 0,-1 2 0,0-2 0,0 0 0,0 1 0,-2 0 0,-1-1 0,-1-1 81,-1-1 1,-3-1 0,0 1 0,0-2 76,1 0 1,-2-3-1,1-2 1,0 0 59,1-2 0,0-2 0,2-3 1,0-2-45,0-1 1,4 0-1,-1 1 1,1 1 23,1-1 1,0 0 0,0 1-216,0-1 0,3 1 0,1 4 0,2 0-188,0 1 0,1 1 1,0 1-1,1 0-1060,3-1 1265,1 0 0,38-7 0,9-2 0</inkml:trace>
  <inkml:trace contextRef="#ctx0" brushRef="#br0" timeOffset="6833">1693 263 8250,'3'5'96,"-1"-1"0,1 0 0,-2 0 0,1 1-16,0 0 1,-1 0 0,0 2 0,2-1-251,1 1 1,-1-1 0,2 1 0,0-1-229,0 0 1,0 1 397,-1-1 0,2 1 0,-3-1 0</inkml:trace>
  <inkml:trace contextRef="#ctx0" brushRef="#br0" timeOffset="6966">1847 283 7928,'5'5'-102,"-1"0"0,-2-2 1,2-1-1,-1 3 170,1 0 0,0 0-68,2-1 0,9 0 0,3 3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36:39.73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388 1 8379,'5'0'2928,"-1"0"-2389,-4 0 1,-3 4 0,-1 3 0,-1 4-458,-2 4 0,-4 3 1,-2 3-1,-1 4-165,-2 4 1,-2 3-1,-2 5 0,-1 1 70,1 1 1,-2 0-1,1-3 1,1 0-17,1 0 1,1-4 0,1-2 0,2-2 18,3-1 0,-1 0 0,1-2 0,1-3 122,1-4 0,4-6 0,1 0 1,1-2 333,2-1 0,-2-3 688,1 0-938,0-4 1,0 6-95,0-2 0,-1-2 0,2 0 100,-1 0 0,0-2-54,3 4 1,-1-4-128,-2 1-567,2-2-128,-3-1 678,4 0 0,7-1 145,2-2 0,3 1 0,-1-4 0,1-1-79,-1-1 1,3-1 0,2-1 0,3-2-178,2-3 1,7-3-1,0-2 1,2-1-158,1 1 1,2-2-1,-2 1 1,0 1 134,0 1 0,-1 5 0,-4 2 0,-2 2 129,-3 1 1,-1 0 0,-1 1-1,0 1 47,-2 1 1,-5 3 0,0-2 0,-2 1 223,-1 2 1,0-2 112,0 1 349,-4 0 28,-1-1 198,-4 3 1140,0-3-2396,-4 4 0,-1 0 1,-4 0 48,0 0 1,-3-1 0,-1-1 0,-1-2 62,-2-1 0,1 2 0,-2-3 0,-3-1-58,-2-1 1,1-1 0,-4-1-1,-2-2-146,-2-3 1,-2-3 0,2-2 0,-1-1-17,1 1 0,1 1 1,1 2-1,1 1 419,2 1 0,3 4 0,5-1 1,2 2 321,1 1 1,1 0-1,3 0 98,0 0 1,3 3 1267,0 0-284,4 4-972,-2-2-250,4 4-1169,0 0 608,0 4 0,0 1 0,0 4 223,0 0 1,0 0 0,0 1 0,0 1 72,0 1 0,1 4 1,2 0-1,3 3 161,2 2 0,1 7 1,1 0-1,2 4-5,3 5 0,2 0 0,1 6 0,0 2-11,0 2 1,3 2-1,0-3 1,-2-1 173,-3-4 0,-3-4 0,-4-5 0,0-4 94,0-3 1,-3-5 0,-1 0-1,0-3-191,0-2 0,-3-4 1,2 1-1,-1-2 373,0-1-596,0-4 484,-3-1 142,0-4 0,0-8-604,0-4 1,0-1 0,1-3-1,1-3-379,1-4 1,4-4 0,-2-3 0,1-3-181,0-2 1,0-1-1,2 0 1,-1-2 175,-1-4 1,-1 3-1,2-6 1,-2 1 283,-1 0 1,3 1 0,-2-1 0,1-1-39,0 2 0,0 2 0,2 6 0,-1 3 74,-1 5 0,-1 5 1812,1 7-507,-2 6 0,-4 6-2314,0 6 1,-4-10 0,-1 1-1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36:44.23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311 9 8345,'0'-5'3629,"1"2"-3240,2 6 1,3 2 0,5 4 0,1 0-386,-1 0 0,2 0 0,0 0 0,0-1-542,0-2 0,0 2 1,-2-2 537,1 2 0,0 13 0,-3 3 0</inkml:trace>
  <inkml:trace contextRef="#ctx0" brushRef="#br0" timeOffset="250">104 324 7393,'9'0'1174,"1"0"0,2-1 1,3-2-758,2-3 1,8-2 0,2-1-1,1-1-467,0-2 0,-1 2 0,-1-2 0,-2 2-356,-3 1 0,-7 3 1,-4 1-1338,-3 1 1743,-5 1 0,-42 27 0,-15 6 0</inkml:trace>
  <inkml:trace contextRef="#ctx0" brushRef="#br0" timeOffset="450">176 333 7557,'-3'9'0,"0"0"-195,1 0 1,-2 0 0,1 0 0,1 1 828,1 2 1,1 3 0,0 5 0,0 3-285,0 3 1,-1 0 0,-2 8-1,-3 3 16,-2 4 0,-2 6 1,-2 1-1,-3 0-232,-2 1 0,2-6 0,0 0 0,1-6-553,3-8 0,-1-9 0,6-9-1627,-2-4 2046,3-3 0,5-44 0,5-10 0</inkml:trace>
  <inkml:trace contextRef="#ctx0" brushRef="#br0" timeOffset="700">302 585 10822,'0'6'495,"0"1"0,-1 3-440,-2 4 0,1 1 1,-4 2-1,0 3-777,1 2 0,-2-2 722,4 1 0,-4-10 0,2-3 0</inkml:trace>
  <inkml:trace contextRef="#ctx0" brushRef="#br0" timeOffset="1002">401 540 8368,'0'6'321,"0"0"0,0 0 0,1 4 0,2 1 317,3 1 1,2 7 0,2 0 0,2 4-328,3 5 1,3-2 0,2 2 0,2-4-1,1-2 0,-2-2 0,2-5 0,-1-3 5,-2-2 1,-4-5 0,-2-2-1,-1-2-418,-2-1 0,-4 0 1,-1-1-363,1-2 0,-3-2 1,-1-4-101,-2 0 1,-1-1 0,0-1-1,0-2 564,0-1 0,-36-49 0,-9-15 0</inkml:trace>
  <inkml:trace contextRef="#ctx0" brushRef="#br0" timeOffset="1151">545 459 8368,'0'6'296,"0"0"1,0-3-773,0 3 0,1-1 476,2 1 0,26-26 0,10-10 0</inkml:trace>
  <inkml:trace contextRef="#ctx0" brushRef="#br0" timeOffset="1233">626 414 8368,'5'4'-1332,"-1"2"2466,0 2-1134,-3-3 0,27-1 0,2-4 0</inkml:trace>
  <inkml:trace contextRef="#ctx0" brushRef="#br0" timeOffset="1916">1094 270 8368,'6'0'0,"0"0"-58,1 0 0,-2 0 561,1 0 1,-1 1 0,2 2-138,-1 3 1,-4 3 0,2 3-1,-1 4-65,0 4 1,0 3 0,-3 4 0,0 1-78,0 2 0,-4 5 0,-2 4 0,-3 0-93,-3 1 0,-1-2 0,-3 3 0,1-2-341,-1-4 0,3-4 0,1-7 0,2-5-1187,1-6 0,4-3-494,2-10 1891,2-6 0,13-64 0,3-18 0</inkml:trace>
  <inkml:trace contextRef="#ctx0" brushRef="#br0" timeOffset="2386">1247 189 8368,'5'-4'-278,"3"2"0,-2-3 215,2 1 1,4-3-1,1 2 1,1-1 123,2 0 0,1 0 0,2-3 1,1 0 95,1 0 1,3 0 0,-3 1 0,-1 1-71,-1 1 0,1 3 0,-2-2 1,-3 1 8,-1 2 1,-4 1 142,2 1 1,-5 0-1,-2 1-22,-1 2 1,-1 2 0,-3 4-1,0 0 125,0 0 1,0 1 0,0 2 0,0 3-41,0 2 0,0 4 1,0 2-1,1 2-4,2 3 0,-2 6 1,3 1-1,-1 4 54,0 2 1,3 1 0,-2 4 0,0 1 78,0 1 1,-1-3 0,-3-4-1,0-2 70,0-4 1,0 3-1,0-6 1,0-3-185,0-3 0,-1-6 0,-1 1 0,-1-3-306,1-3 1,0-6-464,-1-6 0,1-2 1,-4-1-188,-1 0 0,-1-3 0,-1-1 1,0-2-1765,0-4 0,0 0 2403,0-5 0,-20-40 0,-5-13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36:48.66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18 163 8289,'-6'0'0,"1"-1"470,1-2 0,1 1-91,3-4 0,1 0 1,2-2-1,4 1-296,4 1 0,0 0 0,4-2 0,1 1-305,1 1 0,1 4 0,0-2 222,0 0 0,-12 23 0,-3 2 0</inkml:trace>
  <inkml:trace contextRef="#ctx0" brushRef="#br0" timeOffset="167">18 289 8289,'-9'0'2272,"5"-1"-2138,4-2 0,4 1 0,6-4 0,3-1-308,5-1 1,0-4-1,3 0 1,-2 1-1176,-1 1 1349,0 1 0,8-16 0,2-4 0</inkml:trace>
  <inkml:trace contextRef="#ctx0" brushRef="#br0" timeOffset="402">108 1 8488,'-1'9'305,"-2"0"0,2 4 0,-2 2 0,2 3 37,1 3 0,0 3 0,0 6 0,0 5-30,0 6 1,0 1 0,0 6 0,0-3-164,0-3 0,0-1 0,0-5 0,0-3-1914,0-7 1765,0-9 0,4-52 0,1-16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36:52.37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 73 8567,'0'9'78,"0"0"0,1 0 0,2 1 1,3 2-27,2 3 0,1 5 0,0 1 0,0 0-245,0 1 1,3-4 0,-1 1 0,-2-4-1041,-2-2 1233,-1-1 0,-1-3 0,-1 0 0</inkml:trace>
  <inkml:trace contextRef="#ctx0" brushRef="#br0" timeOffset="201">91 82 8446,'8'-5'-362,"-2"0"0,7 2 1,-1-2 658,0 0 1,1-3-1,-2 2 1,2-2-150,1-1 1,1 1 0,3 1 0,0 2-104,0 1 1,-3 1 0,-1 3 0,-1 0-109,-2 0 1,-2 4 0,-3 2-1,-2 3-157,0 3 0,-3-1 0,1 4 1,-4 1 219,-4 1 0,-14 9 0,-4 2 0</inkml:trace>
  <inkml:trace contextRef="#ctx0" brushRef="#br0" timeOffset="469">154 181 8365,'6'-6'-810,"-1"0"567,-1-1 0,2 2 1,-2-1 802,1-1 0,0 2 0,2 0 1,-1 1-1272,1 2 1,1 1 253,1 1 0,-5 8 0,-3 6 457,-3 6 0,-4 1 0,2-12 0,0 0 0,0 0 0,1-3 0,2-1 188,-2-1 1200,2-1-1279,-3-3 1,8-3-630,2 0 520,2 0 0,-7 15 0,-2 3 0</inkml:trace>
  <inkml:trace contextRef="#ctx0" brushRef="#br0" timeOffset="670">19 433 8365,'-6'0'-24,"0"0"349,0 0 0,5 0 0,5-1 0,6-2-330,5-3 0,3-3 1,2-2-1,2-1-172,1 1 1,0 1-1,2 0 1,-2 0 176,-1 1 0,-1-6 0,-3 5 0</inkml:trace>
  <inkml:trace contextRef="#ctx0" brushRef="#br0" timeOffset="834">226 325 8365,'-6'0'-9,"1"1"1,0 1-1,0 2 1,-1 1 235,1 2 1,0 1 0,3 1 0,-1 0-77,1 0 0,0 4 1,0 3-1,-1 3-16,1 2 1,1 4 0,1-1 0,0 2-123,0 1 0,0-3 0,0-1 0,0-1-260,0-2 0,0-5 1,0-3-1,1-3-2127,2-3 2374,2-2 0,8-40 0,1-9 0</inkml:trace>
  <inkml:trace contextRef="#ctx0" brushRef="#br0" timeOffset="951">217 586 8365,'3'-14'-58,"0"1"1,0 2-31,1 2 1,-2-2 0,3 5 253,-1-2 0,3 3 0,-1 2 0,2 2-1,1 1 1,0-3 0,0 0 0,0 1-344,0 1 178,0 1 0,-32 20 0,-8 5 0</inkml:trace>
  <inkml:trace contextRef="#ctx0" brushRef="#br0" timeOffset="1151">55 487 8365,'-1'6'-301,"-1"0"125,-1 1 1,0 1 0,2 2 0,-1 1 552,-1 1 1,0 4-1,2-1 1,-1 3-16,-1 3 0,-3 1 0,2 2 1,0-3-721,0-2 0,0-1 0,2-1 0,-1-2-1265,1-3 1623,1-6 0,5-22 0,1-9 0</inkml:trace>
  <inkml:trace contextRef="#ctx0" brushRef="#br0" timeOffset="1353">46 658 8365,'9'0'17,"0"0"1,0 1 0,1 1 348,2 1 1,3 4 0,6-1-1,4 2 233,4 1 0,7 1 0,7 2 0,4 2-122,4 0 0,2 2 1,0-4-1,-3-1-325,-5-1 1,-1-1-1,-6 0 1,-2 0-285,-2 0 0,-9-3 1,-2-1-1,-6 0-1126,-5 0 1,-2 0-685,-1 1 1942,-4-2 0,-13-24 0,-7-5 0</inkml:trace>
  <inkml:trace contextRef="#ctx0" brushRef="#br0" timeOffset="1803">451 37 8365,'9'-1'115,"0"-2"1,0 2-1,1-2 1,1 2-533,1 1 0,4-3 0,-1 0 1,1 1 131,-1 1 0,1-2 0,-4 0 1,-1 1 284,-1 1 0,-5 1 0,-2 0 0,-6 0 0,-3 0 0,-2 3 0,-2 1 0,-1 1 50,-1 2 1,0 1 0,3 1 0,0 1 259,0 2 1,0-1 0,1 5-1,1 3 86,1 4 0,0 4 1,-2 3-1,1 3 5,1 2 1,1 5-1,-2 2 1,2 2-175,1 1 0,1-5 0,3-4 0,0-6-694,0-5 0,1-7 1,2-7 466,3-4 0,2-59 0,1-18 0</inkml:trace>
  <inkml:trace contextRef="#ctx0" brushRef="#br0" timeOffset="2087">478 244 8036,'6'0'-922,"0"0"1,1 0 972,1 0 1,2-4 0,2-2 0,3-2-105,2-1 0,1 0 0,0 0 0,0 1 75,0 2 0,-3 1 0,-1 3 300,-1-1 1,-2 4 0,-5 5 0,-2 3 68,0 3 0,-3-1 0,2 4 0,-2 2-261,-1 3 1,0 0-1,0 4 1,0 0-202,0-1 1,0 2 0,0-3 0,0 0-134,0 0 0,-3-1 1,0-4-1,1-1-762,1-1 1,1-6 965,0 3 0,0 0 0</inkml:trace>
  <inkml:trace contextRef="#ctx0" brushRef="#br0" timeOffset="2570">523 370 8365,'5'-4'-952,"0"3"0,-2-3 1082,3 0 0,-1 3 0,1-2 0,1 2-454,1 1 0,-2 0 0,-1 1 324,-1 2 0,2 2 0,-3 4 0,-1 0 0,-1 0 0,-5 0 0,-2 0 0,-2 0 0,-1 0 0,3 2 0,0-1 0,0-2 0,1 0 0,-2 0 0,3 0 571,-1-2-376,3-2 0,-1-4 0,6 0-204,3 0 1,2-3-1,1-1-182,0-1 0,0 2 1,0-2 167,0 1 0,-3-2 0,0 3 189,1 1 0,-2 1 33,1 1 1,-3 0 55,3 0 0,-4 1 0,1 2-18,-2 3 0,-2 2 0,-1 1 0,-2 0 60,-1 0 0,0 0 1,-2 0-1,1 1-227,-1 2 0,2-2 1,-1 3-1,-1 0-215,-1 2 1,-1 2 0,0 1 0,0-1-193,0-2 1,-2 2 0,1-3 0,2 0-295,0-2 1,3-3 630,-1-3 0,28-46 0,4-15 0</inkml:trace>
  <inkml:trace contextRef="#ctx0" brushRef="#br0" timeOffset="2686">676 586 8365,'4'6'0,"1"0"84,0 1 1,3 0 0,-3 0 0,1-1 269,0 1 1,0 0 0,3 0 0,0-1-355,0 1 0,4-3 0,1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36:49.93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136 118 9385,'5'0'1057,"-5"7"0,-5 3-1062,0 3 1,-3 6-1,2 6 1,-2 4 336,-1 4 0,-3 7 0,0 6 1,0 7-101,-1 6 0,3 3 0,-2 1 0,3-2-66,3-4 0,-1-4 0,4-11 0,1-6-704,1-9 0,5-11 1,2-7-882,2-5 1,-2-5-1,-1-5 1419,-1-6 0,1-32 0,1-12 0,-1-6 0,0 1 0</inkml:trace>
  <inkml:trace contextRef="#ctx0" brushRef="#br0" timeOffset="269">199 145 8187,'0'-9'-618,"1"3"0,2 1 941,3 1 1,-1-2 0,1 3 0,1 1-163,1 1 0,1 1 0,0 0 0,0 0-74,0 0 1,0 3 0,-1 1 0,-1 0-181,-1 0 1,-4 3-1,1-1 1,-2 2-236,-1 1 0,0 3 328,0 0 0,-28 28 0,-7 4 0</inkml:trace>
  <inkml:trace contextRef="#ctx0" brushRef="#br0" timeOffset="385">199 289 8377,'0'-5'-943,"0"0"1003,0 2 0,1 2 1,1-3-61,1 0 0,24 15 0,3 0 0</inkml:trace>
  <inkml:trace contextRef="#ctx0" brushRef="#br0" timeOffset="486">217 343 8377,'-9'0'482,"0"0"-701,4 0 0,2 0 219,6 0 0,34-16 0,12-4 0</inkml:trace>
  <inkml:trace contextRef="#ctx0" brushRef="#br0" timeOffset="685">451 109 9188,'-5'4'604,"2"3"-943,2 4 0,1-1 0,0 3 1,0-1 338,0 0 0,-8 28 0,-2 4 0</inkml:trace>
  <inkml:trace contextRef="#ctx0" brushRef="#br0" timeOffset="1085">568 55 8377,'13'-4'-221,"-3"0"1,2-3 0,-1 2-75,1 1 1,-2-2 0,2 2-1,-2 0 390,-1 0 1,-1 0-1,-1 2 1,-1-1 86,1 1 1,-2 1 202,1 1 0,-4 1-103,1 2 0,-2-1 0,-1 4 0,0 1 38,0 1 1,0 4-1,0 1 1,1 1-47,2 2 0,-2 5 0,2 3 0,-2 3 16,-1 3 1,1 6-1,1 8 1,2 6-5,1 7 0,-3 4 1,2 1-1,-1-2 74,0-3 1,1-5 0,-2-4-1,0-4-5,0-6 0,-1-10 0,-1-2 0,0-3-396,0-3 0,0-5 0,1-4 1,1-3-811,1-2 67,0-4 0,-4-2 0,-1-7 0,-2-3-990,-1-2 1,0-5 1773,-4-1 0,4 8 0,1-2 0</inkml:trace>
  <inkml:trace contextRef="#ctx0" brushRef="#br0" timeOffset="1235">550 280 8403,'0'-6'0,"0"0"0,0-1 486,0-1 0,0 2-1031,0 0 545,4 4 0,9 18 0,6 9 0</inkml:trace>
  <inkml:trace contextRef="#ctx0" brushRef="#br0" timeOffset="1351">532 343 8403,'-6'0'2258,"0"0"-3441,4 0 1183,-2 0 0,12 12 0,2 3 0</inkml:trace>
  <inkml:trace contextRef="#ctx0" brushRef="#br0" timeOffset="1585">262 649 8333,'-8'9'7,"2"0"0,-1 3 0,4 0 0,1-1 171,1-1 1,2-1 0,1 0 0,2-1-357,1-2 1,-2-1-876,3-2 1053,0-2 0,-1-9 0,-1-7 0</inkml:trace>
  <inkml:trace contextRef="#ctx0" brushRef="#br0" timeOffset="1786">262 667 8386,'1'-9'-470,"2"0"0,-1 0 0,4 0 1,0 0 464,-1 0 1,6 1 0,-2 1 0,1 2 208,0 1 1,2-2 0,0 3 0,-1 1 26,-1 1 0,2 2 1,0 1-1,-2 2-212,-3 1 1,0 4-1,-4 3 1,-1 0-5,-1 1 0,-1-2 0,0 3 0,-1-1-79,-2-2 1,-1-1 0,-3-1 0,1 0 74,-1 0 0,-1-1 1,-1-2-222,0-3 0,3-2 210,0-1 0,8-16 0,-1-4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0:31.4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307 71 8104,'0'-12'474,"1"5"1,2 2 1543,1 0-1520,0 4 0,-5-5 1,-2 8-489,-1 2 0,-4 2 1,3 6-1,-2 0-5,-2 0 1,-1 3-1,-2 1 1,0-2-130,0 0 1,5-3 0,0 1-1,0 0-356,1 0 0,3-4 405,-1-1 0,4-4 0,4 1 31,4-3 0,7-5 0,0-1 0,0 0 16,-2 0 1,2-3 0,1 4 124,-1 1 0,-2 2 0,-3 2-14,-2 3 0,-3 3 0,-5 4 1,0 3-325,0 1 1,-5 4 0,-3 4 240,-2 1 0,-55 26 0,-12 6 0</inkml:trace>
  <inkml:trace contextRef="#ctx0" brushRef="#br0" timeOffset="217">177 424 8111,'-1'-6'1773,"-3"2"-1335,3 3 1,-4 7 0,5 6 0,1 6-224,3 5 0,-1 1 0,3 5 0,-1 5-3,-2 4 0,-2 5 0,-1-2 0,0 1 124,0 2 1,0 2 0,-1 0 0,-2-3-413,-1-3 1,-5-9 0,3-3 0,-2-5-1132,0-3 1,5-10-332,-1-10 0,3-9 1538,1-7 0,0 1 0,0 3 0</inkml:trace>
  <inkml:trace contextRef="#ctx0" brushRef="#br0" timeOffset="651">248 448 8157,'0'-7'608,"0"1"-385,0 2 0,1 3 1,3-3-1,3 1-204,-1-1 0,6-1 0,-1-4 0,3 2-95,1 2 1,-2-3 0,-2 3 0,1 0 118,0-1 1,0 2-1,0 4 542,-1 0 1,-3 0-294,0 0 0,-1 2 1,0 2-1,-3 4 61,-2 2 0,-2 2 1,0 1-1,0 1-24,0 2 0,0 5 1,0-1-1,0 3-39,0 5 0,0-2 1,0 5-1,0 2-47,0 1 0,0-2 0,0-1 0,0 2-61,0 1 0,-2-4 0,0-3 0,-2-3-410,1-4 0,-2 1 0,0-7-918,-2-4 0,3-4-442,-4-10 0,6-3 0,-3-5 1588,-1 1 0,-16-85 0,6 38 0,1-1 0</inkml:trace>
  <inkml:trace contextRef="#ctx0" brushRef="#br0" timeOffset="817">295 460 9123,'0'-5'430,"0"5"1,0 5-1,2 7-1466,2-1 1,-3 2 1035,3 3 0,-3 23 0,-1 11 0</inkml:trace>
  <inkml:trace contextRef="#ctx0" brushRef="#br0" timeOffset="1034">272 589 8157,'0'-11'-17,"0"3"266,0 0 0,1 1 69,3-1 0,-1 3-681,4 5 0,-3 5 0,3 3 3,-2 3 0,-1 1 0,-4-1 0,0 1 224,0 0 0,0 0 0,-1 0 674,-3-1 0,3-3 280,-3 0-532,-3 0-286,6-2 0,37-37 0,17-15 0</inkml:trace>
  <inkml:trace contextRef="#ctx0" brushRef="#br0" timeOffset="1815">531 365 8157,'7'-1'-774,"-2"-1"1489,0-2 0,2-4 0,3 3-255,-2-2 0,2 4-1611,-2-1 860,3 3 1,-5 2-1,-2 3 1,-2 4-4,-2 3 1,-2 0 0,-2 1-1,-2 0 265,-1 0 0,-3 0 0,3-1 795,1 1 0,-4-4 878,7 0-1255,-1 0 1,5-2-1,2-3-352,0-6 1,7 2 0,-3-3-141,4 3 0,-3-3-448,0 0 0,-2 1 167,2 7 0,-3 3 0,-6 5 0,-2-1 29,-1 1 0,-5 1 0,1 2 0,-3 0 238,-5 0 1,5-2 0,-2-1 0,2-2 370,1-2 1,1 2 0,-3-3 1795,1-1-337,4 5-1428,2-10 1,10 1-1,4-8 1,4 0-282,3-3 1,4-1 0,-3 1-1,0 1-196,0-1 0,2 3 0,-2-2 0,0 0-224,1 1 1,-3-2-1,-3 4 1,0 0-310,0 0 0,-5-3 1,0 3-86,-2-2 1,-1 3 896,-4-4 0,-1 6 0,-3-2 398,-4 2 0,-2 2 71,-2 0 0,1 2 1,2 2-1,3 5 90,0 5 0,-1 1 0,3 4 1,1 2-26,2 1 1,1 7 0,-2 1-1,0 3-117,-2 2 0,0-2 0,4 6 0,0-2-366,0-2 0,0-4 1,0-5-1,0-5-1784,0-6 1646,5-1 0,-35-76 0,-4-18 0</inkml:trace>
  <inkml:trace contextRef="#ctx0" brushRef="#br0" timeOffset="2333">24 94 8200,'0'12'257,"0"0"1,0 6-1,0 7 1,2 9 2,1 8 1,0 11 0,4 5 0,-2 8 40,-2 3 0,-2 2 1,-1-2-1,0 0 81,0-3 1,-4-5-1,-1-3 1,-2-5-237,-2-5 1,2-7-1,1-7 1,1-9-780,2-8 1,2-11 0,1-6 0,1-6 78,3-5 0,-1-7 0,3-6 554,-1-6 0,-2-41 0,-2-17 0,-1-9 0,0 1 0</inkml:trace>
  <inkml:trace contextRef="#ctx0" brushRef="#br0" timeOffset="2782">60 71 8239,'7'-4'186,"1"0"1,3 1 10,3 2 0,6 1 1,7 0-1,5-1-114,2-3 1,8 1 0,4-3 0,5-1 48,2 1 0,-2-1 1,3-1-1,-2 3-119,-2 0 0,-8 3 0,-5-2 0,-6 3-236,-2 1 1,-2 0 0,-4 0 0,-4 0-357,-3 0 1,-7 0 437,-1 0 0,-5 1 547,1 3 1,-3-1 0,-1 5 36,0 1 0,-1 1 0,-2 4 0,-1 1-141,2 5 1,0 3-1,2 5 1,0 3-68,0 3 1,4 8 0,0 4 0,0 5 79,1 3 0,-3 1 0,1 4 0,-1 1 259,-2 3 0,0-4 0,0 1 0,0-5 43,0-2 0,-4-4 1,0-6-1,1-5-379,2-5 0,1-9 1,0-9-1,0-1-2095,0-3-913,0-4 1,-1-2 2769,-3-5 0,-34-5 0,-13-2 0</inkml:trace>
  <inkml:trace contextRef="#ctx0" brushRef="#br0" timeOffset="3067">60 1096 8234,'-12'0'1351,"7"0"1,6 0 0,11 0-740,10 0 0,12 0 1,10 0-1,8 0-307,6 0 1,11-1 0,7-2-1,-1-1-266,1 2 0,-2 0 0,-9 2 0,-8 0-146,-13 0 0,-10 0 1,-16 2-1128,-6 2 0,-7-3 1234,-8 3 0,-51-24 0,-17-6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0:48.3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24 228 8004,'-10'0'720,"1"0"1,5-4 0,4-3 0,5-1-701,3-2 0,5-4 0,1-2 0,0-1-148,0 1 0,2-3 0,-3 4 0,-1 0-207,-1 2 0,-1 6 0,-1 2 286,1 0 1,-4 3-1,0 5 1,-2 4 129,-2 1 1,-1 6 0,-1 2-1,0 2 1,0-2 0,0 1 1,0-4-1,0-1-212,0-2 1,1-1-31,3-3 1,1-2-1,5-8 1,-2-3 41,-1-5 0,1-3 0,-2-4 0,0-1 57,0 1 0,0 0 1,1 0-1,-1 3 174,-2 3 1,0-1 0,-2 2 894,2 0-869,-1 5 0,-3 7 0,0 8 1,0 4 6,0 4 0,0 3 1,0 4-1,-1 2-18,-2 3 0,2 2 0,-3 3 0,2 3 56,-1 5 0,2 1 0,-2 5 0,1 3 95,-2-1 0,3 2 1,-3-2-1,1 0 80,-1-1 0,0-7 1,2-3-1,-1-4 37,1-4 0,-3-7 0,2-3 0,1-6 22,1-4 0,-2-3 0,-2-2-150,0-1 0,2 0 1,-4-5-112,0-3 0,-2 2 1,0-4-1,-1-2-211,0 0 1,-1-2 0,0 0 0,-2 1-125,1-1 1,1-3 0,2 0 0,-1 1-96,0 2 0,4 0 0,-1 0 0,1 1-350,0-1 0,1 0 1,3 1-475,-1-1 0,1 0 0,4 1 1097,1-1 0,43-13 0,8-2 0</inkml:trace>
  <inkml:trace contextRef="#ctx0" brushRef="#br0" timeOffset="349">469 344 8198,'-1'-6'3049,"-2"-1"-2716,2 5 0,-3-2 0,8 4 0,2 0-345,3 0 1,0 0 0,1 0-1,0 0-457,-1 0 0,1 0 0,0 1 0,-1 1 469,1 1 0,0 22 0,-1 2 0</inkml:trace>
  <inkml:trace contextRef="#ctx0" brushRef="#br0" timeOffset="515">469 450 8198,'-10'0'4203,"6"0"-4018,4 0 0,5 0 1,8 0-1,2 0-185,0 0 0,64-4 0,11-1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0:50.3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396 155 8308,'5'-9'0,"-2"-1"180,-2 0 1,-1 1 0,0-1-1,0 0 441,0 1 0,-1-1 0,-2 0 1,-3 1-178,-3-1 1,-1 0 0,1 2 0,-1 0-242,0 2 1,-3 0 0,1 0 0,0 3-90,1 2 0,1 1 0,1 1-244,-1 2 1,4 3-1,-1 7 1,1 3-62,0 3 1,-1 1-1,3 3 1,1 2 244,-1 3 0,3 7 0,-3 2 0,0 5 242,1 2 1,0 6 0,3 5 0,0 3-18,0 3 1,-1-3 0,-1 0 0,-2-5-85,2-4 0,0-5 0,0-4 0,-1-8-1455,1-9 645,1-12 0,1-7 0,-1-8 1,-2-2-22,0-3 1,0-4-1,2-1 636,-2-1 0,-16-61 0,-6-18 0</inkml:trace>
  <inkml:trace contextRef="#ctx0" brushRef="#br0" timeOffset="162">28 494 8270,'-9'-4'1053,"2"2"0,2-2 208,0 0 1,3 3-1145,5-2 0,6 1 0,5 2 0,1 0-361,2 0 0,2 0 0,1 0 0,1 0 37,2 0 0,4-3 207,-1 0 0,27-4 0,9 1 0</inkml:trace>
  <inkml:trace contextRef="#ctx0" brushRef="#br0" timeOffset="462">570 291 8244,'-5'-10'128,"3"4"0,-4-1 835,-2 0 0,0 2 0,-2 2-245,0 2 0,1 3 1,-1 4-1,0 4-499,1 4 0,-1 3 0,0 6 0,1 3-70,-1 2 0,4 2 0,-1 1 1,0 2-24,-2 2 0,4 2 0,1 3 0,3-3-618,1-3 1,0-2-1,1-4 1,3-3-699,2-6 1,6-5 0,2-7 1189,1-4 0,23-58 0,8-15 0</inkml:trace>
  <inkml:trace contextRef="#ctx0" brushRef="#br0" timeOffset="712">570 474 8244,'0'-9'44,"1"-1"1,2 2 644,3 1 1,4 0-197,3 3 0,0 2 0,1 5 1,-4 4-209,-2 1 1,-2 2 0,-1 1 0,-1 1-60,-2 1 1,-1 4 0,-2-1 0,-1 2-182,-1 2 0,-8-1 0,2 0 0,-3 1-521,-2-1 1,2 0-1,-4 1 1,0-2-423,1-2 1,1-2 0,4-5-1169,0-3 2066,5-2 0,31-47 0,11-10 0</inkml:trace>
  <inkml:trace contextRef="#ctx0" brushRef="#br0" timeOffset="930">763 436 8244,'0'-10'1066,"0"0"0,-4 5 0,-3 2 0,-1 3-623,-2 3 1,4 6 0,-1 5 0,0 1-135,-2 2 1,-1 5-1,1 3 1,0 1-32,3 0 0,1-4 0,5 3 1,0-1-58,0-3 1,2 0-1,1-3 1,4-2-477,5-3 1,-1-7 0,3-2 0,-1-3-1354,0-1 0,1-5 1608,-2-1 0,8-59 0,5-14 0</inkml:trace>
  <inkml:trace contextRef="#ctx0" brushRef="#br0" timeOffset="1164">870 320 8244,'9'-5'703,"1"-1"1,0-2 0,-1 2 0,1 3-72,0 2 0,-1 2 0,1 2 1,0 5-58,-1 3 0,1 5 1,0 7-1,-1 4-120,1 4 0,-5 0 0,-1 5 0,-3 0-232,-1 2 0,-5 1 1,-2-1-1,-4 0-1072,-2-3 1,-4-2-1,1-8 849,-2-2 0,-49-16 0,-11-3 0</inkml:trace>
  <inkml:trace contextRef="#ctx0" brushRef="#br0" timeOffset="1929">1537 387 8209,'-10'0'4088,"0"0"-3823,5 0 0,1-1 1,5-1-1,2-1-103,4 1 1,1 1 0,3 1 0,1 0-80,1 0 0,1 0 0,-3 0 1,2 0-1226,-1 0 0,-1-3 0,-1-1 1142,-1 2 0,-3-3 0,-2-1 0</inkml:trace>
  <inkml:trace contextRef="#ctx0" brushRef="#br0" timeOffset="2128">1508 165 8302,'-6'6'90,"3"1"604,2 0 0,1 3 0,0 2 0,0 2-453,0 1 0,3 4 1,1 4-1,-1-1-173,1 2 1,-2 1 0,4 4 0,-2 0-279,-2 0 0,-1 0 0,-1 0 1,0-1 209,0-2 0,-13 1 0,-3-2 0</inkml:trace>
  <inkml:trace contextRef="#ctx0" brushRef="#br0" timeOffset="2346">1285 726 8276,'-3'-10'1342,"0"1"0,-2-1-609,5 0 0,2 5 1,8 1-1,4 0-170,6 1 0,3 0 1,7 2-1,3-1-211,2-2 1,3 1 0,0 3 0,0 0-219,-2 0 0,-1 0 0,-6 0 0,-4 1-680,-4 3 0,-6-2 1,-2 3 545,-2-1 0,-10-9 0,-2-6 0</inkml:trace>
  <inkml:trace contextRef="#ctx0" brushRef="#br0" timeOffset="3011">2223 407 8240,'0'-7'-1331,"-1"2"2449,-2 1 1,2-1-282,-2 2 0,2 3-579,1 0 1,0 6 0,0 6-1,0 3-157,0 1 0,-3 2 0,-2-2 0,0 3-161,-3 4 0,0-3 1,-2 3-1,0-3-100,1 0 1,-4-4 0,-1-1 0,0-2 69,0-5 1,-2-2 0,3-6 0,1 0 51,1 0 0,5-9 0,1-4 1,0-5-52,3-5 0,4 2 0,3-5 1,1-1-116,5-1 1,-1-1 0,8 1-1,2 2 262,5 4 0,0 3 0,0 2 0,2 6 463,1 3 0,1 8 0,-1 9 1,-1 6 15,-1 7 0,-9 6 0,-1 4 1,-5 4-160,-5 1 1,-1 1-1,-5-2 1,-2-4-439,-1-2 0,-2-4 60,-5-1 0,5-7 0,1 0 0</inkml:trace>
  <inkml:trace contextRef="#ctx0" brushRef="#br0" timeOffset="3662">3065 204 8226,'-6'4'1809,"2"-3"0,5 3-1224,2-4 0,6 0 1,5 0-1,0 0-428,0 0 1,0-3 0,-2 0 0,1 0-479,-2-2 0,0 4 1,-1-2-1,0 2-1566,-1 1 1,-3-1 1886,-3-2 0,-37-11 0,-9-7 0</inkml:trace>
  <inkml:trace contextRef="#ctx0" brushRef="#br0" timeOffset="4097">3007 107 8234,'-9'1'282,"2"1"126,0 1 1,4 5 0,-2-2-115,0 3 1,2 1-1,3 0 1,0 2-351,0 1 1,0 3-1,1-3 1,1 0-346,2 1 0,2-2 0,-2 3 1,1 0-45,-1 0 0,0-3 1,-2 1-1,2-2 130,-2 2 0,-1-2 0,-1 2 1,0-2 312,0-2 0,0 1 0,0 0 0,0-1 38,0 1 0,0-3 0,0-1 0,0 2 383,0 0 1,-3-1 0,-2-1 223,0 2 1,2-3-265,-4 1 1,4-3 0,-2-1 24,0-4 0,-1-1 0,3-3 1,0-3-217,2-2 1,1 0 0,0-3 0,0 1-244,0 0 1,1-3 0,3 3 0,3 0-61,5-1 1,-1 7 0,2-3 0,-1 2 31,0 3 1,0 1-1,3 4 1,-1 0 142,-2 0 0,-1 1 0,-2 2 1,0 5 190,-2 3 1,-3 1-1,-4 4 1,-1 2-290,-2 0 0,-3 1 1,-5 0-1,0 0-339,-2-3 0,-4 1 0,1-4 1,0-1-610,0-1 986,4-2 0,-23-12 0,-2-3 0</inkml:trace>
  <inkml:trace contextRef="#ctx0" brushRef="#br0" timeOffset="4396">2726 678 8159,'0'-6'1809,"0"3"-1557,0 6 1,4-1 0,-1 5 0,0 0-127,1 2 0,-2 1 0,5-1 1,0 1-574,2 0 1,0-1 0,-2 1-1,0 0 447,0-1 0,10 5 0,4 1 0</inkml:trace>
  <inkml:trace contextRef="#ctx0" brushRef="#br0" timeOffset="4597">2871 687 8234,'10'0'-158,"-3"0"1,-1 1 224,1 3 0,-1-2 1,0 4 421,2 2 0,-3-1 1,1 1-1,-1-2-529,0 2 0,-1-1 0,2 1 1,0-2-553,0 2 1,1-3 0,-2 0 591,0 0 0,-3 2 0,2-1 0</inkml:trace>
  <inkml:trace contextRef="#ctx0" brushRef="#br0" timeOffset="4746">3026 716 8234,'0'-5'1212,"1"1"-970,2 4 0,3 4 1,2 2-825,-1 3 0,1-3 0,-2 1 582,-1 0 0,21 11 0,1 2 0</inkml:trace>
  <inkml:trace contextRef="#ctx0" brushRef="#br0" timeOffset="4913">3200 697 8211,'10'4'334,"-4"-3"1,0 4 0,-1-2 315,0 0 0,-1 5 0,1-2 1,0 2-586,1-2 0,-3 3 0,2-3-65,0 3 0,-2-8 0,-3-2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0:56.2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175 261 8246,'5'-1'1216,"-2"-3"1,-2 2-958,-1-4 0,-1 4 1,-2-1-1,-4 7-302,-1 5 0,-2 2 1,-1 6-1,0 4 221,-2 3 0,-3 5 0,2 3 1,0 2-14,0 4 0,0-1 0,2 8 0,-1 2-79,1 0 1,6-6 0,3-4-1,1-3-559,2-6 1,5-5-1,1-7 1,3-4 472,0-4 0,27-34 0,6-12 0</inkml:trace>
  <inkml:trace contextRef="#ctx0" brushRef="#br0" timeOffset="386">474 338 8281,'0'-10'1114,"0"4"16,0-1 1,-1 5-857,-2-1 0,-2 6 1,-5 5-1,0 4-65,1 4 0,-4 3 0,-1 3 0,-1 2 47,-2 4 1,-2 2-1,0 7 1,1-2-93,2 2 1,-2 0 0,5 2 0,2-1-92,0-3 1,6-6 0,1-7 0,4-6-274,4-6 1,1-5 0,5-6 0,0-3-39,3-6 1,1-4 0,3-5 0,-2-1-162,-1 1 0,-1 0 1,-3-1-1,0 2-1047,-1 2 0,0-2 1446,-3 1 0,-14-9 0,-8-5 0</inkml:trace>
  <inkml:trace contextRef="#ctx0" brushRef="#br0" timeOffset="533">242 502 8281,'-5'-4'251,"1"-1"159,4-5 0,1 5 0,2 2-511,3 1 0,4 2 0,3 0 0,3 2-1638,2 1 1739,2 2 0,46 35 0,13 7 0</inkml:trace>
  <inkml:trace contextRef="#ctx0" brushRef="#br0" timeOffset="700">648 677 8281,'0'9'744,"0"1"0,0 0 65,0-1 0,0-2 0,0-1-1617,0 2 808,0 0 0,-12 2 0,-5 0 0</inkml:trace>
  <inkml:trace contextRef="#ctx0" brushRef="#br0" timeOffset="1466">1190 164 8260,'0'-10'0,"0"1"234,0-1 0,0 0 1,-1 0-1,-1-2 425,-1-1 1,-2 0 0,3 3 0,-2 1-178,-2-1 1,1 0 0,-2 1-1,0 0-307,0 3 1,-2-2-1,-1 5-96,1 1 1,0 2 0,1 4 0,2 6-148,-1 5 0,1 4 0,0 4 0,-1 2-16,2 3 0,-1 6 0,3 2 0,-2 5 223,0 4 1,-1 6 0,3 1-1,-2 2 134,-1 2 1,-1 3-1,2-1 1,1-4-107,0-4 0,-3-6 1,4-3-1,1-7-746,1-8 1,1-6-886,0-11 0,0-4-83,0-5 0,0-6 1547,0-7 0,-13-49 0,-3-16 0</inkml:trace>
  <inkml:trace contextRef="#ctx0" brushRef="#br0" timeOffset="1616">871 522 8235,'-3'-7'0,"-2"1"2112,0-2-784,3 4 1,-1 0-1193,6 4 0,3 4 0,7 1 0,3 1-136,3-3 0,69-2 0,-36-1 0,1 0 0</inkml:trace>
  <inkml:trace contextRef="#ctx0" brushRef="#br0" timeOffset="2166">1432 270 8117,'-10'-4'-349,"0"-1"1024,1-5 0,-1 5 0,0 1-203,1 3 0,2 3 1,1 4-1,-2 5-261,0 3 0,-2 5 0,0 5 0,1 1-115,-1 5 0,0 4 1,0 4-1,-2 2-132,-1 2 0,-1-1 1,3 3-1,0-1-300,3-2 1,5-10 0,0-6 0,7-8 335,5-7 0,18-22 0,9-10 0</inkml:trace>
  <inkml:trace contextRef="#ctx0" brushRef="#br0" timeOffset="2450">1606 328 8237,'0'-9'1076,"0"-1"0,-4 5 1,-3 1-648,-2 3 0,-1 7 0,-2 3 0,-2 6-277,-1 4 0,3 4 0,-2 3 0,0 3-139,-2 3 1,2 3 0,1 2-1,1 0-22,-1-2 1,6 1 0,-2 1 0,4-2-109,3-6 0,1-9 0,2-8 0,2-4-153,3-5 0,3-4 0,1-5 0,0-4-307,3-4 1,-2-2-1,1-4 1,-3 1 576,-3 0 0,-17-31 0,-1-7 0</inkml:trace>
  <inkml:trace contextRef="#ctx0" brushRef="#br0" timeOffset="2566">1403 493 8237,'-10'0'640,"5"1"1,4 1-495,6 1 1,2 0-1,10-1 1,0 0-147,1 1 0,27 4 0,7-1 0</inkml:trace>
  <inkml:trace contextRef="#ctx0" brushRef="#br0" timeOffset="2817">1722 357 8272,'10'0'508,"-1"0"1,1 5 0,-2 1 0,-1 3 17,-4 0 0,1 5 0,0 2 0,-2 3-83,-1 0 0,-1 5 0,0 3 0,-1 3-298,-2 2 0,-6 1 0,-4-2 0,1 2-856,2-2 0,-3-5 0,-1-4 0,0-1 711,0-2 0,-12-38 0,0-10 0</inkml:trace>
  <inkml:trace contextRef="#ctx0" brushRef="#br0" timeOffset="3185">1906 280 8272,'9'0'631,"1"0"0,0 0 0,-1 1-198,1 2 1,0 4 0,-1 7-1,1 5-41,0 6 0,-1 4 1,0 3-1,-2 5-55,0 3 1,-5 1-1,1 3 1,-3 0-263,-3 0 0,-2-3 0,-5 0 1,-1-5-76,-2-7 0,-10-9 0,-7-6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05.5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27 388 8030,'-6'0'-73,"1"1"735,1 1 0,0-1-52,1 2 1,2-1-205,-2 1-474,2-2 0,2 3 0,3-4 0,4-1-41,3-2 1,7-1 0,0-3 0,2-1-40,1-2 1,-2-1 0,2 2 0,0 2-6,-1 1 0,0-2 0,-4 3 0,-3 0 35,0 2 1,-4 2 292,-3 1 0,-5 1 1,-1 2-1,-6 4 29,-5 4 1,1-1 0,-1 4 0,1 0-52,1 0 1,0 0 0,0 4 0,1-1 83,-1 1 1,1 0 0,2-1 0,3 2 135,2 1 0,1-1 0,0 3 0,0-2-99,0 1 0,3-2 0,2-3 0,2-1-262,3 0 0,0-2 1,-1-2-1,1-4-151,2-4 1,-2-2 0,4-1 0,-1 0-688,-2 0 0,-2-1 1,0-2 825,0-3 0,4-41 0,1-11 0</inkml:trace>
  <inkml:trace contextRef="#ctx0" brushRef="#br0" timeOffset="250">344 211 8625,'-5'1'710,"2"2"1,2 2 0,1 4-1229,0 0 0,4 0 1,2-2 517,2-1 0,24 2 0,6-3 0</inkml:trace>
  <inkml:trace contextRef="#ctx0" brushRef="#br0" timeOffset="347">441 194 8251,'-1'5'256,"-1"-1"-53,-1-1 1,0-1-204,3 4 0,0-4 0,0 2 0</inkml:trace>
  <inkml:trace contextRef="#ctx0" brushRef="#br0" timeOffset="1314">679 308 8434,'-4'-5'1624,"4"0"-1408,0 3 1,9 0 0,7-4 0,5-1-307,1-1 0,3-2 0,3-1 0,2-4-290,-2-2 0,-2 1 1,-2 0-1,-4 2-394,-5 1 1,-2-1 0,-5 2 532,-2 1 1,-3 2 0,-6 3 0,-3 1 303,-2 1 1,-1-2 0,0 3 0,0 1 352,1 1 0,0 0 1,1-1-1,1-1 58,-1 1 0,2 2 0,0 3 0,1 4-212,-1 4 0,0 0 1,-1 3-1,2 3-12,0 2 1,3 5 0,-2 5-1,2 4 18,1 1 0,0 5 0,-1 3 0,-1 4 187,-1 4 0,0 1 1,3-1-1,0-3-231,0-2 0,0-5 1,0-3-1,0-4-306,0-7 1,0-4-315,0-8 0,-1-6 0,-1-8 190,-1-5 0,-3-3 0,1-1 0,-1-3-359,0-3 1,-1 1 0,-4 1 0,0-1 55,0 0 0,-2 0 0,1-3 0,2 1 199,0 2 0,1 2 1,0-2-1,0 0 72,1 1 1,0 2-1,1-1 554,1 2 1,1 2 2627,-1-1-2638,2 4 1,5 4 0,1 5-1,2 0-316,1 0 0,1-1 0,3-3 0,1 0-931,1 0 1,3-4 940,4-2 0,-5 2 0,0 0 0</inkml:trace>
  <inkml:trace contextRef="#ctx0" brushRef="#br0" timeOffset="1549">1093 18 8400,'-4'-5'487,"3"0"1,-3 3 486,0-1 0,0 1 0,-2 5-719,3 3 1,2 4 0,1 3 0,0 0-641,0 0 1,1 1 0,2-2-1,2-1 385,0-1 0,3 6 0,-3 3 0</inkml:trace>
  <inkml:trace contextRef="#ctx0" brushRef="#br0" timeOffset="1934">1022 167 8533,'-8'0'1502,"-1"0"0,6-4-1442,6-1 1,3 0 0,8-1 0,2 0-57,1 1 0,0-2 0,1 3 1,-1 0-730,1 0 0,-4 0 0,-2 3-23,-3-2 0,-4 4 0,-2 4 1,-2 3 747,-1 1 0,-4 0 0,-2 1 0,-1 0 0,-2 2 0,0 0 0,0-3 0,0 0 1,0-1 1,1 1-1,-1 1 1,0 1 306,0 0 1,1 1 0,2-3 0,1 0 194,1 0 0,-2-1 0,3 1-311,1 0 0,2-4 0,3-2-162,3-2 0,3-5 0,1-2 1,2-2-128,-1-1 0,2-1 1,-2 0-1,0 2-101,-1 0 0,-1 0 1,0 1-1,-1 0-213,1 1 0,-3 4 304,0-1 1,-4 3 0,0 3-1,-4 3-152,-4 2 1,-2 3-1,-2 2 1,-1 1 258,-4 1 0,-41 37 0,-10 10 0</inkml:trace>
  <inkml:trace contextRef="#ctx0" brushRef="#br0" timeOffset="2099">970 432 7974,'-9'0'1250,"4"0"0,5-4 0,7-2 0,4-2-1267,7-1 0,1 0 1,3 1-1,1-1-438,-1 0 1,-1 0-1,2 1 1,0 1-290,-4 2 1,1 3 0,-8-1 0,-2 2-760,0 1 1503,-5 0 0,-17 27 0,-7 7 0</inkml:trace>
  <inkml:trace contextRef="#ctx0" brushRef="#br0" timeOffset="2298">1146 423 8302,'-4'6'0,"-2"-1"47,-2-1 1,2 1 0,0-1 0,-1 1 389,-4 2 0,1 1 0,-2 2 0,3 0-100,4 2 1,-5 4 0,3-2 0,0 0 1,-1 1 1,1 1-1,1 3 1,1 1-89,1-4 0,1 1 0,3-5 0,0-1-192,0-2 1,4-1 0,2-2-1,1-3-127,2-2 1,3-1 0,1 0 0,-1 0-279,1 0 1,2 0 0,-2 0 0,0-1-1218,3-2 1,-2 2 1562,0-2 0,5-21 0,3-6 0</inkml:trace>
  <inkml:trace contextRef="#ctx0" brushRef="#br0" timeOffset="2464">1207 458 8291,'-8'4'4,"0"-2"0,1 3 1,2 0 252,1 0 1,-3 3 0,2 5 0,0 1 272,3 2 0,-2 3 1,1 3-1,0 0-418,-1 3 1,3 3 0,-2 0-1,1-1-1311,-1-3 0,2-5 1199,-2-1 0,-2-5 0,0-4 0</inkml:trace>
  <inkml:trace contextRef="#ctx0" brushRef="#br0" timeOffset="2630">890 652 8233,'0'-14'294,"-3"1"0,0 5 456,1-1 1,3 0-1,4 1 1,5 1-171,3 1 0,5 2 0,7-3 1,3 2-859,5 1 1,2-2 277,3 3 0,-14 0 0,1 3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12.8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31 221 8288,'-9'0'2030,"0"0"-1414,0-4 0,5 2 1,5-3-506,7 1 1,9-3-1,6 2 1,4-3-75,2-1 1,2-3 0,6-1 0,0 0-101,1-3 0,0-1 0,-3 0 0,0-1-704,-3 1 1,-3 0 0,-6 2-444,-6 3 1,-8 7 799,-9 2 1,-5 2 0,-5 1 0,-2 0 409,1 0 0,1 0 0,2 0 0,-1 0-49,0 0 1,0 0-1,0 0 220,0 0 1,4 0 226,-1 0 0,3 1 0,-2 2-5,1 2 0,1 3 0,3 2 0,0 2-185,0 3 1,0 2-1,0 4 1,-1 2-67,-2 3 1,1 3 0,-4 1 0,0 2-61,2 1 1,-4 0 0,1 1 0,-3-3 37,-2-1 0,1-4 0,1-6 0,-1-2-144,-1-3 0,1-7 1,3-7-32,2-6 1,2-2 0,4-10 0,0-3-126,0-1 1,1 0 0,2-1 0,3 0 65,2 3 0,0-2 1,1 3-1,0 5 161,0 2 1,2 6 0,1 2 0,-1 3 311,-1 3 1,-1 7-1,-2 8 1,0 5-45,-1 5 0,-4 5 1,1 4-1,-2 2-227,-1 1 1,-4-3-1,-2 3 1,-2-3-1451,0-2 1362,3-2 0,-19-14 0,0-2 0</inkml:trace>
  <inkml:trace contextRef="#ctx0" brushRef="#br0" timeOffset="900">788 54 8323,'-8'0'183,"2"0"0,1-1 1431,1-2-1455,1 2 0,4-6 1,2 4-1,3 0-246,2-1 0,1 2 0,2-3 0,2 1-210,1 2 0,-4-2 0,2 1 0,-2 1 25,-1 2 1,-1 0 0,0 3 298,-2 3 0,-2 5 0,-5 2 1,-2 0 42,-3 3 0,-2 5 1,0 1-1,-2 2-134,-2-1 1,-2 4 0,-3 3-1,-1 1 80,1 3 1,-1-1 0,0 0 0,1-1 119,-1-2 0,1-1 0,2-3 1,2-4 678,3-4 0,-1-4-312,6-6 0,1-7 0,1-5 0,3-5-428,3-6 0,2-2 0,3 0 0,2-1-234,2 0 0,-1 1 0,3 0 1,2 2-17,1 4 1,-3 2 0,1 2-1,1 2 41,0 1 0,5 1 0,-1 5 0,-1 3 126,-3 4 0,-1 6 1,-2 0-1,-1 4 85,-2 1 1,-1 2 0,-6-2 0,-2 0-83,-3 0 1,-3 1 0,-7 0 0,-3-2-78,-2 0 1,3-4 0,-1-2 0,-1-1 39,0-4 1,-1-3-1,2-5 1,4 0 33,1 0 0,4-2 0,1-3 1,1-4-177,2-1 0,1 0 0,2-1 1,2-2 183,3-1 0,41-35 0,11-13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15.0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57 318 8309,'-8'-9'856,"4"1"1,4 2 0,6 2-595,4 1 0,8-3 0,6-5 0,2-2-92,3-1 1,0 3-1,2-4 1,-1 0-778,-1 2 1,-6 0 0,-3 4-677,-4 0 1,-8 3 831,-5 1 0,-3 3 1,-3-1-1,-2 1 283,1-1 0,-4 2 0,3-3 0,-1 1 193,0 0 1,1-1 0,-2 2 286,1-1 0,2-1 0,-3 2 388,1-1 0,3 0-399,-3 3 0,1 4 0,-1 2 1,2 2-48,0 1 1,3 4 0,-2 1 0,2 4 84,-2 2 0,2 4 1,-3 5-1,1 4-5,0 1 1,0 5-1,3 2 1,-1 3-108,-2 3 1,2-5 0,-3 1 0,1-2-118,0-4 0,-3-2 0,3-4 0,0-5-173,0-8 1,1-5-74,-4-7 0,0-6 0,-2-6 0,1-2-203,1-1 0,0 0 0,-2-2 0,-1-2-28,0-1 1,0 4 0,0-3 0,1 1-12,-1 0 0,0 1 0,0 2 0,0 0 110,0 0 1,1 1-1,-1 2 1,1 0 344,2-1 0,-2 2 1595,2-1-646,-1 0 1,3 1-908,4 2 1,1 2 0,6 1 0,2 0-365,5 0 0,1 0 0,1-1 0,4-1-2033,1-4 2278,7-6 0,10-15 0,6-7 0,6-4 0,-1 0 0</inkml:trace>
  <inkml:trace contextRef="#ctx0" brushRef="#br0" timeOffset="351">480 36 8432,'0'-9'1279,"0"0"0,-1 2-918,-2 1 1,3 2 0,-1 5-596,3 2 0,4 2 0,-2 3-132,1 1 0,-3 3 0,1 0 0,-2-2 366,-1 0 0,-27 34 0,-8 9 0</inkml:trace>
  <inkml:trace contextRef="#ctx0" brushRef="#br0" timeOffset="889">383 221 8432,'-3'5'756,"2"-1"1,4-11 0,5-2-859,2-1 1,3 1 0,0 0 0,0 0-162,3 0 0,0 0 1,-2 1-1,-1 0-137,0 2 1,-4-2-1,0 3-198,-2 0 1,-5 2 514,1 6 0,-6 5 1,-3 4-1,-3 0 92,-2 0 0,1-1 0,-2 4 0,2-1 241,2 0 1,-1 2 0,0-4 0,0 2 33,0 2 0,3-3 1,2-1-1,0 0 324,2 0 1,1 0-540,1-4 0,1-3 0,2-2 1,3-3-109,1-3 1,3-5 0,1-4 0,2-1-129,0 0 1,-1-1 0,2 2-1,-1 1-71,-3 1 1,-3 2 0,-2 2 0,0 1 98,0 1 1,-3 2-1,1 5 19,-2 3 0,-5 2 0,-2 4 0,-3 3-135,-3 1 1,-1 2-1,-4 0 1,0-1 254,0 1 0,1 0 0,-4-1 0,1 0 0,1-2 0,1 0 0,0-3 0,2-1 0,4-2 0,1-4 1019,1-2 0,4-3-147,2-3 1,3-2 0,3-2-1,4 0-623,4 1 0,2 0 0,5-3 1,1 0-95,1 1 1,0-1-1,3 1 1,2 1-130,0 1 1,-1 0 0,-1-1-1,1 0-711,-2 1 1,-1 4-1,-6-1 1,-1 2-1142,-1 1 1826,-5 0 0,-24 20 0,-8 4 0</inkml:trace>
  <inkml:trace contextRef="#ctx0" brushRef="#br0" timeOffset="1200">524 459 8066,'-8'0'-497,"-1"0"909,0 0 1,3 0-1,1 1 1,0 2 37,0 3 1,1 4 0,-3 3-1,1 1-199,-1 2 1,-1 0 0,-1 2 0,1-1 35,-1 1 0,1 0 0,1-2 0,1-1 175,-1-3 1,3-2-251,1-2 1,2-2 0,2-1 0,2-1-175,3-2 0,2-1 0,2-1 1,1 1-28,0 2 0,4-2 0,-3 3 0,0-1-158,0 0 1,-2 1 0,2-2 0,-2 1-903,-2 2 1,1-2 0,0 2-557,0-1 0,0-1 1605,-1-3 0,-3-43 0,-1-11 0</inkml:trace>
  <inkml:trace contextRef="#ctx0" brushRef="#br0" timeOffset="1350">595 485 8298,'-6'0'-160,"1"1"336,1 2 0,-2 2 1,3 4-1,1 1 355,1 1 0,-1 4 0,-2 5 1,0 1-572,0 2 1,-3 0-1,0 4 1,-3 0-414,-1 2 0,-5-4 0,2 0 453,0-2 0,-18-3 0,-1-2 0</inkml:trace>
  <inkml:trace contextRef="#ctx0" brushRef="#br0" timeOffset="1551">269 706 8298,'-3'-10'0,"0"-1"409,1-1 0,1 1 0,1 2 219,0 0 1,7 3-1,3 1 1,2 1-156,4 2 0,5-2 1,3 0-1,5 0-252,3-3 0,2 2 0,1-1 0,1 0-403,-1 1 1,-1-3 0,-2 3 0,-3 0 181,-5-1 0,-2-4 0,-5-4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17.4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274 43 8249,'4'-9'-41,"0"1"236,1-1 0,3 3 664,-2 0 1,2 4-508,1-1 0,-2 3 0,-1 3 0,-3 3-107,-2 2 0,-1 4 0,0 0 0,-1 3-147,-2 4 0,-3-2 0,-4 5 1,-2-1-430,1 3 0,-3 1 0,0 1 0,-2-2 23,1 0 0,-1-2 1,2 2-1,0-5 510,3-3 0,2-3 0,2-6 98,1-1 0,5-4 1,2-7-53,7-3 1,4-6 0,3 2 0,0 1-271,1 2 0,-3 1 0,1 1 1,-1 2-69,-2 1 1,-2 1-1,0 3 1,-1 1 48,-2 2 1,-2 5 0,-4 5 0,0-1 73,0 1 1,-4 3-1,-1-3 1,-1 1-68,0-2 0,0 1 1,-1-2-1,0 0-451,1-1 1,3-4 0,-2 0-693,1 0 1,1-1 1176,3 1 0,-15 16 0,-5 6 0</inkml:trace>
  <inkml:trace contextRef="#ctx0" brushRef="#br0" timeOffset="255">0 704 11125,'4'9'231,"2"0"0,2-3 1,2-1-1,1 1-447,0-1 1,1 2 0,-3-4 0,0 0-557,0 1 0,-1-3 1,1 2 771,0-2 0,-12-25 0,-3-5 0</inkml:trace>
  <inkml:trace contextRef="#ctx0" brushRef="#br0" timeOffset="383">115 651 8273,'6'-3'669,"0"0"-258,-4 0 0,2 4 1,-3 2-471,2 3 1,1 2-1,5 0 1,0-1-253,0-1 1,-3-5 0,0 3-1,0-1 311,2 0 0,9-23 0,2-10 0</inkml:trace>
  <inkml:trace contextRef="#ctx0" brushRef="#br0" timeOffset="483">230 616 8273,'1'-9'0,"0"0"-33,2 0 1,1 4 248,-1-1 1,-1 4 0,3 0-97,-1 4 0,0 0 0,-2 4 0,2 0-120,1 2 0,12-7 0,7-2 0</inkml:trace>
  <inkml:trace contextRef="#ctx0" brushRef="#br0" timeOffset="1433">600 78 8332,'-4'-8'-48,"-2"-2"0,-1-1 335,1-1 0,-2 4 0,2 3 0,-1 1 36,-2 2 0,-3-2 0,0 2 0,0 3-657,0 4 1,2 3 0,-2 0 0,2 2-45,2 2 0,-1-2 1,0 2-1,1 0 60,2 0 0,-1 1 0,4-3 0,-1 2 179,0-1 0,0 2 0,2-2 1,-1 0 123,1-1 1,1 2 0,1-1-1,0 0 129,0-1 1,0 2 0,1 0 0,1-1 200,1 2 0,3-3 0,-2 3 0,0-2 88,-1 1 0,3 0 0,-2-3 0,0-1 86,0 1 0,2 0 16,-3 0 1,1-4-327,-1-2 0,-2-3 1,2-3-1,-2-3-2,-1-2 0,0-4 0,0 1 0,0-1-688,0-1 1,0 3-1,0-2 1,1 0 225,2 0 1,-2-3 0,5 4 0,1 0 177,1 1 0,1 2 0,0 1 0,-1 2 136,1 2 1,0-3 0,0 3 0,0 1 53,0 1 0,-2 5 0,0 2 1,-2 1-207,-1 2 0,-1 3 1,-3 0-1,-1-1-193,-2 2 1,1-3 0,-4 2 0,0-2 106,1-2 0,-2 1 0,1-1 437,-2-2 134,3-2 0,1-5-56,4-2 0,0 1-25,0-4 1,0 3 250,0-3 0,0 5-213,0 1 0,0 5 1,0 6-1,0 2-17,0 0 1,0 2 0,0 4 0,0 1 19,0 4 1,0 2 0,0 3 0,-1 4-97,-2 1 0,2 1 0,-3 0 0,1-3-411,0-3 1,0 1 0,3-5 0,0-5-312,-3-7 1,2-3-1,-3-2-425,0-2 1,2-3 0,-4-6 0,-1-3 37,-1-2 1,-1-1-1,1 0 883,-1 1 0,-18-25 0,1 0 0,6 7 0,9 6 0,4 5 0,4 3 0,1-1-92,1 0 1,1 1-1,0 3 1,1-1 567,2 1 0,-1-1 0,4 7 196,0 1 0,2 1-296,1 1 1,-4 4 0,-2 2 0,-2 2-103,-1 1 0,0 3 1,-1 0-1,-2 1-192,-3 0 0,-2 2 0,0-1 0,-1 1-480,0 0 0,-3-4 1,0 2-1,2-1-720,0-1 1,5-7 1117,2 5 0,22-29 0,5-6 0</inkml:trace>
  <inkml:trace contextRef="#ctx0" brushRef="#br0" timeOffset="1683">670 466 8311,'-6'0'-78,"0"1"217,-1 2 0,3-2 0,-2 3 1,-1-1 203,-1 0 0,-1 4 0,0-1-72,1 1 1,-1 2 0,0-1 0,1-1 271,2-1 0,-2-1 1,4 1-1,-1 0 103,2 1 1,-1-2-1,1 1 1,1 1-184,1 1 1,4 1-1,1 2 1,2 2-168,3 1 1,1-3-1,4 4 1,0 0-408,-1-2 1,2 3 0,4-4 0,0-1-1238,2-2 0,2-4 1348,-2-2 0,-5 2 0,-3 0 0</inkml:trace>
  <inkml:trace contextRef="#ctx0" brushRef="#br0" timeOffset="2152">1067 246 8234,'0'9'-153,"-3"-3"0,0 0 0,0 3 863,-1 2 1,3 5 0,-2-1 0,2 5-245,1 3 1,1 4 0,1 2 0,2 2-392,1 1 1,-3 1-1,1-4 1,-1 0-760,0-2 1,-1-5-1,2-4-841,-2-2 0,-2-6 1525,-2-1 0,-1-28 0,-5-10 0</inkml:trace>
  <inkml:trace contextRef="#ctx0" brushRef="#br0" timeOffset="2318">1093 387 8218,'9'-10'0,"0"-1"0,0 0 558,3 0 1,2 1 0,3 2 0,1 2 46,0 3 1,-1-1 0,2 1-1,1 1-898,0-2 1,0 3-1,-5-2 1,-1 2-981,-1 1 0,-4-3-396,-4 0 1669,-3-4 0,-13-14 0,-9-7 0</inkml:trace>
  <inkml:trace contextRef="#ctx0" brushRef="#br0" timeOffset="2601">1296 158 8218,'0'9'-172,"0"-1"1,0 2-1,-1 1 582,-2 1 1,2 3 0,-2 0-1,2 3 3,1 2 0,3 0 1,0 3-1,-1 3-207,-1 2 1,2 3 0,0 4 0,-2-2-84,0-1 0,-1 0 0,-1 0 0,-1-2-78,-4 1 0,-2-8 0,-1 1 1,0-7-50,0-5 0,0-4 1,-2-8-1,-1-1-33,1-2 1,2-3 0,1-6 0,1-2 165,1-3 1,4-1 0,-1 1 0,2-1 246,1 0 0,0 1 0,0 0 1,1 2-26,2 0 1,2 7 0,3-1-1,0 2-456,0 2 1,-1 2 0,5 3 0,-1 0-584,0 0 1,3 3 687,4 3 0,-4 2 0,-2 1 0</inkml:trace>
  <inkml:trace contextRef="#ctx0" brushRef="#br0" timeOffset="2716">1674 739 8228,'8'1'151,"-2"2"1,2 6 0,-3 5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26.6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19 164 8297,'0'7'98,"0"-1"1,0-2 1230,0 2-703,0-3 1,0 2 438,0-2-814,0-2 1,3-4-370,0-7 1,5-2 0,0 1 0,3-1-289,2-1 0,0-4 0,-2 4 1,1 1 63,2 1 0,-4 1 1,-4 1 161,2 3 0,1-1 0,-1 7 345,-1 4 0,-3 5 0,-4 3 0,0 3-20,0 0 1,0 2 0,0 1-1,0-1-171,0-4 0,4-1 0,0-1 0,2-1-104,1-4 0,0-4 1,2-2-1,2-2 31,0-5 1,0-1-1,-1-8 1,0-2-19,0-1 0,-1 0 1,0-1-1,-1 0 116,-1 0 0,-5 1 1,1 3-1,-1 3 907,2 2-706,-3 5 1,0 6 0,-5 8 0,1 4-73,-1 5 1,3 5-1,-3 2 1,3 2-66,1 5 0,0 0 0,0 6 1,0 3-19,0 2 1,0 9-1,0 1 1,0 2 189,0-1 0,0-2 0,-1-2 0,-1 1 198,-1-1 1,-2-7-1,3-5 1,-2-4 234,-2-4 0,1-6 0,-3-1-148,1-4 1,1-5 0,-4-7-143,0-6 1,0-2-1,0-4 1,-1-2-200,-2-1 1,2-5 0,-3-1-1,0-2-55,1 1 0,-1 2 0,2-1 0,-3 0-51,0-1 1,3 3 0,0-2 0,3 0-490,2 3 1,1 0 0,-3 0-803,2-1 0,0-1 1,3 5-1401,2-1 1,7 1 2617,4 2 0,67-24 0,-27 15 0,-1-1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27.0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11 8263,'-6'0'3077,"-2"-1"-2221,5-3 1,1 3-379,5-2 0,3 2 0,4 1 0,-1 0-587,1 0 1,1 0 0,1 0 0,2 0-507,-2 0 1,-1 0-1,-1 0 615,0 0 0,-1 9 0,1 2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27.2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10 8252,'-10'0'2159,"4"-4"1,6 3-1,8-2-2174,4 1 0,-1 4 0,3 0 15,1 1 0,26 9 0,12-1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28.0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159 199 8297,'5'-10'-278,"-2"0"1,-2 0-1,-1 0 1,0 0 843,0 0 1,0 0 0,0 0-1,0 1 107,0-1 0,0-4 0,0 1 0,-1 1-195,-2 1 1,1 2-1,-5 2 1,1 0-197,0-1 0,-3 3 1,3-1-174,-3 2 1,-1 1 0,0 4-1,1 2-268,3 4 1,-3 3-1,3 3 1,0 3-178,-1 3 1,5 1 0,-2 1 0,0 2 226,1 3 0,-1 7 0,1 4 0,0 1 268,1 2 0,1 4 0,1 4 0,0 5 27,0 3 1,0 0 0,0-6-1,0-1 84,0 1 1,0-3 0,0-4 0,0-8-341,0-6 0,0-6 1,0-6-1,-1-5-1008,-3-5 1,3-3 248,-2-8 1,2 2 0,0-4-1,-1-3 829,-2-3 0,-3-8 0,1-5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28.2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21 8297,'-3'-7'3109,"0"0"-2815,-1 5 1,6-2 0,2 4-1,5 0-167,3 0 1,2 1 0,-1 1 0,4 1-341,2 0 1,0-2 212,1-1 0,-4-5 0,-2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28.5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80 1 8325,'-7'0'882,"0"0"1,4 0-1,-2 1 1,0 2-992,3 4 0,-4 3 0,1 2 1,-2 2-343,1 2 1,0 0 450,0 4 0,-3 17 0,3 5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28.8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207 30 8322,'0'-10'2867,"0"4"-1579,0-1 1,-1 5 0,-2-2-1087,-4 3 1,-2 9 0,-1 4 0,0 5-197,1 4 1,-5 6 0,0 2 0,0 4 10,-1 2 0,-2 2 1,0 6-1,0 4-113,0 1 0,3-2 1,5-2-1,2-2-211,4-3 1,3-9-1,3-3 1,5-10-1148,4-4 0,4-8 1,3-2 1453,1-2 0,18-49 0,4-13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29.1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159 20 8245,'-7'-6'0,"1"0"841,-2 2 1,3 0-1,-2 4-150,-1 0 1,0 6-1,-2 4 1,1 5-450,2 4 1,-2 5 0,3 3-1,-3 1-79,-1 2 0,-2 4 1,1 2-1,2 2-5,0-2 1,5-2 0,1-4 0,2-1-195,1-3 0,0-6 0,1-8-201,2-4 0,2-4 0,5-5 1,0-3-51,0-6 1,0-5 0,0-5 0,0 1-394,0-1 1,-4 0 0,0 0 0,-1 0 679,1 1 0,-26-28 0,-3-5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29.3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1 8245,'-10'0'1236,"6"0"0,4 0 1,5 0-1530,4 0 0,5 0 1,3 0-1,2 0 293,5 0 0,54 9 0,18 2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29.5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159 1 8245,'6'6'0,"1"1"253,1 1 1,-3 0-1,2 2 1,0 1 486,2 3 0,-2 1 1,-2 6-1,1 2-211,-1 3 0,-2 7 0,0 4 0,-2 2-319,-1 4 0,-4-2 0,-3 1 1,-3-5-635,-3-4 1,1-2-1,-4-2 424,2-3 0,-61-28 0,-12-11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32.5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88 8296,'6'-10'-454,"1"3"0,-3 0 1,-2 0 705,-1-2 0,0 2 0,1 1 1232,2-2 0,-2-1-1044,-5-1 1,0 5-1,-3 3 1,-2 4-272,-1 4 0,-1 8 0,0 3 0,1 4-85,-1 2 0,0 4 1,0-3-1,0 1-186,0 3 1,3 4-1,2 2 1,-1 1-197,1 2 0,3 2 1,-2 1-1,3-1-197,1 1 0,5-8 0,2-5 1,4-5 494,3-6 0,30-62 0,4-15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33.0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59 50 8296,'7'-9'-1815,"-2"-1"2485,0 0 1,3 3 0,-2 2-163,3 0 1,1 2-1,0 4-324,0 2 0,0 1 0,-2 4 0,0 3 84,-1 0 1,-5 5 0,1 0 0,-2 3-192,-1 1 1,-4 3 0,-3 0 0,-3 0-391,-3 1 1,-1-3 0,-4 2 0,2-2-45,-2-1 0,4-3 0,-1-2 0,2-2-630,0-4 0,4-1 987,6-8 0,19-29 0,6-14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33.2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99 19 8296,'-1'-9'150,"-2"2"342,-4 4 0,-1 6 1,-2 5-1,0 3 149,0 2 1,0 5-1,0-2 1,1 3-352,3 1 1,-2 0 0,5 0-1,0-1-23,2 1 0,1-1 1,0-2-1,1-1-234,3-2 0,1-2 1,6-4-1,1-2-932,1-2 0,5-1 1,-2-3 898,-1 0 0,12-22 0,0-5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33.4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8302,'1'5'1222,"2"-2"1,-1-1-1,5-2 1,1 1-1140,0 2 0,7-2 0,0 2-83,1-2 0,33 4 0,5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33.9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208 0 8302,'-7'0'1251,"1"0"0,-1 0-717,-3 0 1,0 1-1,0 4 1,0 4-206,1 7 0,-2 7 0,-2 5 0,-1 3 9,-1 6 0,2 2 0,-3 3 0,2 1 35,2-1 0,2-6 1,2-3-1,3-3-28,0-4 0,3-7 1,5-9-370,4-6 0,3-4 0,2-3 0,2-5-241,2-4 1,-3-3 0,2-6 0,0-1-899,-3-1 0,-1 0 0,-1 4 1,-2 1 1162,-1 2 0,-29-31 0,-11-12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34.1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 0 8302,'-10'0'2546,"0"0"-1589,1 0 0,5 0 1,6 0-864,7 0 1,9 0-1,1 0 1,4 0-1957,2 0 1862,1 5 0,57 0 0,13 5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34.4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1 8302,'5'5'412,"-3"3"0,5-4 250,0 2 1,-1-1-1,0 4 1,2 0-93,1 2 0,1 6 1,0-1-1,-1 4 75,-3 3 1,0 6 0,-4 5 0,0 0-428,-3 0 1,-3 2-1,-6-2 1,-1 1-3825,-3-1 3606,-1-6 0,-53-3 0,-13-6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38.4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36 587 8074,'-12'0'1503,"3"-4"1184,1 0-2437,5 0 1,-1 4-1,8 0 1,5 0-62,2 0 0,5 0 1,2 0-1,-1 0-511,1 0 0,0 0 1,-4 0-1,3 0-641,-2 0 0,-2 0 0,0 0 963,-1 0 0,0 0 0,0 0 0</inkml:trace>
  <inkml:trace contextRef="#ctx0" brushRef="#br0" timeOffset="166">158 465 8092,'-7'5'353,"-2"-2"0,5 5 174,1 2 1,2 2 0,-1 4 0,0 5-379,-3 2 1,1 1-1,4 1 1,0-1-150,0 1 0,0 16 0,0 4 0</inkml:trace>
  <inkml:trace contextRef="#ctx0" brushRef="#br0" timeOffset="815">819 147 8161,'0'-12'126,"0"-1"0,0 1 0,-1 0 0,-2 0 497,-1-1 1,-2 1 0,2 0 137,-4 0 0,1 1 0,-1 1-547,-1 2 1,-2 5-1,-1-1 1,-1 3-164,1 1 1,1 1 0,2 3-1,1 6-25,-2 5 1,0 4-1,1 5 1,1 2-129,-2 3 0,1 2 1,-1 7-1,3 2 189,2 0 0,-5 11 0,4-1 0,-2 4 43,-1 5 1,5 1-1,-3 2 1,1 1-155,-1-2 1,4-3 0,-2-10 0,1-3-291,0-4 0,-1-10 1,5-7-811,0-6 0,-4-11 0,0-7 1124,2-7 0,-5-20 0,0-6 0</inkml:trace>
  <inkml:trace contextRef="#ctx0" brushRef="#br0" timeOffset="998">427 563 8161,'7'-12'879,"-1"4"49,-6-1 0,1 7-547,3-2 1,-1 2-1,5 4-373,1 2 1,2-3-1,2 3 1,0-3-1455,3-1 1446,3 0 0,66-5 0,14-2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48.3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142 18 8458,'-1'-7'283,"-2"1"0,1 2 1,-4 4 118,-1 0 1,0 1 0,-3 2 0,-1 3-188,-1 5 1,0 4 0,3 5 0,1 1-29,-1 2 0,0 2 0,1 3 0,1 3-46,1 0 0,1 1 1,-1 3-1,3-2-240,2 0 1,1-5 0,0 2 0,0-4-441,0-2 1,0-4 0,1-6 0,2-4-336,3-3 0,2-5 874,1 1 0,8-38 0,1-9 0</inkml:trace>
  <inkml:trace contextRef="#ctx0" brushRef="#br0" timeOffset="351">337 89 8361,'5'-10'0,"-1"0"-154,-1-2 0,-2 0 0,2 3 2284,-2 0 1,-1 3-1634,0 0 0,-4 9 1,-1 3-1,-4 7-418,-3 4 0,2 1 1,-2 3-1,2 3 24,2 1 1,-4 2 0,0 0-1,1 3-14,1 2 0,2 1 0,-2 1 0,0 2-137,1 1 0,-1-5 0,7-3 1,1-6-50,1-5 0,2-2 0,2-7 0,3-5-141,2-5 1,5-6 0,2-7-1,1-5-209,2-2 0,0-3 0,-2-2 0,-1 0-2497,-3 2 2944,-2-1 0,-17-6 0,-4-5 0</inkml:trace>
  <inkml:trace contextRef="#ctx0" brushRef="#br0" timeOffset="501">169 222 12156,'9'0'-191,"3"0"0,0 0 0,5 0 191,1 0 0,61 0 0,12 0 0</inkml:trace>
  <inkml:trace contextRef="#ctx0" brushRef="#br0" timeOffset="752">514 63 8399,'9'4'907,"-1"1"-44,1 3 0,0 6 1,0 4-1,1 4-258,2 4 0,-3 7 1,2 4-1,-4 1-267,-4 1 1,-3 4 0,-4-3 0,-4 0-816,-3-1 1,-4-7 0,1-3 0,-1-5-2782,0-3 3258,1-3 0,-20-27 0,-3-8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1:52.0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18 8315,'-6'0'519,"0"0"1,1-1 0,-1-1 688,0-1 0,5 0-1090,1 3 0,4 0 1,5 0-1,2 0-177,1 0 1,5 0-1,0 0 1,2 0-927,1 0 0,-1 0 985,-2 0 0,-3-4 0,-1-1 0</inkml:trace>
  <inkml:trace contextRef="#ctx0" brushRef="#br0" timeOffset="219">26 151 8344,'-6'-1'-152,"1"-1"1273,-2-1 0,3-1-270,1 1 0,6 2 1,4-2-1,3 2-419,5 1 1,2 0 0,1 1 0,-1 1-545,1 1 1,0 0 0,-1-2 0,1 1 111,0 1 0,-8 4 0,-3-3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2:11.0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169 0 8466,'-9'0'249,"0"0"0,0 1-21,0 2 1,-1 6 0,-1 6 0,0 2-135,0 4 1,-2 3 0,0 6 0,1 6-37,-1 4 0,1 4 1,3 2-1,1 3 27,2 0 1,2 2-1,4 4 1,1 1-157,2-1 0,3-2 0,5-4 0,2-4-255,1-2 0,0-15 0,4-4 326,0-9 0,7-25 0,3-6 0</inkml:trace>
  <inkml:trace contextRef="#ctx0" brushRef="#br0" timeOffset="733">381 283 8411,'-5'-4'63,"-2"3"0,3-5 450,-1-1 0,3-1 0,-1-1-61,2 0 0,2 3 0,2 1 0,4 0-274,4 1 0,0 2 1,3-1-1,-2 2-152,-1 1 1,1 4-1,-2 1 1,-2 3-92,-1 1 1,-3 5-1,-1 3 1,-3 2-272,-3 1 0,-2 2 0,-3-1 0,-2 2-142,-2 1 1,1-2 0,-3-2-1,1-4 247,-1-1 1,3-4 0,-1 0 354,2-4 0,6-4 1,1-6-1,2-4 47,1-4 0,4 1 0,2-2 0,5 3 44,4 0 1,-1 3-1,1 1 1,-1 1 233,0 2 0,0 1 0,-3 2 0,0 2 182,0 3 0,-5 5 0,-3 1 1,-2 3-280,-1 4 1,-2 2-1,-3 5 1,-5-1-430,-2-2 0,-3 0 0,-3 0 0,0-2-461,1-2 1,0-3 0,1-2 0,2-4-703,2-3 0,3-5 0,4 0-1208,1-4 2448,5-7 0,31-40 0,12-13 0</inkml:trace>
  <inkml:trace contextRef="#ctx0" brushRef="#br0" timeOffset="1134">832 186 8328,'-3'-9'220,"0"0"1620,1 1 1,-3 0-1098,-1 2 0,2 2 0,-2 6-490,-1 4 1,-2 4-1,-2 9 1,-2 4 101,0 3 0,-2 10 0,-3 0 0,1 3 11,3 4 1,-2 0 0,4 1 0,2-1-208,3-1 0,3 0 1,6-6-1,3-5-351,4-9 1,6-8 0,0-6 0,1-2-184,2-3 0,-3-7 0,-1-4 1,-2-4-424,-1-1 1,-1-2 0,-2-2 0,-2 1-3077,-3 2 3874,-2-1 0,-33-30 0,-7-7 0</inkml:trace>
  <inkml:trace contextRef="#ctx0" brushRef="#br0" timeOffset="1250">584 372 8328,'0'-6'615,"1"1"-34,2 1 0,2 1 0,4 3 0,1 0-177,2 0 1,2 0 0,7 1 0,3 1-405,1 1 0,29 8 0,7-1 0</inkml:trace>
  <inkml:trace contextRef="#ctx0" brushRef="#br0" timeOffset="1685">1009 80 8654,'5'-6'882,"-1"1"0,-1 0-433,0 0 1,4 2-1,-1-2 1,1 1-176,2 2 0,0 2 0,0 0-103,0 0 0,-3 3 0,-1 3 0,-1 2-344,-2 1 0,-1 4 0,-2 2 0,-2 1-352,-3 2 1,-3 0 0,-2-1 0,-2 1 128,-1 0 1,3-3 0,-3-2 818,1 0 0,1-2 999,4-5 0,4-3-1303,4-6 1,4 2 0,8-3 0,3 1-1399,2 0 1279,0 0 0,37 23 0,7 4 0</inkml:trace>
  <inkml:trace contextRef="#ctx0" brushRef="#br0" timeOffset="2219">1274 443 8302,'-8'0'1258,"2"-1"-38,0-2 0,5-2-668,1-4 1,5 3 0,7 1-1,2 1-482,3 2 0,2 1 0,0 1-70,2 0 0,31 4 0,5 1 0</inkml:trace>
  <inkml:trace contextRef="#ctx0" brushRef="#br0" timeOffset="2883">1832 168 8316,'0'-8'22,"0"-1"0,1 3 524,2 0 1,-2 2-224,2 1 1,-3 4-1,-3 9 1,-2 2-80,0 2 1,-3 7 0,2 3-1,-2 2 57,0 4 1,-1-2 0,0 6 0,0 1-195,0 2 0,0 8 0,0-3 0,1-1-460,-1-1 1,3-5-1,1-7 1,1-4-2218,2-6 2570,1-9 0,9-28 0,2-11 0</inkml:trace>
  <inkml:trace contextRef="#ctx0" brushRef="#br0" timeOffset="3317">2071 275 8321,'0'-9'-268,"0"-3"0,-1 0 0,-2 1 576,-3 1 1,1 3 0,-2 0 0,-2 2 479,-1 1 0,-5 1 0,2 3 0,-1 0-701,-2 0 0,1 3 0,0 1 0,3 1-126,2 2 0,3 0 1,1 3-1,3 1-73,2 1 1,2 1 0,2-2 0,3 4-45,1 2 1,5 1 0,1-1 0,0 2-11,0 2 0,-3-2 0,-3 5 0,-1 0-55,1 2 0,-3 1 1,-1-1-1,-3 1 159,-3-1 0,-2 0 0,-4-3 1,0-3 282,0-4 1,1-4 0,-1-7 0,0-2 41,0-2 1,1-8-1,1-5 1,2-4-81,1-2 1,2-3 0,2-3 0,0-2-151,0-4 1,3 3 0,3-3 0,2 3-131,1 4 0,0 1 0,1 5 1,1 0-289,0 2 1,4 3 0,-2 6 0,1 3-856,1 2 1240,-2 1 0,16 16 0,-1 4 0</inkml:trace>
  <inkml:trace contextRef="#ctx0" brushRef="#br0" timeOffset="3983">2460 204 8275,'5'-9'0,"-1"0"0,-4 0 341,0 0 0,0 1 0,0-1 846,0 0 1,-1 5-753,-2 4 1,-2 5 0,-4 7-1,-1 2-215,-1 3 0,0 5 0,-4 2 1,0 5 30,2 3 0,-4 4 1,2 1-1,-2 3-41,0 4 0,-1 1 0,1 5 0,4-3-120,4-2 1,4-6-1,5-6 1,1-7-250,2-7 1,6-7 0,5-11 0,3-6-275,1-7 1,-1-6 0,1-4 0,-1 0-289,-2 1 0,0-3 0,-3 3 0,-2-1-2391,-3 0 3112,1 2 0,-23-29 0,-1-8 0</inkml:trace>
  <inkml:trace contextRef="#ctx0" brushRef="#br0" timeOffset="4100">2257 354 10784,'9'0'1513,"3"0"-1513,3 0 0,57 0 0,14 0 0</inkml:trace>
  <inkml:trace contextRef="#ctx0" brushRef="#br0" timeOffset="4700">2690 434 7574,'-5'4'1468,"1"-3"0,8 3 0,2-4-1355,2 0 1,2 0 0,2 0 0,1 0-355,1 0 0,3 0 0,-2 0 1,1 0-1304,2 0 1544,-4 0 0,3-12 0,-4-3 0</inkml:trace>
  <inkml:trace contextRef="#ctx0" brushRef="#br0" timeOffset="4884">2814 319 8251,'-9'-4'195,"1"4"0,1 0 0,3 5 121,0 3 1,-2 1 0,2 3-1,0 4-112,0 4 0,0 2 0,2 5 1,-1-1-500,1 1 0,1-4 0,1 0 295,0-1 0,24-17 0,5-7 0</inkml:trace>
  <inkml:trace contextRef="#ctx0" brushRef="#br0" timeOffset="5250">3159 142 8828,'-6'0'1923,"0"2"-1551,-1 4 1,3 1 0,-2 8 0,-1 4-198,-1 4 1,-2 3 0,-1 5 0,-2 3-147,0 3 1,-1 6-1,-1-3 1,3 0-844,3-1 1,1-8-1,2-4-2227,3-6 3041,2-6 0,20-38 0,6-12 0</inkml:trace>
  <inkml:trace contextRef="#ctx0" brushRef="#br0" timeOffset="5567">3265 239 8299,'0'-9'397,"0"0"0,0 4 135,0-1 1,-3 5-1,-1 1 1,0 6-341,1 4 1,-3 4 0,2 4 0,0 0-41,0-1 0,1-2 1,3-1-1,0-1-212,0-3 1,0 0 0,1-1 0,2 0 87,3 0 0,2-3 1,0 0-1,2 0 154,2 2 1,-3 1 0,1 0 0,-4 0-97,-2 0 0,1 0 1,-2 2-1,-1 1-92,-1-1 0,-5 0 0,-2 0 0,-4 0-483,-2 0 0,-4 1 0,1-2 1,-1-2-300,-2 0 1,0-5-1,2 0 1,1-2-281,3-1 0,3-5 1068,3-3 0,10-48 0,6-16 0</inkml:trace>
  <inkml:trace contextRef="#ctx0" brushRef="#br0" timeOffset="5683">3248 239 8283,'8'-9'0,"1"0"455,0 1 0,0 0 0,0 2 1,0 3 46,0 2 1,-1 2 0,1 2 0,1 3-408,2 2 1,-1-2-96,3-1 0,21 5 0,7 4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2:19.1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89 1 8441,'6'1'228,"0"1"85,1 1 1,0 4-1,2 0 1,0 2-4,0 3 0,1 8 0,1 2 0,0 5 20,0 6 1,-2 5-1,-3 4 1,-3 4-87,-2 4 1,-5 0 0,-4-1 0,-5-1-204,-4-2 1,-6 1-1,2-2 1,2-6-512,0-5 0,1-4 1,2-8-1,1-4-1711,3-5 2181,2-7 0,5-34 0,1-11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2:22.1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69 27 8467,'9'-6'12,"0"0"1,0 0 155,0 2 1,0 0 0,0 4 0,0 0 147,3 0 1,-2 4 0,2 2-1,-2 5-29,-2 4 1,0 2 0,-2 1-1,-3 2-11,-2 1 0,-2 2 0,-3-1 0,-5 1-184,-4 1 0,-2-1 0,-2 0 0,-2 1-306,1-1 1,-1-3-1,2-4 1,2-2-323,0-2 1,4 0 0,-1-4-108,2-2 1,6-3 0,2-6 0,4-4 642,3-4 0,35-46 0,8-14 0</inkml:trace>
  <inkml:trace contextRef="#ctx0" brushRef="#br0" timeOffset="234">344 27 8319,'-4'-9'141,"2"4"1,-4 2 0,-1 2 494,-1 1 1,-2 4-1,0 2 1,-3 3-174,-1 3 0,3 3 1,-2 5-1,1 4-128,-3 1 0,2 3 0,2 1 0,3 0-22,3 0 0,3-2 0,-1-1 0,4-3-145,4-2 0,2-6 0,9-4 1,2-2-569,1-3 1,6-2 0,-2-4 0,0-1-699,1-2 1098,-1-2 0,28-47 0,5-11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2:27.2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17 451 8498,'-4'5'1186,"2"-1"735,-4-4-1518,4 0 1,-1 0-1,6 0 1,4 0-136,4 0 1,0 0 0,4-1-1,0-1-184,2-1 0,1 0 0,0 3 1,1 0-2129,-1 0 0,1 0 2044,-4 0 0,6 8 0,1 2 0</inkml:trace>
  <inkml:trace contextRef="#ctx0" brushRef="#br0" timeOffset="615">636 354 8280,'-13'-4'0,"1"-1"85,2 0 1,1-4-1,1 1 1,1-3 256,2-3 0,3 2 1,0-3-1,4 0-71,3-2 1,3-1 0,2 2 0,2 1-248,3 3 0,-2 2 1,2 2-1,1 2-69,1 3 1,-4 4-1,-1 5 1,-2 6-100,-1 4 1,-4 6 0,-2 4 0,-2 4-156,-1 1 0,-4 1 1,-2 4-1,-2-1 158,-1 1 0,-4-5 0,0-1 0,-2-3-141,0 0 1,0-2-1,-2-2 1,-1-5 502,0-2 0,5-9 0,1-1 554,2-4 1,2-3-1,2-2-134,3-3 1,6 1-1,3-1 1,2-1-380,1 0 1,3 1 0,0 0 0,1 0-315,0 1 0,2 1 0,-4 4 0,0 0-238,-1 0 1,2 1 0,0 2 0,-1 3 289,-2 2 0,20 1 0,4-1 0</inkml:trace>
  <inkml:trace contextRef="#ctx0" brushRef="#br0" timeOffset="1182">1158 159 8308,'5'-9'206,"-1"2"579,0 1 0,-3-2-501,2 2 0,-3 2 1,-2 2-1,-2 4-141,-1 4 1,-1 6-1,-3 2 1,-2 4 73,-1 3 0,-1 1 0,2 5 0,-1 0 261,-2 3 1,0 1-1,-2 6 1,2 1-81,-2 3 1,3 2-1,2-2 1,4-4-187,4-3 0,2-8 1,1-6-1,1-5-221,2-6 0,2-5 1,5-5-1,2-1-190,3-4 1,1-3-1,2-3 1,-1-3-289,-2-1 0,1 1 0,-2 0 0,0 0-669,-2 2 0,-3 0 1,0 4 1155,0 0 0,-24-39 0,-5-10 0</inkml:trace>
  <inkml:trace contextRef="#ctx0" brushRef="#br0" timeOffset="1315">999 319 8260,'-6'0'-790,"0"0"926,-1 0 0,2 0 1274,2 0 1,11 3-1,12 2-1410,2 0 0,70 3 0,-39-5 0,0-1 0</inkml:trace>
  <inkml:trace contextRef="#ctx0" brushRef="#br0" timeOffset="1982">1450 44 8320,'0'-9'384,"0"1"291,0-1 1,1 1 0,2 2-257,3 3 1,2 2 0,1 1 0,0 0-273,0 0 0,-1 3 1,0 2-1,-1 2-199,-1 3 0,-4 0 0,1 0 0,-2 1-258,-1 1 1,-4 3 0,-2-3 0,-2 1-101,-1 0 1,1 2-1,-1-3 1,1-2 255,2 0 1,-1-4 0,3-1 441,-1-1 28,3-1 0,5-3 1,6 0-1,1 0 245,0 0 0,2 0 0,-1 1 0,0 1-59,-1 1 1,-2 4-1,-2 0 1,-3 2-325,-2 3 1,-2 3 0,-3-2 0,-4 0-629,-3 3 1,-5-3 0,2 0 0,-3-1 449,-1-1 0,-15-7 0,-5-5 0</inkml:trace>
  <inkml:trace contextRef="#ctx0" brushRef="#br0" timeOffset="2332">1672 504 6327,'3'-6'864,"0"1"1,0 2 0,0-2 0,3 0-352,2 0 0,2 3 1,2-2-1,3 1-644,1 0 1,2 0 0,0 3 0,-2 0-517,-1 0 1,1 0 0,-4 0 646,-2 0 0,-12-8 0,-3-2 0</inkml:trace>
  <inkml:trace contextRef="#ctx0" brushRef="#br0" timeOffset="2467">1804 372 7794,'-9'16'-743,"2"0"0,1-2 1152,3-1 1,-1 2 0,0 1 0,0 3 80,0 1 1,1 0 0,3-4-491,0-1 0,12-5 0,3 3 0</inkml:trace>
  <inkml:trace contextRef="#ctx0" brushRef="#br0" timeOffset="3265">2256 283 8246,'0'-9'-445,"0"0"0,0 0 0,0-2 729,0-1 0,-1-1 1,-1 2-1,-2 0 364,-1 0 0,-1 1 1,-2 0-1,1 0-284,1 1 0,-1 0 0,-3 5 0,-2 0-335,1 0 0,1 3 0,1 6 1,0 5-114,1 2 1,0 3-1,1 4 1,1 1-24,-1 4 0,3 1 0,1-1 0,2-1-121,1-2 1,0 2-1,1-5 1,2-4 45,3-4 0,6-2 0,3-2 1,1-4-11,2-4 1,3-7-1,-1-5 1,0-3-55,-1-1 1,-6-1-1,-1 0 1,-2-1 121,-1 3 0,-4 1 0,-2 4 1,-2 1 390,-1 1 1,-4 5-1,-2 4 1,-2 6 230,-1 7 1,-3 4-1,1 2 1,0 3 76,1 3 0,2 4 0,1 3 0,1-1-280,-1 1 1,3-1 0,0-1 0,2 0-226,-1 0 0,0 1 0,3-1 0,0-3-467,0-1 1,0-10 0,0 1-1,1-4-1900,2-3 2297,1-2 0,13-39 0,2-7 0</inkml:trace>
  <inkml:trace contextRef="#ctx0" brushRef="#br0" timeOffset="3735">2680 177 8279,'4'-5'969,"-3"-3"1,-1 8 0,-6 1-768,-2 7 0,-1 2 1,-2 6-1,-1 1 62,1 3 0,-2 6 0,1 0 0,-2 7 63,-2 4 0,-1 3 0,1 3 0,1 0-107,3-2 1,2-4-1,2 2 1,3-5-156,2-4 1,2-6 0,2-10-1,3-5-182,4-5 0,2-4 1,5-4-1,0-5-268,-2-5 0,4-4 0,-2-1 1,1-2-434,-2 2 0,-1 0 1,-5 2-1,-1 1-32,-1 2 0,-1 0 1,1-1 849,-3 3 0,-14-5 0,-4-2 0</inkml:trace>
  <inkml:trace contextRef="#ctx0" brushRef="#br0" timeOffset="3882">2441 380 8225,'-7'-5'169,"1"-1"0,-2 1 455,2-1 0,3 2 0,3 4-109,5 0 1,8 0 0,3 1 0,5 1-792,2 1 1,0 0 275,4-3 0,39 4 0,9 1 0</inkml:trace>
  <inkml:trace contextRef="#ctx0" brushRef="#br0" timeOffset="4249">2946 496 8231,'-6'0'3770,"0"0"-3257,4 0 1,6 0-1,7 0-765,1 0 252,5 0 0,40-8 0,15-2 0</inkml:trace>
  <inkml:trace contextRef="#ctx0" brushRef="#br0" timeOffset="4781">3441 133 8283,'-9'0'1728,"0"1"-1112,1 2 0,0 2 1,2 3-1,2 1-518,0 0 1,3 1 0,-2 2 0,2 3-379,1 1 1,0-1 0,0-1-1,0 0-1813,0-1 2093,0-2 0,4-2 0,1-5 0</inkml:trace>
  <inkml:trace contextRef="#ctx0" brushRef="#br0" timeOffset="5148">3406 195 10104,'9'0'-126,"0"0"0,2-1-146,1-2 0,0 1 1,-3-3-1,0 0 61,-1 0 1,2 2 0,1-2 0,1 1 246,-1 2 0,-1-2 0,-2 0 628,1 0 0,0 2 622,0-1-928,-4 2 0,-1 2 0,-4 2-61,0 2 0,-1 2 1,-2 1-1,-2 0 42,0 2 1,-3 2-1,3-1 1,-1 4 52,0 2 0,1 4 0,-4 1 0,0 3-110,0 2 0,0 6 0,0 0 0,0 4-90,1 1 0,-1 7 0,0-1 0,1 2-158,2-1 0,-1-2 0,4-2 0,1-3-473,1-5 1,1-6-1,0-8 1,1-3-1556,2-4 1,2-6 1993,4-3 0,-4-46 0,-1-11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3:00.0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45 167 8101,'-6'-3'263,"0"0"0,4-1 1637,-1 1-1521,2 2 0,2-2 0,2 6-247,3 3 1,2 1 0,0 0-1,-1-2-518,-1 2 0,0 1 0,1 1 386,-1 0 0,6 19 0,-2 6 0</inkml:trace>
  <inkml:trace contextRef="#ctx0" brushRef="#br0" timeOffset="198">1 414 10401,'0'9'351,"4"0"0,2-1 1,2 0-813,0-2 0,1 2 1,0-2 460,0 2 0,19 9 0,6 1 0</inkml:trace>
  <inkml:trace contextRef="#ctx0" brushRef="#br0" timeOffset="726">407 8 8179,'-5'-5'1588,"1"3"-1509,4 8 1,0 1-1,0 7 1,0 3 10,0 3 0,0 2 1,0 6-1,0 1 146,0 3 1,0 3 0,0 2 0,0 2-28,0 3 1,-3-1-1,1-7 1,0-1-189,1-4 0,-2-2 0,0-5 0,1-4-852,1-5 0,1-7-282,0 0 1,0-5 1112,0-1 0,-4-27 0,-1-12 0</inkml:trace>
  <inkml:trace contextRef="#ctx0" brushRef="#br0" timeOffset="1080">292 308 8179,'-4'10'0,"0"1"0,1 0-3,0 0 0,0 3 0,2 0 1,-1 0 392,-1 1 0,0-4 1,3 2 28,0-1 0,3-2 0,1 1-280,1-4 0,1-3 1,2-5-231,1-2 1,0-3 0,0-5 0,0-2-211,0 0 0,2-5 0,2-3 1,0 2-141,0 0 1,-1-1-1,-1 0 1,1 3-105,-1 4 0,-1 4 0,-2 0 707,1 0 0,-1 5 0,-2 4 1,-2 6 647,0 5 1,-3 5 0,2 5 0,-1-1 5,1-2 1,-2 3 0,3 0 0,-1-2-502,-1 0 0,4-4 1,-2-2-1,1-1-604,2-4 0,4 0 289,1-5 0,19-24 0,2-8 0</inkml:trace>
  <inkml:trace contextRef="#ctx0" brushRef="#br0" timeOffset="1549">822 299 8179,'-5'-9'-164,"2"0"385,3 1 0,1-1 0,1 1 0,4 1 83,2 1 1,2 4 0,1-1 0,1 2-188,-2 1 0,1 0 0,0 1 0,1 2 173,-1 3 0,-3 3 1,-2 2-1,-3 2-31,-2 0 1,-1-1-1,0 3 1,0-1-439,0 0 1,-1 2-1,-2-4 1,-3-1-494,-1-2 0,1 0 1,0 0-1,-1-1-1306,-1-2 1978,-1-2 0,-4-44 0,0-9 0</inkml:trace>
  <inkml:trace contextRef="#ctx0" brushRef="#br0" timeOffset="1764">884 52 8196,'-3'12'12,"0"-1"1,0 1 207,-1 1 1,3 1-1,-1 4 1,1 3 109,1 2 0,-3 3 1,0 0-1,0 1-197,-1-1 0,2 1 0,-3-1 1,0-2-299,0 0 1,3-6 0,-1 1 164,2-3 0,5-33 0,1-5 0</inkml:trace>
  <inkml:trace contextRef="#ctx0" brushRef="#br0" timeOffset="2065">973 140 8497,'3'9'601,"-1"0"0,5 0 0,-2 0 1,1 2-223,0 1 0,3 5 0,3-1 0,-1 5-64,2 2 0,-2-3 0,3 3 0,-2-2-77,-1-1 0,-1 1 1,-2-3-1,-1-2-326,-1-2 0,-1 0 1,0-2-3277,-2-1 3364,2-5 0,-8-38 0,2-12 0</inkml:trace>
  <inkml:trace contextRef="#ctx0" brushRef="#br0" timeOffset="2247">1096 184 9523,'0'9'-102,"0"-4"1,20 15 0,4-1 0</inkml:trace>
  <inkml:trace contextRef="#ctx0" brushRef="#br0" timeOffset="2380">1176 158 8156,'-3'6'57,"0"0"1,0-3-1,3 2 1,0 2-58,0 1 0,20 5 0,4 1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3:07.9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0 204 8361,'1'-8'370,"2"2"1,2 2 0,5 4 0,2-2-506,3-1 1,0 0 0,1 2-1,-1-1-232,0-1 0,2 0 0,0 3 367,-3 0 0,-9-4 0,-6-1 0</inkml:trace>
  <inkml:trace contextRef="#ctx0" brushRef="#br0" timeOffset="216">142 142 8229,'-9'0'-240,"0"0"0,3 1 591,0 2 0,4-1 0,-1 4 0,2 1-112,1 1 0,0 1 1,0 0-1,0 2 8,0 1 1,0 4 0,0-3 0,0 2-122,0 0 1,0-4-1,0 1 1,0 0-159,0 0 1,0 0 0,0-3-1,0-1-346,0 1 1,3 0 0,0 0 0,-1 0-332,-1 0 1,-1-3-1,1-1-734,2 2 1443,2 1 0,12-19 0,1-4 0</inkml:trace>
  <inkml:trace contextRef="#ctx0" brushRef="#br0" timeOffset="417">177 328 6937,'-4'-8'804,"-2"2"-530,-2 3 1,2 2 0,1 1-1,-2 1-254,-1 2 0,-1 2 0,0 4 0,0 1 22,1 1 0,-1 0 0,1 4 1,1 1 247,1 0 1,0 1-1,-2-1 1,2-2 139,4 2 1,1 1 0,1 0 0,0-3-305,0-2 1,3-3-1,4-3 1,5-3-127,6-2 0,26-17 0,12-8 0,6 0 0,1-1 0</inkml:trace>
  <inkml:trace contextRef="#ctx0" brushRef="#br0" timeOffset="1149">716 1 8940,'9'0'403,"1"0"0,0 0-427,2 0 0,3 0 0,-2 0 1,-1 0-251,1 0 0,-1 0 1,-4 1-1,-1 1 27,-2 1 1,-3 4 0,0-1 142,-4 1 0,-2 2 0,-5 0 0,0 0 11,0 0 1,0 0 0,-1-1 128,-1-3 1,1 2 0,-2-4-38,2-1 1,4-1-277,0-1 1,4 1 128,0 2 1,1-1-1,0 3 1,-1 0 142,-1 0 1,-1 1 0,2 2 126,-1 1 0,0 0 0,3 0 0,0 0 190,0 0 1,0 2 0,0 2 0,0 1-1,0 2 0,0 3 0,-1 3 0,-1 1-112,-1 5 0,0-2 1,2 3-1,-1-4-126,-1-1 1,0-4 0,3-1 0,0-3-359,0-4 1,1-6-1,2-3 284,3-3 0,2-27 0,1-7 0</inkml:trace>
  <inkml:trace contextRef="#ctx0" brushRef="#br0" timeOffset="1449">742 195 8305,'0'-6'194,"0"1"0,1 3 1,1-2-22,1 0 1,1 3 0,-1-2-1,3 1-186,2-1 0,2 2 0,0-2 0,3 2-204,1 1 0,-2 0 0,2 0 0,-1 0 176,1 0 0,-3 0 1,1 1 175,-3 2 1,-1 2 0,-2 4 0,-3-1-42,-2 1 0,2 1 1,0 1-1,-1 2-122,-1 0 1,-2 2 0,-1 3 0,-1-1-272,1-3 0,0 3 0,0-3 0,-1-1-750,1-1 1049,1-2 0,-11-9 0,-2-2 0</inkml:trace>
  <inkml:trace contextRef="#ctx0" brushRef="#br0" timeOffset="1599">778 292 7891,'0'-8'-1436,"1"2"1505,2 0 0,1 3 0,2-2 0,0 1-52,1 2 0,-2 1 1,1 1-18,1 0 0,1 20 0,1 4 0</inkml:trace>
  <inkml:trace contextRef="#ctx0" brushRef="#br0" timeOffset="1733">795 337 8243,'-6'1'-339,"1"2"819,-1-2-727,1 2 0,1-3 0,5-2 247,2-1 0,29-20 0,11-2 0</inkml:trace>
  <inkml:trace contextRef="#ctx0" brushRef="#br0" timeOffset="1866">840 239 8243,'-6'1'0,"1"2"-122,1 3 0,-2 2 0,3 1 0,1 0 140,1 0 1,0 0 0,-1 3 0,-1 3-758,1 2 739,1 0 0,-3 13 0,-1 2 0</inkml:trace>
  <inkml:trace contextRef="#ctx0" brushRef="#br0" timeOffset="2404">575 310 8918,'4'4'-835,"3"-2"432,-4 4 0,3-3 1,-3 3 196,-1 1 0,-1 0 0,-1 2 206,0 0 0,0-3 0,0 0 0,0 1 0,0-2 0,0 1 0,0-4 0,-1 2 0,-2-1 0,-2-2 0,-3 3-40,2 0 1,-1-3-1,2 3 1,-1-1 61,0 0 0,0 3 1,-3-3-1,1 0 251,2 1 0,-1-3 0,1 2 131,-2-2 1,2-1 94,0 0-442,4 0 1,-1 0-1,6 0 113,3 0 0,3 0 1,2 0-1,1 0-14,2 0 0,5 3 0,4 1 0,4 0-158,2 3 1,4 4 0,4 2 0,2 0-38,1-1 0,2 1 0,0-2 0,-3 1-43,-3-1 1,-10-5 0,0 0 0,-4 0 225,-2-1 0,-8 2-535,-4-4 0,-6 0-970,-2-3 1361,-4 0 0,-36-16 0,-8-4 0</inkml:trace>
  <inkml:trace contextRef="#ctx0" brushRef="#br0" timeOffset="2599">557 169 8319,'0'6'96,"0"0"1,43 3 0,11 5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3:04.8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177 43 8184,'0'-6'-980,"0"0"1653,0-1 1,0 2 109,0-1 0,-3 3 0,0-1-465,-2 0 1,-1 3 0,-3 6 0,-1 3-153,-2 2 1,2 5 0,-2 3 0,0 4-148,0 4 1,-1 1-1,3 4 1,-3 4-28,-1 5 1,4 4-1,1 2 1,3 3 29,2 0 1,1 2 0,3 3-1,0-2-145,0-6 0,4-6 1,2-9-1,2-4-482,4-5 1,1-9 0,3-4 604,-2-5 0,5-15 0,4-4 0</inkml:trace>
  <inkml:trace contextRef="#ctx0" brushRef="#br0" timeOffset="535">275 202 8829,'0'-4'804,"0"5"1,1 6-626,1 4 1,3 5 0,4 1 0,1 4 29,2 1 1,-1 3 0,3 3 0,1 3-102,-1 0 0,2-3 0,-5 2 1,0-3-160,-1 0 0,-2-8 0,-2-2 0,-2-3-535,-1-3 0,-2-4-992,2-2 1578,-2-3 0,-8-25 0,-3-12 0</inkml:trace>
  <inkml:trace contextRef="#ctx0" brushRef="#br0" timeOffset="765">478 237 8184,'-6'0'-299,"0"0"781,-1 0 0,-1 1 0,-1 2 1,1 4-114,-1 4 0,-1 2 0,-1 6 0,-1 2-308,2 2 0,-4 4 1,0 2-1,-1 4-406,1 1 1,3 0 0,-1-1-1,3-5 345,3-3 0,6-15 0,5-8 0</inkml:trace>
  <inkml:trace contextRef="#ctx0" brushRef="#br0" timeOffset="931">610 529 8090,'0'8'0,"-1"1"-467,-2 0 467,2 0 0,1-4 0,5-1 0</inkml:trace>
  <inkml:trace contextRef="#ctx0" brushRef="#br0" timeOffset="1615">778 149 8307,'0'6'84,"-1"0"192,-2 0 1,2 5 0,-2 1 0,2 0-424,1 1 1,1-4 0,2 4 146,3 0 0,22 9 0,5 5 0</inkml:trace>
  <inkml:trace contextRef="#ctx0" brushRef="#br0" timeOffset="1931">1025 166 8307,'-8'0'472,"-1"1"-163,0 2 0,0 2 0,0 4 0,-1 1-323,-1 2 1,1 1 0,-3 5 0,0 0-355,-1-1 0,1 0 0,1-1 0,2-2-1142,1-2 568,1 0 978,3-7 0,2-1 339,6-4 0,-1 1 22,4 2 1,-5 2-1,2 5 1,-2 0-132,-1 2 1,3 4-1,0-1 1,0 2-119,1 4 0,-3 1 1,2 2-1,-2 0-151,-1 0 1,0-2 0,0-1 0,0-1-597,0-2 1,3-3 598,0-6 0,4-31 0,-2-9 0</inkml:trace>
  <inkml:trace contextRef="#ctx0" brushRef="#br0" timeOffset="2283">1167 149 7928,'6'0'1140,"0"1"-656,0 2 0,2 2 0,1 3 0,1 2-199,2 2 0,-2 3 0,4 5 0,-1 5 111,-2 3 0,-2 7 0,-4 4 0,-2 1-209,-2 2 0,-8 1 1,-5-1-1,-4-2-935,-2-1 1,4-5 747,-1-8 0,4-7 0,-2-6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3:11.5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44 8299,'-8'0'247,"3"-1"0,3-1 0,4-1-405,4 1 1,1-2 0,2 0 0,1 0 150,2 0 0,1-2 0,1 3 0,-1 1 20,0 1 0,-3-1 1,1-1 28,-1 1 0,-5 2 0,-2 3-26,-2 2 0,-2 6 0,-2 1 0,-4-1-190,-4-1 1,2 1 0,-3 1 0,1 0 9,-1 1 0,2-3 0,-1 1 0,1-1 117,1-1 0,1 0 0,1-1 119,1-2 66,4 1 1,0-7 0,4 1-54,4-3 1,3-1 0,2 1-1,1-1 44,-1 1 0,1 2 1,1 3-1,0 2-5,0 3 0,-2 1 0,-2 1 0,-1 1 50,-2 1 0,1 3 0,-4 0 0,-1 3-86,-1 2 1,-2-1 0,-2 2-1,-3-4-208,-2-2 1,-2-1-1,-1-5 1,0 1-112,0-2 0,-2-2 1,1 0-1,2-3 155,0-2 1,4-5-1,0-3 1,0-3 96,1-2 1,1-2 0,4 1 0,0 0 137,0 0 0,0-1 1,1 3-1,2 2 43,3 2 0,-1 2 0,1-1 1,1 3-239,1 2 0,0 1 0,1 0 36,0 0 0,16 12 0,3 3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3:12.3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115 133 8193,'-5'-1'579,"2"-2"1,6 2 0,3-2 0,2 2-539,1 1 1,0-3-1,2 0 1,2 1-425,1 1 0,-3-2 0,3 0 0,-1 0-220,-2 0 1,-4 2-1,-2-3 603,2 0 0,-18-9 0,-5-6 0</inkml:trace>
  <inkml:trace contextRef="#ctx0" brushRef="#br0" timeOffset="317">159 0 8219,'-3'6'-203,"0"0"-68,1 1 1,-2 1 0,1 1 0,1 1 555,1 1 1,1 3-1,0 5 1,1 1-231,2 4 0,-2 1 1,3 3-1,-1 0 24,0 2 1,0-1-1,-3-1 1,0 0-16,0 2 1,-1-1 0,-1-2 0,-2-2-93,-1-1 0,-1-6 0,-2-4 0,-1-2 97,0-4 0,-3-3 0,0-5 0,2-1 59,0-2 1,1-3 0,0-5 0,0-2 116,0 0 0,3-2 1,1-3-1,-1 0 2,1 1 1,0 3 0,3 1 0,-1 2 133,1-1 1,1 0-392,1 3 0,3 3 0,1 1 1,1 1-370,2 2 1,3 2 0,3 2 378,1 1 0,48-4 0,14-4 0</inkml:trace>
  <inkml:trace contextRef="#ctx0" brushRef="#br0" timeOffset="534">424 115 8291,'0'-9'-381,"1"2"1,1 0 528,1 1 0,1 4-148,-1-1 0,-2 37 0,3 10 0</inkml:trace>
  <inkml:trace contextRef="#ctx0" brushRef="#br0" timeOffset="751">380 274 7755,'-5'-9'440,"2"4"0,6 0-267,3 1 1,5-2 0,1 3 0,2 1 88,2 1 0,0 1 0,-1 0 1,-1 1 49,-1 2 1,-1 2-1,-4 5 1,0 1-189,-2 4 0,-2 2 0,-4 1 0,-1 2-328,-2 1 1,-2 3 0,-5-1 0,0 0-398,-2 1 1,-3-5 600,3-2 0,1-3 0,2-5 0</inkml:trace>
  <inkml:trace contextRef="#ctx0" brushRef="#br0" timeOffset="1168">760 115 8276,'1'-5'900,"2"2"0,2 0 1,3 0-1,2 1-1730,2 1 1,-2 1 0,2 0 829,-3 0 0,24-8 0,5-2 0</inkml:trace>
  <inkml:trace contextRef="#ctx0" brushRef="#br0" timeOffset="1317">892 45 8267,'-9'0'-357,"3"1"0,1 1 892,-2 1 0,2 3 0,-1 1 1,0 4-166,1 4 1,-6 2-1,2 3 1,-1 3-322,-3 2 1,2 1 0,-3 5 0,1 0-390,-1-3 1,3-1-1,0-4 1,4-3 339,5-5 0,8-14 0,4-7 0</inkml:trace>
  <inkml:trace contextRef="#ctx0" brushRef="#br0" timeOffset="1467">972 212 8240,'6'-3'89,"-1"-3"1,-3 1 0,2 0 0,-1 0 1012,0 0 1,1 2-2551,-1-3 1448,-2 4 0,-5 10 0,-6 7 0</inkml:trace>
  <inkml:trace contextRef="#ctx0" brushRef="#br0" timeOffset="1736">981 318 8228,'0'12'-102,"0"1"0,0 0-160,0 0 1,-3 1-1,0-1 1,0 0 519,-1 0 1,0 1 0,-3-2 0,1-1 147,-1-1 0,-1-2 1,-1 1-1,-2-1-5,-1-2 0,3-2 0,3-4 0,0-1-54,1-2 1,-1-3-1,3-5 1,0-1-55,-1-2 1,3 0-1,-2-1 1,2 3 172,1-1 1,1 3-1,2-2-497,3 2 0,2 6 1,0 1-1,1 2-991,0 1 0,1 0 1022,2 0 0,29 8 0,11 1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3:16.5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79 8240,'0'-5'1952,"0"-1"-1646,0 4 1,0-1 0,1 6 0,2 4-281,3 3 0,2 1 1,1 4-1,0 0-124,3-2 1,-2 4 0,2-3-1,-2 1-342,-2-1 1,1-3 0,-1 2-1,-1-2 440,-1-3 0,-8-5 0,1-8 0</inkml:trace>
  <inkml:trace contextRef="#ctx0" brushRef="#br0" timeOffset="233">71 124 8240,'0'-9'218,"0"0"1,1 0 150,2 0 1,3 0-1,4 1 1,4-1-153,3 0 0,2 0 1,8 0-1,0 0-86,3 1 1,-2 2 0,4 1-1,-2 1-106,-1 2 0,-6 2 0,-3 2 1,-4 2-204,-5 1 0,-5 1 1,-3 2-1,-2 1 55,-1 0 1,0 0 0,-1 1 0,-2 1-178,-3 0 1,-2 1-1,0-3 1,-1 0-708,0 0 1,-3 2 1006,0 1 0,-23 0 0,-3-3 0</inkml:trace>
  <inkml:trace contextRef="#ctx0" brushRef="#br0" timeOffset="400">230 35 8240,'-3'-4'1550,"0"4"-1319,1 5 0,1 4 0,1 2 0,0 2-475,0 0 1,0 2 0,1 2 0,1-1-1820,1-2 2063,0 1 0,-7 7 0,-1 0 0</inkml:trace>
  <inkml:trace contextRef="#ctx0" brushRef="#br0" timeOffset="550">159 141 8240,'0'-9'739,"0"4"-504,0-1 1,1 3-1,2-2 1,3 1-409,2 2 0,1 1 0,-1 1 0,1 1 173,0 2 0,-4 25 0,-1 11 0</inkml:trace>
  <inkml:trace contextRef="#ctx0" brushRef="#br0" timeOffset="700">141 238 8240,'1'-5'321,"2"-1"0,-1 4 0,4-2 0,1 1-235,1 0 0,4 0 0,0 2 0,-1-1-1325,2-1 1239,-3 0 0,10 7 0,-1 1 0</inkml:trace>
  <inkml:trace contextRef="#ctx0" brushRef="#br0" timeOffset="900">88 336 8596,'5'-8'324,"4"2"1,1-1 0,5 3-1,0 0-731,2 0 1,1-3 0,-2 2 406,-1 1 0,6-20 0,-3-1 0</inkml:trace>
  <inkml:trace contextRef="#ctx0" brushRef="#br0" timeOffset="1050">212 221 8240,'-9'0'-666,"0"1"1003,1 2 0,3 2 0,1 4 0,1 2-219,0 1 1,0 4 0,2-1 0,-1 4-274,-1 2 0,0-1 0,3-2 0,0 0-354,0-1 1,1-3 508,2-2 0,6-26 0,5-7 0</inkml:trace>
  <inkml:trace contextRef="#ctx0" brushRef="#br0" timeOffset="1183">265 238 9454,'0'9'0,"0"0"97,0 0 0,0 3-97,0 0 0,-12 23 0,-2 3 0</inkml:trace>
  <inkml:trace contextRef="#ctx0" brushRef="#br0" timeOffset="1367">88 477 8240,'-5'-3'505,"-1"0"0,5-1 1,1 2-1,5-2-307,2-1 1,6 0-1,1-1 1,1 0-198,-1-1 1,1 2 0,2 0 0,-1 1-826,-2 2 824,-3-3 0,-2 0 0,-5-4 0</inkml:trace>
  <inkml:trace contextRef="#ctx0" brushRef="#br0" timeOffset="1499">194 468 8225,'-8'9'23,"2"-1"0,1 0 0,0 0 82,0 1 1,0 2-1,-2-2 1,2 1-345,1 2 239,1-3 0,3 8 0,0-3 0</inkml:trace>
  <inkml:trace contextRef="#ctx0" brushRef="#br0" timeOffset="1616">283 530 8225,'9'0'-90,"-3"0"0,-2 1 0,1 1-516,0 1 606,1 4 0,19-10 0,3 2 0</inkml:trace>
  <inkml:trace contextRef="#ctx0" brushRef="#br0" timeOffset="2199">627 159 8264,'0'-5'434,"4"1"0,2 3 1,2-1-294,1-1 0,4 0 0,1 2 0,3-1-141,1-1 0,19-3 0,5 1 0</inkml:trace>
  <inkml:trace contextRef="#ctx0" brushRef="#br0" timeOffset="2366">760 79 8264,'-9'1'-21,"0"2"1,3 2 0,0 4 0,-1 1 137,0 2 1,-2 1 0,0 5-1,-1 1-154,-2 1 0,3 3 1,-3 2-1,2 0 0,1-1 0,0-2 0,0 3 0,1-3-472,-1 0 509,4-5 0,5-16 0,5-7 0</inkml:trace>
  <inkml:trace contextRef="#ctx0" brushRef="#br0" timeOffset="2499">839 230 8270,'6'0'0,"-1"-1"226,-1-2 1,0 2-904,-1-2 677,-2 2 0,-5 5 0,-6 1 0</inkml:trace>
  <inkml:trace contextRef="#ctx0" brushRef="#br0" timeOffset="2799">804 274 8270,'0'9'0,"0"-1"-140,0 1 0,0 0 1,0 0-1,0 0 136,0 0 1,0 2 0,0 2 0,0 0-85,0 0 0,0 2 0,0 0 1,-1 2-10,-2 0 0,1 0 1,-3-1-1,0-2 112,0-2 1,2 0-1,-2-3 40,-2 0 0,-1-4 0,-1-3 0,0-4 0,1-3 0,1-4 0,2-1 69,2-2 0,-1 2 0,2-4 0,-1 1 211,1 2 0,1 1 0,1 2 0,0-1 309,0 0 1,0 0-506,0 0 0,4 4 1,2 2-1,1 2-47,2 1 0,1 0 0,2 0-92,3 0 0,48-3 0,14-2 0</inkml:trace>
  <inkml:trace contextRef="#ctx0" brushRef="#br0" timeOffset="3766">1210 159 8255,'-5'-1'164,"2"-2"-135,2 2 1,2-6-1,1 3-77,1-1 1,4 2 0,-1-1 0,2-1 95,1 0 1,0 2 0,-1-2 0,1 0-25,0 0 0,0 3 1,0-1 13,0 2 1,-4 2 0,-3 2 0,-1 3-190,-1 2 1,-3 2 0,-3 1 0,-2 4 101,-1 2 0,-3 0 0,0 0 1,1-1-195,-2-1 1,3-1-1,-2 4 1,1 0 295,0-1 1,4 0-1,-2-2 1,2-4 293,2-1 0,1-4-264,4 0 0,1-5 1,2-1-1,3-5-34,2-3 1,2-3 0,1-1 0,0 1-46,0 1 1,2 4-1,-1 1 1,-1 1-11,2 2 1,-3 2-1,1 4 1,-3 5 101,-2 5 0,-3 4 0,1 1 0,0 3 28,-2 0 1,-2 1 0,-2 2-1,-2-3-104,0 0 1,-2-2 0,-3-3 0,0-2-28,0-4 1,-1-2-1,0-2 1,-2-2 19,1-1 0,1-2 0,1-5 1,0-2 33,1 0 0,2-6 0,1 3 0,1-3 28,2-2 1,1 3-1,1-2 1,0 3-195,0 0 0,1 4 1,2 1-702,3 0 820,6 3 0,29-3 0,11 4 0</inkml:trace>
  <inkml:trace contextRef="#ctx0" brushRef="#br0" timeOffset="4333">1820 88 8056,'0'-9'0,"0"1"201,0-1 1,0 3 231,0 0 0,-1 4 0,-2-1 0,-2 3-484,0 3 0,-3 6 1,2 7-1,-3 2-79,-2 3 0,1 3 1,-2 0-1,1 1 237,0 2 0,1 0 1,-2 3-1,2 1 69,1 1 0,-2 2 0,2-2 0,1 3 168,0 0 0,4-3 0,1-4 1,2-4-256,1-7 0,2-6 0,3-6 1,4-2-92,1-4 0,3-4 0,1-7 1,1-3-217,0-1 0,-4-2 1,3 1-1,-1 2-800,-2 0 0,-3 0 1018,-2-2 0,-14-17 0,-6-3 0</inkml:trace>
  <inkml:trace contextRef="#ctx0" brushRef="#br0" timeOffset="4482">1608 247 8319,'-5'0'422,"2"0"0,6 0 0,3 0 247,2 0 0,5 0 0,4 0-669,3 0 0,43 4 0,9 1 0</inkml:trace>
  <inkml:trace contextRef="#ctx0" brushRef="#br0" timeOffset="5216">2173 247 9183,'0'9'200,"0"0"0,-1 1 1,-1 2-1,-2 2-103,-1 3 0,2 1 0,-3 0 0,0 2-71,-2 1 1,-1-1-1,0-2 1,-1-1-107,-1 1 0,1-4 0,-2-2 1,2-4 47,1-2 0,0-2 0,1-4 0,0-2-1,2-4 0,2-3 0,4-10 0,0-2-165,0-2 0,4-2 0,2 1 1,2 1 19,0 2 1,1 0-1,1 3 1,2 2 155,3 1 1,-1 2-1,3 5 1,2 2 297,-1 3 1,4 4-1,-2 4 1,0 6 123,-1 5 1,-3 1-1,-1 6 1,-4 2-488,-4 0 1,-3 2 0,-4-1 0,0 0 86,0-3 0,-36 18 0,-8 2 0</inkml:trace>
  <inkml:trace contextRef="#ctx0" brushRef="#br0" timeOffset="5966">2685 18 7764,'-3'8'1065,"1"1"0,-1 1-951,-1 2 0,-1 3 0,-4 5 0,0 4-409,0 1 1,-3 3 0,-3 0-1,-2 2 152,-1-2 0,1 3 0,-1-3 1,1-2-36,3-5 1,1-6 94,4-3 1,5-10 0,4-6 0,5-5 57,3-3 1,2-3 0,1 3 0,0-1-103,0 0 1,-1 2 0,0 4 144,2 2 0,-3 3 1,2 0-1,-4 4 282,-4 3 0,1 7 0,-1 4 0,-2 3 8,-3 1 0,-2 5 0,-3-2 0,1 3-502,-1 0 1,-1-3 0,1-3 0,0-1-432,1-1 1,4-4 624,-1-3 0,2-17 0,1-4 0</inkml:trace>
  <inkml:trace contextRef="#ctx0" brushRef="#br0" timeOffset="6232">2783 141 8268,'0'-9'819,"0"1"1,1 2 0,2 1-784,2 1 1,6-2 0,1 3-1,0 1-514,1 1 0,-3-2 1,4 0-1,-1 1-205,-2 1 0,-2 1 683,0 0 0,0 4 0,0 1 0</inkml:trace>
  <inkml:trace contextRef="#ctx0" brushRef="#br0" timeOffset="6366">2915 53 7916,'-5'-9'314,"-3"4"83,2 2 1,3 3-1,-1 3 1,1 3-586,0 2 1,-3 4 0,3 1 0,0 0 187,-1 3 0,-9 36 0,-5 10 0</inkml:trace>
  <inkml:trace contextRef="#ctx0" brushRef="#br0" timeOffset="6566">2818 212 8268,'-9'0'-715,"3"0"917,0 0 1,1 5-1,0 3-92,2 3 1,2 1 0,1 0-1,0 3-100,0 1 1,0 5 0,0 0 0,0-1-135,0 2 1,0-3 0,0 2-1,0-1-268,0-3 0,0 2 0,0-7-616,0-1 1008,0-5 0,7-46 0,3-14 0</inkml:trace>
  <inkml:trace contextRef="#ctx0" brushRef="#br0" timeOffset="6783">2818 238 8268,'5'-5'0,"-1"0"-31,0 1 0,0 0 0,2 2 0,0-2 50,1-1 1,-2 3-1,1-1-39,1 2 1,1 1 0,1 0 61,-1 0 1,-3 4 0,-2 2-1,-2 3 31,-1 3 1,0-2 0,0 4 0,0 0-284,0 0 0,-1 0 0,-1 4 1,-1 0 209,1-1 0,-14 17 0,-4 3 0</inkml:trace>
  <inkml:trace contextRef="#ctx0" brushRef="#br0" timeOffset="6932">2844 336 8268,'0'-9'-301,"0"0"1,0 0 58,0 0 0,0 5 115,0 4 1,0 4-1,0 5-257,0 0 0,0 1 384,0 2 0,-3 21 0,-2 9 0</inkml:trace>
  <inkml:trace contextRef="#ctx0" brushRef="#br0" timeOffset="7150">2836 415 8256,'0'-9'-1756,"1"1"2069,2 3 0,-2-3-64,1 2 0,0 2 0,0 0-144,1 0-198,0 3 0,0-2-239,0 6 1,0-1-1,-3 4 78,0 1 1,0-2 0,0 1 253,0 0 0,-3-1 0,0 1 0,-3-3 0,3 3 0,0 0 0,-4 7 0,-3 0 0</inkml:trace>
  <inkml:trace contextRef="#ctx0" brushRef="#br0" timeOffset="7468">2650 424 8212,'0'10'13,"0"2"0,0-3 0,0 4 0,0-1 227,0 0 1,0 3 0,0-1 0,0 1 30,0 0 0,0-5 0,0 3 0,0-1 24,0 0 1,3-3 0,1-5-281,1 0 1,-2-1 22,3-3 0,-4-4 0,2-2 150,0-1 0,-3 1-160,1 0 1,0 1 0,1-1 0,3 3-69,2 2 1,1 1 0,1-1 0,2-1-74,2-1 1,4 0 0,2 3-1,1 0-407,2 0 0,0 0 520,4 0 0,31 0 0,7 0 0</inkml:trace>
  <inkml:trace contextRef="#ctx0" brushRef="#br0" timeOffset="7801">3109 353 8254,'0'-9'288,"1"4"1,1-1 0,2 0-8,1 1 1,1-2 0,4 4-1,1 1-216,0 1 1,2 1 0,-2 0-1,1 0-22,-1 0 0,-2 4 1,0 3-1,-1 3-43,-2 2 0,-2 2 1,-4-1-1,0 1-228,0 1 1,0-1 0,-1 0 0,-2 0-295,-3-1 1,1-5-1,-1 0 522,-1-3 0,-12-45 0,-5-14 0</inkml:trace>
  <inkml:trace contextRef="#ctx0" brushRef="#br0" timeOffset="7966">3198 159 8249,'-4'5'36,"2"3"0,-3-2 0,0 1 228,0 2 0,2 4 0,-3 2 0,0 2-216,2 4 1,-4 2-1,3 3 1,-2 2-344,-2 1 0,5-1 1,-5 0 294,1-3 0,-3 4 0,-3-2 0</inkml:trace>
  <inkml:trace contextRef="#ctx0" brushRef="#br0" timeOffset="8234">3260 238 8226,'3'6'451,"-1"0"1,1-3 0,-2 3 0,2 1-39,3 1 0,2 2 0,1 1 0,1 5-179,2 4 0,0 1 0,4 4 1,-1-2-130,0 2 0,-2-1 0,-1 0 0,-2-4-456,-1-5 0,-1-2 1,0-4-1634,-2 0 1984,2-4 0,-19-29 0,0-10 0</inkml:trace>
  <inkml:trace contextRef="#ctx0" brushRef="#br0" timeOffset="8382">3383 230 8226,'0'6'-2235,"0"-1"2235,0-3 0,16 2 0,4-4 0</inkml:trace>
  <inkml:trace contextRef="#ctx0" brushRef="#br0" timeOffset="8482">3463 221 8226,'0'9'-100,"23"-1"0,7 1 0</inkml:trace>
  <inkml:trace contextRef="#ctx0" brushRef="#br0" timeOffset="9449">3904 168 7813,'-8'-9'445,"2"3"1,1 0 204,1-1 1,1-1-1,3 0-472,0-1 0,4 0 0,3 1 1,3 1-146,1 1 1,4 1-1,-2-1 1,0 1-205,-1 1 0,0 1 1,-3 4-1,0 2-107,0 3 0,-5 5 0,-1 4 0,-3 2-24,-3 0 0,-1 5 0,-6 1 1,-1-1 94,-1-1 0,-3-3 1,3 0-1,-1-1 150,0-2 0,1-1 1,4-4 636,-1-2 0,2-5-220,4 0 1,5-3 0,9-2 0,1-2-138,2-1 1,0 3 0,1-2 0,-3 1 63,1 0 1,-3 1 0,1 6-230,-4 5 1,-3 1 0,-4 5 0,-1 0-114,-2 2 0,-3 4 0,-6 0 0,-3 2-308,-1 1 0,-3-1 0,-1-1 0,1 0-287,2-2 1,0-6-1,6-2 650,0-2 0,28-40 0,9-11 0</inkml:trace>
  <inkml:trace contextRef="#ctx0" brushRef="#br0" timeOffset="9901">4205 115 8214,'-6'0'669,"1"1"1,0 1-380,0 1 0,0 7 1,-2-1-1,1 4-193,0 3 0,-5 3 0,-1 3 0,0 2-185,-1 3 0,3-1 0,-4 1 0,1-3-395,2-3 0,3 0 1,2-5-85,3-1 0,2-7 0,2-8 1,2-6 566,3-5 0,17-26 0,-10 17 0,7-9-387,-7 13 1,-7 11 899,0 2 1,-4 3 0,1 3-1,-2 3-60,-1 2 1,0 5-1,0 2 1,0 1-222,0 2 1,-3 1 0,0 0 0,1 2-446,1-2 1,-2 0 0,0-1 0,0-1 212,-1 1 0,-1-4 0,-3-1 0</inkml:trace>
  <inkml:trace contextRef="#ctx0" brushRef="#br0" timeOffset="10201">4258 177 7828,'0'11'1012,"0"3"1,0 2-685,0 3 1,0 4 0,0 1 0,0 2-358,0 4 0,0-3 0,0 2 0,0-2-753,0-3 0,0-4-1124,0-5 1906,0-2 0,-8-36 0,-2-7 0</inkml:trace>
  <inkml:trace contextRef="#ctx0" brushRef="#br0" timeOffset="10551">4302 185 8068,'1'-7'0,"1"0"64,1 1 1,3 3 0,-2-2 0,1 0-39,1 0 0,2 0 0,2-2 0,1 3-152,1 0 1,0-2-1,-1 2 1,1 0-67,-1 0 1,2-2 0,-2 3 0,0 1 369,-1 1 0,-1 2 19,0 2 0,-2 2 0,-1 4 0,-3 0 31,-2-1 1,0 4 0,1 1 0,1 0-19,-1 0 0,-1 2 0,-1 0 0,0 2 4,0 0 0,0 1 0,0 0 0,0-1-54,0 1 0,0 3 0,0-1 1,0 0-317,0-2 0,0 0 1,0-1-1,0-2-531,0-4 0,0-1 687,0-1 0,-23-28 0,-7-6 0</inkml:trace>
  <inkml:trace contextRef="#ctx0" brushRef="#br0" timeOffset="10699">4346 256 8112,'0'-9'705,"0"3"-364,0 1 1,1 2-739,2-3 0,2 4 397,4-1 0,7 2 0,3 1 0</inkml:trace>
  <inkml:trace contextRef="#ctx0" brushRef="#br0" timeOffset="10968">4381 256 8112,'-4'9'-48,"0"0"0,4 0 60,0-1 1,0 1-1,-1 0 1,-1 0-111,-1 0 1,0 0 0,3-1-1,0 1 37,0 0 0,0 0 1,0 0 355,0 0 1,-3-3-271,0-1 1,0-4 0,3-1-13,0-5 1,0 1 0,0-2 0,0-1-55,0-1 0,3-1 0,1 1 24,1 2 0,-2 0 119,3 3 1,-4 0-55,4 3 0,-4 4 0,1 1 0,-2 3-179,-1 1 0,0 0 0,0 0 131,0 0 0,-4 19 0,-1 5 0</inkml:trace>
  <inkml:trace contextRef="#ctx0" brushRef="#br0" timeOffset="11166">4302 512 8112,'-6'0'683,"1"-1"141,1-2 0,2 1 0,5-2-345,3 0 0,5 0 1,2 2-1,0-2-333,3-1 0,1 3 0,0-1 1,0 2-340,-2 1 1,2 0 0,-4 0 0,1 0-2332,-2 0 2524,-6 0 0,-10 4 0,-6 1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3:32.6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72 131 8197,'-6'0'1934,"1"0"-1587,3 0 0,6 0 0,6 0-341,5 0 1,1 0-1,0-2 1,0-2-155,3 0 0,-2-1 1,2-1-1,-3 1-564,0-1 0,0 1 1,0 1 711,-3 0 0,-16-6 0,-7 2 0</inkml:trace>
  <inkml:trace contextRef="#ctx0" brushRef="#br0" timeOffset="233">247 4 8253,'-2'-4'372,"-1"4"1,-2 4 0,1 6-1,1 2-239,-1 0 1,-2 4 0,1 5-1,-3 1-269,0 3 1,-3 1 0,-2 1-1,-3 2 24,0 2 1,-2 3 0,-1-1 0,1-4-199,-2-3 0,3-2 0,-1-7 0,4-4-164,3-3 1,6-6 473,2-9 0,10-29 0,2-13 0</inkml:trace>
  <inkml:trace contextRef="#ctx0" brushRef="#br0" timeOffset="382">40 267 7687,'8'-4'-794,"-1"2"1216,-2 4 0,1 6 0,-2 5 1,0 3-30,2 3 0,-1 2 1,-1 5-1,1 1-438,-1 2 1,-2 0-1,1 4 1,-2 0-274,-1-1 0,0-2 0,0-6 0,0-1 318,0-2 0,-11-22 0,-2-10 0</inkml:trace>
  <inkml:trace contextRef="#ctx0" brushRef="#br0" timeOffset="886">279 243 8212,'0'-8'619,"0"0"1,0 3 121,0 0 1,1 0-783,2 0 1,-1 1 0,3 4-361,1 0 1,-1 1 0,-1 2-1,0 2 64,-3 2 1,0 1-1,-1 0 1,0 0 55,0 0 0,-2 0 0,-1 0 0,0 0 298,0 0 1,2-2-1,-3-1 395,1 1 1,2-1-37,-2 0 1,2-2-286,1 2 0,4 0 1,0 3-22,1 0 0,1 3 0,-2 0 1,-1 1-46,1 0 0,-2 2 1,-2-1-1,1 2-17,2 1 1,-2 0 0,1 0-1,-1-1-192,-1-1 1,0-3 0,-1-4 0,0-1-1057,-2 0 1240,-3-4 0,-13-20 0,-7-9 0</inkml:trace>
  <inkml:trace contextRef="#ctx0" brushRef="#br0" timeOffset="1049">191 451 8212,'-8'0'329,"0"0"0,1-3 961,2-3 1,1 2-963,4-1 1,4 3 0,2-1 0,4 2-455,3 1 0,3-2 1,2-1-1,3 0 126,2 0 0,26-11 0,13-5 0,7-3 0,0 0 0</inkml:trace>
  <inkml:trace contextRef="#ctx0" brushRef="#br0" timeOffset="1483">615 187 8212,'-8'0'966,"5"-3"-316,3-2 1,3 0 0,6 1 0,3 0-613,4 2 0,0-1 0,5-1 0,-2 1-685,-1-1 1,1 1-1,-2 3 1,-3-2-1752,-2-1 2398,3 0 0,-21-7 0,0-4 0</inkml:trace>
  <inkml:trace contextRef="#ctx0" brushRef="#br0" timeOffset="1682">743 60 8212,'-5'3'215,"-1"2"1,5 3-1,-3 2 1,1 3-146,1 2 0,-4 0 1,3 6-1,-2 1-140,-1 1 0,-4 5 0,-1 1 0,-2 2 13,-1 1 0,-1-2 0,-1-2 0,-1 0-219,-1 1 0,1-8 1,-1-2-1,4-7-520,3-3 796,2-4 0,5-34 0,0-11 0</inkml:trace>
  <inkml:trace contextRef="#ctx0" brushRef="#br0" timeOffset="1815">551 331 8212,'8'-4'-41,"-3"0"1,1 4 94,0 0 1,0 1 0,0 3 0,-4 4 395,-1 4 0,0 3 0,1 1 0,0 1-483,0 2 0,-1-1 0,-1 2 0,0 0-806,0 1 839,0-7 0,-3 1 0,-2-7 0</inkml:trace>
  <inkml:trace contextRef="#ctx0" brushRef="#br0" timeOffset="2032">719 347 8212,'4'-3'378,"0"-2"136,-4-3 1,4 1 0,1 2 0,2 2-703,1 2 0,3 0 1,0 0-1,1-2-713,-1 1 1,0 1 0,-2 0 900,1-1 0,-1 1 0,3-3 0</inkml:trace>
  <inkml:trace contextRef="#ctx0" brushRef="#br0" timeOffset="2165">839 291 8212,'-7'-1'-90,"1"-1"1,2 1 202,1-2 0,2 2 0,-4 2 34,2 2 1,-1 1 0,2 4 0,0 1-396,0 2 0,-2 1 0,1 4 0,-1 0-35,1 0 1,-3 1 0,3 1 282,-2 1 0,-14 13 0,-7 2 0</inkml:trace>
  <inkml:trace contextRef="#ctx0" brushRef="#br0" timeOffset="2315">703 523 7799,'-5'3'-269,"-1"-1"1,4 1 0,-4-3 1562,0 0 1,2 0-647,-2 0 0,6-1 0,0-1-70,4 0 0,7-4 0,2 4 1,3 0-116,3 1 1,-1 1 0,5 0-1,1 0-540,-1 0 1,0 3-1,-1 0 1,1 1-2767,1-1 2843,0 4 0,0-14 0,0 2 0</inkml:trace>
  <inkml:trace contextRef="#ctx0" brushRef="#br0" timeOffset="3281">1175 219 8173,'-5'0'1177,"3"-1"0,4 0-859,4-2 0,5-3 1,4 1-1,4 0-310,1 0 0,2-1 1,1-1-1,-1 1-368,-1 1 0,-2 0 0,1-1 0,-1 2-501,-4 0 1,0-1 0,-5 1 293,-3 0 1,-3 1 0,-4-1 566,-3 0 0,1 1 0,-3 1 0,-1-2 0,2 0 0,-3 1 0,2-1 0,-2-1-59,2 1 0,-1 1 0,2-1 445,0 0 1,1 2-70,-2 5 0,3 1 0,-1 5 0,3 2-88,0 2 1,0 2 0,0 2 0,0 1-157,0 1 1,-3 3 0,-1-1-1,0 2-140,-2 1 1,1 0 0,0 0 0,-1 0-27,-1 0 1,-2-2 0,-1-3 0,-1-2 25,1-5 1,2-3-1,0-3 1,0-4 37,0-1 1,3-7 0,2-3 0,3-2 8,0-4 1,0 0 0,0-1 0,0 1 79,3 2 1,2 0-1,3 5 1,0-1 125,0 2 0,0 4 0,0 0 0,0 3 188,3 3 0,-2 4 0,1 5 0,-3 3-36,-2 1 1,-3 7 0,1 1-1,-2 4-377,-1 3 0,-3-2 0,-1-3 0,0-1-973,-2-1 1012,-1-3 0,-16 2 0,-2-3 0</inkml:trace>
  <inkml:trace contextRef="#ctx0" brushRef="#br0" timeOffset="4198">1654 251 8187,'-3'-4'-255,"-1"-1"1,-2 4 722,1-2 0,3-1 1,-1 2-428,2-4 1,1 2-1,1 0 1,2-1-263,2 1 0,3-1 0,3-1 0,1 1 87,1-1 0,1 1 1,-3 1-1,1-1 180,0 1 1,-2 2 0,-2-1-1,0 2 119,0 1 1,-2 0 0,-2 1-42,0 2 0,-2 1 0,-3 4 0,-1 0-314,-4 0 1,-1 3-1,-1 1 1,-1 0-48,-1 2 0,0-1 0,-3 0 0,1 1 165,0 1 1,2 1 0,-1-1 0,1 0 237,0-2 1,4-3 0,-2 0 288,0-1 1,5-3-304,0-1 1,6-7 0,2-1-1,2-2-110,1 0 1,0-2-1,0 2 1,1 1-2,2 1 0,-2 2 0,1 1 0,-1 1 155,-1 2 0,0 1 1,0 5-1,-1 2 22,-1 2 0,-3 2 0,-3 1 1,0 1-225,0 2 1,-1-2-1,-1 1 1,-4-1-171,-1-1 0,-2-1 0,0-1 1,-2-4-98,1-1 1,-1-4-1,0-3 1,1-1 120,1-1 0,2-1 0,1-1 0,2-5 226,0-2 1,1-1 0,3-3 0,0 1 156,0-1 0,0 4 0,1-2 0,2 2-148,2 1 0,1 3 1,1 0-1,-2 1-284,1 0 201,1 2 0,23-9 0,4 2 0</inkml:trace>
  <inkml:trace contextRef="#ctx0" brushRef="#br0" timeOffset="4948">2174 52 8151,'-5'0'362,"-1"0"0,4 0 0,-4 2 0,1 3-306,0 2 0,-2-1 1,3 5-1,-1 1-271,-1 1 0,1 2 0,-3 1 0,0 0-56,0-3 1,0 1 0,0-3 0,1-1-527,2-2 630,1-3 0,7-5 1,1-5-1,2-3 50,3 0 1,4-2 0,-2-2 0,2 1 116,1-1 0,0-1 0,0 2 0,-1 1-6,-2 1 0,3 1 1,-3 0-1,1 1 140,-1 2 1,0 2 303,-3 3 1,-4 3 0,-1 3-1,-2 3-24,-1 2 1,-4 3 0,-1-1 0,-3 3-223,-3 3 1,2-2-1,-2 2 1,-1 0-297,-1 0 0,-2 3 0,-1-2 0,-1 2-136,-2-1 1,2-2-1,-2 1 1,0 0-118,1-3 0,3-3 357,4-4 0,2-19 0,1-5 0</inkml:trace>
  <inkml:trace contextRef="#ctx0" brushRef="#br0" timeOffset="5098">2046 259 8153,'5'-4'216,"1"1"0,-1 2 1,3 1-1,0 0-38,0 0 1,1 0 0,2 0 0,4 0-485,3 0 306,4 0 0,24 4 0,9 0 0</inkml:trace>
  <inkml:trace contextRef="#ctx0" brushRef="#br0" timeOffset="5314">2038 467 8346,'0'-8'336,"0"3"0,2 0-180,3-2 0,4 0 1,7 0-1,1 1-223,1 1 0,0-1 1,4-2-1,0 0-728,1 0 1,-1 0 794,-3 0 0,-1-3 0,-5-2 0</inkml:trace>
  <inkml:trace contextRef="#ctx0" brushRef="#br0" timeOffset="5515">2222 323 7720,'-8'4'-26,"3"-2"1,2 3 0,0 1 328,1 1 0,-1 2 1,3 1-1,0 2-164,0 3 0,-3 1 1,1 5-1,-1 1 4,-1 1 1,3 1-1,-4 0 1,1-1-188,-1-1 1,3-1 0,-1-4 0,0-3-885,1-2 1,0-5 927,4-7 0,6-54 0,5-16 0</inkml:trace>
  <inkml:trace contextRef="#ctx0" brushRef="#br0" timeOffset="5648">2198 435 8194,'-5'0'-603,"-1"0"1,0 1 793,-1 2 0,-1-1 0,0 3 1,0 1 45,0 1 0,0 2 0,0 1 1,-1 1-379,-2 2 0,2-3 1,-2 4-1,0 0-446,1 1 0,-1-2 587,3-3 0,-4-1 0,0-1 0</inkml:trace>
  <inkml:trace contextRef="#ctx0" brushRef="#br0" timeOffset="5781">2182 475 8194,'16'1'114,"0"2"1,0-1 0,0 3 0,-1 2 370,-2 3 1,2-1 0,-1 4 0,0-2-27,-1-1-459,2-1 0,12-12 0,7-2 0</inkml:trace>
  <inkml:trace contextRef="#ctx0" brushRef="#br0" timeOffset="6498">2653 76 8095,'0'-8'809,"0"0"1,0 4-476,-3 4 1,1 7 0,-3 6 0,-1 3-132,-1 3 0,-2-1 0,-1 3 0,-2 1-545,0 1 1,-1 1 0,-3 0-1,0 0-101,3 0 0,-1-3 0,3-3 0,1-5 96,2-5 1,4-4 360,4-4 1,5-3-1,4-3 1,3 0 42,0 1 0,-1 1 1,1 4-1,0 0 89,-2 0 1,-1 4 0,-2 2 0,-1 4-16,-1 3 1,-3 2-1,1 2 1,-2 2-102,-1 2 1,-3 1 0,-1 1-1,0-3-190,-2-1 0,1 2 0,1-4 0,0-3-1939,2-2 2099,2-4 0,7-33 0,2-11 0</inkml:trace>
  <inkml:trace contextRef="#ctx0" brushRef="#br0" timeOffset="6764">2757 171 8184,'-3'11'-212,"-2"0"0,-2 0 0,1 0 0,1 1 49,-1 1 1,-2 1 0,1-3 0,1-2 240,1 0 0,3-3 89,-1-1 0,3-3 1,4 0 36,4-1 1,0-2 0,3-1 0,1-3-167,1 1 0,0 0 0,-1 4 0,0 0-242,-3 0 0,0 0 204,-1 0 0,-21 22 0,-6 4 0</inkml:trace>
  <inkml:trace contextRef="#ctx0" brushRef="#br0" timeOffset="6914">2709 403 8217,'-4'-1'141,"0"0"191,1-2 1,2-1 0,-1 3-1,4-3-137,3 0 0,3 1 1,3-2-1,2 1-237,2 0 0,4 1 1,0-2-1,-2 1-471,0 0 0,2-1 1,0-1-1,-2 2 513,0 0 0,-4-2 0,-2 1 0</inkml:trace>
  <inkml:trace contextRef="#ctx0" brushRef="#br0" timeOffset="7148">2813 147 8304,'0'8'0,"0"0"55,0 0 1,0 1-1,0 3 1,0 3 310,0 3 0,-1 4 0,0 0 0,-2 4 42,1 3 1,1 2 0,0 1 0,0 0-316,-2 0 1,-2 0 0,2-1-1,1-2-32,1-5 0,1-4 0,1-6 0,2-2-1066,2-4 0,2-6 1005,1-2 0,4-36 0,0-12 0</inkml:trace>
  <inkml:trace contextRef="#ctx0" brushRef="#br0" timeOffset="7364">3021 227 6944,'0'12'843,"0"1"0,0 2 1,0 2-1,0 2-796,0 2 0,0 0 0,0 0 0,0 0-993,0 0 0,-2-2 946,-1-3 0,0-3 0,3-2 0</inkml:trace>
  <inkml:trace contextRef="#ctx0" brushRef="#br0" timeOffset="7531">3037 339 8264,'5'-8'16,"2"0"1,-2 0-1,2 1 191,1 2 0,3-1 1,0 3-1,3 1 12,3 1 1,-1-1-1,2-1 1,-1 1-536,-1 1 1,0 1-1,-1 0 1,-1 0-535,0 0 850,-8 0 0,-3-3 0,-7-2 0</inkml:trace>
  <inkml:trace contextRef="#ctx0" brushRef="#br0" timeOffset="7816">3205 179 8490,'-4'4'196,"1"1"1,2 6 0,1 2 0,0 2-177,0 1 0,0 4 1,0 1-1,0 3 88,0 3 0,0-2 0,0 1 1,-1-1-81,-2-1 0,2-3 0,-5-3 1,1-2 67,1-2 0,-3-3 1,1-4 74,-1-1 1,-1-6 0,0-4 0,1-2 107,2-3 0,-2-1 0,5 1 0,0 0 221,1-2 1,1 0 0,0 3-385,0 0 0,0 3 0,1 0 0,2 2-337,2 1 0,0 1 0,2 1 0,2 0-445,0 0 666,0 0 0,31 25 0,8 6 0</inkml:trace>
  <inkml:trace contextRef="#ctx0" brushRef="#br0" timeOffset="7931">3453 539 8259,'4'0'2327,"1"3"-2327,-3-1 0,-4 15 0,1 1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3:49.8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197 35 8142,'0'-5'-105,"0"0"-238,0 0 1,0 1 456,0 0 0,0 0 0,-3 0 0,-1 1 735,-2 3 1,-1 3 0,0 1 0,-2 3-626,0 2 0,-2 2 1,1 5-1,-1 3-112,-1 3 0,0 5 1,0 4-1,1 1-20,-1 3 0,1 6 0,0 3 1,-1 4-29,2 2 1,2 0-1,4-2 1,1-1-150,2 1 1,1-5 0,3-4 0,4-8-260,3-4 1,3-7-1,1-7 1,0-4-1830,2-4 2173,-2-1 0,18-38 0,1-7 0</inkml:trace>
  <inkml:trace contextRef="#ctx0" brushRef="#br0" timeOffset="500">286 171 7814,'3'4'617,"-1"5"1,3 0 0,2 4 169,1 2 0,5 7 0,0 5 0,3 4-449,1 2 0,-2 1 1,1 0-1,-2 0-160,0 0 1,-3-6 0,-2-6 0,-2-5-467,0-5 0,-2-2-1421,-1-3 0,-2-4 1709,3 0 0,-10-45 0,1-11 0</inkml:trace>
  <inkml:trace contextRef="#ctx0" brushRef="#br0" timeOffset="699">497 232 8981,'-7'0'879,"0"1"0,1 1 1,1 3-388,1 4 0,-3 2 0,-3 6 0,-1 4-298,-1 5 1,-4 5 0,-2 5 0,-1 1-379,-2 1 0,3-3 1,1 1-1,1-4-1623,3-5 1807,2-6 0,13-10 0,3-5 0</inkml:trace>
  <inkml:trace contextRef="#ctx0" brushRef="#br0" timeOffset="831">633 559 8184,'4'7'1004,"-1"-1"-1004,-3 1 0,15 3 0,4 1 0</inkml:trace>
  <inkml:trace contextRef="#ctx0" brushRef="#br0" timeOffset="1431">831 89 8547,'-4'3'683,"1"1"0,3 3 1,1 0-400,1 2 0,-1 2 0,5 3 1,1 0-364,1 2 1,4-1 0,-1 2 0,0 0-680,0-2 758,-2-1 0,13 3 0,-1 0 0</inkml:trace>
  <inkml:trace contextRef="#ctx0" brushRef="#br0" timeOffset="1731">1069 150 8324,'-7'0'262,"3"0"0,-1 1 1,0 1 178,-1 0 0,-1 4 1,-1 0-1,-1 3-686,-2 2 1,-2 1 0,-1 3 0,1 2-193,-1 0 0,3-2 0,0 0 0,2-3-345,3-3 0,2-1 372,1-1 0,3-3 543,0-2 0,3-1 0,3-1 382,-1 3 0,-1 0 0,-3 4 1,2 1 12,-2 1 0,1 1 1,-1 5-1,1 1-204,0 2 1,-1 1 0,-1 2 0,0-1-320,0 1 1,-1 1 0,-1 1 0,0-2-294,1-2 288,0-5 0,10-7 0,2-4 0</inkml:trace>
  <inkml:trace contextRef="#ctx0" brushRef="#br0" timeOffset="2164">1266 144 8317,'1'3'153,"1"0"0,2-2 0,3 1 1,0 3 153,0 1 0,0 4 0,0 3 1,1 4 75,1 6 1,4 4 0,-3 5-1,0 5-13,-3 4 0,-3 4 0,-4 3 0,-2-1-146,-2 1 1,-4-3-1,-6-4 1,-2-3-374,1-4 149,-1-7 0,-28-7 0,-8-7 0</inkml:trace>
  <inkml:trace contextRef="#ctx0" brushRef="#br0" timeOffset="2780">1695 293 8199,'0'-7'241,"1"3"1,1 0 0,3 0 164,1 1 0,4 0 1,1-1-1,2-2-653,1 0 1,2 0-1,2 0 1,-1 0-914,-1 2 1,-2 0 1159,-3-1 0,-10-1 0,-6 3 0</inkml:trace>
  <inkml:trace contextRef="#ctx0" brushRef="#br0" timeOffset="2981">1825 212 8199,'-7'3'0,"0"0"-545,0 0 0,1-2 0,-1 2 942,0 0 0,1 1 0,1 3-124,3 0 1,1 2 0,1 0 0,0-1-99,0 0 1,1 1 0,1 1 0,2 0 66,0 2 0,1 0 0,-2 0 1,0 0 72,0 0 1,0-1 0,-1 0 0,1 1-110,1 1 0,-2-3 1,2 0-1,-1-1-383,-2 0 1,2 3-1,0-2 1,-2-1-177,0 1 1,0-1 0,0-2-2233,1 0 2585,1 0 0,0-22 0,0-4 0</inkml:trace>
  <inkml:trace contextRef="#ctx0" brushRef="#br0" timeOffset="3181">1866 395 8199,'-9'0'0,"-1"0"-110,-1 0 1,2 1-1,-2 1 1,-1 3 455,-1 1 0,-1 3 0,1 1 0,1 1 35,1 1 1,2 3 0,0 1 0,2 1-104,0 0 1,2-1 0,2-1 0,0 1-1,1 0 0,2-3 0,2-2 0,4-2-361,2-4 0,3-2 0,6-3 1,3 0-1221,2 0 1303,3-3 0,45-25 0,14-9 0</inkml:trace>
  <inkml:trace contextRef="#ctx0" brushRef="#br0" timeOffset="3681">2288 150 8238,'-6'3'660,"0"2"0,2 2-222,-1 2 0,-1 1 0,-1 5 0,-1 1-552,-1 5 1,-2 2-1,-2 5 1,-2 1-207,0 0 0,0 1 0,-1-3 0,3-1-372,1-3 1,1-2 96,4-8 1,3-4 0,7-10 594,4-5 0,42-49 0,13-16 0</inkml:trace>
  <inkml:trace contextRef="#ctx0" brushRef="#br0" timeOffset="3797">2233 355 8238,'7'0'-887,"2"0"0,0 0 1258,-3 3 0,0 1 0,-4 6 0,-1 3 272,-3 2 0,-2 6 0,-2 0 0,-1 0-419,3 0 1,-2-3 0,2-1 0,0 0-798,2-2 1,1-3 572,1-3 0,9-35 0,3-9 0</inkml:trace>
  <inkml:trace contextRef="#ctx0" brushRef="#br0" timeOffset="3980">2335 341 8800,'3'-5'493,"2"1"1,1 2 0,1 0 0,0 1-209,-1 1 0,4 0 0,2-2 1,3 0-829,1 0 0,0-1 0,-1-1 0,1-1-407,-1 1 0,-1 0 950,-3-1 0,-4-1 0,-4 2 0</inkml:trace>
  <inkml:trace contextRef="#ctx0" brushRef="#br0" timeOffset="4199">2438 116 8198,'-5'7'-270,"1"0"1,1 0 240,2 0 0,0 2 0,1 3 0,1 1 794,1 3 0,2 2 1,3 5-1,0 3-82,2 3 1,0-1 0,2 4 0,0 1-270,0 0 1,2 2-1,-2-1 1,1-6-495,-1-6 1,2-6 0,-4-5-1,1-4-678,0-4 1,-1-3 0,-3-3-2386,-1-4 3143,-2-3 0,-9-37 0,-2-8 0</inkml:trace>
  <inkml:trace contextRef="#ctx0" brushRef="#br0" timeOffset="4331">2553 116 6452,'0'5'650,"0"-1"0,21 7 0,6 3 1</inkml:trace>
  <inkml:trace contextRef="#ctx0" brushRef="#br0" timeOffset="4880">2975 300 8366,'-6'7'531,"1"0"0,1 2 0,-1 1-227,1 0 1,-2 2 0,2 1 0,-2 2-411,-1 0 1,-2 3 0,0 2 0,0-2-216,-1 1 0,1-1 0,-2 1 0,0 0-292,0-4 1,1-4 612,3-4 0,4 0 0,0-4 0</inkml:trace>
  <inkml:trace contextRef="#ctx0" brushRef="#br0" timeOffset="5079">2873 130 8253,'4'3'486,"0"-2"1,-2 1 219,3-1 0,1 2 0,1 2 0,0 4-186,2 5 1,3 4 0,6 7-1,3 5-149,2 5 1,2 6-1,3 3 1,-2-1-519,-1-2 1,0-7-1,-4-1 1,-2-7-320,-2-4 1,-1-6 465,-2-7 0,-3-1 0,-2-1 0</inkml:trace>
  <inkml:trace contextRef="#ctx0" brushRef="#br0" timeOffset="5547">3432 212 8318,'0'-7'573,"-1"1"5,-1 1 0,1 3 0,-1 5 0,0 5-223,0 4 1,1 4-1,-1 3 1,1 3-121,1 2 0,0-2 1,0 3-1,0 0 27,0-1 0,3 2 0,2-3 0,1-1-229,3-1 1,0-4-1,2-2 1,1-3-2500,1-5 2466,4-1 0,12-35 0,7-6 0</inkml:trace>
  <inkml:trace contextRef="#ctx0" brushRef="#br0" timeOffset="5949">3656 212 8318,'-6'0'690,"1"0"42,0 0 1,4-1 0,0-1-560,5 0 1,1 0 0,7 2 0,0 0-176,1 0 1,0-2 0,2-1 0,0 1 61,1-1 0,2 2 0,-3-2 0,-2 1-248,0 0 1,-5-1 0,1 3 111,-1 0 0,-5 4 0,0 3 0,-3 4 273,-3 1 1,0 3-1,-4 1 1,0 2 25,0 1 0,0 5 0,0 1 0,1 1 181,2 2 0,1 0 1,3 0-1,1 3-94,1 0 1,2-6 0,3 0 0,2-6-1177,3-3 0,3-2 866,1-3 0,21-10 0,3-6 0</inkml:trace>
  <inkml:trace contextRef="#ctx0" brushRef="#br0" timeOffset="6064">4126 579 8200,'5'6'-46,"-2"0"0,1-2 46,0 1 0,16-5 0,5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4:38.6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18 8067,'0'-9'273,"-1"4"-59,-2 2 1,3 3 477,0 3 0,4 2 1,5 4-1,1 1-643,2 2 1,-2 1 0,3 4-1,0-2-478,-1 1 0,1-3 1,-2 0-1,1 0-1642,-1-1 2071,0 0 0,2-7 0,1-1 0</inkml:trace>
  <inkml:trace contextRef="#ctx0" brushRef="#br0" timeOffset="335">279 45 8216,'5'-4'453,"-1"-1"0,-8 0 0,-2 2 0,-3 2-494,0 1 0,0 1 0,0 2 0,0 3-80,0 2 1,0 1-1,0 1 1,-1-1-195,1 0 1,0 0 0,0 0 306,0 0 1,3 0 0,1 0 217,1 1 0,1-1 0,3 0 0,0 0 125,0 0 0,0 4 1,0 3-1,1 1-24,2 1 0,-1 4 0,3 4 0,0 3-74,0 5 1,-2-2 0,2 1-1,0-1-275,0 1 1,-3-7 0,2 0 0,-1-2-686,0-4 0,0-5-1167,-3-3 1890,4-6 0,-2-34 0,2-13 0</inkml:trace>
  <inkml:trace contextRef="#ctx0" brushRef="#br0" timeOffset="965">543 292 8628,'-8'-1'991,"2"-2"0,3 2 0,6-2-924,3 2 0,2 1 1,2 0-1,-1 0-459,0 0 1,1-3-1,2 0 392,3 1 0,7 5 0,1 2 0</inkml:trace>
  <inkml:trace contextRef="#ctx0" brushRef="#br0" timeOffset="1198">534 401 8147,'-4'-5'1201,"3"-3"0,-2 4 0,6-2-1076,3 3 1,3 2 0,3 1 0,0 0-501,-1 0 0,2 0 1,-1 0-1,-1 1 375,0 2 0,6 10 0,2 7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4:41.9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137 36 6538,'6'-5'742,"-1"1"1,-3-3-23,1 1 1,-1 4-354,-5-1 1,1-1 0,-4 1-223,-2 1 0,0 2 0,-1 3 1,0 3-186,0 2 0,0 2 0,0 2 0,0 1-7,-1 1 1,1 2 0,0 5 0,0 5-46,0 3 0,1 5 0,1 5 0,2 4 194,1 2 1,0 4 0,4 3 0,0 1-158,0-1 0,5-7 0,2-6 0,4-6-729,4-5 1,-1-9 783,1-7 0,-3-2 0,1-1 0</inkml:trace>
  <inkml:trace contextRef="#ctx0" brushRef="#br0" timeOffset="701">302 227 8243,'-6'0'0,"0"0"489,-1 0 1,2-4-40,2-2 0,2-2 0,2 0-294,2 2 0,4-1 0,4 4 0,2 1-194,1 1 0,-3 1 1,1 0-1,-1 0-179,-2 0 1,0 1 0,-1 2 0,-2 3-74,-3 2 0,1 2 0,-1 2 0,-2 2 37,-3 1 1,0 2 0,-4-3 0,-1 1 119,-1 0 0,-4-3 1,0 0 435,0-2 1,2-2 610,1-2-706,4-2 1,5-7 0,6 0 0,2 1 21,1 1 0,1-2 0,2 0 1,0 2 7,-1 3 0,-2 3 1,-2 4-1,-2 1-136,-1 3 0,-1 1 0,-3 4 0,-2 1-221,-4 3 0,-1-3 1,-7 2-1,0-1-222,0 2 0,-2-7 1,-1 0-1,2-4-790,3-1 1,2-5 1130,0-2 0,9-27 0,2-6 0</inkml:trace>
  <inkml:trace contextRef="#ctx0" brushRef="#br0" timeOffset="1185">722 145 8189,'0'-9'588,"0"3"1,-1 0-77,-2-1 1,2 2 0,-3 0-136,0 0 1,-1 2-1,-4 5 1,2 4-291,1 3 1,0 7-1,-3 2 1,0 5 46,0 4 0,-1 1 0,-2 3 0,1 2 1,3 3 0,-1 4 1,4 2-1,0-1-63,2-1 0,2-5 0,1-4 0,1-3-63,2-4 0,2-8 1,4-5-1,1-4-271,2-4 0,-1-2 1,2-2-1,-1-2-169,0-3 0,0-2 0,-3-2 0,1-1-262,-1-1 0,-3-1 1,-1 3-1,-1-1 693,-2-1 0,-5-12 0,-2-1 0</inkml:trace>
  <inkml:trace contextRef="#ctx0" brushRef="#br0" timeOffset="1334">548 328 8189,'0'-6'0,"0"0"895,0-2 0,0 3-570,0-1 0,1 4 0,2-1 1,5 2-756,3 1 0,3 0 430,4 0 0,-8 0 0,-2 0 0</inkml:trace>
  <inkml:trace contextRef="#ctx0" brushRef="#br0" timeOffset="1685">841 109 8158,'3'-7'0,"1"1"261,1-1 1,1 2-1,3 0 907,0 1 1,0 1-1001,0 3 1,-1 4-1,-1 2-399,-4 2 0,-2 4 0,-2 1 1,-1-2-126,-1-1 0,-5 2 1,3 0-1,-1-1 156,0 0 1,0-3 0,-2-1-1,1-1 805,1 1 1,3-2 1359,-3 1-2072,4-4 0,-1 2 0,6-4 107,3 0 0,38 4 0,11 1 0</inkml:trace>
  <inkml:trace contextRef="#ctx0" brushRef="#br0" timeOffset="2187">1087 428 8027,'-5'-4'106,"-2"2"1077,4-4 1,1 3-710,5-3 1,3 4-1,5-1 1,2 2-378,2 1 0,0-3 0,2 0 0,-1 1-662,-1 1 565,1 1 0,6 4 0,1 1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4:45.4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74 24 8188,'-5'-6'381,"3"-2"1139,-4 2-1261,4 2 1,-3 5-1,3 7 1,-1 6-72,1 3 0,1 0 1,1 8-1,0 3-158,0 1 0,-3 7 1,-1-1-1,0 5-47,0 1 0,-2-2 1,2 0-1,0-5-486,0-4 0,0-2 1,2-5-1628,-1-5 2130,-1-7 0,21-40 0,3-11 0</inkml:trace>
  <inkml:trace contextRef="#ctx0" brushRef="#br0" timeOffset="3000">338 188 8214,'6'-4'99,"0"-2"0,-3-2 0,0-1 343,-2-1 1,-2 1 0,-2 0-1,-4 0 215,-1 0 1,-1 1-1,0 1 1,0 1-477,0-2 1,0 1 0,0 0-1,-1 2-268,1 1 0,3 1 1,0 3-213,-1 0 1,3 1 0,1 2 0,3 4-32,3 4 1,2 1-1,4 4 1,0 2 222,0 2 1,4 5-1,-1-3 1,-1 1 142,-1 3 1,-1-3-1,0 1 1,-1 2 47,-1 0 0,-3-3 1,-4-1-1,-1-3-58,-2-1 1,-3 0 0,-4-3 0,-1-4-25,-1-4 1,-4-3 0,2-4 0,-2-1 75,1-2 1,3-3 0,-2-6 0,2-3 72,3-3 0,1 0 1,5 0-1,1 0 85,1-1 0,2 1 0,2 0 0,3-1-131,2 1 1,5 4 0,-1 2 0,0 3-523,1 3 0,-2-1 1,4 3-1,-1 1 417,0-1 0,13-1 0,7-4 0</inkml:trace>
  <inkml:trace contextRef="#ctx0" brushRef="#br0" timeOffset="3716">767 69 9515,'-1'-5'816,"-2"2"1,-1 6 0,-3 3 0,1 3-654,-1 4 0,-1 4 1,-1 5-1,-1 2 239,-2 5 1,0-1 0,-2 6 0,1 0-20,2 2 1,1-3 0,2-1 0,1-4-119,4-5 1,2-3-1,2-5-500,2-3 0,3-7 0,3-4 0,1-5-209,2-4 1,-1 1 0,3-5 0,0 1-334,-3-2 0,-1 3 0,-1-2 1,0 2-2003,0 1 2779,0 0 0,-8-17 0,-2-3 0</inkml:trace>
  <inkml:trace contextRef="#ctx0" brushRef="#br0" timeOffset="3850">594 170 8222,'1'5'1291,"2"-2"-817,3-2 0,2-1 0,2 1 0,3 1-474,2 1 0,22 4 0,7-2 0</inkml:trace>
  <inkml:trace contextRef="#ctx0" brushRef="#br0" timeOffset="4400">1032 334 8203,'-3'-6'1574,"0"0"-1124,0 4 1,4-2 0,3 4-581,5 0 1,1-1 0,6-1 0,-1-1-574,-1 1 0,2 1 703,-3 1 0,15 0 0,1 0 0</inkml:trace>
  <inkml:trace contextRef="#ctx0" brushRef="#br0" timeOffset="4566">1133 215 8443,'-6'3'0,"1"1"263,1 1 0,-1 2 1,3 2-1,-1 1-65,1 2 1,1-1 0,1 4-199,0 2 0,4 32 0,1 10 0</inkml:trace>
  <inkml:trace contextRef="#ctx0" brushRef="#br0" timeOffset="5316">1480 42 8375,'4'-9'-1512,"-3"0"3968,2-1-2154,-2 5 1,-1 6 0,0 9-1,-1 5-83,-2 5 0,1 0 1,-3 5-1,0 1-183,0 3 0,1 3 0,-1 2 0,0 0-113,0 0 1,0-1 0,-2-1 0,2 0-300,1-3 1,-2-4 0,3-5 0,1-4-1272,1-4 1647,1-6 0,8-34 0,2-13 0</inkml:trace>
  <inkml:trace contextRef="#ctx0" brushRef="#br0" timeOffset="5600">1608 115 8375,'0'-5'-961,"-1"2"1,-2 6 1301,0 3 1,-1 5 0,2 1 0,-1 0-312,1 2 1,1-4 0,1 2-1,0-2-32,0-1 1,0 0-1,1-1 194,2-1 0,2 1 0,5-3 0,-1 1 91,0 0 1,0-1 0,0 2 0,0-1-49,0 1 1,-3 2 0,-1 3 0,0 0-324,-3-1 0,-2 2 0,-3 0 0,-4 0-190,-1 1 0,-1-2 1,0-3-1,-1-1-122,-2-2 1,2 1 0,-3-4 399,3-1 0,-3-21 0,-1-6 0</inkml:trace>
  <inkml:trace contextRef="#ctx0" brushRef="#br0" timeOffset="5733">1626 115 8297,'9'-5'61,"-3"-2"1,0 4-1,1 0 289,1-1 1,5 3 0,-1-3 0,0 3-257,1 1-94,-3 0 0,32 9 0,2 1 0</inkml:trace>
  <inkml:trace contextRef="#ctx0" brushRef="#br0" timeOffset="6102">1900 14 8375,'9'0'147,"0"0"1,0 0 0,0 0 208,0 0 0,1 6 0,-1 2 0,0 4 41,0 2 0,0 2 1,0 6-1,0 2-169,0 2 1,-3 2 0,-3 0 0,-2 3-59,-1 2 1,-2 6-1,-5 0 1,-5 0-267,-4-2 1,-2-4 0,-1-2 0,-1-1-692,2-3 0,-1-3 0,7-10 787,0-4 0,-2-22 0,0-8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4:53.4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1 8381,'0'9'82,"3"0"0,1 0 1,1 2 410,2 5 0,5 0 1,4 9-1,2 4-120,3 3 1,-1 8-1,4 1 1,-2 2-242,-2-1 0,0-4 1,-3-1-1,-2-6 21,-3-3 1,-3-5 0,-1-5 0,-3-5-115,-1-3 1,-1-1-1292,-3 1-68,0-5 0,0-2 1320,0-6 0,-4-15 0,-1-6 0</inkml:trace>
  <inkml:trace contextRef="#ctx0" brushRef="#br0" timeOffset="266">293 19 8335,'-9'3'0,"0"1"230,3 1 0,-2 1 0,3 4 0,-2 0 291,-2 2 0,2 6 1,-5 6-1,1 4-296,-2 2 0,-1 7 1,-3 4-1,1 2-24,0 0 1,1-2 0,-3 2 0,0-3-237,-1 1 1,2-11 0,2-1 0,4-8-2245,4-7 2279,3-2 0,0-36 0,-1-7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4:54.6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27 457 8145,'-6'-3'0,"1"-1"548,1-1 1,0 3 0,2-3 64,-1 1 1,1 3 0,5-2-454,3 2 0,5 1 0,2 0 0,1 0-141,3 0 0,0 0 0,1 0 0,0 1-214,1 2 1,-1-2 194,0 2 0,-8 11 0,-1 1 0</inkml:trace>
  <inkml:trace contextRef="#ctx0" brushRef="#br0" timeOffset="1217">529 347 9349,'-8'-7'945,"2"-2"1,3-2-751,2-2 0,1 1 0,0-3 1,1 0-168,2 1 0,-1 1 0,4 3 0,2 2-146,4 2 0,-2 2 0,2 4 0,-2 2-216,-1 4 0,-1 4 1,-2 10-1,-3 1 10,-2 3 1,-2 3-1,-2 0 1,-3 1 150,-2-1 0,-4 3 0,0 1 1,0-2 199,-2 0 0,1-6 0,-3-1 0,2-1 525,1-3 1,0-2 2163,4-7-2114,0-4 1,5-5 0,4-6 0,5-2-418,3-1 1,2 0-1,2 1 1,1 1-202,1 0 1,-3 5 0,1-2-1,-2 1-372,0 0 1,2 1 0,0 4 0,-1 2-862,-1 1 0,-1 1 0,1 1 1249,-1-1 0,12 0 0,3 3 0</inkml:trace>
  <inkml:trace contextRef="#ctx0" brushRef="#br0" timeOffset="1717">1004 155 8244,'3'-9'416,"0"0"1,0 3 33,-3 0 1,-1 4 0,-2 0-254,-3 4 0,-2 7 0,-1 5 0,0 2-12,0 3 0,-1-2 0,-2 6 0,0 1-107,1-1 1,1 2 0,1 6 0,0 2 7,-1 3 1,-1 0 0,1 0 0,3-3 102,2-2 0,2-7 0,3-4 1,1-3-57,2-5 1,2-6-1,4-3 1,0-2-90,0-1 1,2-4 0,0-2 0,1-2-356,-1-1 1,-1-1 0,-1 1 0,1 0-591,-1 0 0,-3-1 0,-1-1 901,-1-1 0,-9-13 0,-5 1 0</inkml:trace>
  <inkml:trace contextRef="#ctx0" brushRef="#br0" timeOffset="1867">831 256 8240,'-1'-5'881,"-2"2"0,6 2 0,0 1 1,4 0-456,2 0 1,4 0-427,2 0 0,43 8 0,11 2 0</inkml:trace>
  <inkml:trace contextRef="#ctx0" brushRef="#br0" timeOffset="3000">1251 64 8158,'-6'-8'0,"1"1"-128,1 1 1,0 0 997,4-3 1,1 0 0,2 2-581,0 1 0,4 4 0,0-1 1,3 2-352,2 1 1,-1 1 0,-4 1-1,-1 2-150,2 1 0,-4 4 0,-1 4 0,-2-1-66,-1 1 0,0 0 0,-1 3 0,-2 0-5,-4 0 1,2-3 0,-1-1 0,0-2 279,1 0 0,-3-1 870,2 0-566,2-4 0,0-2 1,5-5-1,2-1 148,3 1 0,-1 0 0,1 0-108,1-1 1,0 1 0,-1 5-272,-3 3 1,-1 2 0,-4 1 0,-1 0-445,-3 0 1,-2 3 0,-2 1 0,-1-2-674,-1-1 0,-3 2 1046,2 0 0,-15 0 0,-1-2 0</inkml:trace>
  <inkml:trace contextRef="#ctx0" brushRef="#br0" timeOffset="3318">1424 429 8329,'9'0'786,"-3"0"0,1 0-513,0 0 1,1 0 0,2-1 0,1-1-335,1-1 0,1 0 0,-1 3 1,1-1 60,1-2 0,5-6 0,5-5 0</inkml:trace>
  <inkml:trace contextRef="#ctx0" brushRef="#br0" timeOffset="3467">1552 320 7925,'-9'8'-70,"0"-2"1,3 3-1,1-1 1,1 3 392,2 1 1,-3 2-1,1 1 1,0 2 281,0 1 1,1 1-606,3-1 0,8 21 0,3 4 0</inkml:trace>
  <inkml:trace contextRef="#ctx0" brushRef="#br0" timeOffset="4183">2027 210 8158,'-3'-9'-379,"-1"0"0,-1 0 373,-2 0 0,-1-2 1,1 0-1,1-1 890,-1 1 1,-1 1 0,0 1 0,1 1-590,1 2 1,0 1 0,-3 5-271,-1 0 1,2 6-1,1 2 1,1 5-200,-1 4 1,0 0 0,0 7 0,2-1-74,1 0 1,1-2 0,3 0-1,0-2 162,0-1 1,1-3 0,2-3 0,4-3 86,4-3 1,0-2 0,4-4 0,1-2-45,-2-4 0,3-1 1,-3-7-1,0 0-62,-1-1 1,-3 3-1,-2-2 1,-1 1 308,-1 2 0,-4 0 15,1 2 1,-3 4-1,-3 4 1,-3 6 10,-2 7 1,-1 8 0,0 2 0,-1 1-124,1 3 1,0 0 0,0 3-1,1 0-68,2 1 1,-1 2 0,3-4 0,0 1-182,0-3 1,1-2-1,3 0 1,0-5-1038,0-3 1,1-6 1177,2 0 0,22-54 0,9-17 0</inkml:trace>
  <inkml:trace contextRef="#ctx0" brushRef="#br0" timeOffset="4600">2356 165 8236,'0'-10'-1772,"0"1"3044,0 0 1,-1 1-687,-2 2 0,-3 3 1,-3 7-385,0 5 0,0 4 1,0 7-1,-1 0-30,-2 1 1,0 8 0,-2-1 0,1 2-16,2 2 0,-2 3 1,1 1-1,0 3-129,2 3 0,2 0 0,2-1 0,3-5 9,2-8 0,2-5 0,2-6 1,4-5-189,4-6 0,0-5 0,5-4 0,0-4-190,1-4 1,-3-4 0,-1-3 0,-3 0-491,-1 0 0,-1-1 0,-2 1 831,-3 0 0,-34-49 0,-10-12 0</inkml:trace>
  <inkml:trace contextRef="#ctx0" brushRef="#br0" timeOffset="4733">2146 301 9095,'9'0'193,"0"4"0,0-1 0,0-1 99,0-1 0,4 2 1,3 0-293,1-1 0,62-9 0,15-4 0</inkml:trace>
  <inkml:trace contextRef="#ctx0" brushRef="#br0" timeOffset="5068">2511 82 8259,'0'-9'759,"4"0"-247,2 0 1,2 4 0,1 2 0,0 2-257,0 1 0,-2 4 1,-2 2-341,-1 2 1,-1 4 0,-3 0 0,-1 1-227,-2 0 1,1-2 0,-4 3 0,-2-1-57,0-2 0,-1 3 1,0-2-1,0-1 721,0-1 0,0-1 779,0 0 1,2-2-791,1-1 1,5-4-1,1 1 1,6-2-384,6-1 1,-1 0 0,4 0 38,1 0 0,22 4 0,5 1 0</inkml:trace>
  <inkml:trace contextRef="#ctx0" brushRef="#br0" timeOffset="5502">2766 466 8218,'-8'-1'387,"2"-2"477,-2-2 1,8-3-1,0 2-563,5 2 0,6 3 0,3 1 0,-1 1-473,0 3 1,2-3 0,-2 2 171,2-2 0,12 3 0,6 1 0</inkml:trace>
  <inkml:trace contextRef="#ctx0" brushRef="#br0" timeOffset="5801">3123 155 8235,'-6'0'525,"-1"0"1,2 4 0,-1 3 0,3 1-476,2 1 0,-2 1 0,0 1 0,1 2-306,1 1 1,1-2 255,0 0 0,0 6 0,0 1 0</inkml:trace>
  <inkml:trace contextRef="#ctx0" brushRef="#br0" timeOffset="6150">3113 174 8235,'7'0'-415,"-1"0"0,0 0 0,3 0 1,0 0 217,0 0 1,0 0-1,6-2 197,13-4 0,-13 2 0,12-4 0,-11 2-46,-7 1 1,-3 2 598,0-3 1760,-4 4-1914,2-2 1,-5 4-1,-1 1-233,-1 2 0,-1 2 1,2 4 139,-1 0 1,0 4-1,2 0 1,-1 1 89,-1 2 0,-1 2 0,2 4 1,-2 2 89,-1 2 0,1 6 0,-1 2 1,0 5-324,0 4 1,2 1-1,-2 1 1,1-4-266,2-4 1,1-3-1,1-6 1,0-6-188,0-5 1,1-7 288,2-7 0,6-31 0,5-7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7:10.2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33 100 10960,'11'5'136,"-3"-2"1,-1 3-1,2 0-726,1 0 1,1 2 589,0 3 0,10 24 0,2 7 0</inkml:trace>
  <inkml:trace contextRef="#ctx0" brushRef="#br0" timeOffset="182">0 377 10280,'5'6'470,"-3"4"0,5-2 1,-1 1-494,0 3 1,1-1-1,4 0 23,0 0 0,20 20 0,5 4 0</inkml:trace>
  <inkml:trace contextRef="#ctx0" brushRef="#br0" timeOffset="1032">532 34 8096,'0'-7'-215,"0"-1"0,0 4 1679,0-3-173,0 5-1104,0-3 1,0 6 0,0 3-1,0 4-56,0 6 1,0 3 0,0 5 0,0 2-182,0 1 1,0 4-1,0 4 1,0 0 28,0 0 0,0 1 0,0-1 1,0 0-133,0 0 1,0-4 0,0-4 0,-2-1-524,-1-2 0,2-5-1284,-3-2 1960,3-8 0,-9-41 0,-3-15 0</inkml:trace>
  <inkml:trace contextRef="#ctx0" brushRef="#br0" timeOffset="1398">421 233 7899,'-7'4'-373,"0"1"0,2 1 654,3 3 0,-3-3 1,1 2-1,2 3-8,1 3 0,1 4 0,0-2 0,0 2-19,0 1 0,1-1 0,1 0 1,2 1 40,-1-2 0,1-1 0,1-5-179,2 0 0,0-5 0,4-3-148,0-6 0,0-4 0,1-8 1,2-4-364,1-1 0,0-3 0,-4 1 0,0-1-109,0-3 0,4 4 1,-2 0-1,-2 6 479,-2 3 0,-3 6 1,3 1-1,-2 1 606,2 2 1,-5 8 0,1 5-1,-1 5-68,0 2 0,1 2 1,-3 3-1,2 0-194,-2 0 1,1-3-1,-1-1 1,3 1-515,1-2 0,0-5 195,2-5 0,16-29 0,1-4 0</inkml:trace>
  <inkml:trace contextRef="#ctx0" brushRef="#br0" timeOffset="1765">930 278 8096,'-6'-2'-469,"3"-1"1,1 0 0,2-4 798,0-2 1,5 1-1,3-1 1,2 3-376,1 1 0,0 1 1,0 4-1,0 0 71,0 0 1,0 4 0,0 1-1,-1 1 180,-3 3 1,2 2 0,-5 2 0,-2 2-215,-1-2 1,-1 5-1,0-1 1,-1 1-489,-3 1 0,-2-6 1,-5 3-1,0-1-287,0 0 783,0 0 0,-15-39 0,-3-8 0</inkml:trace>
  <inkml:trace contextRef="#ctx0" brushRef="#br0" timeOffset="1982">997 67 8096,'-4'11'-441,"1"0"1,-5 4 0,4 0-1,1 0 421,-2 1 0,4 1 1,-4 6-1,1 2 256,0 1 0,-3 4 1,3-1-1,1 0-244,-2 1 1,3-6-1,-1 2 1,1-4 7,2-3 0,-4-33 0,-3-12 0</inkml:trace>
  <inkml:trace contextRef="#ctx0" brushRef="#br0" timeOffset="2282">1074 122 8096,'2'8'-1255,"1"-1"1556,5 2 0,-2 1 0,1 2 0,2 2 14,1 0 1,1 6 0,0-2-1,0 3 6,0 2 0,4 0 1,0 0-1,-2 1-40,-1-3 1,-1-2 0,1 3 0,-1-1-463,0-2 1,-4-3 0,0-5-2587,2 0 2767,-4-5 0,-15-45 0,-8-17 0</inkml:trace>
  <inkml:trace contextRef="#ctx0" brushRef="#br0" timeOffset="2448">1207 167 7358,'4'7'-333,"0"1"1,19-16 0,2 1 0</inkml:trace>
  <inkml:trace contextRef="#ctx0" brushRef="#br0" timeOffset="2548">1285 134 7880,'11'11'-351,"15"-5"0,3-1 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7:26.8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77 8512,'3'7'1242,"1"2"0,2 1-911,3 2 0,-1 2 1,3 0-1,2 2-216,1 0 1,1 1 0,-2 0 0,0-3-746,0-3 0,-3 0 1,-2-4-641,-1-1 1,-3-5 1269,1-1 0,-10-20 0,1-7 0</inkml:trace>
  <inkml:trace contextRef="#ctx0" brushRef="#br0" timeOffset="216">90 96 8305,'0'-6'0,"0"-1"56,0 1 0,3 0 0,2-1 0,1 1 241,3-1 1,1 1-1,3 0 1,2-1-73,2 1 1,4-1 0,1 1 0,0 0-276,0 2 0,2 1 1,-3 3-1,-1 0-94,-2 0 0,0 3 1,-4 2-1,-2 2 7,-3 2 1,-4 1 0,-1-1-1,-1 1 100,-2-1 1,0 2 0,-2-2 0,-1 0-229,-2 1 0,-2 1 0,-1-1 265,-2 0 0,-15 5 0,-7-2 0</inkml:trace>
  <inkml:trace contextRef="#ctx0" brushRef="#br0" timeOffset="399">232 19 8305,'0'5'255,"0"-1"1,0 0 0,0 3-1,0 2-94,0 1 1,0 3 0,0 2 0,0 2-561,0 2 0,0 0 399,0 0 0,0-8 0,0-2 0</inkml:trace>
  <inkml:trace contextRef="#ctx0" brushRef="#br0" timeOffset="550">174 160 8325,'0'-6'10,"0"0"91,0-1 1,1 3 0,1 0 0,2 1-73,2 2 1,0 0-1,1 1 1,0 0-1029,1 0 999,-1 3 0,0 18 0,-4 7 0</inkml:trace>
  <inkml:trace contextRef="#ctx0" brushRef="#br0" timeOffset="683">167 237 8389,'0'-4'407,"0"0"0,4 0 0,2-1 0,2 2-440,-1 0 1,3 1 32,-2 2 0,12 3 0,1 0 0</inkml:trace>
  <inkml:trace contextRef="#ctx0" brushRef="#br0" timeOffset="884">78 353 8318,'0'-4'-120,"0"-1"290,2 0 0,1 0 0,2 0 0,3 1 290,1-1 0,5-1 0,3 0 0,2-1-820,0 1 1,-1 2 0,0 0 0,-2-1 359,-3 2 0,2-14 0,-5-1 0</inkml:trace>
  <inkml:trace contextRef="#ctx0" brushRef="#br0" timeOffset="1050">244 180 8318,'-2'3'79,"0"3"0,-1-2 146,0 2 0,-2 0 0,3 1 1,1 1-75,0 1 0,-1 4 1,0 0-1,0 1-302,2 2 1,0 0 0,-1 4 0,0-1 150,-2 0 0,4 6 0,3 2 0</inkml:trace>
  <inkml:trace contextRef="#ctx0" brushRef="#br0" timeOffset="1200">296 212 8297,'0'6'115,"-2"1"1,-1-1 0,2 1 53,0 2 1,-1 1 0,0 2 0,0 2-1551,-1 1 1381,2-2 0,-13 32 0,0 3 0</inkml:trace>
  <inkml:trace contextRef="#ctx0" brushRef="#br0" timeOffset="1384">129 468 8296,'1'-4'-617,"1"0"1020,2 2 1,3-3-1,1 2 1,3 0-341,1-2 1,3 0 0,1 0 0,-1 1-64,1 1 0,5 4 0,-2 3 0</inkml:trace>
  <inkml:trace contextRef="#ctx0" brushRef="#br0" timeOffset="1533">225 468 8268,'-4'3'0,"0"1"24,1 2 0,-1 1 1,1 1-1,0 1 73,-2 1 0,1 0 1,1 2-1,0-2-97,1-1 0,5-3 0,0-4 0</inkml:trace>
  <inkml:trace contextRef="#ctx0" brushRef="#br0" timeOffset="1633">315 500 8268,'6'4'-180,"1"-2"0,-1-1-28,1 2 1,-1-3 207,0 2 0,9-4 0,3-1 0</inkml:trace>
  <inkml:trace contextRef="#ctx0" brushRef="#br0" timeOffset="2118">604 148 8220,'-4'-1'403,"2"-1"0,3 1 1,2-1-197,4 1 1,4-1-1,1-1 1,3 0-994,1 0 1,-1-1 785,3 2 0,13-6 0,6 1 0</inkml:trace>
  <inkml:trace contextRef="#ctx0" brushRef="#br0" timeOffset="2301">751 77 8220,'-6'0'0,"-1"1"0,1 1-185,-1 2 1,0 3 0,0 1 0,-2 3 272,1 4 0,-2 1 0,0 3 0,-1 2 27,-2 3 1,2-3 0,-4 5 0,1-1-177,1-1 1,1 0 0,1-2 0,3-2-278,1-4 1,4-4 337,3-4 0,34-35 0,12-9 0</inkml:trace>
  <inkml:trace contextRef="#ctx0" brushRef="#br0" timeOffset="2417">815 218 8220,'11'-4'-456,"-1"0"0,-1 1 490,-1 2 1,-3 0 0,-1 2 0,-2 1 285,0 2 0,-1 0 1,-1 0-974,0 1 653,0-2 0,-18 0 0,-3-3 0</inkml:trace>
  <inkml:trace contextRef="#ctx0" brushRef="#br0" timeOffset="2668">783 244 8220,'-2'6'-138,"0"1"0,0 1 0,2 1 1,0-1-3,0 2 0,0-1 0,0 5 1,0 0 263,0 1 0,0 2 0,0-1 0,0 1-115,0 3 1,2-3 0,0 2 0,-1-3 62,0-2 0,-3 0 1,-1-2-1,0-1 29,-2-3 1,1-3 0,0-3 0,-1-2 75,-1 0 1,0-5-1,-1-2 1,1-2-72,-1-2 1,1-2 0,0 1 0,1-1 17,1 0 0,3 2 0,-2 1 0,1 1 177,0 1 1,-1 1-377,3 1 1,3 2 74,2 2 0,32-2 0,8 1 0</inkml:trace>
  <inkml:trace contextRef="#ctx0" brushRef="#br0" timeOffset="3516">1097 141 8059,'0'-6'122,"0"1"1,0 1-95,0-1 0,3 0 0,2 0 0,0 1-346,2-1 0,-1 1 0,1 1 190,-1 0 1,0-1 258,1 2 1,-1 0 21,-2 4 1,-1 2-1,-4 2 1,-1 1-160,-2 2 0,-2 1 0,-1 3 0,0 2-108,-1 0 1,0 2 0,-3 1 0,0 1 110,2 2 1,-4 0-1,3 2 1,-2 2 144,-1 0 0,0-2 0,0 0 0,1-2 536,1-2 1,4-6-396,3-4 0,2-6 0,1-3 0,2-6-236,4-4 1,3-2 0,1-2 0,1 1-34,1 0 0,-1-1 1,1 4-1,0-1-226,1 0 0,1 4 0,0-2 1,0 3-113,0 1 0,0 2 0,-1 3 1,1 2 176,-3 2 0,2 1 0,-4 7 0,0 1 157,-1 4 1,-3-1-1,-2 1 1,-2 0-4,-2 0 0,-2 1 1,-2-2-1,-1 1-124,-2-2 1,0-5 0,-3-1 0,2-2 7,-2 0 0,1-4 0,-1-1 0,2-2-79,1-2 1,1-1 0,2-5-1,2 1 335,2-2 0,1-2 0,2 2 0,1 0 500,2 0 0,2 0 0,0 3-647,0-1 0,35-5 0,8-1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7:31.3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51 192 8239,'-6'-1'12,"2"-1"1,-2 1 0,2-4 174,1 0 0,0-2 1,3-2-1,1 1 28,1 1 1,0-1-1,4-2 1,1 1-193,0 0 1,2 0-1,0 3 1,1 1-48,-1 1 0,-1 3 0,-1-1 0,0 2-164,2 2 0,-5 4 0,0 5 0,-2 2 73,-2 2 0,-1 1 0,-1 3 1,-3 1-144,0-1 0,-4 0 0,0 0 1,0 1 125,-1-1 1,-1-3 0,0-1 0,0-2 175,0-2 0,0-2 0,2-3 203,1-2 1,4-4 0,3-4 0,2-2 58,3-1 1,5 2-1,2 0 1,1 1-100,1 1 1,2 1-1,-1 2 1,0 1-15,-3 1 0,1 2 0,-4 5 1,0 2 75,-3 4 0,-3-1 0,-2 3 0,-3 1-29,-4 3 1,0-1 0,-4 1 0,-2-3-389,-1-1 1,-1-2-1,2-1 1,0-3-1327,0-2 0,3-5-575,2-2 2049,4-4 0,18-30 0,7-10 0</inkml:trace>
  <inkml:trace contextRef="#ctx0" brushRef="#br0" timeOffset="333">281 327 8239,'0'-7'-171,"-2"1"0,0-1 654,1 1 0,3 0 1,3 1-1,2 1-241,2-1 0,3 0 0,0 0 0,3 1-87,1-1 1,-1 2-1,2 1 1,-2 1-33,-1 1 1,0 2 0,-2 2 0,-1 4-106,-3 4 1,-3 1 0,-3 2 0,-2 3-208,-2 3 0,-4 2 0,-4 2 189,-2 1 0,-17 19 0,-8 6 0</inkml:trace>
  <inkml:trace contextRef="#ctx0" brushRef="#br0" timeOffset="950">807 282 8200,'0'6'13,"0"1"120,0-1 1,0 1-1,0 1 1,0 1 171,-2-2 1,0 3 0,-2 1 0,-1 1-118,-1 1 1,-3 0 0,-1-1 0,-1-1-110,1 0 1,-1-3-1,-2 1 1,0-1-21,0-2 1,3-1 0,2-5 0,1-2-78,0-3 1,4-1 0,1-3-1,1-2-124,1-3 0,3-3 0,2-2 0,3 0-144,2 2 0,2 0 1,2 2-1,1 0 55,2 2 1,2 1-1,2 2 1,1 3 352,1 4 0,-3 6 1,1 4-1,-4 5 25,-4 5 1,-4 4-1,-4 2 1,-4 1 214,-2-1 0,-3 1 1,-3 1-363,-2-2 0,-32 16 0,-11 2 0</inkml:trace>
  <inkml:trace contextRef="#ctx0" brushRef="#br0" timeOffset="1467">1288 12 8917,'0'-6'1391,"1"2"-1151,1 2 1,0 2 0,1 2-503,0 3 1,1 0 0,-1 2 261,1-1 0,-14 26 0,-2 7 0</inkml:trace>
  <inkml:trace contextRef="#ctx0" brushRef="#br0" timeOffset="1733">1205 115 8276,'-4'2'0,"0"1"-120,1 1 1,-1 0-1,1 2 1,0 1 344,-2 2 0,1-1 0,0 2 0,0 0-108,0 0 0,-2-2 0,3 2 0,-1-1 300,2-1-344,-1-1 1,3-4-1,0-3 1,3-5-112,3-3 1,3-4 0,2 2 0,1 0-24,1-1 1,2 1 0,0-1 0,0 3-97,0 1 0,0 0 0,1 1 0,0 0-87,-2 2 0,-1 1 0,-3 4 0,-2 1-327,-3 2 1,0 3 570,-3 1 0,-25 19 0,-9 7 0</inkml:trace>
  <inkml:trace contextRef="#ctx0" brushRef="#br0" timeOffset="1883">1199 269 8311,'0'-4'253,"0"0"0,3 1-105,1-1 1,2 2-1,0-2 1,1 1-826,2-1 1,0 3 676,2-1 0,6 4 0,0 1 0</inkml:trace>
  <inkml:trace contextRef="#ctx0" brushRef="#br0" timeOffset="2050">1179 359 7959,'0'-7'145,"0"3"0,1 0 110,1-1 0,2 0 0,3 0 0,1 1-422,0-1 1,4 1-1,-2 0 1,0 1 166,1-1 0,-12 17 0,0 2 0</inkml:trace>
  <inkml:trace contextRef="#ctx0" brushRef="#br0" timeOffset="2217">1083 474 8276,'-3'-3'164,"1"-1"1,1-2-1,1 0 1,1 0 220,4-1 1,2 1 0,8-1 0,2-1-248,2-1 1,3-2-1,2 2 1,0 0-395,-1 0 1,2 1 0,-4 3 0,-2 1-1419,-3 1 1674,-1 1 0,-14 5 0,1 1 0</inkml:trace>
  <inkml:trace contextRef="#ctx0" brushRef="#br0" timeOffset="2467">1263 224 8167,'0'6'0,"0"1"-90,0-1 1,-2 3 0,-1 1 0,-1 1 743,-1 3 0,0 3 0,-2 1 0,1 2-386,-1 4 0,0-1 0,-1 0 0,-1 1-223,-1 1 1,2 0 0,-2-1 0,0-3-630,3-1 0,-2-4 0,2-3 584,1-1 0,13-33 0,0-5 0</inkml:trace>
  <inkml:trace contextRef="#ctx0" brushRef="#br0" timeOffset="2583">1237 449 8276,'9'-4'23,"1"2"1,1 1 231,0 1 0,-3 3 0,2 1 1,0 3 84,0 1 0,1 1 0,3 3-340,0-1 0,40-12 0,11-1 0</inkml:trace>
  <inkml:trace contextRef="#ctx0" brushRef="#br0" timeOffset="3200">1590 109 8336,'-6'2'-204,"0"0"0,2 2 527,1 1 0,3-1 0,0 0 0,0 0-503,3 0 0,1-1 1,4-3-1,4 0-55,2 0 1,2 0 0,1 0 0,-1-1 52,-1-1 1,-1 0 0,1-1 0,-2 0-268,-3 2 1,-1-1 484,-2 0 0,-4 4 0,-2 0 0,-4 4 31,-6 2 0,-3 0 0,-2 3 0,-2 0-103,0 2 1,-1-1 0,-1-2 0,2 0 32,0-1 1,2-3-1,3 1 343,3-2 1,4-4 81,4-1 0,5-1 1,5-3-1,0 0-109,1 0 0,1-1 1,1 1-1,0 0-509,0-1 0,-1 3 0,0-1 1,-1 0-1119,-2 2 1314,-2-3 0,-12 12 0,-3 0 0</inkml:trace>
  <inkml:trace contextRef="#ctx0" brushRef="#br0" timeOffset="3499">1648 256 8336,'-3'4'-749,"1"-1"0,-1-3 1227,0 2 0,0-1 1,2 2-330,-1 0 0,-1-2-412,3 3 0,0 1 1,0 1-1,0 1-37,0-1 1,-2 1 0,0 1-1,1 1 188,0 1 0,-1-1 0,-1 1 0,0 2 112,0 0 0,0-1 0,2-1 0,-1-1-26,0-1 0,2 0 1,0-1-1,-1 2 26,-1-1 0,1-1 0,-2-1 0,1 1 31,0 2 1,-3-2-1,2 2 160,-1-2 0,-1-1 1,3 1-1,0-1 101,2 0 0,0-1 0,0-1 0,0 1 12,0 1 1,3-2 0,2 0-1,2-2-312,1 0 1,4-1 0,-2-1 0,2 0-693,1 0 1,-1-3 699,-1-2 0,-2 0 0,-2-2 0</inkml:trace>
  <inkml:trace contextRef="#ctx0" brushRef="#br0" timeOffset="3633">1712 339 8242,'-6'1'0,"1"1"-66,1 3 0,2-1 1,-3 2-1,1 1 119,1 3 1,-2 0 0,2 3 0,1 1-77,-1 1 1,3-1 0,-3 3 22,0 1 0,-3 6 0,-4 2 0</inkml:trace>
  <inkml:trace contextRef="#ctx0" brushRef="#br0" timeOffset="3800">1500 468 8309,'2'-9'-180,"0"1"1,1 0 62,-1 1 1,2 0-1,3 1 1,2-1 316,1 1 1,6 0 0,3-1 0,2 1-407,2-1 1,-2 3 205,3 0 0,19-12 0,8-5 0</inkml:trace>
  <inkml:trace contextRef="#ctx0" brushRef="#br0" timeOffset="4219">1879 109 7979,'0'-7'106,"0"1"0,-1 2 0,-1 2 397,-3 1 1,0 5-1,-2 2 1,-1 3-370,-1 3 1,0-1 0,1 5 0,0-1-347,0 0 1,3-2 0,1-3 0,1 0-112,2 0 0,0-5 0,2 1 0,2-2 19,3-3 0,1-1 0,2-1 1,0-2 134,2-1 0,-1 2 1,0-2-1,2 0 72,0 0 0,-1-2 1,-1 3-1,-1-1 74,-1-1 0,-1 3 0,-1-1 886,1 0-598,-1 1 0,-3 2 0,-2 0 0,-3 2 104,-2 3 0,-1 1 1,-3 3-1,0 1-62,0 2 1,0 2 0,0 1 0,-1 3-174,-1 2 1,-1 3 0,-2 3 0,1 0-281,-1-1 1,-2 4 0,0-1 0,1-1-436,3-3 1,2-7 0,4-4 0,2-4-663,0-2 1243,1-3 0,2-24 0,0-9 0</inkml:trace>
  <inkml:trace contextRef="#ctx0" brushRef="#br0" timeOffset="4367">1757 346 8306,'4'0'209,"1"1"0,2 1 758,3 5 0,3 3 1,3 6-1,4 3-553,4 4 1,3 2-1,3 1 1,0 1-854,2 1 1,-6-4 438,-2-5 0,-6-8 0,-3-5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7:37.8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141 12 7764,'3'-3'1154,"-2"-3"1,1 5-1,-4 0-1053,-3 2 0,0 3 0,-2 2 1,0 1-263,-1 2 1,1 0 0,-2 2 0,2-2-209,0 1 0,1-4 0,0 1 0,2-2-7,2 0 0,2-2 0,2-1 299,2-1 1,4-2-1,1 0 1,1-2 224,2-1 1,-2 1-1,0-2 1,-1 3-51,-1 1 1,-1 1 0,-1 1-313,-2 1 0,-1 3 0,-3 2 0,-2 3-1109,-2 0 1323,0 0 0,-42 32 0,-7 6 0</inkml:trace>
  <inkml:trace contextRef="#ctx0" brushRef="#br0" timeOffset="184">32 218 7809,'0'6'2,"0"1"0,0 2 0,0 2 585,0 3 0,0 5 0,0 4 0,-1 1-445,-1 2 1,1 4 0,-3 0 0,-1 1-139,-1-1 1,2-2 0,2-5-1,-1-2-928,1-3 1,0-4 923,2-3 0,3-19 0,1-7 0</inkml:trace>
  <inkml:trace contextRef="#ctx0" brushRef="#br0" timeOffset="536">45 230 8191,'1'-6'-24,"1"0"1,1 0 0,4 1-1,-1 1-14,1-1 1,3-2-1,2-1 1,4 0-65,1 0 0,1 1 0,-2 0 1,1 2-23,-2 0 0,0 3 0,-2 2 1,-3 1 188,-3 3 1,-3 1 0,-1 6-1,-1 0 248,0 2 0,0 1 0,-2 2 0,-2 1 106,0 3 0,-2 2 0,2 2 1,-1-1-218,1 2 0,0 0 1,-1 1-1,-1 0-187,0 0 0,2-2 1,-1-5-1,0-2-1073,1-2 1058,2-5 0,-9-32 0,-1-10 0</inkml:trace>
  <inkml:trace contextRef="#ctx0" brushRef="#br0" timeOffset="683">128 218 8105,'-2'6'-28,"0"0"0,0 1 0,2 0 0,0 1-36,0 0 1,0 4 63,0-2 0,-3-3 0,0-1 0</inkml:trace>
  <inkml:trace contextRef="#ctx0" brushRef="#br0" timeOffset="801">77 295 8039,'3'-4'-426,"0"1"1,10 17 0,0 4 0</inkml:trace>
  <inkml:trace contextRef="#ctx0" brushRef="#br0" timeOffset="901">103 352 8178,'-5'5'0,"2"-1"573,0 1-487,-2-2 0,5 0 0,0-3-86,4 0 0,47-35 0,12-7 0</inkml:trace>
  <inkml:trace contextRef="#ctx0" brushRef="#br0" timeOffset="1450">379 109 8220,'0'-7'1726,"0"1"-2120,0 2 0,0 2 0,0 5-94,0 3 1,0 1 0,0 4 0,-1 1 335,-1 0 1,-1-2 0,-2 1 0,1 0 336,1-1 1,-1-1-1,2-3 954,1 1-720,0-4 0,4 0 0,1-4-458,2-1 0,0 2 0,1-3-146,-1 3 0,-2 0-6,0 0 1,0 3 0,0 2-58,-4 2 0,-3 1 0,-4 0 0,1 0 9,0 1 1,-3-2-1,0 1 1,2-1 221,-1 0 0,4-4 1,1 0-168,0 0 291,1-2 0,2 1 0,2-4 139,3 0 1,-2 0-331,2 2 1,-4 1-231,1 1 0,-18 19 314,-3 2 0,0 1 0,10-16 0,2 1 132,1-1 1,-1-3 2535,1-1-2125,3-3 1,3 2 0,6-4-1,2-1-507,2-2 1,2 1-1,2-2 1,1 1-268,-1 0 0,1-1 1,-1 0-1,2 0-217,0-2 1,-4 2 0,1 0 447,-1 0 0,3-5 0,1-3 0</inkml:trace>
  <inkml:trace contextRef="#ctx0" brushRef="#br0" timeOffset="1600">455 288 8179,'-5'7'55,"1"2"1,-1-1-1,2 2 1,0 2 255,0 0 0,0 4 0,2 1 1,-2 4 38,-1 3 0,2 3 0,-1 0 0,-1 1-256,0 1 0,3-6 0,-1 0 0,1-4-94,1-4 0,3-13 0,1-4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7:40.7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200 7 8341,'-3'-4'332,"-1"2"0,0 2 0,0 2 1,-1 3-408,-1 3 0,0 4 0,-2 4 1,1 3-63,-2 3 0,-2 3 1,0 3-1,-1 2 351,-1 4 1,-1 2 0,1 2 0,-1 0 99,2-2 0,2-2 1,0-4-1,3-3-80,4-2 1,3-7 0,0-5 0,1-4-247,3-4 1,1-3 0,6-2-1,0-1-367,2-3 1,-1-3 0,1-6 0,0 0-422,0 0 0,-3 0 0,-2 0 800,0 1 0,-13-24 0,-3-5 0</inkml:trace>
  <inkml:trace contextRef="#ctx0" brushRef="#br0" timeOffset="133">1 212 8321,'1'-4'477,"1"2"0,1 1 0,5 1-477,3 0 0,45 6 0,17 1 0</inkml:trace>
  <inkml:trace contextRef="#ctx0" brushRef="#br0" timeOffset="670">475 212 8321,'4'-1'-212,"-2"-1"1,2 1-1,0-2 1,2 1 379,3 0 1,-1-1-1,3 2 1,2-1-533,1 0 1,3 1 0,-2 0 363,0-2 0,-8 7 0,-1 3 0</inkml:trace>
  <inkml:trace contextRef="#ctx0" brushRef="#br0" timeOffset="984">597 205 8321,'-6'3'0,"0"1"-109,-1-1 1,1 3 0,-1-2 442,1 2 1,0 1 0,2 1 0,2 1-232,1-1 1,1-1 0,0 1 0,0 1-111,0-1 1,0-1 0,1 1-1,0 1-247,1-1 0,3-1 0,-3-1 0,-1 1-167,0-1 1,1 1-1,0 1-194,0 1 0,1-1 615,1-1 0,2-5 0,1-2 0,-1-3 0,0-3 0,1-2 0,-2-2 0,0 1 0,0 0 0,-2-2 0,2 3 0,-3 0 0,-2 1 0,0 1 0,-2 1 0,-3 1-6,0 1 1,-3 1 0,0 3 0,-3 1 293,-1 2 0,-1 4 0,0 2 1,1 0 62,-1 1 0,2 2 0,1 1 1,2 1 52,2-1 0,0 0 1,4-2-1,1-1-219,0-3 0,4 1 0,2-2 0,3-2-228,2 1 0,5-1 43,2-1 0,45-1 0,10-3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7:42.4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16 283 8282,'-6'0'214,"1"0"371,1 0 1,3-2 0,2-1-535,5-1 1,7 0 0,6-3 0,4 0-247,2-1 0,2 0 0,2-3 1,-1 0-59,1-1 0,-1-1 1,-3 1-1,-3 0-91,-2 2 344,-4 2 0,-23-1 0,-5 2 0</inkml:trace>
  <inkml:trace contextRef="#ctx0" brushRef="#br0" timeOffset="317">253 135 8327,'-6'0'-10,"0"0"1,-1 0 36,1 0 0,1 0 0,2 1 0,-1 1-26,1 2 0,1 5 0,0 2 0,-1 4 151,1 2 0,0 3 0,2 2 0,0 5 59,0 1 0,2 0 0,0 2 1,0 0 58,-1-1 0,-1 2 0,0-3 1,0-2 22,0-2 0,-1-5 0,-1-4-627,0-1 1,-1-8 376,1-3 0,1-6 0,-3-4 0,-1-1-218,-1 0 1,-1-4 0,1 2 0,-1-2 8,-2-1 0,2 2 0,-3 1 1,0 1 177,0 1 1,2-1 0,-1 1 0,2 2 73,1 1 1,-1 2 0,1 0 100,-1 0 1,5-1-297,2 2 0,2-3 1,5 2-1,0 0-1055,1-2 1164,2 2 0,35-25 0,7-5 0</inkml:trace>
  <inkml:trace contextRef="#ctx0" brushRef="#br0" timeOffset="533">369 174 8349,'-4'-3'1056,"1"-1"-784,3-2 1,1-1 0,1 1-551,3 0 0,1 1 0,3 1 0,1 0-928,2 0 1206,-2-1 0,17-5 0,0-3 0</inkml:trace>
  <inkml:trace contextRef="#ctx0" brushRef="#br0" timeOffset="769">465 90 8349,'-6'0'420,"-1"0"0,1 0-254,-1 0 1,3 5 0,1 2 0,-1 3-311,0 1 0,2 1 0,-2 2 1,0 0-236,0 1 0,-1 2 1,2-1-1,0-1 21,-2 1 0,1-3 0,0-3 0,-1-1 275,-1-1 1,0-2 0,-1-1 70,1-3 0,2-2 1,2-3 65,2-3 0,0-1 1,2-1-1,3 1 141,0 3 0,2-2 1,-1 3-196,1-1 0,-4 21 0,0 8 0</inkml:trace>
  <inkml:trace contextRef="#ctx0" brushRef="#br0" timeOffset="952">266 385 8536,'-6'0'313,"-1"0"1,2 0-1,0-2-93,3-3 0,2 2 1,3-2-1,4 0-69,3 0 0,5-4 0,4 1 0,4 0-403,2 1 1,1 0 0,0 1-1,-1-1-170,1 1 0,-3 0 0,-3 1 0,-2 2-259,-3 0 1,-2 0 680,-2 1 0,-14 1 0,-4-2 0</inkml:trace>
  <inkml:trace contextRef="#ctx0" brushRef="#br0" timeOffset="1117">516 251 8341,'-3'6'-29,"-2"0"1,2 1 0,0 0 122,0 2 0,1 1 0,2 2 0,0 2 97,0 1 0,0 1 1,0 4-1,0-1-123,0 0 1,0 0 0,0 1 0,0-1-148,0 0 1,0 0-1,0-2 1,0-2-1304,0-2 1382,-3-3 0,-6-9 0,-5-5 0</inkml:trace>
  <inkml:trace contextRef="#ctx0" brushRef="#br0" timeOffset="1217">395 469 8272,'-7'-4'-24,"1"2"0,1 1 24,1 1 0,20 0 0,2 0 0</inkml:trace>
  <inkml:trace contextRef="#ctx0" brushRef="#br0" timeOffset="1817">773 321 8299,'-4'0'16,"2"-3"1,4 2-1,3-3 1,3-1 125,3-1 1,4 0 0,2-1-1,2 1-186,0-1 1,1 1 0,0 0 0,-4 2-101,-2 2 1,-4 2 66,-4 2 0,-4 4 0,-5 5 0,-5 1 314,-1 1 1,-1 3 0,-1 0 0,2 1 179,0 0 0,4 0 0,-1 0 0,3 1-113,1-1 1,2-1 0,0-2 0,3-2-359,4-4 0,0-1 1,6-1-1,0-2 54,1-1 0,22-31 0,5-8 0</inkml:trace>
  <inkml:trace contextRef="#ctx0" brushRef="#br0" timeOffset="2034">1119 238 8314,'-6'6'-240,"2"1"1,0 1 0,0 2 862,1 2 1,2 3-1,-2 5 1,1 0-419,-1 2 1,1 4 0,2 0 0,0-1-639,0-1 0,0-1 1,1-6-1,0-2 433,2-4 0,7-23 0,1-7 0</inkml:trace>
  <inkml:trace contextRef="#ctx0" brushRef="#br0" timeOffset="2183">1196 283 8299,'10'-7'0,"-3"2"0,2 0 0,-1 1 302,1 1 1,2 1-1,0 2 1,1 0-178,1 0 1,-1 1 0,0 0 0,-2 2-1550,2 1 1424,-6-3 0,0 5 0,-6-3 0</inkml:trace>
  <inkml:trace contextRef="#ctx0" brushRef="#br0" timeOffset="2467">1312 212 8299,'0'9'0,"0"1"-334,0 0 1,0 3-1,0-1 1,0 3 782,3-1 0,-3 2 0,2 1 0,-1 2-141,-1 0 1,0 3 0,0-2 0,0-1-248,0-1 0,-1-1 1,-1 0-1,-2-3 46,-2-3 0,0-2 0,-1-5 0,1-2-114,0-1 0,-1-2 1,1-3-1,-1-3 233,1-2 0,0 0 1,2-2-1,1 1 4,0 0 0,3-2 1,-3 4-1,3 0-367,0 1 0,3 1 0,1 1 0,2 1-481,0-1 1,1 1 0,1 1 0,1-1 617,1 1 0,18-10 0,6-4 0</inkml:trace>
  <inkml:trace contextRef="#ctx0" brushRef="#br0" timeOffset="2616">1389 212 7766,'0'4'-315,"0"1"0,17-10 1,4 1-1</inkml:trace>
  <inkml:trace contextRef="#ctx0" brushRef="#br0" timeOffset="2683">1440 187 8244,'13'6'0</inkml:trace>
  <inkml:trace contextRef="#ctx0" brushRef="#br0" timeOffset="3202">1671 1 7914,'2'4'0,"0"0"-39,0 1 0,1 1 0,2 2 0,2 2 647,2 0-608,2 0 0,8 20 0,4 4 0</inkml:trace>
  <inkml:trace contextRef="#ctx0" brushRef="#br0" timeOffset="3533">1652 148 8313,'0'-6'-69,"0"-1"137,0 1 0,0-1 1,0 1-1,3 0 19,1 2 0,5-2 1,4 2-1,3-2-98,3 0 1,2 2 0,1 0 0,-2 1-121,0 2 0,-3 1 0,-3 3 0,-3 2-88,-5 3 0,-2 4 1,-5-2-1,-2 2-21,-3 1 1,-2 0-1,-2 0 1,-2-1 109,0-1 0,-1 0 0,1-2 0,-1-2 170,3 1 1,-2-5-1,4-1 1,0-1 329,1-1 1,3-1-1,2-1-67,1-2 1,2-1 0,1 0 0,3 1-166,0-1 1,2 2-1,-1 1 1,0 0-225,1 0 0,-1 1-187,1-1 0,-2 2 0,0 2-27,-3 3 1,-1-2 0,-1 1 0,-1 1 299,-1-2 0,-30 3 0,-10-2 0</inkml:trace>
  <inkml:trace contextRef="#ctx0" brushRef="#br0" timeOffset="3933">1684 167 8313,'-2'-4'-70,"-1"0"1,1 0 0,0 1 142,0 3 0,-1 3 1,2 6-1,-1 1 106,0 3 0,2 2 1,0 2-1,0 2-1,0 0 0,-3 3 1,1 2-1,1 0-69,0-1 0,1 2 0,0-1 1,-1 1-158,-1 1 0,2-4 1,-3-3-1,3-4-251,0-4 1,0-2 0,3-5 0,1-2 21,2-1 1,2-2 0,1-1 0,1-2 103,2-2 1,0-3-1,1-2 1,-1-1-33,1-1 0,1-2 0,0 0 0,0 1 87,-2 0 0,1 1 0,-2-1 0,1-1 118,1 0 0,-1 3 0,-1 1 0,-3 2 0,-3 2 0,-3 1 78,-2-1 0,-5 4 0,-2 1 0,-3 1 207,-3 1 0,0 1 1,-3 1-1,1 2 24,0 2 0,0 0 0,1-2 0,1 0 72,0-1 1,5 1-1,0-1 1,2 1-38,2 1 0,3-2 1,-1 1-1,4 1-143,2 1 0,5 1 0,2-1 0,2 0-273,2 1 1,3 1-1,0 1 1,2-1-798,1-1 0,1-1 0,-3 0 869,0-2 0,9-7 0,2-4 0</inkml:trace>
  <inkml:trace contextRef="#ctx0" brushRef="#br0" timeOffset="4167">2075 231 6775,'0'7'0,"1"-1"525,1 1 0,-1 1 1,4 1-1,0 2-473,3 3 1,-1-1-1,2 2 1,-1-2-306,0 0 1,-1-2 0,2-1-1,-2-2 253,-1-2 0,1-23 0,-1-8 0</inkml:trace>
  <inkml:trace contextRef="#ctx0" brushRef="#br0" timeOffset="4266">2223 244 8280,'4'2'-92,"0"1"0,-2 2 1,2 1-1,-1 2 285,1 0 1,-2 2-194,2 0 0,12 17 0,5 3 0</inkml:trace>
  <inkml:trace contextRef="#ctx0" brushRef="#br0" timeOffset="4568">2441 488 8158,'0'-9'139,"-3"2"0,1-3 1,1 2 179,0-1 1,1-1 0,1 1-1,2 2-226,3 2 1,1 0 0,3 3 0,0 0-247,0 2 1,-1 0 0,1 2 0,-1 3 210,-1 3 1,-4 2 0,-2 1 0,-1 0-80,-1 0 1,-1 0 0,-1 1-1,-3-2 21,-3-1 0,-27-17 0,-10-7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8:25.239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39 0 6515,'0'8'527,"1"0"1,1 4-177,2 2 0,5 5 0,2 5 0,3 4 190,4 4 1,0 6-1,1 5 1,0 0-238,-2 0 0,0 0 0,-3-2 0,-3-3-314,-1-5 0,-4-6 0,-1-11-748,0-3 1,0-7-1141,-1-6 1898,-1-3 0,-9-32 0,-1-7 0</inkml:trace>
  <inkml:trace contextRef="#ctx0" brushRef="#br0" timeOffset="250">264 84 8402,'-7'0'-136,"1"0"0,-1 0 0,1 1 1,0 1 666,-1 2 0,1 5 1,-1 5-1,-2 4-293,-2 5 1,-3 6 0,-2 3-1,-2 3-212,-2 3 1,-3 1 0,2-2 0,1-1-270,2-4 0,1-3 0,5-7 0,4-5-690,4-6 933,4-3 0,5-16 0,2-3 0</inkml:trace>
  <inkml:trace contextRef="#ctx0" brushRef="#br0" timeOffset="416">462 469 8255,'0'6'-21,"0"0"1,0 1 20,0-1 0,6-8 0,1-2 0</inkml:trace>
  <inkml:trace contextRef="#ctx0" brushRef="#br0" timeOffset="1083">661 20 9839,'0'6'0,"1"1"61,1-1 1,2 3 0,4 2 0,1 1-411,-1 1 0,1-2 0,-1-1 0,1 2-527,0 0 876,-2-2 0,14-1 0,0-3 0</inkml:trace>
  <inkml:trace contextRef="#ctx0" brushRef="#br0" timeOffset="1383">899 45 8389,'-5'-2'333,"1"0"1,0 0 0,-3 3 0,1 1-147,0 2 0,-2 2 0,1 2 0,-3 2-703,0 0 0,2 0 0,-3 1 0,0-1 204,-1-1 0,2 2 0,0-3 1,2 0 80,-1-1 0,1-2 253,4-1 1,1-2 229,3 2 0,3 1 0,1 1 0,0 1 180,0 2 0,0 1 1,1 5-1,-2 3 58,0 3 0,-1 5 0,-2 3 0,0 4-125,0 1 0,0-1 0,-3 2 0,0-2-381,-1-4 1,2-5 0,2-6-2648,0-4 2663,0-7 0,8-39 0,3-10 0</inkml:trace>
  <inkml:trace contextRef="#ctx0" brushRef="#br0" timeOffset="1866">1091 206 8481,'-1'7'0,"0"1"28,-1 0 1,0 1 0,2 0 0,0 2 221,0 4 0,0-1 1,0 2-1,0 1-80,0-1 0,0 3 1,0 3-1,0-2-290,0-2 0,0-4 0,0-3 0,2-2 120,0-2 0,3-24 0,-2-5 0</inkml:trace>
  <inkml:trace contextRef="#ctx0" brushRef="#br0" timeOffset="2016">1155 257 8384,'7'-6'329,"-2"1"1,0 2 0,2-1 213,1 1 1,-1 0-1,2 0 1,2 0-638,1 2 1,1-1 0,-1 1 0,-1-1-315,0 0 1,-1 2 0,0 0 407,-1 0 0,-5-3 0,-1-1 0</inkml:trace>
  <inkml:trace contextRef="#ctx0" brushRef="#br0" timeOffset="2301">1277 174 8384,'0'9'-626,"1"1"0,0 3 1,1 0 966,0-1 1,1 4 0,-1 0 0,0 2-107,1 1 1,-3-1 0,3 4 0,-3-2-207,0-1 1,-3-1-1,-1 0 1,-2-4 6,0 0 1,-3-3-1,0-2 1,-1-2 119,-1-3 0,-1-3 0,2-2 0,1-1-38,2-5 1,3-2-1,0-4 1,1-1-24,2 0 1,1 1 0,1-1 0,2 3-2,1 2 1,1 1-1,3 4 1,1 2-142,1 1 0,1 1 0,1 0 47,1 0 0,26 12 0,6 2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8:29.322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174 1 8758,'4'2'93,"0"1"-93,-2 0 0,3 16 0,-1 5 0</inkml:trace>
  <inkml:trace contextRef="#ctx0" brushRef="#br0" timeOffset="199">7 90 8393,'-4'7'-148,"2"-1"1,1 1 0,1 0 0,0 1 535,0 3 0,1 0 0,1 1 0,3 1-175,0 1 0,2-1 0,-1 0 0,1 0-559,-1 0 0,3 0 0,-1-1-628,0-1 974,-1-2 0,-1-3 0</inkml:trace>
  <inkml:trace contextRef="#ctx0" brushRef="#br0" timeOffset="383">33 174 8375,'0'-7'-364,"2"1"0,0 0 0,0 0 645,1 2 0,1-2 0,5 2 0,3-2-61,3-1 0,3-1 0,2-1 1,2 2-200,0-1 1,3 3-1,-4 0 1,-1 3-158,-2 2 0,-3 0 0,-5 0 0,-1 2-59,-2 3 1,-3 1 0,-2 2 194,-1 1 0,-30 19 0,-7 3 0</inkml:trace>
  <inkml:trace contextRef="#ctx0" brushRef="#br0" timeOffset="566">84 257 8375,'3'-4'-68,"1"0"1,2-1 0,0-1 0,1 0 405,2 2 1,-1-1 0,2 2-1,2 0-468,0 0 1,0-1 0,-1 2 0,-2 1-509,0 0 0,-2-1-903,2 0 1541,-2-1 0,-15 9 0,-3 1 0</inkml:trace>
  <inkml:trace contextRef="#ctx0" brushRef="#br0" timeOffset="784">206 212 8350,'-6'5'-1006,"1"-1"0,1 1 1057,2 1 0,-3 0 0,3 1 0,-1 1 236,0 0 1,-1 4 0,1-1 0,2 1-81,0 0 1,1 3 0,0 1 0,0 0-249,0-1 1,0 0-1,0-2 1,0-1-877,0-1 540,0 1 0,1-8 0,0-3 248,2-6 1,-1-2 0,0-4 0,1 0 153,0-1 0,1-1 0,1 1 1,-1 1 205,1 0 0,1 3 0,0-1 1,1 2-106,-1 1 0,-2 2 0,1 0 1,0 1-127,0 2 0,-4 20 0,-2 6 0</inkml:trace>
  <inkml:trace contextRef="#ctx0" brushRef="#br0" timeOffset="983">84 328 8340,'-4'2'62,"-1"0"1,2 3-1,-2 0 1,0 2 123,0 2 0,2 2 1,-1 0-1,-1 3-244,-1 1 0,2 2 0,-1-2 0,0-1-121,0 0 1,0-4 0,2-2-1,0 0-703,2-2 882,-3-3 0,6-14 0,-1-7 0</inkml:trace>
  <inkml:trace contextRef="#ctx0" brushRef="#br0" timeOffset="1100">65 424 8340,'9'3'0,"1"-2"0,3 4 0,0 0 462,-1 3 0,3 2 0,1 3 0,0 0-13,2 2 0,1-1 0,0 0 0,0-2-1257,-2-1 808,1-6 0,13-8 0,6-8 0</inkml:trace>
  <inkml:trace contextRef="#ctx0" brushRef="#br0" timeOffset="1683">539 58 8374,'-3'6'0,"0"-1"-106,-1-1 0,1 1-7,3 1 1,4 0-1,2-2 1,2-2 15,2-1 1,1-1-1,2 0 1,2 0-77,0 0 1,0-1 0,-3 0 0,1-1-57,-3 0 0,2-1 0,-4 1 218,0 1 0,-4 1 1,-2 2-1,-4 2 11,-2 2 0,-4 3 0,-3 2 0,-1 1 0,-1 1 0,0 0 0,0-1 0,0 0 20,1-1 0,2 1 1,0-4 184,1 0 0,3-4 50,-1-4 1,4-4 0,6-4 0,1 0-64,2 0 1,1-2-1,1 2 1,2 0-232,0 1 0,0 1 0,-2 0 1,1 1-448,-2 1 0,3 2 486,-2 0 0,-5 10 0,-4 3 0</inkml:trace>
  <inkml:trace contextRef="#ctx0" brushRef="#br0" timeOffset="2000">565 334 8374,'2'-4'-128,"0"0"92,0-1 77,-2 2 0,-2 7 1,0 5 95,1 2 1,-2 0 0,1 2 0,0-2 4,2 0 1,0-1 0,0 3 0,2 0-50,0 0 0,3-3 1,-1 0-1,2 0-305,0-2 1,3-1 0,0-2-1,0 0 212,1-3 0,1-39 0,-1-9 0</inkml:trace>
  <inkml:trace contextRef="#ctx0" brushRef="#br0" timeOffset="2149">680 276 8374,'3'7'0,"-1"0"-266,-1 2 1,0-2-1,-1 4 1,0 0 405,0 2 1,-2-1-1,-1 2 1,0 0-85,0 1 1,-1 3 0,1-2 0,-1 1-357,-1-2 300,0-2 0,-19 9 0,-4 1 0</inkml:trace>
  <inkml:trace contextRef="#ctx0" brushRef="#br0" timeOffset="2299">469 398 8374,'0'-7'34,"0"-1"0,2 3 1,1-2-1,0 2 146,2 2 0,4-2 1,2 2-1,1 0-194,0 0 0,4-2 0,1 1 0,2-2 14,3 0 0,6-6 0,5-2 0</inkml:trace>
  <inkml:trace contextRef="#ctx0" brushRef="#br0" timeOffset="2733">841 97 8374,'0'-7'0,"0"1"0,0 0 4,0-1 1,-1 4-35,-1 0 1,0 8 0,-2 4 0,-2 2-113,-1 2 0,0 1 0,-2 0 0,2 1 122,0-1 1,2 0 0,0-2 0,1-1 34,1 0 0,2-4-39,3 0 1,2-4 0,3-3 0,1 0-36,0 0 0,4-3 0,-2 0 0,2-2-84,1 1 1,-3 1 0,-1-2-1,0 0 52,-1 0 1,2 0-1,-2-1 1,-1 1 221,-1 1 1,1 2 431,-3-3 1,-1 5-81,-1 0 0,-6 3 0,-3 5-226,0 0 1,0 2 0,0-2 0,1 4-42,0 2 0,-1 0 1,1 3-1,-1 1-174,-2 1 1,2 1 0,-2 1-1,0 3-314,1 0 1,-3 0 0,2-1 0,-1 0-40,1-1 0,-1-4 0,3-4 0,1-4 311,1-5 0,-1-22 0,0-8 0</inkml:trace>
  <inkml:trace contextRef="#ctx0" brushRef="#br0" timeOffset="2866">757 328 8374,'4'0'0,"-1"2"0,0 0 285,1-1 0,2 3 1,1 1-1,2 3 200,4 3 0,0 3 0,5 4 0,2 1-927,3 2 0,2-1 442,1 2 0,28 3 0,7 2 0</inkml:trace>
  <inkml:trace contextRef="#ctx0" brushRef="#br0" timeOffset="3666">1104 212 8344,'-1'-3'951,"-1"1"-796,1 1 0,1-1 0,5-1 1,3-1-223,3-1 1,3 0 0,2-2 0,0 1-318,2-1 0,0 0 0,-1-1 0,0 0-5,-1 0 1,-4 1-1,-4 0 1,-1 1 388,0 0 0,-4 1 0,-1 2 0,-4 0 0,-1-1 0,-4 2 0,1 0 4,-1 1 0,1 1 0,0 1 0,-1 1 199,1 3 0,-1 0 0,2 2 0,0 2-30,3 2 1,-1 1 0,1 3 0,1 3-141,0 0 1,1 2 0,0 1 0,0 3 10,0 1 0,0 1 0,0 1 0,0 1 59,0-1 0,0 0 0,0-3 0,0-3 184,0-4 1,0-3-312,0-4 1,-2-4 0,-1-7-1,0-4-35,-2-2 1,-1-5 0,0 2 0,-1-3-28,1 1 0,-1-1 0,0 2 0,-1 1 71,0 1 0,-3 0 0,2 3 1,0-1 150,-1 1 0,1 2 0,1 0 1,0 1 614,0 2 0,3 0-335,1 1 1,3 0-262,1 0 0,3-2 0,6-1 0,2-1-481,1-3 1,1 0 0,2-2 325,2 0 0,59-21 0,14-8 0</inkml:trace>
  <inkml:trace contextRef="#ctx0" brushRef="#br0" timeOffset="3883">1405 219 8344,'-6'3'-21,"1"1"0,1 2 159,-1 3 0,0 1 0,-2 3 0,1 2 409,-1 2 0,-1 3 0,-1 0 0,1 2-515,1-2 1,1 0-1,0-3 1,1-2-927,1-2 0,3-4 894,1-2 0,9-46 0,4-15 0</inkml:trace>
  <inkml:trace contextRef="#ctx0" brushRef="#br0" timeOffset="4333">1367 122 8344,'-3'-3'655,"3"-1"0,1 3-747,4-1 0,3-2 0,5 1 1,2-1-111,1-1 1,4-1 0,-1 1 0,1 0 160,0 0 0,-1 4 0,-3-1 1,-3 1-23,-4 1 0,-4 3 1,-3 1-1,-2 3 144,-2 1 0,-3 2 0,-3 2 0,-3 0-104,-1 1 0,-1-2 0,0 3 0,1-3 51,-1 0 0,2-1 0,1 0 112,1 0 0,3-2-12,4-1 1,3-4 0,3-1 0,4-1-204,1-1 1,5-3 0,-1 0 0,1-2-106,-1 1 0,-1 2 1,0-2-1,-2 1 85,2 2 0,-5 1 1,-1 3-1,-3 3 180,-1 1 0,-2 6 0,0-1 0,-3 3 308,-4 1 1,-1 1 0,-4 2 0,2 1-8,-2 2 0,2-2 0,0 1 0,0-1-279,0-1 1,0 3-1,0-1 1,1-1-365,2-2 1,1-3 0,0-5 0,2-1-732,2-2 1,-1-5 987,1-4 0,-9-30 0,0-13 0</inkml:trace>
  <inkml:trace contextRef="#ctx0" brushRef="#br0" timeOffset="4466">1392 347 8350,'7'6'876,"0"2"1,1 0-1,4 3-562,2 4 0,3 0 0,5 3 1,1-1-950,2 1 1,1-2 634,-1-1 0,10-5 0,1 0 0</inkml:trace>
  <inkml:trace contextRef="#ctx0" brushRef="#br0" timeOffset="4700">1745 315 8334,'0'6'352,"0"1"1,0-1 0,1 1-54,1-1 1,2 0-1,2 2 1,1-1-619,2 2 0,-2 2 0,3-3 319,0 0 0,7-1 0,0 0 0</inkml:trace>
  <inkml:trace contextRef="#ctx0" brushRef="#br0" timeOffset="4816">1899 289 8316,'2'5'0,"1"-1"-228,1 1 0,0 0 228,2 2 0,9 14 0,2 3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8:35.854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39 266 8265,'-7'0'89,"-1"0"1,-1 0 2217,1 0-1774,4 0 0,2 0 0,5 0 0,3-2-465,4 0 1,5-3-1,3 1 1,2-2-380,1 0 1,1 0 0,-3 1 0,-1 1-183,-1-1 1,-1 2-1,-4 1 1,-1 1 35,-3 1 0,-1 1 1,-3 1-1,-2 3 316,-4 3 0,-4 0 0,-3 4 0,0 2 414,0-1 0,-2 3 0,2 0 0,2 0 199,-1 2 0,3 1 0,0 0 0,3 1-43,2 1 1,0-1-1,0 1 1,1-1-221,3 0 1,1-4 0,6-2 0,0-2-736,2-4 1,1-3-1,1-3 1,0-2-1646,-2-2 2171,0-2 0,6-37 0,1-8 0</inkml:trace>
  <inkml:trace contextRef="#ctx0" brushRef="#br0" timeOffset="150">302 157 8265,'-3'4'185,"2"2"0,-1-2-185,1 2 0,21 6 0,5 1 0</inkml:trace>
  <inkml:trace contextRef="#ctx0" brushRef="#br0" timeOffset="250">366 164 8265,'0'6'-100,"3"1"0,9 10 0,5 4 0</inkml:trace>
  <inkml:trace contextRef="#ctx0" brushRef="#br0" timeOffset="667">629 215 8286,'-3'0'-203,"3"0"0,3 0 0,6 0 0,2 0 92,1 0 0,1-1 111,2-1 0,16-13 0,6-5 0</inkml:trace>
  <inkml:trace contextRef="#ctx0" brushRef="#br0" timeOffset="1103">751 144 8380,'-7'3'-160,"1"-1"0,1 2 280,1 1 1,1 3 0,-2 2 0,0 1 39,0 3 0,2 3 0,1 1 1,2 2-102,0 1 0,0 4 0,0-1 0,0 2 5,0-1 0,-2-2 1,-1 2-1,2-3-160,0 0 0,1-4 0,0-5 0,1-4-305,1-4 0,0-3 0,2-5 0,1-3 43,0-4 0,3-5 0,-1-2 0,2 0 358,-1 0 0,-2 1 0,-1-2 0,0 4 0,0 3 0,0 1 0,1 2 32,-2-1 0,-1 4 1,-3 6 161,0 5 0,-5 3 0,-2 5 1,-2 1-8,-3 2 0,0 1 1,-1 2-1,0-1-69,1 0 0,-2-3 0,0-1 1,-2-2 18,0-2 0,2-3 0,-1-3 0,3-3 165,1-1 1,4-4 0,-2-2 0,3-4-173,1-4 1,3-2-1,2-5 1,2 0-327,3-1 1,3 1-1,4-1 1,2 3 60,3 1 1,4 3 0,3-1 0,1 5 503,0 3 1,1 4-1,-1 4 1,-1 4 8,0 6 0,-6 4 0,-3 7 0,-5 2-16,-5 3 1,-5 0-1,-2 2 1,-2-2-460,-2-2 97,-3-4 0,-15 4 0,-7-2 0</inkml:trace>
  <inkml:trace contextRef="#ctx0" brushRef="#br0" timeOffset="1900">1135 215 8300,'3'-6'-125,"-1"-1"0,0 3 0,-2 0 0,1-1-66,1 2 0,1-3 0,4 2 0,-1-2 326,0 0 1,4 1 0,0 1 0,3 0-104,-1 0 0,-1 1 0,-1 3 0,-1 0-3,-1 0 0,-1 3 1,-2 2-1,-2 1 90,0 3 0,-2 1 0,-3 2 0,-3 2-141,-3 1 1,1-1 0,-2 3 0,0-2-106,1-1 0,-3 3 1,0-1-1,-1 1 49,2-2 0,-2 0 1,2 0-1,-1 0 95,0 1 1,1-3-1,0 2 1,1-4 340,2-2 1,3-4-181,-1-1 1,4-8 0,0-1 0,2-3-172,3-4 0,3 0 0,0-1 0,3 1-51,0 2 1,-2-2 0,3 2 0,0 0-74,1 1 0,1 3 0,0 1 0,1 1 61,1 1 1,-2 2 0,2 4 0,-1 3 135,-1 4 1,-3 5-1,-1 2 1,-1 2 44,-5 0 0,-1 0 0,-3 0 0,-1 1-112,-3-1 1,-1-1-1,-3-3 1,-1-2-59,-2-1 0,-1-2 1,1-3-1,0-2 70,2-3 1,1-2 0,-1-2 0,1-3 59,1-2 1,3-1 0,1-2 0,2 0-29,0 0 1,1 2-1,2-1 1,1 2-84,0 1 0,3 2 0,1 2 0,3 1 26,1-1 0,12 9 0,5 1 0</inkml:trace>
  <inkml:trace contextRef="#ctx0" brushRef="#br0" timeOffset="2167">1565 221 8767,'0'-6'1135,"0"0"-1047,0 2 0,4 2 1,1 4-823,3 2 734,1 2 0,-3 29 0,1 7 0</inkml:trace>
  <inkml:trace contextRef="#ctx0" brushRef="#br0" timeOffset="2300">1520 427 8314,'0'4'625,"0"0"-240,0 1 1,3 1-1,1 0-385,2 1 0,29 8 0,7 2 0</inkml:trace>
  <inkml:trace contextRef="#ctx0" brushRef="#br0" timeOffset="2836">1847 279 8314,'-6'1'338,"0"1"0,1 2 0,2 2 0,0 0-341,1 1 0,5-1 0,1 1 1,2-1-437,3 0 0,1-2 1,3-2-1,2-1 22,0-1 0,2-1 1,0 0-1,-1-2 377,-1-1 0,-2 0 1,-2-2-1,-3-1 150,-1 1 1,-3-1 0,-3 2 156,-2 0 1,-6 3 0,-3 4-1,-2 3 27,-1 3 1,-2 2 0,0 3 0,0 1 57,-1 1 1,5 1 0,-1 3 0,2 0 108,2 1 1,1-1-1,3 0 1,2 0-356,1-2 1,5-4 0,3-6 0,5-1-1683,5-2 1576,4-2 0,42-11 0,12-5 0</inkml:trace>
  <inkml:trace contextRef="#ctx0" brushRef="#br0" timeOffset="3250">2309 254 8314,'0'4'-18,"0"0"0,-1 1 177,-1 1 0,2 3 0,-3 1 0,3 1-61,0 2 1,0-1 0,0 3-1,2 0-322,0 0 0,0 1 1,-1-2-1,0 1-473,1-1 697,3-3 0,-1-5 0,2-3 0</inkml:trace>
  <inkml:trace contextRef="#ctx0" brushRef="#br0" timeOffset="3367">2450 292 8314,'7'3'-465,"-2"-2"1,0 3 0,0-1 464,0 1 0,0 3 0,2 3 0</inkml:trace>
  <inkml:trace contextRef="#ctx0" brushRef="#br0" timeOffset="3500">2450 420 7754,'7'6'0,"-1"-2"0,58-1 0,13-3 0</inkml:trace>
  <inkml:trace contextRef="#ctx0" brushRef="#br0" timeOffset="3950">2880 151 8442,'0'-7'-38,"1"4"0,1 1-145,2 1 0,0 4 0,0 1 183,1 2 0,-5 40 0,-1 11 0</inkml:trace>
  <inkml:trace contextRef="#ctx0" brushRef="#br0" timeOffset="4067">2861 330 8236,'-4'-2'-481,"2"1"1,4-1 480,3 1 0,17 12 0,6 4 0</inkml:trace>
  <inkml:trace contextRef="#ctx0" brushRef="#br0" timeOffset="4200">2867 523 8345,'-4'0'593,"0"0"0,3 0-795,1 0 1,3-3 0,4-1 201,1-2 0,22-23 0,8-6 0</inkml:trace>
  <inkml:trace contextRef="#ctx0" brushRef="#br0" timeOffset="4417">3092 112 8345,'0'-6'313,"0"0"-392,3 2 1,-2 1 0,3 3 0,1 0 78,1 0 0,6 23 0,2 5 0</inkml:trace>
  <inkml:trace contextRef="#ctx0" brushRef="#br0" timeOffset="4719">3015 273 8374,'-3'-4'157,"1"-1"0,-1 2 112,0 0 1,2-1 0,3-3 0,3 1-250,3-1 0,2 1 1,3-1-1,2 2-245,2 0 0,1 0 1,-1 0-1,-1 0 53,-1 1 0,-2-1 0,1 3 0,-3 0-113,-2-1 170,-4 2 0,-2-1 0,-3 4 393,-3 3 1,2 0 0,-3 2 0,-1 0-66,-1 1 0,0 2 0,1 4 1,2 1-68,0 2 0,-2 2 0,1 0 1,0 0-55,0 0 0,2 1 0,0 0 1,2 0-268,0 2 1,0-4 0,0-3 0,0-2-531,0-2 705,0 1 0,-3-17 0,-1 0 0</inkml:trace>
  <inkml:trace contextRef="#ctx0" brushRef="#br0" timeOffset="4867">3040 382 8071,'0'-6'84,"-2"2"475,1-2 0,2 5 0,5-1 1,4 2-418,2 0 0,2 0 1,0 0-1,2 0 39,0 0-181,1 0 0,2 20 0,1 4 0</inkml:trace>
  <inkml:trace contextRef="#ctx0" brushRef="#br0" timeOffset="5034">2995 587 8374,'-6'0'468,"3"-3"0,0-1 304,3-2 0,6 1 1,4 0-1,5 1-378,4 1 0,1-1 1,6 2-1,0 0-1755,2 2 1361,1-3 0,38 2 0,7-2 0</inkml:trace>
  <inkml:trace contextRef="#ctx0" brushRef="#br0" timeOffset="5452">3618 35 8166,'2'-6'0,"0"0"73,-1-1 0,0 1 27,-1-1 1,0 5-1,0 2-766,0 6 0,0 1 666,0 4 0,-17 17 0,-4 6 0</inkml:trace>
  <inkml:trace contextRef="#ctx0" brushRef="#br0" timeOffset="5583">3521 151 8357,'-3'-3'188,"-2"2"165,3-4 0,2 2 0,5-2 1,1 0-683,3 1 1,1-1 0,3 0-1,-1 0-1344,1 0 1673,0 2 0,8-5 0,3 1 0</inkml:trace>
  <inkml:trace contextRef="#ctx0" brushRef="#br0" timeOffset="5717">3630 112 8383,'-6'3'0,"0"2"-281,-1 0 0,1 2 0,-1-1 0,-1 0 708,-1 1 1,1 1 0,2 1-142,2-1 1,1-3 0,4-2-138,1 0 1,1-1 0,4-2 0,0 0-296,1 0 0,0 0 0,0-2-731,-1 0 877,0 0 0,-24 19 0,-5 4 0</inkml:trace>
  <inkml:trace contextRef="#ctx0" brushRef="#br0" timeOffset="5900">3412 318 8383,'-6'0'-110,"0"0"0,2-3 1,3-1 556,2-2 0,5-1 1,6 0-1,2-1-232,3 0 1,4-3-1,1 2 1,1 0-211,4-1 1,-1 1 0,3 2 0,-1 0-403,-3 1 1,-3 4 0,-5 0 0,-2 1-497,-4 1 893,-2 6 0,-25 15 0,-6 10 0</inkml:trace>
  <inkml:trace contextRef="#ctx0" brushRef="#br0" timeOffset="6135">3573 311 8274,'-5'2'0,"2"1"-106,0 1 0,-1-2 0,1 2 1,-1 0 284,-1 0 0,3 4 0,-1-2 0,1-1 267,-1 0 1,1 0-404,2 1 0,1 0 0,1-3-17,2-3 1,4-3 0,2-3-1,-1 0-26,0-1 1,2-1 0,-3-1-1,1 1-109,0 1 0,-2 1-549,2 2 1,-5 2 0,-2 4 657,-1 2 0,-47 36 0,-11 9 0</inkml:trace>
  <inkml:trace contextRef="#ctx0" brushRef="#br0" timeOffset="6350">3483 452 8375,'-4'-2'286,"-1"0"1,2 3 0,-2 3 0,1 2-399,1 0 1,-2 3 0,1 2 0,-1 1-125,1-2 0,-2 2 1,3-2-1,-1 1 236,2 0 0,10-9 0,2 0 0</inkml:trace>
  <inkml:trace contextRef="#ctx0" brushRef="#br0" timeOffset="6550">3566 491 8377,'10'6'63,"0"1"0,2-1 0,2 1 297,1 2 0,1-1 1,4 2-1,2 1 255,1-1 0,1 1 0,1-2 0,-3-1-529,1-1 0,-3-3 0,-3 0 0,-2-1-452,-4-2 1,0 0-1084,-2-1 0,-4-1 1449,-5-1 0,-26-25 0,-9-7 0</inkml:trace>
  <inkml:trace contextRef="#ctx0" brushRef="#br0" timeOffset="6667">3759 407 8360,'-2'5'-251,"-1"-2"1,0 1-183,0-1 0,1 2 0,2 1 105,0 1 328,0-1 0,20-11 0,5-3 0</inkml:trace>
  <inkml:trace contextRef="#ctx0" brushRef="#br0" timeOffset="6750">3823 395 7978,'38'-7'0</inkml:trace>
  <inkml:trace contextRef="#ctx0" brushRef="#br0" timeOffset="7235">4227 247 8750,'-4'7'691,"-1"0"0,0 2-351,0 4 1,0 1 0,1 5 0,0 1 76,0 2 0,1 1 1,1 1-1,0 0-87,1 0 0,1-2 0,2-1 0,2-4-373,2-4 0,3-3 0,2-5 1,1 0-596,1-3 1,0-5 0,2-3 0,0-5 637,2-3 0,3-14 0,2-6 0</inkml:trace>
  <inkml:trace contextRef="#ctx0" brushRef="#br0" timeOffset="7586">4426 241 8388,'-4'-7'-286,"-1"1"1,3 2 559,-2-1 0,3 4 1,2-1 104,5 1 0,3 0 0,4 0 0,2-2-351,2-1 1,2 2 0,0-1 0,0 0-149,-2 1 1,-1 2 0,-4 0 0,0 0-82,-1 0 1,-4 0-1,-5 3 1,-2 1 359,0 2 1,-3 3 0,-3 2-1,-2 3 93,-2 1 0,2 3 1,-1-2-1,2 1 85,1 0 1,2 0-1,2 3 1,1 2 261,1 1 1,0 0 0,0 0 0,2-1-480,2-1 1,1-2 0,6 0 0,0-3-1892,1-3 1,2-4 1770,1-4 0,15-14 0,7-5 0</inkml:trace>
  <inkml:trace contextRef="#ctx0" brushRef="#br0" timeOffset="7683">4849 510 8590,'2'4'0,"0"1"0,12 7 0,0 6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8:51.9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191 132 8220,'-3'-9'85,"0"-2"0,-1 2 1,2-2-1,-3 2 293,1 1 0,-4-3 0,3 0 0,-4 0-10,-2 2 1,2 1 0,-3 1 0,1 1-266,0 3 0,-2 3 0,2 1 0,0 4-14,2 3 0,1 7 0,1 0 0,0 5-230,2 1 1,3 1 0,-1 3-1,2-2-36,1-1 0,1-1 1,2-6-1,2-1-93,3-3 1,1-3 0,1-2 0,2-3 31,1-3 0,0-4 0,1-3 0,-1-4 47,-1 1 1,-2-2-1,-3 1 1,-2 1-161,2 1 1,-3 5 262,2 1 1,-4 6-1,3 6 1,-1 5 133,-3 4 1,0 4 0,-1 4 0,0 3 96,0 0 0,-3 4 0,-2 3 0,0-1 96,-1-1 1,1-1 0,-4 0 0,0-1 216,-2-2 1,2-1-1,-2-5 1,1-3 63,-1-5 0,2-1 1,-2-7-1,2-3-101,0-3 1,1-10 0,0-3 0,0-4-281,-1-5 1,4-1-1,0-4 1,2 1 6,1-1 1,1-1 0,1 1 0,0 0-190,0 4 1,0 2-1,0 4 1,1 0-512,1 1 1,3 4-1,4-1 1,1 3 553,1 2 0,48-8 0,9 0 0</inkml:trace>
  <inkml:trace contextRef="#ctx0" brushRef="#br0" timeOffset="366">381 0 8237,'-6'1'770,"1"2"1,2 2-462,1 3 0,-3 1 1,1 2-1,-2 3-309,1 1 0,-1 28 0,-2 5 0</inkml:trace>
  <inkml:trace contextRef="#ctx0" brushRef="#br0" timeOffset="783">562 66 8286,'5'-8'113,"-3"0"360,-1 0 0,-1 2 0,-1 1 265,-1 2 1,-3 1 0,-3 6-515,0 4 1,-2 2 0,0 6 0,-1 2-88,1 2 1,0 6 0,0 4-1,-1 2 53,1 1 1,1 1-1,1 1 1,2 3-124,1 2 1,3-4-1,-1 1 1,2-5-190,1-4 0,1-3 0,2-4 0,2-6-1030,3-5 1,3-6 0,2-6 1151,0-3 0,32-67 0,-20 25 0,0 0 0</inkml:trace>
  <inkml:trace contextRef="#ctx0" brushRef="#br0" timeOffset="1133">752 91 8286,'-8'0'246,"2"0"0,2 1 128,0 2 1,-1 0 0,1 4 0,-1 3-185,-1 2 0,1 5 1,1 5-1,-1 3 142,0 3 0,0 1 0,-2 4 0,0 0 143,2 0 0,2 0 0,-2-1 1,2-2-254,1-6 1,2-4 0,2-6-1,1-4-318,2-3 0,0-4 1,4-4-1,-1-1-337,0-4 1,0-5-1,1-3 1,-1-1-456,0-2 0,-2 2 1,-1 0-1,1 1 888,-2 0 0,-7-24 0,-6-6 0</inkml:trace>
  <inkml:trace contextRef="#ctx0" brushRef="#br0" timeOffset="1264">620 264 8235,'-6'-2'1194,"1"-1"1,0-1-766,0 2 0,2 1 0,7-2 0,4 2-1690,5 1 1261,2 0 0,50 7 0,11 2 0</inkml:trace>
  <inkml:trace contextRef="#ctx0" brushRef="#br0" timeOffset="1682">975 83 8245,'4'7'39,"1"-1"1,0 2 0,0-1 0,2 4 336,0 2 1,1 5 0,0 4 0,0 2 126,-3 4 0,2 2 1,-5 6-1,0 2-285,-1 3 1,-7-3 0,-3 0-1,-3 0-269,-3-1 1,-1-6 0,0 0 0,-1-6 50,1-3 0,-8-9 0,-2-6 0</inkml:trace>
  <inkml:trace contextRef="#ctx0" brushRef="#br0" timeOffset="2216">1363 297 8240,'-5'0'556,"3"-3"1,2 2 0,2-2 0,5 1-710,3 0 1,-1 1 0,3-2-1,-1 2-210,0 1 0,0 1 0,-3 1 363,1 0 0,2 16 0,2 0 0</inkml:trace>
  <inkml:trace contextRef="#ctx0" brushRef="#br0" timeOffset="2380">1371 405 11069,'13'0'275,"0"0"0,-2 0-275,3 0 0,27 3 0,8 2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8:55.5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263 50 8331,'-3'-5'0,"2"1"0,-3 1 622,1-3 0,1 3-268,-4 0 0,1 2 0,-4 1 0,1 1-323,0 2 1,-1 5 0,-2 7 0,-3 3-45,-2 4 0,0 6 0,-1 3 0,0 4 17,-2 3 1,1 6 0,-1 5 0,2 2-57,0 1 1,7 1 0,3-12 0,2-4 75,3-5 1,2-6 0,3-7 0,2-8-238,3-7 0,4-7 0,1-6 1,3-4 42,1-6 0,-1-2 1,0-4-1,-2 0 33,0-3 1,-1 0 0,0-3 0,-4 4-208,-3 1 0,-4 4 0,1 1 0,-3 1 452,-3 2 0,-2 7 1,-6 3-1,-3 4 154,-2 2 1,-3 6 0,1 4 0,1 5-107,3 2 0,4 2-156,2-1 0,0-7 0,3-1 0</inkml:trace>
  <inkml:trace contextRef="#ctx0" brushRef="#br0" timeOffset="522">536 58 8417,'0'-5'96,"0"-1"379,0 0 0,-1 2 0,-2 1-123,-2 2 1,-3 5 0,0 3 0,-1 5-240,-2 5 0,1 5 0,-3 1 1,0 3-38,0 5 0,1 4 0,-3 4 1,2 1-105,1 1 1,1 2 0,3 0 0,0 0 66,3-3 1,1-6 0,4-7 46,0-4 1,4-8 0,1-7-143,3-7 1,0-9 0,0-6-1,1-2-250,-1-3 0,0 1 0,-1-1 0,0 2-652,-2 0 0,-2-2 1,2 0 957,-2 4 0,-29-27 0,-11-3 0</inkml:trace>
  <inkml:trace contextRef="#ctx0" brushRef="#br0" timeOffset="618">346 297 8374,'-5'-3'364,"1"2"0,2-3 612,-1 1 0,1 2-764,5-2 0,3 2 0,5 1 1,2 0-274,3 0 61,1 0 0,58-7 0,15-3 0</inkml:trace>
  <inkml:trace contextRef="#ctx0" brushRef="#br0" timeOffset="1067">693 42 8349,'0'-6'333,"0"1"320,0-2 0,0 0-369,0-1 0,3 3 0,3 2 1,1 2-67,2 1 0,-1 0 0,0 1 1,0 2-137,1 2 1,-4 6 0,0 0 0,-2 1-226,-1 0 0,-1 3 1,-1-2-1,0 1-229,0-1 0,-4 0 0,-1 2 0,-2-2 129,-2-1 1,1-1-1,0-3 751,0 0 1,-1-1 1107,1-1-1584,3-2 1,5-4 0,6 0 0,1 0-575,2 0 542,2 0 0,24 0 0,9 0 0</inkml:trace>
  <inkml:trace contextRef="#ctx0" brushRef="#br0" timeOffset="1684">982 413 8305,'-9'0'354,"4"0"0,0-1 223,2-2 1,1 2 0,6-1 0,3 1-231,3 1 0,5 0 0,-1 0 0,4 0-325,1 0 1,1 0-1,-1 0 1,1 0-23,1 0 0,5 3 0,3 2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9:02.3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223 17 8332,'-4'-5'508,"-2"-1"1,2 4 0,-2-1-212,0 3 0,-2 0 0,0 4 1,0 3-288,0 4 1,-1 6 0,-2 0 0,0 4-90,-2 1 0,0 7 0,-2 3 0,2 4 139,1 1 1,-1 3 0,1 4-1,0 3 40,0 1 1,4-5 0,3-3 0,1-5 33,3-6 0,3-8 0,5-7 0,2-8-303,2-4 0,4-5 0,1-5 1,2-4-255,1-4 1,-2-5 0,-1 0-1,-2 0-87,-3-2 0,-3 0 0,-3 1 1,-2 3 348,-2 2 0,-1 3 0,-1 1 0,-3 1 422,-4 2 1,-1 5-1,-5 2 1,0 2 128,-2 1 1,-1 4 0,2 1-391,1 3 0,13 0 0,7 0 0</inkml:trace>
  <inkml:trace contextRef="#ctx0" brushRef="#br0" timeOffset="664">561 34 8332,'-8'0'-33,"-1"0"173,1 0 1,0 0 0,0 3 0,-1 3 97,1 1 0,-1 5 0,-1 2 0,-2 2-238,-1 4 1,3 4 0,-1 7-1,1 2 80,-1 2 0,3 2 0,-1 2 0,3 0-20,2 0 0,2 2 1,2-2-1,1-2-160,1-4 1,3-6 0,4-3-1,2-3 100,3-4 0,34-41 0,10-10 0</inkml:trace>
  <inkml:trace contextRef="#ctx0" brushRef="#br0" timeOffset="1114">644 116 8112,'0'-5'-78,"0"1"345,0 3 0,2 3 0,1 7 0,0 2-205,0 3 0,2 2 0,3 4 0,1 4 24,-1 3 1,3 4 0,0-1 0,-1 2-11,-1 2 1,2-2 0,0-2-1,-1-4-264,-1-3 0,-1-5 1,-2-6-1,0-2-725,0-3 913,-2-4 0,-4-21 0,-5-10 0</inkml:trace>
  <inkml:trace contextRef="#ctx0" brushRef="#br0" timeOffset="1331">833 149 8332,'-9'8'-216,"-2"1"0,2-1 0,-2 1 0,1 2 433,-1 3 1,1 2 0,-3 3 0,0 1-129,0 1 0,2 1 0,-2 3 1,-2 0-59,-1-1 0,3 1 1,0-1-1,0-2-288,0-3 1,6-4 256,-2-1 0,14-19 0,1-1 0</inkml:trace>
  <inkml:trace contextRef="#ctx0" brushRef="#br0" timeOffset="1548">933 389 8283,'4'-9'462,"1"5"0,-3 1 0,3 1-121,0-1 0,2 2 0,-1-1 0,4 1-627,1 1 0,0 0 0,-2 0 286,2 0 0,5 7 0,5 2 0</inkml:trace>
  <inkml:trace contextRef="#ctx0" brushRef="#br0" timeOffset="1731">1023 232 8281,'-2'5'0,"-2"1"0,0 0 296,1 1 1,0 5 0,2 2 0,-1 2-170,-1 0 0,1 2 1,2 1-1,0 3-866,0 2 739,0-3 0,7 14 0,2 0 0</inkml:trace>
  <inkml:trace contextRef="#ctx0" brushRef="#br0" timeOffset="2331">1287 174 8264,'-4'-4'521,"1"-1"1,3-2 0,3 1-1,2 1-282,3 2 1,1 0 0,1 3 0,1 0-287,-1 0 1,-1 4 0,0 1-1,-2 2-212,-2 2 1,-1 3 0,-4 1-1,-1 3-173,-2 0 1,-1 2 0,-4-1-1,-1 1 124,1-3 0,-1-1 0,-1 0 0,-1-3 402,1-2 1,3-2 369,2-1 1,4-2-1,1-5-141,4-2 0,4 1 0,1-3 0,1 2-8,1 1 1,0 1-1,-3 1 1,1 0-170,-1 0 0,-1 5 0,-1 2 0,-4 4-206,-1 2 0,-2 1 0,-1 2 0,-5 1-255,-3 3 1,0-3-1,-4 2 1,0-1-1685,-2-2 1999,-1-3 0,-10-16 0,-3-7 0</inkml:trace>
  <inkml:trace contextRef="#ctx0" brushRef="#br0" timeOffset="2714">1519 42 8269,'8'3'-2,"0"-2"1,0 3 0,1 0 195,-1 1 0,0 3 0,0 1 0,2 3 206,1 4 0,-2 3 0,1 4 1,-3 4-82,-1 1 0,-4 4 1,0 2-1,-2 2-249,-2-1 1,-4 2 0,-5-1 0,-4-1-311,-3 2 1,1-4 0,-3 0 239,3-5 0,-11-2 0,-2-1 0</inkml:trace>
  <inkml:trace contextRef="#ctx0" brushRef="#br0" timeOffset="3581">2014 67 7932,'-8'0'438,"-1"0"0,2 4 1,1 3-1,0 4-264,0 2 0,-2 4 1,0 4-1,0 2-80,0 3 0,-4 4 0,-1 1 0,-1 4 47,0 3 1,4 2 0,-1-2 0,2-2-21,1-2 1,1-3 0,1-3 0,3-6-7,2-4 1,2-9-1,2-3 1,3-4-176,5-2 1,-1-4 0,3-2-1,2-5-100,1-2 1,0-3-1,1 0 1,-2-1-1186,-1 1 1345,-2 3 0,0-18 0,1 0 0</inkml:trace>
  <inkml:trace contextRef="#ctx0" brushRef="#br0" timeOffset="3746">1791 298 8489,'-4'-9'463,"1"5"1,6 1-1,6 2 216,4 1 0,6 1-679,3 2 0,-9-2 0,-2 2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9:06.7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16 339 8300,'-9'0'891,"5"0"0,1 0 0,6 0-757,2 0 1,6 0-1,3 0 1,2 0-570,0 0 0,1 0 0,-1-1 0,0-1-203,-2-1 1,0 1 637,-3 2 0,0-4 0,-2-1 0</inkml:trace>
  <inkml:trace contextRef="#ctx0" brushRef="#br0" timeOffset="166">131 223 8300,'-4'4'-90,"-3"1"1,5 3 0,-1 0 566,-1 0 1,3 3 0,-2 2 0,2 2-277,-2 2 1,2 5 0,-2 0 0,2 0-234,1 0 0,0-1 32,0 1 0,0-6 0,0-4 0</inkml:trace>
  <inkml:trace contextRef="#ctx0" brushRef="#br0" timeOffset="767">536 1 8437,'-6'1'588,"2"4"0,0 5-154,2 5 1,-1 3 0,-1 9-1,0 3-117,1 6 1,-1 4-1,2 4 1,-2 3-146,0 1 0,-1 1 1,-1-3-1,1-6-550,2-6 0,0-8 1,3-7-141,0-1 0,1-9 0,1-5-1871,0-5 2389,5-3 0,1-41 0,5-9 0</inkml:trace>
  <inkml:trace contextRef="#ctx0" brushRef="#br0" timeOffset="1217">841 199 8450,'-5'-13'0,"-1"2"321,0 2 1,1-2-1,0 0 1,-2 1 288,0 0 0,-1 5 1,0 0-1,-2 1-530,-1-1 1,2 3-1,-3-1 1,0 3-122,-1 3 1,0 1-1,0 2 1,1 1-163,2 2 0,1-1 0,1 4 0,3-1 67,2 0 1,2 3 0,2-2 0,3 1 9,4 1 0,1 0 1,5 1-1,1 0-108,0 0 1,-1 1 0,-1 2 0,-1 1 46,-2 0 0,-1-2 0,-2 0 0,-1-1 157,-3 1 1,-3-1 0,-3 0 0,-4-2 330,-3 0 1,0-7 0,-3 1 0,1-4 236,-1-2 1,0-2-1,-2-3 1,2-3-156,1-4 1,1 0-1,4-5 1,2-1-369,2-3 0,2-1 1,1 2-1,1-2-251,2-1 0,1 2 0,5 1 1,2 2-927,3 2 0,2 4 1162,0-1 0,34 10 0,8 1 0</inkml:trace>
  <inkml:trace contextRef="#ctx0" brushRef="#br0" timeOffset="2083">1130 83 8307,'0'-8'-693,"0"0"0,0-1 2305,0 1-1210,0 0 0,0 4 1,0 4-29,0 5 0,4 6 1,2 2-1,4 5-119,1 4 0,3 2 0,0 8 0,2 3-81,0 1 1,3 2 0,1 1 0,-1 1-240,1 2 1,-5-7 0,0-1-1,-2-7-760,-3-5 0,-1-7 8,0-1 0,-5-9 0,-1-2 817,-2-7 0,-5-18 0,0-4 0</inkml:trace>
  <inkml:trace contextRef="#ctx0" brushRef="#br0" timeOffset="2383">1370 83 8370,'-12'7'-34,"0"-3"1,-2 6 0,2 1 198,0 1 0,2 3 0,-4 4 1,1 3 296,0 2 0,-3 4 0,2 3 0,-1 1-467,-2 1 1,1 0 0,-1 0-1,2-1-73,1-2 1,2-1-1,5-6 78,1-4 0,17-40 0,8-17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9:12.4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215 17 8355,'0'-6'889,"0"1"0,-1 3 1,-2-1-734,-2 2 0,-3 5 0,-1 2 0,-1 2-248,-1 3 0,-4 5 0,2 7 0,-3 3-66,-1 1 0,1 7 0,-2 1 0,1 4 196,1 3 1,0 4-1,7-2 1,0-2 42,5-3 0,2-4 0,2-8 0,1-9-41,2-8 1,4-6-1,5-8 1,1-4-106,2-5 0,-3-3 1,1-3-1,0-1-291,0-1 0,-4 0 1,0-1-1,-3 3 206,-3 1 0,0 3 0,-4 0 0,-2 3 284,-2 3 0,-3 0 0,-2 6 0,-2 1-815,-1 1 681,3 1 0,-6 8 0,3 1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9:11.4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9 9188,'0'-5'730,"4"2"1,2 3 0,3 0-896,2 0 0,3 0 0,-2 0 0,0 0-1019,0 0 1184,2 0 0,3 7 0,4 2 0</inkml:trace>
  <inkml:trace contextRef="#ctx0" brushRef="#br0" timeOffset="184">16 116 8210,'-9'0'809,"5"0"0,1 0 0,7 0 0,4 0-910,5 0 0,2 0 101,2 0 0,36 0 0,10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9:18.4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125 17 8415,'4'-3'623,"0"-2"0,-5 0-577,-2 3 1,1 1 0,-3 2-121,-1 1 0,-2 3 1,1 4-1,0 1-4,2 1 0,-1 4 0,-3-1 0,0 2-4,1 4 0,-4 1 1,5 4-1,-2 3 249,-1 2 0,3 3 0,2 2 0,2 2 83,1 0 0,1 1 1,1 0-1,0-2-148,0-2 1,1-5 0,2-2 0,3-4-141,4-4 1,0-8 0,3-3 37,-1-4 0,21-27 0,3-9 0</inkml:trace>
  <inkml:trace contextRef="#ctx0" brushRef="#br0" timeOffset="2216">496 100 8211,'0'-8'-171,"0"-1"1293,0 1 0,-1 4-977,-1 1 0,0 3 0,-4 3-201,0 6 1,-1 0 0,0 5 0,0 0 38,-2 2 1,-2 4 0,3 2 0,0 2-4,0 1 0,-1 3 1,0 2-1,-1 3 217,-1 0 0,3 0 1,3-1-1,1-2 70,-1-3 0,3-4 0,0-2 0,1-4-177,1-4 0,3-4 0,3-3 0,1-4-322,1-1 1,1-2-1,-1-1 1,0-5-285,0-3 1,1 0-1,-2-3 1,-1 1-442,0 2 1,-1-2 956,0 1 0,-1-22 0,-4-3 0</inkml:trace>
  <inkml:trace contextRef="#ctx0" brushRef="#br0" timeOffset="2414">306 306 8370,'-1'-4'-141,"0"0"430,-2 0 1,1 3 219,5-1 0,2 1 1,6 2-1,2 1-760,0 4 1,5-1 0,0 0 0,2 1 250,3-2 0,41-4 0,11-4 0</inkml:trace>
  <inkml:trace contextRef="#ctx0" brushRef="#br0" timeOffset="2981">744 339 8338,'-5'1'1602,"3"2"0,2-2-1403,2 2 1,3-2-1,3-1 1,0 0-392,1 0 1,0 0 0,2 0 191,3 0 0,42-11 0,11-3 0</inkml:trace>
  <inkml:trace contextRef="#ctx0" brushRef="#br0" timeOffset="3713">1157 224 7620,'-6'-8'1340,"2"2"-1080,0 0 0,2 4-70,5-4 0,1 1 0,5-3 131,-1 3 0,3 1 0,0 4 0,-1 0-144,-1 0 0,0 0 0,1 1 1,-1 1-254,-2 1 0,-1 6 0,-1-1 0,-2 2-200,-2 2 0,-1 0 1,-1 3-1,-2-2-163,-2 2 0,-6 1 0,0-1 1,-1 0 339,0-1 1,-2-4 0,3 0 0,1-3 592,1-1 1,3-4-214,1 0 1,3-2-1,0-1 1,5-3-151,5-1 0,0 3 0,4 0 0,-1 1-57,0 1 0,3 0 0,-2 1 0,0 1 250,0 4 0,-2 1 1,-4 2-1,-1 0-122,-1 2 0,-2 1 1,-3 2-1,-2 0-221,-6 1 0,-3 0 1,-5 2-1,-2-1-486,-3 1 1,1-4 504,-1-2 0,7-2 0,-1-1 0</inkml:trace>
  <inkml:trace contextRef="#ctx0" brushRef="#br0" timeOffset="4314">1495 67 7951,'8'0'506,"1"1"1,0 2 0,2 6-171,3 4 1,1 3 0,2 3 0,-1 4 67,1 4 0,-2 2 1,-1 4-1,-4 0-175,-3 0 1,-4 3 0,-5 0 0,-3-1-322,-6-1 1,-4-2 0,-2-1 0,-2-3-480,0-2 0,-3-4 571,3-8 0,-19 1 0,-1-2 0</inkml:trace>
  <inkml:trace contextRef="#ctx0" brushRef="#br0" timeOffset="4931">2040 67 8234,'-5'-8'0,"2"-1"302,-1 1 1,0 0 6,-5 0 0,1 4 0,1 4 0,0 4-110,2 4 1,-2 5 0,-3 2 0,-1 5-61,1 4 0,1 0 0,1 5 0,0 1-79,3-1 1,-2 5 0,5 5 0,0 1-127,1 1 1,2 2 0,2 0 0,3 2-168,4 0 1,3-5 0,3-3 232,1-4 0,33-42 0,7-12 0</inkml:trace>
  <inkml:trace contextRef="#ctx0" brushRef="#br0" timeOffset="5464">2370 108 8260,'0'-8'156,"0"0"1,-3 3 345,-3 2 0,-1 6 1,-1 3-1,-1 5-464,1 2 0,-1 7 0,-1 2 0,-2 1 93,-1 2 1,3 3-1,-1 1 1,1 2 181,-1 3 0,2 2 1,-1-1-1,2 0 53,3-3 1,3-3 0,0-6 0,3-3-462,2-3 1,6-10 0,0-1 0,3-6-152,3-6 0,0-3 0,2-8 0,-1 1-476,1-1 0,-4 1 0,-2-1 0,-2 1-1385,-1-1 2107,0 1 0,-21-23 0,-7-5 0</inkml:trace>
  <inkml:trace contextRef="#ctx0" brushRef="#br0" timeOffset="5596">2147 298 8260,'-5'-5'262,"0"2"269,2-1 1,1 3 0,5-2-1,4 2-536,6 1 1,2 0 4,10 0 0,-13-3 0,3-2 0</inkml:trace>
  <inkml:trace contextRef="#ctx0" brushRef="#br0" timeOffset="6064">2577 348 8368,'-5'0'2111,"9"0"1,7 0-2428,3 0 0,6 0 316,-1 0 0,41 0 0,7 0 0</inkml:trace>
  <inkml:trace contextRef="#ctx0" brushRef="#br0" timeOffset="7213">3361 92 8304,'4'4'65,"1"0"211,2 0 0,2-3 0,-1 5 0,1 1 121,2 3 0,-1 4 1,4 5-1,2 4-4,2 4 1,-3 2-1,0 4 1,-2 1 68,-3 2 1,-4-1 0,-4 2 0,-2-1-483,-6-4 0,-3 1 0,-9-3 0,-1-1 20,-3-1 0,-64-6 0,35-12 0,-1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9:27.5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7786,'4'8'886,"-1"1"1,4 2 0,3 4-412,2 3 1,2 4 0,3 6-1,2 2-292,3 2 0,1 1 1,-1-1-1,-2-3-290,-3-4 0,-1-5 0,-2-5 0,-2-2-869,-3-1 0,1-4-1167,-8-2 2143,1-5 0,-10-8 0,-2-7 0</inkml:trace>
  <inkml:trace contextRef="#ctx0" brushRef="#br0" timeOffset="266">240 9 9074,'-4'-5'277,"-2"3"0,2 2 0,-2 2 1,-1 5 72,-3 3 0,0 6 0,-4 7 1,0 4-314,1 3 0,-2 2 1,1 2-1,-1 2-286,2 2 1,-2 1 0,4-2-1,1-6-272,1-5 1,3-3 520,1-6 0,3-8 0,-2-2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9:49.0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46 202 8362,'-7'-5'-2,"-1"0"252,0-1 0,3 2 0,1-2 0,-1 0 39,1 0 0,2-5 1,0 0-1,2 0-200,2 0 1,3-3 0,3 1-1,3-1-133,2 1 1,2 2-1,2 4 1,2 2-137,1 3 0,-4 1 0,1 2 1,-4 5-28,-2 4 1,-2 7-1,-4 4 1,-3 2 86,-4 3 0,-3-1 0,-5 2 0,-3 0-8,-2-2 1,0-1 0,-1-2 0,-2-1 128,0-3 1,0-2 0,4-4 0,1-2 211,2-4 0,4-3 0,1-6-56,4-2 0,2-3 0,3-1 0,5-2-86,4 2 0,3 0 1,1 1-1,1 2 33,1 0 1,0 3 0,-2 3-1,-1 0 79,1 0 1,-4 4-1,-2 4 1,-2 4-5,-3 3 0,-1 1 1,-5 2-1,-3 3-164,-3 1 1,-5 1 0,-4 1-1,-1-2-271,-1-1 1,0-2 0,2-5-1,1-2-751,-1-4 0,4-1 1007,2-5 0,36-44 0,9-14 0</inkml:trace>
  <inkml:trace contextRef="#ctx0" brushRef="#br0" timeOffset="700">581 380 8508,'3'8'387,"-2"0"1,2 0-1,-3-1 55,-3 1 1,-2 4-1,-5 3-442,0 2 0,-52 15 0,-10 1 0</inkml:trace>
  <inkml:trace contextRef="#ctx0" brushRef="#br0" timeOffset="1400">945 1 8406,'8'0'344,"-1"0"0,-1 0 1,-2 2 48,-1 3 0,3 3 1,0 9-1,4 1-25,3 2 0,1 6 1,3 4-1,1 2-146,2 4 1,3 5 0,-1 0 0,-2-1-223,-5-3 0,-3-4 0,-4-5 0,-1-4-712,-2-3 0,-1-7-2542,-4-1 1508,0-7 1746,0-6 0,0-35 0,0-12 0</inkml:trace>
  <inkml:trace contextRef="#ctx0" brushRef="#br0" timeOffset="1650">1224 55 8261,'-8'0'-51,"0"0"0,3 0 0,0 0 0,-2 2 729,-2 3 1,-1 4 0,-4 10 0,-1 2-337,-2 4 0,-2 4 1,1 7-1,-3 2-307,-1 2 1,-1-1 0,3-2 0,1-3-381,0-2 0,5 0 1,0-7-1,4-3-871,3-3 1216,4-10 0,14-26 0,6-13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9:45.8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247 0 8619,'-2'5'273,"-1"0"1,-2-2 0,1 1 0,0 1 73,-2-1 1,2 2 0,-1 4 0,-2 3-116,-3 2 0,1 5 1,-4 3-1,-1 5-33,0 5 0,-2 0 1,1 3-1,0 1 39,2 1 1,-1 0 0,4-1 0,0-3-106,2-6 0,4-4 0,1-6 1,3-5-107,3-4 0,2-5 1,4-2-1,2-4-312,1-3 1,1-6 0,3-4-1,-1-3-299,1-1 1,-1 1-1,0-1 1,-1 1-1670,-1 0 2253,-4-3 0,-5-13 0,-5-6 0</inkml:trace>
  <inkml:trace contextRef="#ctx0" brushRef="#br0" timeOffset="150">15 186 8382,'-4'-3'32,"-2"1"1,3-3 220,1-1 0,6 2 0,3 2 1,5 0 592,3-1 0,4 2-846,2-1 0,49 18 0,14 6 0</inkml:trace>
  <inkml:trace contextRef="#ctx0" brushRef="#br0" timeOffset="2083">542 248 8248,'-3'-5'-269,"0"0"0,1 2 642,2-2 1,1 3-1,1 0-4,3 1 0,2-2 0,2 1 0,1 0-360,3 1 0,2 1 0,0 0-9,1 0 0,20 7 0,5 2 0</inkml:trace>
  <inkml:trace contextRef="#ctx0" brushRef="#br0" timeOffset="2266">549 356 8430,'-5'0'-282,"1"1"849,0 2 209,2-2 0,6 2 1,3-3-1,3 0-739,2 0 0,4 0-37,2 0 0,34-10 0,7-3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9:37.6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186 93 8125,'-5'-8'242,"0"1"1,-4-1 0,4 0-1,-2 0 427,-1 1 1,1-1 0,-1 0 0,0 0-242,0 1 0,-2 2 1,-1 0-1,0 2-537,-1 1 0,2 2 1,2 3-1,1 5 29,2 4 0,-2 3 0,3 1 1,0 2-297,1 3 1,2-2 0,2 0 0,2-1 0,2 0 0,2-3 0,1-5 1,3-2 151,2-3 0,-1-2 0,1-4 1,0-1 98,2-3 0,-2-5 0,-1-1 0,-1 0 15,-1 0 0,-2-3 0,-1 2 0,-2 0 47,-2 1 0,0 3 181,0 0 1,-1 5 0,-2 3 0,0 5-42,0 4 0,0 7 0,0 5 0,0 3-27,0 2 0,-2 6 0,-1-1 0,2 1 194,0 0 0,-2-1 0,0 1 0,-2 0 49,-1 2 0,0-4 0,-3-3 0,-1-2 111,0-2 1,-3 0 0,3-7 0,0-5-124,2-4 0,0-4 0,0-4 0,1-2-153,-1-5 1,0-3-1,0-5 1,1 0-104,-1-2 1,0-1 0,1-2 0,1 3-255,1 2 0,2 1 0,-1 2 0,1 0-343,1 2 0,1 1 1,2 2 570,2 0 0,22 1 0,8-1 0</inkml:trace>
  <inkml:trace contextRef="#ctx0" brushRef="#br0" timeOffset="282">349 16 8153,'-3'5'519,"0"1"-477,-2 2-42,4 0 0,-6 31 0,2 3 0</inkml:trace>
  <inkml:trace contextRef="#ctx0" brushRef="#br0" timeOffset="783">589 16 8177,'-1'-5'293,"-2"0"57,-2 2 1,1 0 0,-1 5-1,0 2-35,0 4 0,-3 6 0,2 1 0,0 6-133,-1 4 0,0 3 1,-2 6-1,0 2-68,-2 2 1,4 3 0,1 0-1,1 0-263,1-2 1,1-4 0,3-5 0,3-6-368,2-5 0,3-7 0,2-4 0,4-5 516,3-2 0,6-25 0,5-6 0</inkml:trace>
  <inkml:trace contextRef="#ctx0" brushRef="#br0" timeOffset="1133">829 62 8285,'-5'-2'1147,"0"-1"1,-1 0-580,-1 3 0,-1 4 0,1 2 0,1 4-486,1 6 1,0 3 0,-3 5 0,-1 2 58,-1 5 1,0 4 0,-2 4-1,1 2 25,2 0 1,-2 0 0,3-5-1,2-4-93,2-2 0,1-8 0,4-7 0,1-7-179,4-4 0,1-4 1,4-4-1,1-4-353,0-7 1,2-1 0,-2-4-1,0 0-298,-1 0 0,-3 3 0,-1-1 0,-1 2-1376,-1 0 2133,-3 1 0,-19-15 0,-9-2 0</inkml:trace>
  <inkml:trace contextRef="#ctx0" brushRef="#br0" timeOffset="1247">651 225 9134,'8'4'464,"3"-1"1,45 4-1,16 2 1</inkml:trace>
  <inkml:trace contextRef="#ctx0" brushRef="#br0" timeOffset="1533">968 47 8285,'7'1'0,"-1"0"694,-1 2 0,1 3 0,1-1 0,1 4-92,0 4 0,0 1 1,2 9-1,0 5-193,0 4 0,-4 4 1,-2 4-1,-1 3-228,-4 0 0,-3-4 0,-4 0 0,-3-6-852,-2-3 0,1-4 1,-1-4 670,0-4 0,-36-17 0,-10-11 0</inkml:trace>
  <inkml:trace contextRef="#ctx0" brushRef="#br0" timeOffset="2081">1371 264 8609,'-3'0'1949,"3"0"-1692,7 0 0,2 0 1,4 0-1,1 0-691,0 0 1,2 0 0,-1 0 433,1 0 0,6 10 0,2 3 0</inkml:trace>
  <inkml:trace contextRef="#ctx0" brushRef="#br0" timeOffset="2247">1379 395 8285,'-8'0'1716,"4"-1"-1203,1-1 1,4 1 0,3-3 0,5 2-533,2-1 19,5 1 0,59-5 0,17-2 0</inkml:trace>
  <inkml:trace contextRef="#ctx0" brushRef="#br0" timeOffset="2714">1944 217 8242,'-8'-3'0,"0"-2"120,-3 1 0,3 1 0,-2 3 0,1 0 752,1 0 1,0 7 0,-2 6 0,-1 6-528,-1 4 1,2 3-1,0 3 1,2 2-167,0 2 1,3-1 0,4 2 0,3-3-187,6-3 1,7-5 0,5-6 0,2-6-702,-1-6 1,1-5 0,-1-6-1,0-7 205,0-6 0,-3-4 1,-4-3-1,-3-2 109,-3-3 0,1 0 1,-6-2-1,-2-1 227,0 2 0,-2 1 0,-1 2 0,-4 4 218,-4 4 0,1 5 1,-4 7-1,0 4-209,1 5 158,-3 3 0,7 43 0,-4 9 0</inkml:trace>
  <inkml:trace contextRef="#ctx0" brushRef="#br0" timeOffset="3264">2533 287 8242,'4'0'243,"0"1"1,-4 1 0,0 3-345,0 2 0,-1 2 1,-2 1-1,-2 3 112,-2 2 0,-4 1 1,-1 1-1,-1 1 255,0 0 1,0-3 0,-2-2 0,-1-3 36,1-1 0,3-5 0,2-2 1,3-5-163,2-4 0,3-5 0,1-4 0,2-1-297,5-1 1,0-4 0,3 2 0,1 0-83,3-1 0,2 4 0,0 0 0,1 3 143,-1 4 0,2 4 0,0 5 0,0 3 325,-2 6 1,-1 7 0,-4 5 0,-2 4-55,-2 1 1,-5 3-1,2 2 1,-3-2-1304,-3-2 1127,2-5 0,-2-12 0,3-7 0</inkml:trace>
  <inkml:trace contextRef="#ctx0" brushRef="#br0" timeOffset="3580">2819 163 8310,'0'5'610,"0"0"0,0 1 1,0 5-1,0 1-340,0 3 0,0 4 1,0 3-1,0 3-203,0 6 0,-2 0 1,-1 2-1,1-3-408,-2-1 1,3-7-1,-1-1 1,1-3-800,1-6 1140,0-6 0,3-37 0,2-12 0</inkml:trace>
  <inkml:trace contextRef="#ctx0" brushRef="#br0" timeOffset="3930">2850 178 7719,'4'-7'-556,"-2"0"0,2 1 635,-1 1 0,2 2 0,-1-1 0,0-1 26,2 1 0,-1 2 0,0-1 225,1-1 0,1 4 0,0-3-50,1 2 1,-3 1 0,0 1 0,-2 2 31,-1 2 0,1 5 1,0 3-1,-2 2-206,0 0 1,2 1-1,-1 2 1,0 3-235,-1 2 1,-1 0 0,0 0-1,0 0-334,0 0 1,-3 0 0,1-2 461,0 0 0,-12-14 0,-4-1 0</inkml:trace>
  <inkml:trace contextRef="#ctx0" brushRef="#br0" timeOffset="4047">2866 356 8270,'0'-7'-8,"1"-1"237,1 0 1,0 4 0,3 1 0,1 2-230,1 1 0,4 25 0,1 5 0</inkml:trace>
  <inkml:trace contextRef="#ctx0" brushRef="#br0" timeOffset="4130">2866 473 8246,'54'-8'0</inkml:trace>
  <inkml:trace contextRef="#ctx0" brushRef="#br0" timeOffset="4654">3114 85 8423,'-8'0'517,"0"0"0,3 0 76,0 0 0,4 0 0,2 0-664,6 0 0,4-2 1,4-1-1,1 2-1964,-1 0 2035,1 1 0,20-14 0,5-3 0</inkml:trace>
  <inkml:trace contextRef="#ctx0" brushRef="#br0" timeOffset="4897">3207 23 8383,'-8'0'-296,"3"0"0,0 1 499,-1 2 1,1-1-1,1 4 1,1 1-183,1 3 0,-2 3 0,2-2 1,0 1-300,1 2 1,1 3 0,-1 0 0,0-1-36,-2-3 1,0 0 0,3 2 0,-3-2 312,-2-3 0,1-2 0,-2-2-54,0-1 1,2-3 0,0 0 0,0-4 159,3-3 0,0-2 0,2-1 0,1 1 289,3 2 1,2-2 0,2 2 0,0-1-175,2 1 1,0-1 0,-2 3-1,2 1-83,-2 2 0,2 0-138,0 0 0,-11 27 0,-6 8 0</inkml:trace>
  <inkml:trace contextRef="#ctx0" brushRef="#br0" timeOffset="5097">3021 364 8383,'-7'-1'573,"2"-1"1,2 0 0,7-2 0,3-1-178,5 1 0,6 2 0,1-3 0,1 1-537,4 0 0,0-1 0,2-1 0,0 1-298,0-1 1,0 2-1,-4 0 1,-1-1-332,-3 1 1,-3 2 769,-2 0 0,-12-3 0,-6 1 0</inkml:trace>
  <inkml:trace contextRef="#ctx0" brushRef="#br0" timeOffset="5280">3315 271 8281,'-8'0'-180,"1"0"268,-1 0 1,3 0-1,0 0 186,-2 0 1,3 4 0,0 1 0,0 3-59,3 2 0,0 5 0,1 4 0,0 1 52,0 4 1,0 3 0,0 5 0,0 1-135,0 3 1,0 1-1,0 1 1,0-4-189,0-2 0,0 0 0,0-7 0,0-4-856,0-5 1,0-8 909,0-8 0,-17-41 0,-5-14 0</inkml:trace>
  <inkml:trace contextRef="#ctx0" brushRef="#br0" timeOffset="5397">3114 504 9583,'-5'0'608,"4"3"-608,2 2 0,31 6 0,10 1 0</inkml:trace>
  <inkml:trace contextRef="#ctx0" brushRef="#br0" timeOffset="5547">3509 628 8275,'0'-8'35,"24"-14"1,6-3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9:57.8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130 146 7623,'-5'0'3530,"2"0"-3478,6 0 0,4 0 0,5 0 1,-1 0-341,2 0 0,-3-2 0,4-2 1,-1 0-189,0 0 0,-2-2 0,0 3 476,-1-2 0,-9-12 0,-2-6 0</inkml:trace>
  <inkml:trace contextRef="#ctx0" brushRef="#br0" timeOffset="317">121 1 8209,'-3'5'-47,"0"1"58,1 1 1,1 3 0,1 3 0,0 1 37,0 4 0,4 1 0,2 6 0,2 2 83,0 3 0,0 5 1,-1 4-1,-3 1-29,0 0 0,-1-2 0,-3 1 0,0-1-23,0-2 1,-4-5 0,-2-3 0,-1-4 32,-2-4 1,-2-4-1,-1-4 1,2-4 42,0-3 0,2-3 0,-2-5 0,0-3-29,-2-1 0,1-6 1,2-1-1,2-2 46,1-2 0,-1 0 0,3-1 0,1 0 47,-1 3 0,1 0 0,3 3 0,0 1-340,0 0 1,1 3 0,2 4 0,3 2-447,1 1 1,5 1-1,0 1 1,0 0 565,1 0 0,36 26 0,8 8 0</inkml:trace>
  <inkml:trace contextRef="#ctx0" brushRef="#br0" timeOffset="565">396 429 8209,'3'-4'518,"2"-3"0,4 4 200,-1 1 0,-2-2 1,0 2-338,0 0 0,1 2 0,0 2 0,-3 1-247,0 2 1,-1-2-1,-2 3 1,1 0-254,1 2 1,-1 3 0,-4 1-1,-2-1-542,-1 2 1,0-4-1,-4 4 1,0-2 660,1 0 0,-12 1 0,-3-4 0</inkml:trace>
  <inkml:trace contextRef="#ctx0" brushRef="#br0" timeOffset="1033">661 189 8209,'-8'0'0,"-1"-1"0,1-1 714,-1 0 1,3-1 0,2 2-122,0-2 0,2 2 0,6-3 0,3 1-607,4 0 0,4 0 0,0 1 0,3-1-170,2 1 1,0-2-1,-2 1 1,-1 1-122,0 1 0,-1 1 0,-1 0 0,-1 0 89,-2 0 1,-3 4 0,-5 2 0,0 2 471,-2 0 0,-1 2 0,-2 1 1,-2 3 488,-2 3 0,-3 3 0,-1 1 0,1 0-106,-1 3 1,1 1 0,-1 1 0,0 0-276,1-1 0,2 0 1,1-2-1,2-3-306,1-2 0,2-2 0,3-1 0,2-4-1551,3-2 0,4-4 1493,3-2 0,27-25 0,9-6 0</inkml:trace>
  <inkml:trace contextRef="#ctx0" brushRef="#br0" timeOffset="1147">1133 515 8126,'0'9'-16,"0"-1"451,0 1 1,0-1-436,0 1 0,4-8 0,1-2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0:03.415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87 232 7863,'-9'0'33,"1"0"1,-1 0 1246,0 0 1,4 0-636,-1 0 0,1-1 0,0-2-480,2-3 0,2-1 0,1-2 0,0 0-149,0 1 1,4-1 0,2 1 0,5-1-174,3 0 0,-1 4 0,2 0 0,-1 1-82,-1 2 1,3 1 0,-2 2 0,-1 2-7,-1 3 1,-4 5-1,-2 4 1,-3 2 146,-2 3 0,-2-1 1,-2 4-1,-4 0-60,-3-2 1,-4 6 0,-3-3 0,0-1 117,0-1 1,0-2 0,0-4-1,0-3 522,3-4-54,2-1 0,8-10 0,5 0-321,6-2 1,3-3 0,4 4-1,1 1 18,-2-2 0,2 3 0,-3-1 1,-2 4-53,0 3 1,-2 3 0,0 2 0,-2 1 38,-4 3 0,-2 4 0,-2 1 0,-5 2-24,-4 0 1,-2-1 0,-4 2 0,-1-1-537,-2-2 1,3 1-1,-1-2 1,3-6 447,3-4 0,8-35 0,5-11 0</inkml:trace>
  <inkml:trace contextRef="#ctx0" brushRef="#br0" timeOffset="565">396 343 8124,'0'-5'4323,"0"3"-4092,0 4 1,0 3 0,0 4 0,0-1-289,0 1 0,2-1 0,2 1 0,1-1-693,2-3 0,0 3 0,2-3 0,0 0-93,3-3 1,-2-1 0,4-1 0,-2 0 744,-2 0 0,3-1 0,-2 0 0,0-3-72,-2-1 1,-3 2-1,-1-3 506,-1 0 0,-2 2 0,-5 1 466,-3 2 1,-3 4 0,-1 1-1,-2 1-230,2 1 1,-1 6 0,1 1 0,-1 1-220,0 1 0,2-1 1,1 3-1,1 1 149,2 2 1,2-2 0,-2 2-1,1-3-297,2-2 1,2 0-1,3-4 1,3-1-530,1-3 1,7-4 0,2-3 323,3 0 0,39-30 0,7-8 0</inkml:trace>
  <inkml:trace contextRef="#ctx0" brushRef="#br0" timeOffset="1248">876 172 8199,'-6'-5'236,"1"1"421,2 0 0,0 4 1,4 0-290,1 5 1,4 6-1,6 4 1,2 2-8,2 3 0,4 5 0,1 4 0,2 3-157,4 3 0,-2 0 0,4 5 1,-3 0-232,-3-1 0,-3-4 1,-6-7-1,-3-2-804,-1-3 0,-3-3-238,-1-6 1,-2-6 0,-4-8 1068,0-5 0,-4-14 0,-1-4 0</inkml:trace>
  <inkml:trace contextRef="#ctx0" brushRef="#br0" timeOffset="1481">1176 206 8189,'-9'-5'535,"4"1"1,-1 4-1,-1 1-62,0 2 1,-2 3 0,1 6 0,-2 5-220,-1 5 1,-1 5-1,-4 4 1,-3 7-147,-2 3 1,1 2 0,-2 3 0,0 2-70,0 0 0,4-6 0,1-6 0,5-7-824,6-6 785,2-11 0,15-28 0,4-12 0</inkml:trace>
  <inkml:trace contextRef="#ctx0" brushRef="#br0" timeOffset="2135">1648 386 7853,'0'6'215,"0"0"221,0 0 1,-3 2 0,-1 1 0,0 2-251,0 0 0,-2 4 0,-1-1 1,-2 0-172,-3 0 1,-2 1 0,1 2 0,1-1-45,0-2 0,-3-1 0,4-6 0,0-1-51,2-3 0,0-2 0,2-3 0,1-4-44,3-5 1,2-4 0,1-4 0,2-1-4,4-2 0,0 0 0,6 0 1,0 0-56,3 0 1,1 4 0,2 1 0,1 4 167,1 4 0,4 4 0,-1 3 1,1 5 304,-2 6 0,-2 7 0,-5 8 0,-5 3-4,-3 5 1,-3-2 0,-4 1 0,-1-1-342,-2 1 1,-3-4 53,-5 2 0,5-10 0,-2-3 0</inkml:trace>
  <inkml:trace contextRef="#ctx0" brushRef="#br0" timeOffset="2698">2077 309 8081,'-5'-6'744,"2"0"1,3 5 0,3-2 0,4 1-511,3-1 1,4 2-1,5-3 1,3 0-283,3-1 1,-1 0 0,5-1 0,0-1-428,0 0 1,-4 1-1,-3 0 1,-2 1-1287,-4 0 1761,-2 1 0,-32 16 0,-7 2 0</inkml:trace>
  <inkml:trace contextRef="#ctx0" brushRef="#br0" timeOffset="2931">2265 120 8226,'-8'6'151,"-1"0"1,1-1 141,-1 0 0,3 7 1,1-1-1,-2 5-85,-1 4 1,1 3-1,0 6 1,1 2-99,0 2 0,-2 2 0,-1-1 0,2 0-14,1 1 0,-4 0 0,1 0 1,-1 0-90,1-1 1,0-7-1,2-1 1,0-5 38,1-3 1,5-8-47,1-4 0,19-62 0,9-15 0</inkml:trace>
  <inkml:trace contextRef="#ctx0" brushRef="#br0" timeOffset="3081">2154 480 8226,'4'-8'429,"1"-1"0,1 4 1,2 4-1,1 2 299,1 5 0,3 6 0,1 2 0,4 2-530,2 1 1,-2 4-1,3 1 1,0 1-254,1 0 1,0-4 0,0 0 54,-1-4 0,26-18 0,3-7 0</inkml:trace>
  <inkml:trace contextRef="#ctx0" brushRef="#br0" timeOffset="3618">2857 146 8126,'0'-9'-173,"0"4"1,0-1 957,0-1 0,0 4 0,0 3-479,0 5 0,0 7 1,0 3-1,0 4-48,0 4 0,0 2 1,0 4-1,0 3-67,0 1 0,-3 5 0,0 1 0,1 1-162,2 0 0,-3 1 1,-1 2-1,0-2-359,0-5 0,-1-10 0,2-4 0,1-6-842,1-5 0,-3-6 0,-2-6 1172,-1-6 0,-6-17 0,0-8 0</inkml:trace>
  <inkml:trace contextRef="#ctx0" brushRef="#br0" timeOffset="3764">2660 446 8126,'0'-5'922,"0"2"1,0 7-726,0 5 0,0-1 0,0 5 0,0-1-422,0 3 1,4-2 224,1 1 0,22 12 0,5 5 0</inkml:trace>
  <inkml:trace contextRef="#ctx0" brushRef="#br0" timeOffset="3898">3003 506 8126,'0'10'-37,"1"0"97,2 2-60,-2-1 0,10-14 0,-1-3 0</inkml:trace>
  <inkml:trace contextRef="#ctx0" brushRef="#br0" timeOffset="4581">3397 129 8175,'0'-6'1665,"0"0"-1179,-3 1 0,1 1 1,-3 5-386,1 6 1,0 7 0,2 6-1,-1 4-78,-2 3 0,2 4 1,-2 3-1,0 2 86,1 4 0,-1 0 0,-2 6 1,2-2-75,-2-1 1,3-6 0,1-5 0,2-7-854,1-6 0,0-6 0,0-10-1043,0-6 1861,4-7 0,8-64 0,7-20 0</inkml:trace>
  <inkml:trace contextRef="#ctx0" brushRef="#br0" timeOffset="4881">3406 172 8161,'5'-1'0,"-1"-1"0,-1-2 247,3-1 0,-1 3 1,1-1-1,0 2-83,2 1 0,0 0 0,0 1 0,-1 2-498,-1 3 0,-2-1 0,3 0 0,-2 2 74,-1 1 0,-2 0 1,-2 1-1,-1 0 24,-1-1 0,0 1 1,-4-1-1,-1 1 236,0-1 0,-2-2 0,0-1 0,2 0 0,1-1 0,-1-2-402,1 1 1404,-2-2-407,3-1 0,5 0-509,6 0 1,-1 0 0,0 1-661,-2 2 574,4-2 0,6 3 0,5-4 0</inkml:trace>
  <inkml:trace contextRef="#ctx0" brushRef="#br0" timeOffset="5098">3638 112 8466,'-4'-5'1941,"-1"-1"-1650,-4 6 0,5-1 1,0 8-1,1 1-477,0 3 1,0 0 0,3-1 0,0 0-1561,0 2 1746,0-1 0,4-2 0,1-1 0</inkml:trace>
  <inkml:trace contextRef="#ctx0" brushRef="#br0" timeOffset="5433">3655 60 7667,'5'-7'0,"1"0"-298,1 1 0,0 1 0,2-1 0,0 1 283,-1 1 0,1-2 0,-1 4 1,1-1 21,0-1 0,-1 3 0,1-2 329,-1 2 0,-2 1-114,0 0 1,-3 0-1,1 1 24,0 2 1,-1 2 0,-3 4-1,0 2-79,0 0 0,0 4 1,0 1-1,0 2-8,0 2 1,0 6 0,0 1 0,1 4 100,2 4 0,-2 0 1,2 6-1,-2 2 84,-1 2 1,0 3-1,0-2 1,0-2-162,0-3 0,0-7 1,0-5-1,0-4-1011,0-5 310,0-4 0,0-15 1,-1-5-1,-2-6-1984,-3-4 2502,-2-2 0,-8-47 0,-2-11 0</inkml:trace>
  <inkml:trace contextRef="#ctx0" brushRef="#br0" timeOffset="5564">3672 163 8493,'1'-5'-313,"2"2"0,13 22 1,7 4-1</inkml:trace>
  <inkml:trace contextRef="#ctx0" brushRef="#br0" timeOffset="5849">3526 326 7283,'-8'0'1703,"4"3"-1839,4 0 0,1 0 0,4-3 0,2 0-356,1 0 1,-3 0-1,1-1 1,1-1 331,0-1 1,2 0-1,-1 2 160,-3-2 0,3 2 0,-22 9 0,-2 6 0</inkml:trace>
  <inkml:trace contextRef="#ctx0" brushRef="#br0" timeOffset="6233">3526 377 8174,'-8'5'760,"3"3"1,2-7-738,6 2 0,2-2 0,3-2 1,1-1-152,-1-1 1,-2-1-1,0 2-61,0-1 0,2 0-62,1 3 1,-4 0 76,1 0 0,-4 1 51,1 2 1,-2-1 0,-2 3 0,-1 0 115,-1 0 1,-4-3-1,3 4 1,-2 0 137,0-1 1,3 2-1,-2-2 1,-1 1 158,1-1 1,-3 1-165,3 3 0,0-2 1,0 0-1,0-2 291,1-1 1,2-1-49,-1 0 1,1-2-290,-1 2-763,2-2 575,-3 3 1,4 1 48,0 3 0,-1-2 0,-1 0-62,-4 0 1,1 1-1,0 0 1,1-3-1283,-1 0 1403,3-1 0,-6-14 0,3-4 0</inkml:trace>
  <inkml:trace contextRef="#ctx0" brushRef="#br0" timeOffset="6346">3552 489 8174,'8'0'170,"4"0"1,-1 0-1,1 1 139,0 2 0,-1-1 0,2 3 0,0 2-88,1 1 1,0-3-222,3 1 0,-7-4 0,-3 2 0</inkml:trace>
  <inkml:trace contextRef="#ctx0" brushRef="#br0" timeOffset="7114">4238 26 8358,'0'-9'252,"0"1"0,1 3 381,2 2 1,-2 3 0,2 4 0,-3 3-450,-3 4 1,-2 7 0,-4 0 0,1 3-338,-1 3 1,-2 5-1,-2 2 1,-1 2-123,-4 2 0,0 0 0,-5 1 1,-1 2-61,-1 1 1,4-4 0,1-4-1,5-8-633,4-7 0,6-9 706,5-10 0,5-6 1,6-9-1,4-2 262,1-3 0,0 0 0,-1 0 0,-1 3 0,-2 2 0,2 0 0,-2 2 0,-2 2 11,0 3 1,-2 6 0,0 7 416,-2 8 1,-3 5 0,-3 10-1,-1 3 100,-1 1 0,0 3 0,-3 1 0,0 0-456,0-2 0,3-1 0,-3 2 0,0-3-159,0-3 1,3-5 0,-1-4 86,2-4 0,21-53 0,3-14 0</inkml:trace>
  <inkml:trace contextRef="#ctx0" brushRef="#br0" timeOffset="7697">4461 77 8266,'-12'9'-162,"1"-3"0,-2-1 1,-1 3-41,1 2 0,2 1 1,-3 2-1,1 1 264,0-1 1,2 0 0,0 2 0,2-4-23,3-1 0,3-5 1,4 0 29,1-1 1,3-1 0,5-3 0,0-1 91,2-2 1,0 1-1,-1-3 1,0 0-48,-1 1 1,0 2-1,-2-2 1,-2 1-75,0 0 1,-3 0 0,2 4-196,-2 2 0,0 2 0,-4 4 0,-1-1-102,0 1 1,-5-1-1,0 2 1,-2 0 101,-3 2 0,1-1 0,2-2 0,1-1 272,-1 1-37,4-4 1,2-2 0,6-3 0,4 0 4,3 0 0,0-2 0,1-1 0,-1 0-58,-1-1 1,-1 3 0,1-2 66,-1 2 1,-2 2-1,-1 2 1,-1 3 152,-3 1 1,0 3 0,-1 1 0,0 3-3,0-1 1,0 3-1,-1-1 1,0 1-70,-2 1 1,0 0-1,3-1 1,0 0-187,0-2 0,0 0 0,0 2 0,-1 0-93,-2-2 0,2-1 1,-2 2-1,2-4-126,1-2 0,-1-1 0,-2-2-436,-2-3 0,0-2 1,-1-1 663,0 0 0,-33-38 0,-7-10 0</inkml:trace>
  <inkml:trace contextRef="#ctx0" brushRef="#br0" timeOffset="7831">4272 472 8163,'-8'0'165,"3"1"-80,2 2 0,2 1 0,2 5 1,1 0-333,1-1 1,4 1 0,-2-1 246,3 1 0,54-16 0,13-3 0</inkml:trace>
  <inkml:trace contextRef="#ctx0" brushRef="#br0" timeOffset="7947">4564 480 8308,'5'4'868,"1"1"-191,-3 4 0,1-1 1,-2 1-409,1-1 1,0 1-270,-3-1 0,7-10 0,3-4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0:12.445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9 258 8045,'0'-5'760,"0"2"0,0 6 1,0 3-521,0 1 0,0 7 0,0 2 0,0 4-228,0 2 1,0 2-1,0 3 1,-1 3-361,-2 0 1,2-1 0,-2 1 0,2-1 347,1-4 0,4-11 0,1-6 0</inkml:trace>
  <inkml:trace contextRef="#ctx0" brushRef="#br0" timeOffset="151">120 361 8184,'9'-6'-13,"0"0"0,-1 4 0,1 0 0,0 1 138,3 1 0,-2 0 1,3 0-1,0 0-460,-3 0 0,3 2 1,-2 1 334,0-1 0,2 7 0,0 0 0</inkml:trace>
  <inkml:trace contextRef="#ctx0" brushRef="#br0" timeOffset="301">180 481 8184,'0'5'829,"1"-2"1,1-2-810,1 2 0,4-2 0,-1 3-20,5 0 0,37-3 0,12 3 0</inkml:trace>
  <inkml:trace contextRef="#ctx0" brushRef="#br0" timeOffset="617">549 292 8610,'4'-8'796,"-2"3"0,4 2-543,0 2 1,2 1 0,1 0 0,-1 0-518,1 0 1,2 0 0,1-1 0,-2-1-285,0-1 0,-2 0 1,1 3-1,-1-1-303,1-1 1,-3 0 850,-1-4 0,-10-19 0,-1-7 0</inkml:trace>
  <inkml:trace contextRef="#ctx0" brushRef="#br0" timeOffset="886">652 146 8157,'-8'-4'5,"-1"1"0,3 1 1,1 0 87,-2-1 0,3 5 0,1 6 0,2 4-51,1 4 1,0 0-1,0 6 1,0 0-55,0 0 1,0 4-1,0 3 1,0 2 25,0 1 0,0-2 0,0-1 1,-1-1-30,-2-2 0,2 1 0,-5-6 0,-2-2 99,-2-4 1,-1-5 0,-2-2 0,1-2 153,1-4 0,-1-4 0,0-4 0,3-3 253,2-2 0,0-3 0,4-2 0,2 1-14,0 1 1,1 0-1,0-1 1,1 2-251,1 0 1,3 2 0,5 3 0,0 2-466,2 0 1,2 1 0,-2-1 0,1 3-1565,-1-1 1802,3 3 0,25-7 0,11 3 0</inkml:trace>
  <inkml:trace contextRef="#ctx0" brushRef="#br0" timeOffset="1067">772 155 8164,'0'8'911,"-1"1"-588,-2 0 1,2-1 0,-1 1 0,1 0-715,1 3 1,0-3 0,0 4 0,0-2 390,0 1 0,0 10 0,0 1 0</inkml:trace>
  <inkml:trace contextRef="#ctx0" brushRef="#br0" timeOffset="1334">875 1 8310,'6'0'339,"0"3"0,-2 5 0,3 4 0,-2 4 78,-1 5 1,1 4-1,-2 12 1,0 3 21,1 5 0,-3 8 1,2 3-1,-2 2-140,-1 3 0,-4-2 0,-2-3 0,-2-1-397,0-5 1,-1 0 0,2-8-1,0-7-1194,1-7 1292,4-10 0,-5-33 0,2-9 0</inkml:trace>
  <inkml:trace contextRef="#ctx0" brushRef="#br0" timeOffset="1516">1244 695 8253,'0'5'0,"0"-1"0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0:37.3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1 314 9436,'0'0'497,"0"0"1,8 0 0,1-1 0,1-1 0,2 0-857,0 0 1,3-1 0,0 0 0,2 0 358,-1 0 0,12-13 0,2 1 0</inkml:trace>
  <inkml:trace contextRef="#ctx0" brushRef="#br0" timeOffset="300">137 228 8255,'-3'7'-15,"0"1"1,-3 1 0,2 1 10,-2 1 1,3 1-1,1 2 1,0 1 103,0-1 1,1 1 0,-2 2 0,2 2-241,-2 1 1,3 2 0,-4-1 0,1 1-57,-2-1 0,-1 1 0,-1-1 0,0 0-31,0-2 0,-1-2 1,1-3-1,1-2 227,1-3 0,-1-3 0,1-1 0,1-4 0,0 1 0,1-4-29,1-2 1,2 0-1,0-1 191,0-1 1,0 2-1,0 0 491,0-2 1,2 2 0,1 0 0,1 1-132,2 1 1,0-1 0,2 0 0,1 0-433,3 0 0,2-2-90,0 2 0,-3-2 0,0 1 0</inkml:trace>
  <inkml:trace contextRef="#ctx0" brushRef="#br0" timeOffset="702">288 6 8493,'4'-3'1273,"0"2"1,-3-1-1,2 5-1057,1 4 0,1 0 0,2 3 1,1 1-432,2 1 0,0-1 215,2 1 0,27-4 0,4 3 0</inkml:trace>
  <inkml:trace contextRef="#ctx0" brushRef="#br0" timeOffset="833">545 13 8378,'-5'-2'-2,"1"-1"188,-2 2 1,0 0-1,-1 1 179,-1 0 1,0 3 0,0 2-1,-3 2-833,0 3 1,-1 2 467,-2 4 0,-29 28 0,-7 9 0</inkml:trace>
  <inkml:trace contextRef="#ctx0" brushRef="#br0" timeOffset="1017">259 221 8376,'0'7'-133,"0"-2"0,0-1 1,0 3 827,0 1 0,2 1 0,2 3 0,-1 2-387,3 1 1,0 1-1,2 0 1,1-1-858,1 0 1,-1-2-1,-1-1 1,1-3-2128,0-4 2676,-2-1 0,-7-23 0,-4-5 0</inkml:trace>
  <inkml:trace contextRef="#ctx0" brushRef="#br0" timeOffset="1267">288 264 8371,'0'-8'0,"0"1"0,0 0 298,3 0 1,4 2 0,5 0 0,2 1-215,3 0 1,2-3 0,5 2 0,3-3-201,3-2 1,-1 1 0,-1 2 0,-3 0 29,-3 2 1,-4 0 0,-2 2-1,-3 2 7,-3 0 0,-6 2 1,-1 1-1,-2 3 100,-1 1 1,0 4 0,-1 0 0,-2 1 145,-1 2 1,0 1 0,-1 0 0,-1 0-432,0 1 0,-4-1 0,0 0 1,0 0-577,-1 1 1,-1-4 839,3-2 0,-13-7 0,-1-3 0</inkml:trace>
  <inkml:trace contextRef="#ctx0" brushRef="#br0" timeOffset="1400">445 206 8192,'4'-3'-494,"-1"3"779,-3 0 0,0 4 0,0 6 0,0 2-452,0 1 0,-2 1 0,-1 1 167,2 2 0,-6 14 0,-1 7 0</inkml:trace>
  <inkml:trace contextRef="#ctx0" brushRef="#br0" timeOffset="1550">359 349 8304,'0'-7'-11,"0"0"0,1 1 1,0 0 163,2 1 1,3 3 0,1-2 0,1 1-74,1 1 0,1 1 1,1 1-1,-1 0-1022,0 0 1,2 1 941,-2 2 0,-10 13 0,-5 7 0</inkml:trace>
  <inkml:trace contextRef="#ctx0" brushRef="#br0" timeOffset="1683">359 407 8010,'0'-5'53,"1"1"0,1 0 306,3 0 1,2 2 0,3 0-1,2 1-359,1 1 0,17 6 0,5 2 0</inkml:trace>
  <inkml:trace contextRef="#ctx0" brushRef="#br0" timeOffset="1917">338 593 8304,'-4'3'424,"1"2"0,0 1 0,1 2 0,0 1-180,1 3 0,1 2 0,0 1 1,0 1-162,0 1 1,0-1 0,0-1 0,1-2-810,2-1 0,-2-2 1,4-6 725,0-1 0,-5-28 0,0-7 0</inkml:trace>
  <inkml:trace contextRef="#ctx0" brushRef="#br0" timeOffset="2133">431 543 8304,'4'-5'0,"1"1"0,1 0 4,0 0 0,1 1 1,0-1-1,1 1 29,2 2 0,-2-2 1,1 0-1,-1 2-122,0 0 1,-2 2-1,-1 1 1,-1 3 160,0 1 1,0 4 0,-1 2-1,-2-1-95,0 1 0,-1 0 1,-1 3-1,-1-1-746,-3 0 769,2-3 0,-26 9 0,-2-1 0</inkml:trace>
  <inkml:trace contextRef="#ctx0" brushRef="#br0" timeOffset="2266">402 643 8192,'1'-7'-365,"0"-1"249,2 1 1,2 3 0,1 1 0,2 1 299,1-1 0,1 1 1,-3 3-185,0 1 0,0 21 0,1 8 0</inkml:trace>
  <inkml:trace contextRef="#ctx0" brushRef="#br0" timeOffset="2366">423 707 8192,'-7'4'-382,"3"0"1,3-2 381,2 0 0,51-9 0,15-5 0</inkml:trace>
  <inkml:trace contextRef="#ctx0" brushRef="#br0" timeOffset="2885">796 285 8270,'0'-5'106,"-1"0"340,-2 0 0,3-1-86,0 2 1,4 0-1,3 2 1,0 0-1060,0 0 0,3 4 699,-1 0 0,10 29 0,0 5 0</inkml:trace>
  <inkml:trace contextRef="#ctx0" brushRef="#br0" timeOffset="3033">796 457 8270,'-5'0'270,"1"-1"15,1-1 0,0 0 1,4-3-305,1 0 1,2 1 0,4 0 0,-1 0 18,3 0 0,14 5 0,6 0 0</inkml:trace>
  <inkml:trace contextRef="#ctx0" brushRef="#br0" timeOffset="3183">803 657 8324,'4'-7'278,"2"0"0,4-1-278,4-2 0,49-61 0,-22 26 0,0 0 0</inkml:trace>
  <inkml:trace contextRef="#ctx0" brushRef="#br0" timeOffset="3400">967 199 8292,'0'-7'0,"0"0"41,0 0 0,3 0 0,0-1 0,2 1 506,3 0 1,2 0 0,5 1 0,2 0-792,2 1 1,2 0 0,2-2 0,1 0-276,-1 0 1,-1 0 0,-4 0 518,-4 3 0,-6-6 0,-5 2 0</inkml:trace>
  <inkml:trace contextRef="#ctx0" brushRef="#br0" timeOffset="3583">1039 192 8437,'-10'14'0,"1"1"0,-1 2 294,0 2 0,2 5 0,-2 3 0,0 3 70,0 4 1,1 1 0,2 1 0,0 2-365,-1 0 1,2-2 0,1-5 0,3-5-873,1-6 872,1-5 0,10-18 0,2-5 0</inkml:trace>
  <inkml:trace contextRef="#ctx0" brushRef="#br0" timeOffset="3719">1017 349 8437,'0'-7'498,"0"2"-556,0 1 0,1 2 0,1 0 58,3 1 0,21 4 0,5 1 0</inkml:trace>
  <inkml:trace contextRef="#ctx0" brushRef="#br0" timeOffset="4017">1067 478 8396,'0'7'66,"0"0"0,-2-2 1,0 0-1,-1 0 138,0-1 1,1 2-1,-2-1 1,-2 1-70,0 1 0,1-2 1,0-1-1,0-1-23,-2-1 1,3-1 0,-1-2-188,-1-1 0,3-3 1,1-4-1,2-1-72,2 2 0,3-3 1,4 2-1,1 0 87,1 1 0,-1 2 0,1 1 0,0 3-3,0 1 0,-2 1 0,0 0 0,-1 0-21,-1 0 1,0 3 0,-3 3 0,-1 2-102,-2 1 1,-2 3-1,-2-2 1,-1-2-384,-3 0 0,-1-1 568,-1 1 0,-15-20 0,-6-5 0</inkml:trace>
  <inkml:trace contextRef="#ctx0" brushRef="#br0" timeOffset="4284">1024 42 8336,'5'-3'0,"0"1"48,1 0 0,0 2 0,1 0 1,1 4 391,2 3 0,1 7 0,3 8 0,0 7-88,1 6 0,2 5 0,2 8 0,2 5-120,0 2 1,0-1-1,-2-2 1,-1-5-220,-1-7 1,-2-4 0,1-9 0,-3-3-94,-4-5 0,-1-6 0,-1-4 1,1-1-815,-1-4 338,-3-1 1,-1-6 0,-3-2 0,0-4 555,0-3 0,-19-49 0,-5-13 0</inkml:trace>
  <inkml:trace contextRef="#ctx0" brushRef="#br0" timeOffset="4416">1275 328 8280,'-7'7'188,"0"0"1,-1 1-1,1 2 1,-1 2 270,-1 4 1,0 3 0,-3 3 0,-1 2-797,0 2 0,-1 2 0,0-1 337,2-3 0,-1-1 0,1-4 0</inkml:trace>
  <inkml:trace contextRef="#ctx0" brushRef="#br0" timeOffset="4549">1289 156 8293,'4'3'-177,"9"11"0,-1 5 0</inkml:trace>
  <inkml:trace contextRef="#ctx0" brushRef="#br0" timeOffset="5002">1661 142 9328,'11'0'740,"-3"0"1,4 0-1,1-1-1204,0-1 1,4 0-1,1-2 464,0 1 0,7-15 0,5-2 0</inkml:trace>
  <inkml:trace contextRef="#ctx0" brushRef="#br0" timeOffset="5166">1783 56 8402,'-3'10'-154,"1"-1"1,-2 3-1,1 2 68,1 1 1,-1 1-1,1 3 1,0 2-74,1 2 1,1-3-1,0 1 159,0 0 0,-9 13 0,-3 3 0</inkml:trace>
  <inkml:trace contextRef="#ctx0" brushRef="#br0" timeOffset="5316">1640 271 8394,'5'-7'0,"-1"0"0,2 2 60,0 0 1,2 3 0,2-1 0,2 1-54,1-1 1,5 0 0,0 2 0,1-3-1103,0 0 1095,0 3 0,6 4 0,0 5 0</inkml:trace>
  <inkml:trace contextRef="#ctx0" brushRef="#br0" timeOffset="6066">1511 428 8394,'-7'0'0,"0"0"788,-1 0 1,1-2-273,0-1 1,5-2 0,4 0-408,7-1 0,5 1 0,5 0 1,5-1-112,3-3 0,3 1 1,2-2-1,2 3-553,1-1 1,-4 2 0,2 0 0,-1 2 7,-2 1 0,-7-1 0,-4 1 0,-4 2 61,-3 0 1,-4 1-1,-4 1 486,-1 1 0,-4 1 0,-3 3 0,-4-2 47,-1-1 1,0 2 0,-3-1-1,0 1 361,-2 0 0,-1-3 0,-1 3 1,-1 1 14,-2 0 0,3 2 1,-4 1-1,-2 1-210,-1 1 1,-3 2 0,1 3 0,0 1-134,-2 2 0,-1 0 0,0 4 1,2 1-245,2-4 0,2 1 0,2-5 1,3-2-430,2-1 0,6-8 253,2-3 0,9-4 0,6-6 1,2-2 12,3-2 0,3-1 0,1-2 0,2-2 193,0-2 1,2 1-1,0 1 1,-1 0 166,-1 0 1,-3 3 0,3 3 0,-3 1 193,-2 4 1,-3 2-1,-5 6 1,0 2 181,-1 6 0,-4 5 1,1 3-1,-4 0 13,-2 2 1,-3 0-1,0 2 1,1-1-172,1-2 1,-1-2 0,3-3 0,0 0-237,0-2 1,0-2-265,3-3 1,4-4 0,1-3 0,4-4-205,3-5 1,1-3 0,2-4 0,0-1-33,1-2 1,0 1 0,3-2 0,-2 2 484,-1 0 0,-1 1 0,-1 2 0,-2 0 0,-3 1 0,-4 7 0,-3 0 0,-7 5 0,-2 2 0,-1 4-21,-3 0 1,0 3 0,-3-2-1,0 2 344,-1 0 1,3-2-1,1 2 1,1-2 605,1 0 0,1 0-478,1 2 0,3-2 1,2-1-1,4-1-47,3-2 0,2 3 0,2 1 0,3 2 3,2 0 0,3 1 1,2 0-1,3 3-1407,2 0 1,2-2 999,5 3 0,46 3 0,15 4 0</inkml:trace>
  <inkml:trace contextRef="#ctx0" brushRef="#br0" timeOffset="6499">2226 292 7969,'-2'8'0,"0"2"48,0 2 0,1 2 0,0 3 0,0 2 537,-2 1 0,1 5 1,2 0-1,0 2-968,0-1 0,0-1 1,0 2-1,0-3-1264,0 1 1647,0-6 0,3-8 0,1-9 0</inkml:trace>
  <inkml:trace contextRef="#ctx0" brushRef="#br0" timeOffset="6649">2355 378 8309,'14'-7'112,"-2"0"1,0 2 0,0 1 228,-1 1 0,3 0 0,-2 3 0,1 0-414,2 0 0,-3 0 1,-1 0-1,-1 0-2333,-1 0 2406,-4 0 0,-12-6 0,-5-2 0</inkml:trace>
  <inkml:trace contextRef="#ctx0" brushRef="#br0" timeOffset="6918">2455 249 7658,'1'7'-474,"1"1"1,0 0 747,0 4 0,1 3 0,-1 8 0,1 0-218,0 4 0,-2 4 0,1 2 0,-1 1-267,-1 0 0,-3-1 1,-2-4-1,-2-4 121,0-2 0,0-5 0,-1-2 0,-1-4 208,0-5 0,-1-3 1,3-7-1,1-2 137,1-4 0,0-2 0,1-4 0,1 1 336,0 0 1,1-1 0,2 1 0,2 1-35,0 1 1,5 1 0,-1 3 0,4 0-527,1 1 0,0 3 0,2-2 0,-1 2-351,0 1 0,2 0 320,0 3 0,23 10 0,5 2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0:48.2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115 130 8247,'0'-8'50,"0"4"1,1 0 333,1 0 1,2 2 0,4 1-1,2 0-391,1-2 0,4 1 1,1 1-1,0 0-1545,0-2 1552,-1 1 0,-4 5 0,0 1 0</inkml:trace>
  <inkml:trace contextRef="#ctx0" brushRef="#br0" timeOffset="334">179 1 8267,'-5'7'0,"2"0"-161,-1 0 0,0 4 0,1 1 0,2 4 524,0 3 1,1 3 0,0 2 0,1 3-200,1 3 0,1 0 0,3 3 0,-2-2-250,2-4 0,-3 2 1,0-4-1,-3 2-51,0-1 1,0-3-1,-3 0 1,-2-3-28,-4-3 0,0-3 0,-3-2 1,0-3 172,-2-4 1,2-2 0,0-6-1,-1-2 212,0-4 1,-1-2-1,3-4 1,1-1-58,2-1 0,1-2 1,0 2-1,0 1-30,3-2 0,0 4 0,4-1 0,0 3 180,0 1 0,0 2 0,1 2-276,2 3 0,1 1 1,4 3-1,0 3-161,2 1 1,3 4 0,-2 0 0,3 2-248,0-1 0,4-2 370,1-2 0,36-9 0,11-4 0</inkml:trace>
  <inkml:trace contextRef="#ctx0" brushRef="#br0" timeOffset="583">401 137 8267,'0'-7'271,"0"-1"0,0 1-161,0 0 0,1 2 1,1 1-329,3 1 1,1 1 0,1 3 217,-3 1 0,0 37 0,-4 12 0</inkml:trace>
  <inkml:trace contextRef="#ctx0" brushRef="#br0" timeOffset="784">351 301 8267,'-4'-5'-219,"2"1"516,1-2 1,2 0 0,1-1-19,3 3 0,4-3 0,4 3 0,2 0-223,2 2 1,3 1 0,-2 1 0,1 2 80,0 2 0,-4 4 0,0 7 0,-6 1-2,-3 3 1,-3 1-1,-5 5 1,-3 0-145,-4 1 0,-4-2 1,-1 1 8,0 0 0,-33 18 0,-7 2 0</inkml:trace>
  <inkml:trace contextRef="#ctx0" brushRef="#br0" timeOffset="1202">780 194 8257,'0'7'-80,"0"1"174,0 2 0,0-2 0,0 5 1,0 1 50,0 2 0,0 4 0,0 0 0,0 2-166,0 2 0,0 2 0,-1-2 0,0-1-484,-2-1 0,1-3 505,2-3 0,3-13 0,1-5 0</inkml:trace>
  <inkml:trace contextRef="#ctx0" brushRef="#br0" timeOffset="1300">909 316 8257,'7'0'0,"0"0"0,0 3 0,1 1 0</inkml:trace>
  <inkml:trace contextRef="#ctx0" brushRef="#br0" timeOffset="1416">916 423 8257,'-7'0'-72,"3"0"1,26 6 0,10 2-1</inkml:trace>
  <inkml:trace contextRef="#ctx0" brushRef="#br0" timeOffset="1833">1245 130 8304,'0'-5'324,"0"0"0,3 3 1,2 0-1,2 1-223,0 1 1,3-1-1,2 0 1,2-2-274,3 2 1,-1 0 171,3 1 0,-9-3 0,-1-1 0</inkml:trace>
  <inkml:trace contextRef="#ctx0" brushRef="#br0" timeOffset="2000">1388 79 8378,'-7'0'-179,"0"0"1,0 0 0,0 0 0,0 1 459,-1 2 1,1 4 0,0 5 0,0 2-362,0 3 0,-3 1 0,0 5 0,-1 2-120,-2 1 1,2 6-1,-1-4 1,0 2 9,1-1 1,-1 1-1,4-4 1,3-6-706,1-6 895,1-4 0,25-28 0,6-7 0</inkml:trace>
  <inkml:trace contextRef="#ctx0" brushRef="#br0" timeOffset="2116">1510 208 8149,'4'0'-274,"2"7"1,-2 1-1</inkml:trace>
  <inkml:trace contextRef="#ctx0" brushRef="#br0" timeOffset="2401">1481 351 8279,'0'18'-167,"0"1"0,-2 2-279,0 0 0,-4-3 0,1-1 1,-1-2 475,-1-1 1,-3 0 0,1-2 0,0-3 131,1-4 1,1-2-1,0-3 1,0 0 22,-1-3 1,4-1-1,0-4 1,0-1 144,0 0 0,2-4 0,0 1 1,1 0 111,1 0 1,0-1 0,0 3-1,0 2-61,0 0 0,1 4 1,1 1-1,3 0-597,1 1 0,4-1 0,1 3 0,2-2 216,2 0 0,64-20 0,15-2 0</inkml:trace>
  <inkml:trace contextRef="#ctx0" brushRef="#br0" timeOffset="3149">1861 151 8255,'0'-7'0,"0"0"157,0 0 1,0-1-1,0 1 1,0 0 42,3 0 1,1 1 0,5 0-1,2 2-222,0 1 0,1 0 0,1 4 0,0 2-326,-1 1 1,-4 4 0,0 1-1,-4 2 41,0 0 1,-3 5-1,-3-1 1,-3 0 196,-1 0 0,-1-2 0,-1 0 0,1-1 76,0 1 1,0-3 0,0-1 0,0-1 95,-1-4 1,4 2 136,-1-4 1,4 1 0,1-3 0,4 0-18,2 0 1,2 0 0,2 1-1,2 1-140,1 3 0,2 3 0,-2 3 1,0 1 3,-1 3 1,-3 1 0,-1 4 0,-2 3-52,-4-1 0,-1 3 0,-2-2 1,-1 0-7,-3 0 0,-4-3 0,-3-1 1,1-3 162,-1-3 1,0-3 0,-3-6-1,2-1 39,1-2 0,-1-2 0,3-2 0,0-5 21,-1-3 0,0-1 0,3-1 0,2 1-45,-1-1 0,4 0 0,1 2 1,1 1-55,1 2 0,0 1 0,1 1-467,1 1 1,2 2-1,3 3 1,1 0-526,2 0 0,1 0 879,3 0 0,36 6 0,8 2 0</inkml:trace>
  <inkml:trace contextRef="#ctx0" brushRef="#br0" timeOffset="3433">2240 573 8249,'-5'-2'-63,"0"-1"0,4-2 1,-2 0-1,2-1 103,1-2 0,0 1 1,0 0-1,1 1 311,2 1 1,3-1 0,3 3 0,1 0-344,0 0 0,-2 1 0,2 2 0,-2 3 73,-1 1 1,-3 3 0,-2 1 0,-1 1-46,-1 0 0,-3 1 0,-2-1-36,-1 1 0,-27-4 0,-6-3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0:46.4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22 144 8229,'0'-8'1076,"0"1"1,1 4-804,1 3 0,0 3 1,3 4-274,0 1 0,8 27 0,2 8 0</inkml:trace>
  <inkml:trace contextRef="#ctx0" brushRef="#br0" timeOffset="149">15 523 8229,'-4'-3'73,"0"1"0,2-3 154,0 0 0,0 1 0,3-1 0,3-1-815,3 0 1,3-4 587,-1 1 0,-1-1 0,3 3 0</inkml:trace>
  <inkml:trace contextRef="#ctx0" brushRef="#br0" timeOffset="502">308 0 8219,'-7'4'-277,"0"0"0,1-1 19,1 2 0,-2 2 1,3 2-1,-2 3 492,1 2 1,0 0-1,2 0 1,-1 1-237,1-1 1,1-2 0,2-1-28,0-1 1,3-3 0,3-5 239,2-1 0,0-2 1,3-1-1,-1-1-55,2-1 0,1 0 0,-1-1 0,0 1-27,1 1 0,0-2 0,2 2 0,-1-1-125,0 1 1,-2 0 0,-1 2 0,0-2-134,-2 2 1,-5 1 0,-1 2 0,-3 3-5,0 1 1,-3 2 0,-1 2 0,-4 1-89,-1 3 0,-2 3 0,-4-1 0,1 0 221,0-1 0,-13-7 0,-3-1 0</inkml:trace>
  <inkml:trace contextRef="#ctx0" brushRef="#br0" timeOffset="633">330 244 8219,'-3'7'-340,"0"0"0,-1 0 598,-1 0 0,1 4 37,-1 1 0,0 2 0,-2 2 1,0 2-1,0 2 0,-1 3-333,1 2 0,-3-1 0,-1 3 0,0 0-621,1-2 659,2-2 0,-2-8 0,-1-1 0</inkml:trace>
  <inkml:trace contextRef="#ctx0" brushRef="#br0" timeOffset="766">308 444 8283,'7'0'117,"1"0"1,0 0 0,0 0 0,3 1 326,3 1 1,-1 3 0,3 4 0,0 3 456,1 2 0,1 1-901,4 2 0,31 7 0,8 6 0</inkml:trace>
  <inkml:trace contextRef="#ctx0" brushRef="#br0" timeOffset="1350">902 251 8247,'0'5'830,"0"-1"-519,0 2 0,0 1 0,0 2 0,0 1-223,0 1 0,-1 4 0,-1 2 1,-3 1-190,-1 2 0,-4-1 1,0-1-1,-1-1 51,-2-1 0,2-3 0,-1-3 1,0-2 4,1-4 1,1-3 0,3-3 0,2-5 19,3-4 1,1-2 0,1-6 0,1-1-138,1-3 0,5 0 1,3-1-1,1 2-41,2 1 0,1 2 0,1 3 0,1 1 417,3 4 0,2 3 0,0 8 0,-2 4 187,-2 5 0,0 8 0,-1 4 1,-3 5-61,-2 2 0,-4 0 0,-2 1 0,-3 0-204,-1 2 0,-1-5-137,0 1 0,-3-1 0,-1-1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5:16.7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98 8195,'-4'-8'856,"0"3"-508,4-1 0,1 4 0,3-1 1,3 0-163,3 0 1,7-3-1,1 1 1,1 0-117,4-1 1,1 1-1,0-2 1,0 0-881,-2 2 1,-3 3 809,-6-1 0,-8 6 0,-6 2 0</inkml:trace>
  <inkml:trace contextRef="#ctx0" brushRef="#br0" timeOffset="401">33 147 8215,'-5'4'238,"-1"0"1,3 5 84,1-1 1,2 0 0,0 0-351,0 0 1,0-2-1,0-2 1,2 1-530,1-1 1,3-2 76,0 1 1,-2-2 321,2-1 1,-2-4-1,2-1 1,-3-3 69,1 0 0,0 0 0,2-1 0,0-1 53,3-1 1,0 0 0,2 3 0,0 0 13,0 0 1,3 0 0,-2 2 0,-1 2-125,1 0 0,-2 2 1,-4 5 143,-4 2 0,-1 2 0,-2 3 0,-2 0 0,-5 0 0,-1 4 0,-2-3 0,0 0 6,0 1 1,0-3 0,3 1 0,0-3 323,-1-2 1,2-2-1,1 2 573,0-2 0,5 0-672,1-3 0,4-4 1,5-1-1,1-2-506,1-1 1,1-1 0,-2 1 274,1 0 0,11-11 0,-1-3 0</inkml:trace>
  <inkml:trace contextRef="#ctx0" brushRef="#br0" timeOffset="614">131 0 8310,'0'8'0,"0"1"0,0 2 10,0 3 1,0 1-1,0 3 1,0 1 76,0 2 0,0 3 0,1 1 0,1 0-37,0 2 1,1-1-1,-3 1 1,0-3-290,0-2 0,0-3 0,0-5-968,0-3 1207,0-2 0,-7-30 0,-2-7 0</inkml:trace>
  <inkml:trace contextRef="#ctx0" brushRef="#br0" timeOffset="798">115 221 8310,'-8'5'-869,"2"0"844,1-2 1,-1 4 0,-1-2 74,1 2 1,-1-1 0,3-1 0,-1 2-26,2 0 0,0-2 0,0 1-35,1 0 0,-1-1-123,0 0 1,4-3 0,4 1 132,2-2 0,45-45 0,11-10 0</inkml:trace>
  <inkml:trace contextRef="#ctx0" brushRef="#br0" timeOffset="1166">352 41 8113,'-6'0'40,"1"0"369,-2 0 1,1 1-1,0 2 1,0 2-406,0 2 0,-1 1 0,-2 2 0,1 0-221,0 4 0,0-2 0,1 0 0,0-1 102,2-1 0,3-1 0,-1-4-294,2 1 0,2-2 351,2-1 0,4-6 0,4-1 0,-1-2-47,-1 1 1,2-1-1,0-1 1,-1 1-25,-1 0 0,2 4 1,0-1 89,-1-1 0,-1 3 133,-1-2 1,-3 6-1,-3 3 1,-1 1 152,-1 1 0,-3 3 0,-3 1 0,-2 0-186,-3 3 0,1 0 0,-3 2 0,-2-1-216,0 0 0,1 0 1,0-2-1,1-1 155,0-1 0,-13-19 0,-1-8 0</inkml:trace>
  <inkml:trace contextRef="#ctx0" brushRef="#br0" timeOffset="1297">262 180 8212,'8'-1'0,"0"-1"139,0-1 1,0 1 0,1 2-1,-1 0 211,0 0 1,1 0 0,1 1-351,1 1 0,0 17 0,-3 8 0</inkml:trace>
  <inkml:trace contextRef="#ctx0" brushRef="#br0" timeOffset="1514">90 450 8212,'0'-6'662,"0"1"0,1 0 0,2-1 0,3 1-612,4 2 0,3-4 1,4 2-1,1-2-569,1 2 1,4-2 0,-2 2-1,0 0 519,-2-1 0,2 1 0,0-3 0</inkml:trace>
  <inkml:trace contextRef="#ctx0" brushRef="#br0" timeOffset="1647">262 376 8173,'-8'5'-17,"-1"1"0,2-1 0,1 3 0,1 1 28,2-1 0,-3 3 0,2 1 0,1-1-96,-1 1 0,2 2 1,2-3-1,0 0-723,0 0 808,0-2 0,7-4 0,2-6 0</inkml:trace>
  <inkml:trace contextRef="#ctx0" brushRef="#br0" timeOffset="1764">229 490 8173,'0'-8'-8,"0"0"1,1 0 257,2 0 0,1 0 0,4 2 0,1 2-18,2 0 0,-2 1 1,2 3-1,-2 0-1484,0 0 1252,-1 0 0,-4 15 0,0 3 0</inkml:trace>
  <inkml:trace contextRef="#ctx0" brushRef="#br0" timeOffset="1947">139 450 8166,'-5'8'-123,"0"0"285,2 0 1,0 3-1,2 1 1,-1 0-96,-1-1 1,1 1 0,2-2 0,0 2-1095,0 1 1027,0-3 0,-8 1 0,-1-2 0</inkml:trace>
  <inkml:trace contextRef="#ctx0" brushRef="#br0" timeOffset="2131">49 597 8166,'-4'-4'197,"0"2"165,4-3 1,1 2 0,2-2 0,3 1 110,4-1 0,4 3 0,5-3 0,3 1-209,5 3 0,5-3 0,4 1 0,1 1-57,2 2 1,-3 0 0,-5 0 0,-5 0-288,-6 0 0,-4 0 0,-3 0-1358,-5 3 1438,-4 2 0,-29-8 0,-7-2 0</inkml:trace>
  <inkml:trace contextRef="#ctx0" brushRef="#br0" timeOffset="2764">564 245 8153,'-5'-3'-35,"2"1"558,3-4 0,3 2 1,3-3-1,2 3-618,3 0 1,3-2 0,4 1 0,2 0-336,1-1 1,-2 1 0,1-2 0,-2 0 429,-3 2 0,-11 3 0,-1-1 0</inkml:trace>
  <inkml:trace contextRef="#ctx0" brushRef="#br0" timeOffset="2914">678 188 8206,'-3'9'-35,"-2"1"68,1 1 1,-1 1-1,3-1 1,-1 3-52,-2 4 1,3 1-1,0 2 1,1 2-148,1 1 1,0-3-1,0-2 1,0-2-417,0-1 581,0-3 0,-4-5 0,0-4 0</inkml:trace>
  <inkml:trace contextRef="#ctx0" brushRef="#br0" timeOffset="3047">580 351 8012,'0'-8'-353,"0"0"1,0 0 520,0 0 1,4 2-1,1 2 1,3-1-125,0 1 1,3 2 0,1-1-1,-1 2-44,1 1 0,6 8 0,0 1 0</inkml:trace>
  <inkml:trace contextRef="#ctx0" brushRef="#br0" timeOffset="3230">548 466 8413,'0'-6'382,"0"1"1,3 3 0,3-1-1,2 0-381,3 0 0,2-2 0,6 1 1,1-1-2,0-1 0,35-27 0,10-7 0</inkml:trace>
  <inkml:trace contextRef="#ctx0" brushRef="#br0" timeOffset="3464">776 57 9332,'-4'4'0,"0"2"275,1 4 1,2 4-1,-2 4 1,2 2-158,1 1 0,0 3 1,0 4-1,0-2-200,0-1 0,4-4 1,0-2-1,2-2-854,-1-4 0,-2-2 936,2-5 0,-3-25 0,2-8 0</inkml:trace>
  <inkml:trace contextRef="#ctx0" brushRef="#br0" timeOffset="3664">785 139 8276,'2'-8'0,"1"0"0,3-1 0,-3 1 0,2 0-165,1 0 1,2 3 0,3 0 0,3 1 759,1 3 0,2 0 0,-1 1 0,0 0-392,1 0 1,-1 3 0,-1 3-1,-2 1-493,-5 1 0,-1 1 0,-4 1 0,-1 2-158,-1 1 1,-2 0-1,-2 3 1,-2-2 447,-2 0 0,-45 10 0,-11 6 0</inkml:trace>
  <inkml:trace contextRef="#ctx0" brushRef="#br0" timeOffset="3780">826 253 8276,'0'-8'-971,"0"3"1,0-1 1332,3 0 1,1-1 0,2-1-1,0 2-235,0 1 0,4 2 1,1-2-1,-1 2-477,-1 1 350,-1 1 0,-7 26 0,-2 7 0</inkml:trace>
  <inkml:trace contextRef="#ctx0" brushRef="#br0" timeOffset="3914">809 327 8276,'5'-4'69,"-3"-1"1,-1 0-1,0 1 1,2-1 78,2 1 1,3 1 0,0-2 0,0 1-447,0-1 0,1 3 298,2-4 0,9-7 0,6-4 0</inkml:trace>
  <inkml:trace contextRef="#ctx0" brushRef="#br0" timeOffset="4114">883 155 8276,'0'6'0,"0"-1"0,-1 2 14,-2 0 0,2 2 0,-2 1 0,3 2 208,0 0 1,0 6-1,0 3 1,0 3-152,0 1 1,0 2-1,0 0 1,0 0-429,0 1 0,0-5 1,0 0-1,0-4 357,0-4 0,-11-11 0,-3-1 0</inkml:trace>
  <inkml:trace contextRef="#ctx0" brushRef="#br0" timeOffset="4264">776 450 8075,'0'-9'-310,"0"4"0,1 0 0,1 1 822,1-1 1,3 3 0,0-1-1,1 0-452,1 0 0,3 1 1,1 2-1,1 0-505,1 0 0,1 1 445,-2 1 0,-1 25 0,-4 8 0</inkml:trace>
  <inkml:trace contextRef="#ctx0" brushRef="#br0" timeOffset="4447">736 564 8252,'1'-6'470,"1"1"0,4 0 0,5-1 0,2 2-23,3 0 0,5-1 1,3 2-1,4 1-592,1 1 0,2 1 0,-4 0 1,0 0-413,-2 0 0,-2 3 557,-4 0 0,-7 3 0,-9-2 0</inkml:trace>
  <inkml:trace contextRef="#ctx0" brushRef="#br0" timeOffset="4799">1259 180 8675,'-9'12'752,"4"-2"1,0 3 0,1 3-215,-1 2 1,3 5 0,-3 6 0,1 0-283,3 2 1,0-3-1,1 0 1,1-2-381,1-1 0,4-6 0,5-9 1,2-4-246,3-3 1,4-2 368,2-1 0,23-26 0,7-5 0</inkml:trace>
  <inkml:trace contextRef="#ctx0" brushRef="#br0" timeOffset="5334">1553 164 8235,'-6'0'663,"1"0"1,0-4-187,0-2 1,6 2-1,6-1 1,4 2-538,2 1 1,3-2 0,4 1 0,0-2-164,0-1 0,0 2 1,-2 0-1,1 2 226,-1-1 1,-1 0 0,-4 3 76,-2 0 1,-5 1 0,-4 2 0,-1 2 210,-1 3 0,-3 3 0,-3 3 0,-2 2 124,-3 0 1,1 3 0,-3 1 0,2 1 126,1 1 1,0 2-1,2 2 1,1 0-134,2 1 0,1 0 0,4-2 0,0-1-492,0 1 0,6-1 0,3-1 0,3-3-1534,3-4 1617,0-5 0,23-24 0,6-11 0</inkml:trace>
  <inkml:trace contextRef="#ctx0" brushRef="#br0" timeOffset="5430">2010 515 7921,'6'8'0,"-1"0"0,8-7 0,4-2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5:47.9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57 343 8044,'-5'0'0,"-1"0"240,0 0 0,1-1 0,1-1 69,0-4 1,-1-1 0,2-1 0,1 0-267,1-1 1,2 0 0,1-1-1,2-1-173,0 1 1,4-1 0,3 0 0,0 2 82,1 2 0,-3 1 0,3 3 0,-1 1-127,0 1 1,0 5 0,-3 2 0,-1 2 50,-2 3 1,2 4 0,-5 5 0,0 1 151,-1 2 0,-4 0 0,-3 2 0,-2-1-7,-3 1 1,-1-1-1,-2 1 1,0-2 156,0-1 0,1 0 1,0-6-1,1-3 609,2-3 1,1-3 310,1-1 1,4-4-804,1-4 1,3 0-1,3-3 1,5 1-192,2-1 1,3 3 0,-1-3-1,0 1-71,0 3 1,1 0 0,-2 1 0,0 0-870,1 0 1,-3 1 0,2 0 834,-2 2 0,6 0 0,3-3 0</inkml:trace>
  <inkml:trace contextRef="#ctx0" brushRef="#br0" timeOffset="865">523 163 8083,'0'-5'297,"0"0"1092,0-2-895,0 4 0,-4-1 0,0 5-394,-1 2 0,-2 5 0,1 5 0,-1 4-68,-1 2 0,0 2 0,0 4 0,-1 2 77,-2 3 1,2 3 0,-2 2-1,2 4 117,1 0 1,-2 1 0,1-1 0,5-5-23,2-3 1,2-7 0,0-5 0,1-6-160,2-5 0,2-3 1,5-6-1,1-3-310,-1-4 0,3-4 0,-1-3 0,1 0-406,-2 2 0,1-1 0,-1-2 0,-2 0 671,-3-1 0,-13-25 0,-7-6 0</inkml:trace>
  <inkml:trace contextRef="#ctx0" brushRef="#br0" timeOffset="1015">359 286 8105,'-4'0'934,"1"0"1,6 0 0,3 1-1244,4 2 0,0-2 1,5 2 308,2 1 0,36-7 0,12 2 0</inkml:trace>
  <inkml:trace contextRef="#ctx0" brushRef="#br0" timeOffset="3035">694 16 8289,'-4'-3'887,"0"1"-488,4-4 1,1 5-1,2-2-211,2 2 0,3 1 0,0 0 0,0 0-377,0 0 1,0 1 0,0 2 0,-2 2 59,-1 2 1,-3 2 0,1-1 0,-2 1-106,-1 2 1,-1-1-1,-2 2 1,-1 0 60,-1-2 1,-2 2 0,1-2 0,0-2-1,1-1 0,-3-2 636,3 3-245,1-3 1,4-2-1,6-3 1,2-1 226,3-1 0,-2 1 0,2-2 1,-2 2-38,-1 1 1,-3 3-1,0 0 1,-1 2-102,-3 1 1,0 2 0,-2 0 0,-1 1-403,-4 2 1,-5-2 0,-2 2-1,-3-2-2051,0-1 2146,0 0 0,-22-11 0,-6-2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6:06.3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17 8011,'-5'0'1077,"-1"0"566,5 0-744,-7 0-781,7 0 1,-1 0 0,4 0-1,4 0-29,1 0 0,2 0 1,1 0-1,2 0-237,1 0 0,-2 0 0,1 0 1,1 0 31,0 0 0,-3 0 0,1 0 0,-2 0-41,-1 0 0,0 0 1,0 0-479,0 0 0,-2 0-720,-1 0 1355,-3 0 0,-13-7 0,-7-2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6:09.3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25 7647,'-1'-5'389,"-1"-1"1,1 4 0,-3-3 402,1 1 1,1 2-622,-4 2 1,4 0 0,-3 1 0,1 0-201,-1 2 0,0 3 0,-1 0 0,1 1-43,-2 1 1,3 4 0,-2 2 0,0 1-24,-1 1 1,-1 1-1,2 0 1,1 2 200,-2 3 1,1 4 0,0 2-1,1 1 35,1 2 0,2 0 0,2 1 0,0-1-111,0 0 1,1-1 0,1-7 0,4-1-288,1-3 1,1-3-1,0-2 1,1-3-374,-1-2 1,0-4 629,0-3 0,7-12 0,3-3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6:14.4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74 89 8147,'-7'-4'-1129,"1"-1"1356,0-3 0,4 1 0,-3 1 1,1 0 455,3 0 1,1-1 0,2-2-339,4 1 0,1 3 1,2 0-1,1 2-214,1 1 1,1-2 0,-2 2-1,1 1-37,-1 2 1,-1 4 0,-1 3 0,-1 0-126,-1 0 0,-3 3 1,-3 1-1,0 1-313,0 1 0,-1 2 1,-1 0-1,-4 0-33,-1-3 1,-1 3-1,-1-4 1,-1 1 60,-1-2 0,0-3 1,3-1 294,-1-2 1,2-4 86,2-1 0,1-1 0,5-4 0,3 1 204,4-1 0,0 4 0,3-2 0,-1 2 51,1 1 1,-2 1-1,2 2 1,-2 3-15,-1 4 1,-3 0 0,-2 3-1,0 2-144,0 0 1,-2 0 0,-4 0 0,-4 0-199,-3-1 1,-5 1-1,1 0 1,-1-1-264,-1-3 1,-1-2-1,1-1 1,1-1-793,1-1 0,2 0 0,4-3 1090,0-1 0,21-23 0,6-6 0</inkml:trace>
  <inkml:trace contextRef="#ctx0" brushRef="#br0" timeOffset="416">287 56 8147,'0'-8'155,"0"2"0,1 2 408,1 0 0,0 1 0,4 5 0,0 3-177,1 3 0,2 6 0,2 0 0,3 4-104,1 4 0,3 2 0,0 1 0,1 1 4,-1 2 0,2 2 0,-1-3 0,-2-2-103,-2-2 0,-3-4 0,-4-5 0,-1-3-886,-2-2 1,0-2-445,-2-2 1,-3-2-1,1-6 1147,-3-2 0,-8-10 0,1-2 0</inkml:trace>
  <inkml:trace contextRef="#ctx0" brushRef="#br0" timeOffset="650">532 48 8147,'-8'3'394,"0"-1"0,2 4 0,1 0 243,-2 1 1,0 5 0,-2 2 0,-1 2-302,-1 3 0,-3 3 0,3 5 0,-2 3-263,-2 2 0,3-3 0,-1-2 0,1-2-512,2-3 0,4-3 439,0-6 0,5-12 0,-3-6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6:16.7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99 8319,'4'-5'1327,"1"2"-1116,3 2 0,0 1 0,1 0 0,1 0-173,1 0 1,3 0-1,0 0 1,0 0-342,0 0 0,0 0 0,-3 0 0,-1 0-1056,-1 0 1359,0 0 0,-8-10 0,-2-4 0</inkml:trace>
  <inkml:trace contextRef="#ctx0" brushRef="#br0" timeOffset="200">106 1 8166,'-4'3'144,"0"2"0,3 3 156,-1 0 1,1 1 0,-2 1-1,2 2-164,1 1 1,0 0 0,0 4 0,0-1-602,0 0 0,0 1 1,0-2 464,0-1 0,4 1 0,0-2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6:20.4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131 252 8065,'0'-8'0,"-2"0"0,-1 0 0,0-1 440,0 1 1,1-3 0,-4 0-1,1 1-36,0 1 1,-2 4 0,2-1-1,-3 1-158,0 0 1,0 3 0,0 4-236,0 4 1,0 1 0,-1 2-1,1 2-161,0 3 0,4 1 0,0 2 0,1 2-158,0 0 1,1-3-1,2-2 1,1-1-8,1 0 0,0-1 0,4-5 0,0-2 138,1-2 0,4-2 0,0-1 0,-1-1 34,-1-2 1,2-4-1,-1-4 1,-2 1 80,-2 1 0,0-2 0,1 0 344,-1 1 1,-3 4 45,-3 1 0,0 4 0,0 2 0,0 6 25,0 6 0,0 2 0,-1 2 0,0 2 70,-2 3 1,-1 2 0,2 0-1,-1 1-198,-2-1 1,3 0 0,0-2 0,1-4-918,1-4 0,0 1 692,0-4 0,3-44 0,2-13 0</inkml:trace>
  <inkml:trace contextRef="#ctx0" brushRef="#br0" timeOffset="582">295 146 8179,'4'-8'-127,"-1"-1"0,2 5 606,0 1 1,3 2 0,2 3 0,1 3-83,-1 3 1,2 6 0,-1 3-1,-1 4-106,-1 2 0,-1 2 1,-1 0-1,-1 1-130,-3 2 1,-3 3-1,-1-1 1,-4 1-339,-3 2 1,-6-4 0,1-2 176,-3-1 0,-36 9 0,-10 3 0</inkml:trace>
  <inkml:trace contextRef="#ctx0" brushRef="#br0" timeOffset="1582">785 138 8179,'0'-6'520,"-1"2"1298,-1 0-1266,1-2 0,-7 5-500,3-2 1,0 8 0,0 5-1,-1 1-23,-2 4 0,0 3 0,0 2 1,0 2-59,0 3 0,-1 4 0,1 6 1,0 1 36,0 1 1,1-1-1,1 0 0,3-1 70,3-4 1,0-4-1,0-4 1,0-5-44,3-7 0,4-5 1,4-4-1,0-1-179,1-1 0,-3-4 0,3-3 0,-1-4-368,0-2 1,2-1-1,-2-2 1,-1 1-255,-1 1 0,-1-1 1,-2 2 765,-1 0 0,-6 1 0,0 4 0</inkml:trace>
  <inkml:trace contextRef="#ctx0" brushRef="#br0" timeOffset="1782">630 277 8745,'-4'-9'2079,"4"5"-1800,0 1 1,4 2-1,5 1 1,1 1-676,1 2 1,3-2 0,0 2 395,1 1 0,42-10 0,9 0 0</inkml:trace>
  <inkml:trace contextRef="#ctx0" brushRef="#br0" timeOffset="2235">940 56 8217,'0'-8'100,"0"0"0,1-1 426,2 1 0,-1 3 0,3 0-215,2 2 0,0-3 1,1 3-1,0 3-417,0 1 0,-2 4 0,-2 3 0,0 0 31,-2 0 0,-1 4 0,-1 1 0,0 1-207,0-1 1,-1-2-1,-2 3 1,-1-1 61,-1 0 0,-2-1 1,2-4-1,0 0 399,-1 0 1,4 0-1,-3-2 1430,1-1-1185,2-3 0,3 1 0,1-5-380,4-1 0,1 1 0,2 2 0,1-1-657,1-2 0,0 2 613,-3-2 0,8 10 0,1 2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6:26.2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91 8131,'-4'0'1079,"0"0"0,10 0 0,3-1-1109,0-2 1,3 2 0,1-1 0,0 1-269,-2 1 1,1 0-1,-2 0 1,1 0-642,1 0 1,-3 0 938,2 0 0,-13-4 0,-3-1 0</inkml:trace>
  <inkml:trace contextRef="#ctx0" brushRef="#br0" timeOffset="198">82 1 8244,'0'5'413,"0"1"1,0 1-87,0 3 1,0 0 0,-1 5-1,-1 1-214,-1 2 0,1 2 0,2-1 1,-1 2-114,-2 0 0,-5-1 0,-5-4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6:38.5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113 17 8115,'0'-6'772,"0"0"0,-1 4 1,-1 0-1,-2 4-425,2 4 0,-2 7 1,0 5-1,0 5-73,0 4 0,-2 1 1,1 8-1,0 2-113,-2 1 1,2 3 0,-1 2 0,-2 1-297,0 2 1,-1-6 0,0-3 0,2-7-1291,1-5 0,4-8 295,-1-5 0,2-9 1130,1-7 0,8-40 0,2-17 0</inkml:trace>
  <inkml:trace contextRef="#ctx0" brushRef="#br0" timeOffset="1666">430 138 8373,'0'-9'-9,"0"0"0,0-1 1,0 1-1,-1 0 805,-2 0 0,0-1 0,-3 1 1,-1 1-397,-1 1 0,0 0 1,0 3-1,-2 0-407,-1 0 1,-2 1-1,0 3 1,-1 0-200,1 0 0,0 1 0,5 2 0,1 3-256,0 2 0,5 5 0,-1 0 0,2 2 158,1 1 1,4 2-1,3 1 1,1 2 284,1 1 1,4 0-1,0-3 1,1 2 95,-1 1 1,-1 3 0,-2-2 0,-2 0-59,-2 3 0,1 1 0,-3 0 1,-3-1-62,-3-1 1,-2-4 0,-4 0-1,-2-2 41,-1-3 1,-3-4 0,-1-6-1,0-4 157,-1-4 0,5-4 0,-1-6 0,1-5 33,2-4 0,3-3 1,0-4-1,2 0-59,2 1 0,1-1 1,2 0-1,2 0 9,4 0 0,5 1 1,4 2-1,0 3-31,0 2 0,1 6 0,-1 1 0,0 4-611,0 3 0,0 2 1,-3 5-1684,-2 2 2186,0 2 0,-10 13 0,-2 1 0</inkml:trace>
  <inkml:trace contextRef="#ctx0" brushRef="#br0" timeOffset="2133">653 73 8873,'4'10'1240,"0"0"0,1 2-705,2 4 1,6 4 0,2 3 0,3 6-329,0 3 1,0 3 0,-1 2 0,-3-1-174,-1-2 0,3-3 0,-5-5 1,-1-3-249,-3-3 1,-5-4-3166,1-6 707,-2-5 2672,-5-5 0,-9-38 0,-7-13 0</inkml:trace>
  <inkml:trace contextRef="#ctx0" brushRef="#br0" timeOffset="2333">877 55 8331,'-9'0'217,"0"0"1,2 4-1,1 2 1,-1 2 412,-1 2 0,-2 6 0,0 5 0,-2 4-346,0 4 0,-6 9 0,1 1 0,-5 4-135,-2 0 1,0 0 0,0 0-1,2-4-894,2-7 0,6-2 745,1-8 0,3-17 0,1-7 0</inkml:trace>
  <inkml:trace contextRef="#ctx0" brushRef="#br0" timeOffset="3050">1259 129 8155,'0'-9'418,"0"-1"1,0 4 468,0 0 0,-1 4 0,-2 0-692,-3 4 1,1 7 0,-1 7 0,-2 1-82,0 2 0,-2 4-1,-2 2 1,0 2-61,1 1 0,-3 0 0,1 1 0,-1 1-33,1 1 1,1 0 0,5-4 0,2-2-10,1-4 0,1-5 1,4-4-1,3-2-196,5-4 1,1-3 0,6-6 0,0-3-175,-2-3 0,3-4 0,-4-3 1,1 0-602,-1 0 0,-2-1 960,-4 1 0,-12-14 0,-5-4 0</inkml:trace>
  <inkml:trace contextRef="#ctx0" brushRef="#br0" timeOffset="3200">1101 250 8273,'-6'0'653,"0"0"0,4 0-169,2 0 1,5 0 0,5 0-1,2 0-284,4 0-200,2 0 0,37 0 0,11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6:51.5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18 420 8232,'-8'-4'684,"2"-2"0,3 1 1,6 1-637,3 0 0,3 3 0,3-2 1,0 2-113,0 1 0,1 0 1,0 0-1,-1 0-808,1 0 1,-2 0 871,1 0 0,3 0 0,-1 0 0</inkml:trace>
  <inkml:trace contextRef="#ctx0" brushRef="#br0" timeOffset="250">93 261 7648,'0'10'426,"0"-1"1,0 1 0,0 2-251,0 0 0,0 5 0,0-2 1,0 3-254,0 1 1,0-1 0,0 1-1,0 0-96,0-1 0,1 0 1,1-3-1,1-2 173,-1-3 0,-1-17 0,-1-5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7:04.8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0 130 9643,'2'0'1040,"6"0"-942,4 0 1,3 0 0,4 0 0,0 0-477,-1 0 0,1 0 1,0 0-1,-2 0 378,-1 0 0,-3 20 0,-3 6 0</inkml:trace>
  <inkml:trace contextRef="#ctx0" brushRef="#br0" timeOffset="184">47 279 8213,'0'-5'749,"4"1"0,2 4 1,4 0-1510,2 0 760,-2 0 0,58 12 0,8 3 0</inkml:trace>
  <inkml:trace contextRef="#ctx0" brushRef="#br0" timeOffset="667">569 344 8166,'-9'0'-94,"-1"0"0,2-1 1,1-1 808,1-1 1,2-3 0,-2 2 0,0-2-281,1-1 1,-2-4 0,3-3 0,2 1-370,1-1 1,1-2 0,0-1 0,0-3-302,0-1 1,1-2 0,2 2 0,4-1-229,1 2 0,2-2 0,2 2 1,1 4 69,2 1 1,-3 4 0,3 4 0,-1 1 406,1 2 0,-4 2 1,3 5-1,-2 5 58,0 3 1,1 7 0,-4 4-1,0 2 186,1 2 0,-2-2 1,-2 1-1,-3 0-5,-2-2 1,-1 3 0,-1-4-1,-2-1-224,-3-1 0,-5-3 0,-4-1 1,-1-4-396,-4-2 0,-1-3 0,1-2 366,-1-1 0,-3-13 0,-4-7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7:01.2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139 54 8334,'0'-6'0,"0"0"0,-1-1 214,-2 2 0,2-3 0,-3 3 1,1-2 156,0 1 1,-5 4 0,2 0-282,-2 4 0,-1 4 1,-1 7-1,2 3-149,2 5 0,-3 0 0,2 5 0,-2 2 162,0 2 0,-3 5 0,7 0 0,-1 5-111,0 3 0,3 6 0,0 0 0,3 0-453,3-1 0,4-2 0,5 0 1,3-4 460,-1-4 0,33-38 0,4-14 0</inkml:trace>
  <inkml:trace contextRef="#ctx0" brushRef="#br0" timeOffset="849">2012 88 8349,'0'6'415,"0"0"1,0-3-1,0 4 1,1 0-225,3 1 0,1 1 0,5 1 0,1 0-274,2 3 0,0-2 0,-1 5 0,1-1-200,2 0 1,-4 1-1,2-3 283,-3-2 0,-1-1 0,1 0 0</inkml:trace>
  <inkml:trace contextRef="#ctx0" brushRef="#br0" timeOffset="1199">2311 97 8349,'0'-6'334,"0"0"136,0-2 1,-1 4-1,-2 1-205,-4 2 0,-1 2 0,-2 3 0,-2 5-680,0 2 0,-4 3 0,3-3 1,-1 2 80,1 2 1,1-4-1,3 2 1,2-3 82,1-1 0,1 1 0,-2-1 293,4 0 1,2-2 220,1-1 1,1-4-1,1 2 1,2 0 255,2 2 0,-4 3 0,2 0 0,-1 1-60,0 3 1,0 0 0,-2 5 0,1-1-241,1 3 0,1 2 0,-4-1 0,0 1-275,0 2 1,0-3 0,0 1 0,0-4-592,0-2 0,0 0 0,0-3-2199,0-2 2846,0-4 0,0-3 0,0-4 0</inkml:trace>
  <inkml:trace contextRef="#ctx0" brushRef="#br0" timeOffset="1518">2376 358 8345,'0'-9'797,"0"0"0,4 0 1,2 3-1,3 3-821,0 2 1,3 0-1,1-1 1,-1-1-559,2 1 0,-4 1 1,4 1-1,-2 0-887,0 0 1469,1 0 0,-8-5 0,-1 0 0</inkml:trace>
  <inkml:trace contextRef="#ctx0" brushRef="#br0" timeOffset="1666">2469 209 8284,'-4'9'-173,"2"-1"1,-3 0 0,1 2 621,2 1 1,0 0-1,-1 1 1,0 5-337,1 4 1,1-2 0,1 4 0,0-1-114,0 0 0,21 16 0,5 1 0</inkml:trace>
  <inkml:trace contextRef="#ctx0" brushRef="#br0" timeOffset="2051">2712 88 8414,'-9'1'1315,"3"2"-1111,3 3 1,2 2 0,1 2 0,0 0-355,0 3 1,0-2-1,1 4 1,1-1-1354,1 1 1503,0-4 0,-3 2 0,0-3 0</inkml:trace>
  <inkml:trace contextRef="#ctx0" brushRef="#br0" timeOffset="2368">2730 134 8280,'6'0'-398,"1"0"0,0 0-80,1 0 1,2 0 0,0-1 449,2-2 0,-4 2 0,1-3 0,-1 1 123,0 0 1,2-1-1,-1 2 206,0-1 0,0-2 1,-2 3 542,-1-1-580,-4 0 1,2 4 0,-4 2 0,0 4 90,0 1 1,-1 2 0,-1 3 0,-2 2 40,-1 3 1,2 1 0,-2 4-1,0 4-64,-1 3 1,0 5-1,-2 0 1,1 1-197,0 1 0,1-1 0,-2-1 0,2-4-459,3-2 0,2-7 0,1-3 323,0-5 0,20-50 0,6-11 0</inkml:trace>
  <inkml:trace contextRef="#ctx0" brushRef="#br0" timeOffset="2851">3066 97 8590,'0'-5'626,"1"1"0,2 4-431,3 0 1,-1 4-1,3 2 1,1 4 39,2 2 1,2 2-1,-3 7 1,2 3 13,0 4 1,0 7 0,-2 2-1,-2 6-21,-2 3 1,-3 1-1,-6 1 1,-4-2-318,-4-3 1,-5-5 0,-5-4 0,-1-4-368,-2-4 456,3-3 0,-27-21 0,-1-4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1:24.5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1 281 9183,'4'-6'498,"-2"2"1,5 4 0,1 0-590,0 0 0,3 0 0,2 0 91,3 0 0,41 4 0,11 2 0</inkml:trace>
  <inkml:trace contextRef="#ctx0" brushRef="#br0" timeOffset="1959">565 18 8178,'-1'-8'264,"-3"1"1,3 4 0,-3 6 0,1 5 124,0 4 0,-2 3 1,3 5-1,-2 3-300,-2 3 0,3 2 0,-3 1 0,-1 1-262,2 3 1,-3-2-1,4 5 1,0-1-182,-1 0 1,-1-6-1,3-6 1,0-3 353,2 0 0,1-18 0,0-4 0</inkml:trace>
  <inkml:trace contextRef="#ctx0" brushRef="#br0" timeOffset="2300">701 57 8178,'5'-4'1084,"-2"-3"-676,-1 3 0,-4 4 0,0 8 0,-2 4-273,-1 4 0,-2 2 0,-2 2 0,2-1-294,0 0 1,5 0-1,-1-2 1,2-2-84,1-1 1,0 2 0,0-3 0,1-2 41,2-3 1,3 0-1,3-2 1,2 0 274,2 1 1,-2-5-1,2 2 1,-1 0 368,1-1 0,-6 1 0,3-1 22,-1 4 0,-5-2 0,-1 2 0,-3 0-417,-3 2 0,0 1 0,-6-1 0,-3 1-195,-2 0 0,1-4 0,-2 1 0,0-1-1052,0 0 0,2-2 1198,-3-4 0,-9-22 0,-5-5 0</inkml:trace>
  <inkml:trace contextRef="#ctx0" brushRef="#br0" timeOffset="2425">701 77 8178,'10'-10'55,"-1"4"1,1 0 0,0 2 243,-1 2 0,1 1 0,0 2 0,0 1-299,-1 1 0,18 22 0,5 2 0</inkml:trace>
  <inkml:trace contextRef="#ctx0" brushRef="#br0" timeOffset="2825">963 28 8215,'4'7'-15,"-1"-1"0,4 1 1,-1 2-1,1 2 702,3 2 1,-2 6 0,6 7-1,0 4-220,2 2 0,1 3 0,-1 2 0,-2 0-300,0-1 1,-3-8-1,2 0 1,-3-4-660,-4-6 0,2-3-1569,-5-5 2061,0-5 0,-7-26 0,-1-12 0</inkml:trace>
  <inkml:trace contextRef="#ctx0" brushRef="#br0" timeOffset="3025">1158 96 8155,'-9'7'0,"1"-1"264,2 2 1,1 0 0,-3 2-1,2 1 300,-2 2 0,-4 3 0,-2 7 0,-1 4-411,-2 4 1,-2 0 0,0 4 0,-1-1-666,1 1 1,1-5-1,3 0 512,5-3 0,0-9 0,5 0 0</inkml:trace>
  <inkml:trace contextRef="#ctx0" brushRef="#br0" timeOffset="3474">1372 291 8768,'-5'0'2027,"5"0"-1848,6 0 1,2 0-1,2 0 1,1 0-286,2 0 1,1 0 0,2 0 0,-2 0-799,0 0 0,-3 0 904,2 0 0,-2 0 0,-2 0 0</inkml:trace>
  <inkml:trace contextRef="#ctx0" brushRef="#br0" timeOffset="3659">1478 203 8124,'0'10'0,"-1"1"-35,-2 2 1,2-3 0,-2 4 0,2 0 681,1 3 0,0 1 0,0 1 0,0 1-389,0-1 1,0 1-259,0-1 0,4 5 0,1 1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7:54.6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209 200 8209,'0'-10'64,"0"1"1,0-1 0,0 0-1,-1 0 280,-2 1 0,1-2 0,-4-1 1,1-1 238,-1 1 0,1-2 0,-3 0 0,2 0-283,-2 0 0,0 1 1,-2 4-1,0 3-212,1 3 0,-1-2 1,0 3-1,0 4-181,1 7 0,0 5 0,1 5 1,3 2-326,1 2 0,0-2 0,4 5 0,0 0-11,0-1 1,5 2 0,1-4 0,3-3 10,1-2 1,3-4 0,1-6 0,0-1 163,0-4 1,2-3 0,-3-3 0,0-4 254,1-1 0,-4-5 1,0 0-1,-3 1 170,-3 1 0,1 6 1,-3 0-82,1 1 1,0 8 0,-3 2 0,0 7-15,0 5 0,-3 4 1,0 7-1,0 0 10,-2 0 1,3 5-1,-3 1 1,0 2 195,3-1 0,-2 2 0,-1-4 0,1 1 96,0-3 1,-4 1 0,3-4 0,-2-5-68,1-6 0,3-5 0,-3-6 0,1-1 94,-1-2 1,3-6 0,-3-8 0,-2-6-143,0-6 1,-2 1 0,0-5-1,0 0-137,1 1 1,-2-2 0,-1 3-1,-1 1-307,1-1 0,2 2 1,3 6-1,1 3-703,2 2-528,-4 1 0,10 5 1412,1 2 0,32 6 0,17 2 0</inkml:trace>
  <inkml:trace contextRef="#ctx0" brushRef="#br0" timeOffset="564">550 83 8209,'0'-9'-350,"0"-1"0,0-1 0,0-1 2702,0-1-1900,0 0 0,-2 8 1,-1 3-1,-2 5-304,-1 7 0,-2 4 1,1 6-1,-1 3-19,-2 3 0,0 2 1,2 2-1,0 2-27,1 0 1,1 5 0,-3-2 0,3 3-346,3 1 1,2 0 0,1-1 0,0-2-307,0-4 1,1-7 0,2-7 0,4-7-1706,5-7 2254,-1-3 0,25-57 0,1-14 0</inkml:trace>
  <inkml:trace contextRef="#ctx0" brushRef="#br0" timeOffset="964">783 93 8635,'-5'-4'1795,"-1"3"-1365,3-3 1,-1 8 0,-4 3-1,2 5-263,-2 4 0,-1 7 1,0 3-1,-1 3 2,0 4 0,-3 2 1,0 6-1,2 1 1,4 0 1,-1-2 0,5-3-1,1-2-124,1-6 1,1-8 0,1-9 0,2-5-205,4-4 1,1-3 0,2-3 0,-1-3-431,-3-3 0,3-5 1,-4-2-1,1-3-425,-3 0 0,1 1 0,-1 0 1013,0 2 0,-33-39 0,-7-13 0</inkml:trace>
  <inkml:trace contextRef="#ctx0" brushRef="#br0" timeOffset="1065">618 278 8209,'-7'-7'954,"1"1"0,3 3-585,0-4 1,6 5-1,4-1 1,3 3-252,3 3 1,2-1-119,4 5 0,-8-5 0,-2 2 0</inkml:trace>
  <inkml:trace contextRef="#ctx0" brushRef="#br0" timeOffset="1364">929 83 8172,'5'5'79,"4"-3"1,-3 4 0,2 2 312,-2 1 1,3 1 0,-2 3-1,1 5 51,2 3 0,-4 5 1,0 7-1,-2 2-87,-2 3 0,-1 2 0,-2 1 0,-2 1-452,-3-1 0,-4-2 1,-3-3-1,-2-4-1738,0-1 1834,-4-7 0,-22-13 0,-11-7 0</inkml:trace>
  <inkml:trace contextRef="#ctx0" brushRef="#br0" timeOffset="1849">1347 307 9934,'10'0'-269,"0"0"0,-4 0 0,1 0 269,0 0 0,19 4 0,5 2 0</inkml:trace>
  <inkml:trace contextRef="#ctx0" brushRef="#br0" timeOffset="1997">1367 395 8405,'-10'0'1178,"4"0"1,4 1 0,8 1-824,3 1-355,3 0 0,46-11 0,11-3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7:59.2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84 352 8186,'-6'0'97,"0"-3"0,-1 1 0,1-3 0,0 0 430,2 0 1,-1 0 0,3-3 0,0 1-17,1-2 0,1-2 1,1 1-1,1-1-367,3 0 0,3 3 0,3 0 0,1 1-232,1 0 0,0 4 1,0 1-1,1 2-94,1 2 1,-2 3 0,-3 5 0,-1 4-133,-1 4 0,-3 3 0,-3 4 0,-3 1 199,-3-1 1,-1 1 0,-6 1 0,-1 0 225,-2 0 0,-1-2 0,-2-3 0,-1-2 199,0-1 0,-1-3 0,3-4 0,3-3 341,4-4 1,2-2 0,1-4 97,2-1 0,1-2 0,4-1 0,1 0-428,2 0 1,5 1-1,1-2 1,2 0-345,1 2 0,-1-1 0,1 3 1,-2 0-474,0 2 1,3 0 0,-4 2 0,1 0-1768,-1 2 2263,1 0 0,10 8 0,3 2 0</inkml:trace>
  <inkml:trace contextRef="#ctx0" brushRef="#br0" timeOffset="547">610 121 8263,'-2'-4'337,"-1"1"3,0 0 1,1 1 0,-3 2-1,0 0-138,0 2 0,-2 3 0,0 4 0,-1 4-86,0 3 0,-4 6 1,2 2-1,-3 4 110,-2 4 0,1 3 1,-1 4-1,2 1 192,0 0 1,3 0 0,1-3-1,3-2-55,2-2 0,1-6 0,4-8 1,1-6-204,5-4 1,0-4-1,4-4 1,1-2-119,2-4 1,0-4-1,1-3 1,-2-3-470,0-1 1,-2 1-1,-1 0 1,-2 2-1436,-2 0 0,0-2 1862,-1 0 0,-3 6 0,1 3 0</inkml:trace>
  <inkml:trace contextRef="#ctx0" brushRef="#br0" timeOffset="698">405 339 8422,'-6'0'368,"1"-2"367,1 0 0,3 0 0,1 2-311,4 0 1,7 0 0,3 0 0,3-1-2290,3-1 1865,3 1 0,46-13 0,14 0 0</inkml:trace>
  <inkml:trace contextRef="#ctx0" brushRef="#br0" timeOffset="1230">783 38 8293,'3'-6'-4,"-1"-1"1,2 1 652,1-1 0,1 3 0,0 0 0,1 2-37,-1 0 1,0 2 0,1 2-655,-1 3 0,-2 1 1,-1 2-1,-1 1-153,0 1 1,-1 0-1,-3 1 1,-2 0-102,-2 1 1,0-2-1,-1 0 1,1 1-165,0-1 1,-1-2 0,1-3 0,-1 0 631,1 0 0,2-2 397,-1-1 1,5-2 0,0-2-285,3 0 0,4-1 1,0 2-1,3-1 111,0 0 0,-2 2 0,0 2 0,-1 3-167,0 3 1,-2 0-1,0 3 1,-3 0-405,-2 1 0,0 1 0,-3 0 0,-4 0-562,-3 0 1,-2-1 736,0-2 0,2 0 0,0-4 0</inkml:trace>
  <inkml:trace contextRef="#ctx0" brushRef="#br0" timeOffset="1913">950 487 8320,'0'-4'604,"0"-1"1,0 3 0,1-1-1,1 0-144,2 1 1,3 2-1,2 2 1,3 0-1331,2-1 0,4 0 870,-1-1 0,-4 3 0,-1 1 0</inkml:trace>
  <inkml:trace contextRef="#ctx0" brushRef="#br0" timeOffset="2531">1470 198 7952,'1'-6'-455,"1"-1"1,-2 1-1,3 0 1531,-3-1 1,-3 2 0,-1 0-601,-2 0 0,-2 4 1,-1-1-1,1 4-272,1 2 0,-1 3 1,-2 1-1,1 3-104,0 1 0,0 4 0,1 1 0,-1 4 109,1 3 0,3 1 0,1 1 0,0 2-130,0 4 1,2 4 0,2 4 0,2 1-40,3 1 0,0-5 0,2-1 0,2-5-494,2-3 0,1-8 0,1-6 454,2-6 0,7-24 0,5-9 0</inkml:trace>
  <inkml:trace contextRef="#ctx0" brushRef="#br0" timeOffset="3081">1656 262 8266,'-7'-9'352,"4"2"1,1-1-414,1 0 0,1 2 1,1 0 850,4 2 0,0 1 0,5 3 0,0 0-851,0 0 1,0 4 0,0 1 0,-1 4-259,-2 1 1,-1 1 0,-2 1 0,-2 2-21,-1 1 0,-2-1 0,-1 1 1,-2 0 32,-2 0 1,-3 0-1,0-2 1,-1 0 266,-1 0 1,1-3-1,0-3 1,1-2 1002,1-2-519,1-3 1,4-3 0,3 0-211,6-1 0,1-1 0,3 3 0,0 1-57,0 0 1,-2 4 0,1 2 0,-3 3-19,-2 2 0,1 2 0,-3 2 0,-3 1-95,-3 2 0,-2 0 0,-3 1 1,-3 1-316,-3-2 1,0-2-1,0-2 250,0-1 0,-14-25 0,-1-2 0</inkml:trace>
  <inkml:trace contextRef="#ctx0" brushRef="#br0" timeOffset="3601">1938 185 8057,'-4'-6'0,"0"0"256,1-1 1,0 4 379,1 1 1,2 4 0,0 3 0,5 3-336,2 5 1,1 1 0,3 3 0,1 1-8,2 3 0,1 2 0,1 3 0,0 2-108,1 2 1,-3 2 0,1 1-1,-1 1-269,-2-3 1,-2-5-1,-2-7 1,-2-4-2911,-2-4-305,-2-1 3298,0-10 0,-7-20 0,-2-12 0</inkml:trace>
  <inkml:trace contextRef="#ctx0" brushRef="#br0" timeOffset="3814">2124 192 8266,'-6'6'0,"-3"1"0,1 2 0,-1 2 564,0 4 0,1 2 1,-3 4-1,0 3-243,-1 1 1,-1 1-1,-1 1 1,0 2-250,-1 0 0,0-2 0,2 0 0,1-4-692,1-3 0,1-5-984,3-4 1604,2-5 0,28-25 0,6-10 0</inkml:trace>
  <inkml:trace contextRef="#ctx0" brushRef="#br0" timeOffset="4081">2259 410 8266,'0'-6'824,"0"-1"0,3 4 1,1 0-1,2 3-702,3 0 0,-1 0 0,2 0 1,1 0-919,-1 0 0,2 2 1,-2 1-1,0 0 796,-1-1 0,-2-5 0,-1-4 0</inkml:trace>
  <inkml:trace contextRef="#ctx0" brushRef="#br0" timeOffset="4197">2349 307 8266,'-7'7'355,"1"-1"0,0 1 0,1 2 0,1 2 30,2 1 1,-3 3 0,3 2 0,1 1-386,0-1 0,4 5 0,0-2 0</inkml:trace>
  <inkml:trace contextRef="#ctx0" brushRef="#br0" timeOffset="4847">2663 275 8266,'-1'-10'0,"0"-1"0,-1 0 384,0 1 0,-1-2 0,-2 2 0,0 0 168,-2 2 1,1-1 0,-1 1-1,0 2-353,-1 0 0,0 2 0,-2 4 0,1 1-122,1 1 1,-2 2 0,2 5 0,1 3-331,2 3 0,2 2 0,3-2 0,0 2-152,0 1 1,1-3 0,1 0 0,2-1-41,2-1 0,3-3 0,1-2 0,1-1 209,2-3 1,-1-1 0,3-4 0,-2-1 114,0-2 0,-1-2 1,-1-1-1,-3 0 77,-1-1 0,-3 1 0,-2-2 337,-1 2 1,-2 3 0,-1 3 0,-2 3 156,-2 5 1,0 4 0,-1 5 0,1 2-135,-1 2 0,1 6 0,0 0 0,-1 2-46,1 0 1,1 3 0,1-1-1,0 1-130,0-1 0,2-3 0,2-4 0,0-4-652,0-6 1,0-4 0,2-4 511,3-3 0,3-38 0,2-11 0</inkml:trace>
  <inkml:trace contextRef="#ctx0" brushRef="#br0" timeOffset="5297">2874 224 8266,'7'0'0,"-1"0"0,1 0 176,-1 0 1,1 3 0,-1 2 0,0 3 203,1 2 1,-1 3 0,1 3 0,-1 3-68,0 4 1,0 3 0,-2 2 0,-1 3-28,-3 3 1,0 0 0,-3-2 0,-4 0-320,-3 0 0,-2-1 0,-1-3 0,1-5 33,-1-5 0,-23-11 0,-5-5 0</inkml:trace>
  <inkml:trace contextRef="#ctx0" brushRef="#br0" timeOffset="6164">3407 179 8160,'-3'-3'111,"2"0"331,-4 3 0,1 3 1,-2 4-1,-1 3-249,1 2 0,-1 4 1,-2 3-1,-2 3 65,-1 3 0,2 2 0,-1 6 0,0 0 128,-2 1 0,3 4 0,3-1 1,2 0-191,2-3 0,3-6 0,0-6 0,3-6-211,4-4 0,1-6 0,4-4 0,1-4-3,0-2 1,1-2 0,-1-3 0,-1-1-551,-1 0 0,0-2 1,-2 1-1,-1-1 568,-1 0 0,-12-27 0,-3-6 0</inkml:trace>
  <inkml:trace contextRef="#ctx0" brushRef="#br0" timeOffset="6314">3240 365 8272,'-6'0'818,"-1"0"0,4 0 0,4 0-469,5 0 0,4 0 1,5 0-1,2 0-1100,1 0 751,2 0 0,36-6 0,10-1 0</inkml:trace>
  <inkml:trace contextRef="#ctx0" brushRef="#br0" timeOffset="6647">3561 128 8373,'6'-3'-51,"1"0"1,-1-2-1,1 2 206,2 0 1,-2 1 0,1 2 0,-1 0 395,-3 2 0,0 2 0,-3 2 0,1 1-589,0-1 1,-2 3-1,-2 0 1,-3 1-20,-3 1 0,1 1 1,-3-1-1,2-1-18,-1-1 1,0 1-1,1-2 301,0 0 0,-1 0 1,3-3-45,2-1 0,2-2 0,4 0-215,2-2 0,5 0 0,2 1 33,1 1 0,40 8 0,11 3 0</inkml:trace>
  <inkml:trace contextRef="#ctx0" brushRef="#br0" timeOffset="7264">3766 442 8531,'6'-6'640,"1"2"0,-1 1 0,1 1-186,2 0 0,1 0 1,3 2-1,0 0-578,-1 0 1,3-2-1,0 0 1,0 0 123,-2 1 0,-9-4 0,-1-2 0</inkml:trace>
  <inkml:trace contextRef="#ctx0" brushRef="#br0" timeOffset="7414">3875 327 8313,'-3'4'50,"0"0"221,-1 1 0,1 2 0,1 1 0,0 4 120,1 2 1,-2 2 0,1 4 0,0 1-366,1 3 1,1 0-27,0 0 0,9 6 0,2 0 0</inkml:trace>
  <inkml:trace contextRef="#ctx0" brushRef="#br0" timeOffset="8064">4292 141 8301,'4'0'-162,"-2"2"0,-2 3 1,0 3-1,0 4 784,-2 2 0,0 4 0,-2 5 0,-1 6-247,-1 4 0,-1 2 0,-1 4 0,0 0 12,0 1 1,0 0 0,0-1 0,0-4-338,3-5 1,-1-7 0,4-6 0,0-6-681,2-3 1,0-5 0,2-3 0,1-4 629,0-2 0,4-11 0,3-4 0</inkml:trace>
  <inkml:trace contextRef="#ctx0" brushRef="#br0" timeOffset="8514">4574 262 8313,'-2'-12'63,"-1"-1"0,0 0 366,-2 0 0,-1 2 0,-1 1 1,-1 1 94,-1 1 0,-2 1 0,0 2 0,-1 0-510,-1 3 1,1 1 0,1 2 0,1 1-60,1 3 1,2 0 0,4 2 0,0 2-110,1 2 0,4 1 0,1 3 0,2 0 36,3 2 1,2-2 0,-1 3 0,0 1-31,0 1 0,0 3 1,-3-3-1,1 2-45,-1-2 1,-2 3-1,-2 0 1,-1-1 70,-1-3 1,-3 0 0,-2-4 0,-2-1 210,-2 0 1,-2-7-1,1-3 1,-1-3 139,0-1 1,1-5 0,-1-2 0,1-3 61,1-3 0,1-1 0,3-3 0,1-1-165,1 0 1,1-2 0,3 1 0,1 0-53,2 0 0,3 2 0,1 1 1,3 2-531,1 2 1,3 1 0,1 0 455,0 3 0,41-14 0,12-2 0</inkml:trace>
  <inkml:trace contextRef="#ctx0" brushRef="#br0" timeOffset="9347">4767 89 8838,'0'7'514,"3"2"0,0 2 0,4 4 1,2 5-69,1 2 0,3 7 1,2 3-1,2 4-161,-1 4 0,2-1 0,-3 1 0,-2-3-112,-1-5 1,-3-3-1,-3-4 1,1-2-258,-1-4 0,0-3 1,-1-6-1,-1-1-775,1-2 1,-1-3 110,0-2 0,-3-4 0,2-3 1,-3-1 747,0-3 0,-5-32 0,-2-11 0</inkml:trace>
  <inkml:trace contextRef="#ctx0" brushRef="#br0" timeOffset="9597">5017 147 8293,'-4'0'-157,"-1"0"0,0 0 193,0 0 1,-2 1 0,0 2-1,-1 3 576,0 4 0,-6 5 0,1 3 0,-1 2-374,-2 4 0,3 2 0,-3 1 0,1 3-164,0-1 0,-2 1 0,1-1 0,1-1 27,-1 1 1,0 0 0,3-3 0,3-4-840,2-4 0,2-3 738,2-4 0,27-39 0,9-12 0</inkml:trace>
  <inkml:trace contextRef="#ctx0" brushRef="#br0" timeOffset="9997">5299 211 6331,'-6'0'-180,"1"1"0,1 1 0,-1 3 442,-1 3 0,0 3 0,-1 3 0,-2 4 394,-1 3 0,-3 2 1,1 2-1,-1 2-137,0 1 1,1-2-1,2 1 1,3-3-250,5-2 1,1-4-1,2-2 1,1-4-203,5-2 1,0-2 0,4-4 0,2-2-497,2-1 0,-1-4 1,-3-2-1,-1-2-124,-1-2 0,0-1 1,-3 1-1,0 1-716,-2 1 1,-1-1 1267,-3-1 0,-11-14 0,-3-1 0</inkml:trace>
  <inkml:trace contextRef="#ctx0" brushRef="#br0" timeOffset="10130">5139 339 8259,'-4'-6'392,"1"2"-94,3-1 0,4 4 1,2-1-1,5 1 75,3 1-373,3 3 0,47 1 0,13 2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8:10.8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12 391 8327,'-3'-3'939,"-1"3"0,3-3-28,-1 0 1,0 2-1,4-3-669,2 1 0,2 1 1,1 2-1,2 0-104,2 0 1,-1 0 0,0 1 0,1 0-298,-1 1 0,1 1 0,-2-1 159,-1 0 0,-1 6 0,-1-1 0</inkml:trace>
  <inkml:trace contextRef="#ctx0" brushRef="#br0" timeOffset="167">89 301 8245,'-2'9'102,"0"0"0,-1 2 0,2 0 0,-2 2 389,2 1 0,0 4 1,-1 2-1,-1 2-1037,0 1 546,1-2 0,0 7 0,2-2 0</inkml:trace>
  <inkml:trace contextRef="#ctx0" brushRef="#br0" timeOffset="833">545 0 8245,'-7'0'1,"1"0"1,0 1 0,1 0 0,1 2 180,-1 1 0,-1-2 0,0 3 0,-1 1 23,1 2 0,-3 3 1,1 1-1,-1 2-57,0 3 0,1 2 0,-2 3 0,1 2-18,1 3 1,-1 3 0,1 4 0,1 3-26,2 3 0,4 0 1,0 2-1,2-1-131,3-1 0,2-4 1,1-4-1,2-4-374,1-4 0,1-5 1,1-7 399,2-5 0,11-18 0,2-7 0</inkml:trace>
  <inkml:trace contextRef="#ctx0" brushRef="#br0" timeOffset="1233">2031-9 8245,'0'4'202,"0"1"0,0 0 38,0 0 0,1 4 0,1 0 1,2 1-262,2 2 1,3 0 0,0 1 0,0-1-945,0 1 965,3 0 0,9 0 0,6 0 0</inkml:trace>
  <inkml:trace contextRef="#ctx0" brushRef="#br0" timeOffset="1550">2275 23 8245,'-3'-3'351,"2"0"0,-4 3 11,0 0 1,0 0 0,-2 0 0,1 1-184,-1 1 0,0 1 0,-1 4 0,-1 2-242,-1 2 0,0-1 1,-3 0-1,2 2-352,0 0 0,1-2 1,0-2-1,3-1-768,2 0 1120,4-4 0,-1 0 0,3-2 1,2 0 275,1 2 0,-1 2 1,2-1-1,-1 2 248,-2 3 0,3 1 0,-3 3 0,-1 2 25,0 2 0,-1 4 0,0 1 1,0 2-369,0 2 1,-3 0 0,0 1 0,-2-2-670,1-2 0,3-5 0,-2-2 0,3-3 551,0-5 0,0-29 0,0-9 0</inkml:trace>
  <inkml:trace contextRef="#ctx0" brushRef="#br0" timeOffset="1783">2294 254 8245,'0'-6'-28,"3"-1"1,1 1 0,2 0 95,0 2 1,1-1 0,0 3 0,1 0 204,0 2 1,3 0 0,-2 0 0,1 0-1154,-1 0 0,-1 0 880,-1 0 0,-1 3 0,1 0 0</inkml:trace>
  <inkml:trace contextRef="#ctx0" brushRef="#br0" timeOffset="1933">2378 126 8220,'-6'6'117,"2"1"0,0-1 0,3 1 0,-2 2 326,-1 1 1,3 3 0,-1 3 0,0 3-230,0 1 1,1 4-1,-1-1 1,1 0-215,1-2 0,3-1 0,1 0 0</inkml:trace>
  <inkml:trace contextRef="#ctx0" brushRef="#br0" timeOffset="2334">2570 30 9637,'-2'-3'527,"0"3"1,-1 3-1,1 4 1,0 1-426,1 3 0,0 2 0,1 1 1,0 2-559,0 0 0,0-1 0,0 1 0,0-2 456,0-2 0,0-18 0,0-2 0</inkml:trace>
  <inkml:trace contextRef="#ctx0" brushRef="#br0" timeOffset="2618">2564 49 8220,'4'0'-1761,"0"0"1780,1 0 0,1 0 0,0 0-168,1 0 0,-1 0 0,1 0 0,1 0 148,1 0 1,-1 0 0,-1 0 0,1 0 260,1 0 0,-1 0 0,-1-1 613,-1-1 0,-2 1-488,1-1 1,-4 2-1,1 2 1,-1 3-50,-1 0 0,-2 5 0,-1 1 0,-1 3-120,-1 3 0,0 7 1,-2 2-1,1 3 4,-1 4 0,1 2 1,-1 4-1,-1 1-160,-1-2 0,2-1 0,2-6 0,1-4-2187,1-6 2127,1-1 0,5-9 0,0 1 0</inkml:trace>
  <inkml:trace contextRef="#ctx0" brushRef="#br0" timeOffset="3085">2871-9 8164,'5'0'-505,"-1"0"1,0 0 723,3 0 1,-1 1-1,0 0 285,1 1 1,-3 3-1,0 0 1,1 0-48,1 2 0,3 2 0,-1 2 1,1 2-124,0 2 0,-2 2 1,2 5-1,-2 3-73,-1 5 0,-2 2 0,-2 2 0,-2 2-59,-2 2 0,-5 0 0,-6-1 0,-4-1-830,-1-2 628,-1-2 0,-26 19 0,-6 3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48:15.7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7 110 8151,'-3'6'584,"1"1"0,1-1-300,0 1 0,1 0 1,0 1-1,0 3-480,0 1 1,0 1-1,1-1 1,1 0-187,2-2 1,4-2 381,1 1 0,19-17 0,4-3 0</inkml:trace>
  <inkml:trace contextRef="#ctx0" brushRef="#br0" timeOffset="150">103 206 8151,'6'-6'-1248,"-2"2"1346,1-1 0,-5 4 1,0-1-1,-3 2 76,-3 2 0,0 2 0,-1 4 0,-1 1-80,-1 1 0,-1 1 0,1 2 0,0 0 180,0-1 0,3 2 1,-1 0-1,2 1 144,0-1 0,2-2 1,1-2-1,2-1-267,5-1 1,2-3 0,6-2 0,3 0-152,3-1 0,23-16 0,9-4 0</inkml:trace>
  <inkml:trace contextRef="#ctx0" brushRef="#br0" timeOffset="670">430 123 8551,'6'0'564,"1"-2"0,2-1 0,2-1-519,4-1 0,1 0 1,4-2-1,1 1-680,0-1 0,1 1 0,-2 0 1,-1-1 634,-2 1 0,-12-9 0,-2-2 0</inkml:trace>
  <inkml:trace contextRef="#ctx0" brushRef="#br0" timeOffset="950">629 1 8159,'0'6'-74,"0"1"1,0-1 111,0 1 1,0 0 0,0 1-1,-1 3 111,-1 1 1,1 2 0,-2 0 0,1 2-203,0 0 1,-5 2 0,0 2-1,0 2-16,-3-1 1,3 0 0,-4-1 0,-1-2 28,0-2 0,0-2 0,2-6 0,1-4 47,2-2 0,0-4 0,2-1 1,0-4 64,3-3 0,2-2 0,2-4 0,3 0-155,0 1 1,3 0 0,-1 4 0,3 2 146,0 2 0,0-1 0,2 6 0,-1 1 103,-2 0 1,-2 5 0,-1 3 0,0 4-14,-2 4 1,1 5-1,-3 1 1,-1 2-59,-2 0 0,-3 1-96,-2 1 0,-6 10 0,-2 1 0</inkml:trace>
  <inkml:trace contextRef="#ctx0" brushRef="#br0" timeOffset="1450">981 7 8189,'0'5'50,"-2"-1"1,0 1 190,1 1 0,-2 3 0,1 2 1,0 4-74,2 2 0,0 2 0,0 2 0,-1 3-292,-1 1 1,1 1 0,-1 1 0,1 1 71,-2-1 0,2-3 1,-3-3-1,1-1-252,-1-1 1,2-4-1,-1-3 1,-1-6 303,0-2 0,-6-28 0,-3-8 0</inkml:trace>
  <inkml:trace contextRef="#ctx0" brushRef="#br0" timeOffset="1802">866 149 8205,'-1'6'-982,"0"1"913,-1 2 0,0-2 0,1 2 1,-1 0 485,0 2 1,0 1 0,2 1-1,0 0-96,0 0 1,0-1 0,0 1-1,0-1-208,0-1 0,0-2 0,1-3 1,1-2-165,2-2 1,3-2 0,1-2 0,1-5-64,1-3 0,1-3 0,3-1 0,2-2-309,1-3 1,-2 1-1,1-3 1,0 2 35,-2 2 0,-1-1 0,0 4 0,-3 1 189,-1 4 0,-3 6 0,-2 3 676,-1 3 1,-3 6 0,0 4 0,0 2 206,-3 1 0,3 1 0,-2 2 0,1 0-252,1 1 0,0-2 1,0 0-1,0-2-551,0 0 1,3-2-1,2-3 118,3-2 0,16-8 0,6-2 0</inkml:trace>
  <inkml:trace contextRef="#ctx0" brushRef="#br0" timeOffset="2219">1302 129 8205,'0'7'252,"0"1"0,0 2 0,0-1 240,0 3 0,0 1 0,0 4 0,-1 3-149,-1 2 0,2-1 0,-3 2 1,3-1-387,0-1 1,2-4 0,0-2 0,0-2-1874,1-3 1916,-2-3 0,4-21 0,-1-8 0</inkml:trace>
  <inkml:trace contextRef="#ctx0" brushRef="#br0" timeOffset="2367">1354 181 8205,'6'-6'393,"0"2"1,1-1 0,0 2 0,1 0 48,3 0 0,1 1 1,1 2-1,0 0-420,0 0 1,0 0-1,1 0 1,-1 0-815,-1 0 0,-2 0 792,0 0 0,-10-6 0,-2-1 0</inkml:trace>
  <inkml:trace contextRef="#ctx0" brushRef="#br0" timeOffset="2686">1495 72 8205,'0'10'-543,"0"2"1,0-2-1,0 0 1062,0 1 0,2 2 0,1 3 1,-1 0-42,1 2 0,0 0 1,-1 2-1,0 1-303,-1 0 0,0 3 0,-2-4 1,-1 0-192,-2-3 0,-2-2 0,-1-1 0,-1-3-103,0-2 0,-3-3 0,2-1 0,-1-4-88,1-2 1,0-4 0,3-3 0,0-3 194,2-1 1,1-1 0,3 0 0,0-2 286,0 0 0,3 3 1,1 4-1,3 1 122,1 0 0,-1 2 1,3 0-1,-1 1-204,2 1 1,-1 1 0,0 2-1,1 0-562,-1 0 1,2 1-1,-1 1 1,1 1 368,1 1 0,8-10 0,3-4 0</inkml:trace>
  <inkml:trace contextRef="#ctx0" brushRef="#br0" timeOffset="2850">1616 46 8159,'0'6'-581,"0"1"0,0-1 581,0 1 0,18-12 0,3-3 0</inkml:trace>
  <inkml:trace contextRef="#ctx0" brushRef="#br0" timeOffset="3567">1687 52 8123,'0'-6'1709,"0"-1"-1709,0 4 0,17 26 0,5 9 0</inkml:trace>
  <inkml:trace contextRef="#ctx0" brushRef="#br0" timeOffset="3750">1873 373 8056,'-2'4'1253,"-1"0"1213,-1-1-2466,3 2 0,10-10 0,5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2:14.3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1 295 11240,'8'0'38,"1"0"0,2-1 0,1-1 0,1 0-321,2 1 1,3 0 0,-1 1-1,0 0-1193,0 0 1476,-3 0 0,10 0 0,0 0 0</inkml:trace>
  <inkml:trace contextRef="#ctx0" brushRef="#br0" timeOffset="716">418 25 8371,'0'-6'-20,"0"-1"982,0 1-97,0 2 0,0 2-770,0 4 0,-2 3 1,0 3-1,0 4 67,1 2 0,1 0 0,-2 4 1,-1 1-82,0 2 1,1 4-1,-3 0 1,0 3-238,0 4 1,-2-2-1,1 5 1,-1-1-177,1 1 1,0-5 0,2-5 0,2-6-739,1-5 0,2-7 1070,1-5 0,-1-1 0,2-1 0</inkml:trace>
  <inkml:trace contextRef="#ctx0" brushRef="#br0" timeOffset="1083">540 121 7941,'-2'5'-95,"-1"-1"0,1-2 1,0 2-1,0 1 390,1 1 1,-1 3 0,1 0 0,-1 0-277,0 0 0,-1 2 0,1-2 0,1-1-154,0 1 1,2-2 0,0 0 0,2-3 41,1-1 0,0 1 0,3-1 0,1 0 196,0 0 0,2 2 1,-3-1-1,2 2 124,-1 0 0,-1 1 1,-1 1-1,0 1 5,-2-1 0,-1 1 1,-3 0-1,0 0-232,-3 1 1,0-1 0,-4-1 0,-2 0-243,-2 0 1,-1-3 0,-1-1 0,1-1-204,-1-2 1,2 0-1,1-2 1,1-1 444,1-2 0,-2-56 0,0-14 0</inkml:trace>
  <inkml:trace contextRef="#ctx0" brushRef="#br0" timeOffset="1279">552 83 8659,'7'-3'0,"-1"-1"323,1 1 0,-1-1 0,1 3 0,0-1-198,1 0 1,0 4 0,3 1 0,0-1-126,1 1 0,18 8 0,4 0 0</inkml:trace>
  <inkml:trace contextRef="#ctx0" brushRef="#br0" timeOffset="1787">777 32 8290,'3'-3'-231,"1"3"0,0 3 0,2 4 0,1 2 686,0 4 0,3 2 0,2 6 0,1 2-158,2 3 1,0 1 0,-1 0 0,0 1-187,1-1 0,-1-1 0,-3-3 0,-2-2-197,0-3 0,-1-3 0,-1-4 0,-1-1 192,-2-3 0,-1-2-106,1-5 0,-6-9 0,2-2 0</inkml:trace>
  <inkml:trace contextRef="#ctx0" brushRef="#br0" timeOffset="2033">995 38 8298,'-6'6'-78,"-1"1"0,1 2 0,-1 2 0,0 1 313,-1 1 1,0 2 0,-3 3 0,0 3 132,-1 2 1,-1 5 0,0 2 0,0 1-298,0 2 0,1-2 0,-1 0 0,1-3-379,1-2 1,4-5 0,5-8 307,2-4 0,8-13 0,3-4 0</inkml:trace>
  <inkml:trace contextRef="#ctx0" brushRef="#br0" timeOffset="2467">1130 237 7963,'6'0'-118,"1"0"336,-1 0 1,3 0 0,0 0 0,0 0-460,0 0 1,3 0 0,-2 0 0,0 0-560,1 0 1,-3 0 799,1 0 0,-5-6 0,-1-1 0</inkml:trace>
  <inkml:trace contextRef="#ctx0" brushRef="#br0" timeOffset="2682">1207 147 8236,'0'6'0,"0"3"0,0-1 0,0 1 49,0 0 0,0 1 1,0 4-1,-1 1 319,-1 2 1,1 1-1,-1 2 1,1-1-211,-2 0 1,3 0-159,-2-2 0,1-4 0,1-4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7:14.1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290 290 10707,'0'11'861,"0"1"1,0 2-627,0 4 1,0 2 0,0 2-1,0 0-83,0 3 0,0-1 1,0 3-1,-1-2-457,-3-4 0,3-1 0,-2-6 0,1-1-2110,2-1 2415,0-6 0,-4-39 0,-2-15 0</inkml:trace>
  <inkml:trace contextRef="#ctx0" brushRef="#br0" timeOffset="149">279 119 8100,'-6'-11'180,"2"5"-180,4 1 0,9 19 0,3 4 0</inkml:trace>
  <inkml:trace contextRef="#ctx0" brushRef="#br0" timeOffset="450">462 215 8195,'6'5'564,"-2"1"0,-4 4 0,1 1 147,3 0 0,-3 4 0,3 3 1,-3 4-395,-1 3 0,0-1 1,0 4-1,0 1-399,0-2 0,0 3 0,0-5 0,0-3-1187,0-3 0,-4-3 1269,1-5 0,-5-29 0,2-7 0</inkml:trace>
  <inkml:trace contextRef="#ctx0" brushRef="#br0" timeOffset="565">483 108 8230,'0'-11'683,"0"4"-683,0 0 0,5 14 0,1 0 0</inkml:trace>
  <inkml:trace contextRef="#ctx0" brushRef="#br0" timeOffset="867">76 247 8230,'-11'0'0,"0"0"379,1 0 0,-1 5 0,1 3 355,3 5 0,1 4 0,4 6 0,-2 0-594,2 3 1,1 7-1,1-1 1,0 0-574,0-2 1,0 0 0,1-5 0,3-3-850,3-3 0,6-4 1282,1-8 0,24-22 0,3-8 0</inkml:trace>
  <inkml:trace contextRef="#ctx0" brushRef="#br0" timeOffset="1100">676 204 8230,'7'6'0,"0"-1"0,0 0 930,-1 2 0,4 2 0,-3 2 0,2 1-327,2 2 1,-1 7 0,-2 5 0,-2 1-285,-1 3 0,2 1 0,-4 2 0,-1 2-593,-5 1 0,-3-4 1,-4-5-1,-2-1 274,-3-2 0,-49-16 0,-17-4 0</inkml:trace>
  <inkml:trace contextRef="#ctx0" brushRef="#br0" timeOffset="1865">1297 86 8345,'0'-5'1023,"5"13"1,4 10-517,4 3 1,3 7-1,7 1 1,2 7-113,3 7 0,7 4 0,1 6 0,-3-4-104,-3-6 0,0-5 1,-5-7-1,-3-4-331,-3-6 0,-4-4 0,-8-6 1,-3 0-1096,1-1 1,-4-3-1605,3 1 2739,-3-6 0,-25-21 0,-5-11 0</inkml:trace>
  <inkml:trace contextRef="#ctx0" brushRef="#br0" timeOffset="2097">1672 97 8345,'-4'-11'-141,"1"4"0,-4 1 337,-1 2 1,2 0 0,-1 6 0,-2 6 709,0 6 1,-3 6-1,-1 6 1,-3 6-698,0 7 1,1 3 0,-2 4 0,-1 1-93,1 2 1,-3-4-1,3 2 1,0-4-293,3-4 1,3-7-1,3-9 1,2-7-2321,1-5 2495,2-3 0,3-2 0,0-1 0</inkml:trace>
  <inkml:trace contextRef="#ctx0" brushRef="#br0" timeOffset="2381">1940 333 8334,'0'-11'231,"-1"4"573,-2 0 0,3 1-109,0-1 0,4 2 0,8 5 0,1 0-775,2 0 1,3 0 0,-4 0-1,0 0-576,2 0 1,-5 0 0,5 0 655,-1 0 0,-7 19 0,1 5 0</inkml:trace>
  <inkml:trace contextRef="#ctx0" brushRef="#br0" timeOffset="2532">1983 429 8334,'-10'0'1544,"-1"0"0,6 0 0,5 0-1435,6 0 1,5 0 0,3 0-1,4 0-109,2 0 0,68-9 0,-35 3 0,-1 0 0</inkml:trace>
  <inkml:trace contextRef="#ctx0" brushRef="#br0" timeOffset="3132">2573 172 8314,'-10'-5'346,"2"-3"0,2-4 282,1-2 1,1 0 0,6 3 0,0 0-62,2 0 0,8 2 0,-2 2 1,3 2-413,3 0 0,-4 4 1,2-1-1,-1 4-358,1 5 1,-5 4 0,0 3 0,-3 3-258,-3 0 0,-2 4 1,-1-1-1,-1 4-32,-3 0 0,-2-2 1,-5 0-1,1-1 189,-1 1 0,0-6 1,0-1-1,1-3 617,-1-2 1,4-2 0,0-3 896,-2 0 1,6-2-927,3-7 0,5 2 1,7-4-1,1 1-98,1 3 0,4-3 1,-3 1-1,1 3 40,-1 3 0,3 4 1,-4 5-1,-2 1 78,-3 2 1,-1 3 0,-5 6 0,-1 0-110,-5 2 0,-7 2 1,-8-4-1,-3 2 58,0-1 0,-4-5 1,-1-2-1,-2-2-254,-1-2 0,-31-24 0,-8-8 0</inkml:trace>
  <inkml:trace contextRef="#ctx0" brushRef="#br0" timeOffset="3731">3280 258 8285,'6'1'384,"-3"3"1,-1 2-1,-2 4 1,0 1-20,0 0 0,0 4 0,-2 3 0,0 2-186,-2 2 0,-4-1 0,1 1 0,-3-1 63,0 1 1,-5-6 0,1-2 0,1-3-118,1-4 0,-2-2-1,1-6 1,2-3-238,3-3 0,2-7 0,-1-4 0,3-3-182,3-4 0,1-2 1,1-2-1,3 0 66,3-1 0,3 4 1,5 2-1,3 5 175,2 5 1,1 2-1,1 3 1,-1 1 137,1 5 0,-1 6 1,0 7-1,0 5 230,-3 7 1,-3 8-1,-5 1 1,-3 3-330,-4 1 0,-2-1 1,-1 1-1,0-1-840,0-3 1,-3-5 0,-2-8 854,-1-4 0,-11-40 0,-5-11 0</inkml:trace>
  <inkml:trace contextRef="#ctx0" brushRef="#br0" timeOffset="3981">3591 194 9824,'0'12'1038,"0"2"1,-2 4-769,-1 2 1,2 6-1,-3 3 1,3 2-180,1 1 1,0 0 0,-1 0 0,-2-1-479,0-2 1,-1-3 0,4-6 0,0-2-1976,0-4 2362,0-7 0,0-30 0,0-13 0</inkml:trace>
  <inkml:trace contextRef="#ctx0" brushRef="#br0" timeOffset="4248">3623 183 8256,'0'-7'28,"0"0"159,0-2 1,1 1-1,1 0 1,3 2-19,1 1 1,1-2 0,4 2-1,0 0 8,-1 0 1,-3 1 0,1 1 0,0 0 142,1 0 1,2 2 0,0 2 17,0 3 1,-4 2 0,-1 5 0,0-1-124,0 1 0,-3 1 1,3 1-1,-1 3-364,-3 0 0,-1 1 0,-1 2 0,0 0-261,0 4 1,0-2 0,0 4 0,0-2-743,0-2 1152,0 1 0,-23 23 0,-7 6 0</inkml:trace>
  <inkml:trace contextRef="#ctx0" brushRef="#br0" timeOffset="4398">3666 397 8256,'0'-10'92,"1"-1"-63,2 0 0,0 5 0,4 3-661,1 1 1,1 4 631,-2 1 0,-17 55 0,-8 19 0</inkml:trace>
  <inkml:trace contextRef="#ctx0" brushRef="#br0" timeOffset="4482">3655 515 8518,'6'0'-189,"37"-24"1,4-5-1</inkml:trace>
  <inkml:trace contextRef="#ctx0" brushRef="#br0" timeOffset="4766">3955 108 8607,'-10'-1'1037,"3"-3"1,4 2-906,6-5 1,3 4 0,5-2 0,0 2-1416,-1-1 1,1 1 1282,0 3 0,19-15 0,4-2 0</inkml:trace>
  <inkml:trace contextRef="#ctx0" brushRef="#br0" timeOffset="4983">4051 1 8256,'-7'0'555,"1"1"-126,2 2 0,-4 3 0,5 5 0,0 1-353,2 2 0,-2-1 0,-1 4 0,1 0-384,-2-1 1,4 2 0,-4 3-1,1-4 118,1-2 1,-2-3-1,3-2-229,-2 1 1,0-6 414,4-5 1,4-5-1,1-4 95,1 1 1,1-1 0,4 3-789,-1 0 697,1-4 0,9 4 0,3-4 0</inkml:trace>
  <inkml:trace contextRef="#ctx0" brushRef="#br0" timeOffset="5367">3837 354 8224,'-11'0'0,"1"0"741,-1 0 1,4 0 234,0 0 1,9-1-1,2-1 1,5-3-818,5-1 0,4 4 0,6-3 0,2 1-449,2 1 0,-1-6 0,3 3 0,-3-1-198,-1 0 1,3 4 0,-4-5-1,-1 1-125,-2 1 0,-4-2 0,-1 3 1,-2 1-463,-1-1 1,-6 0 902,-1 1 1,-6 3 0,-1-2 528,-6 1 1,-3 4 0,-2 0 0,1 3 331,3 1 0,-2 2 0,2 5 0,-2 3-140,2 0 1,-1-1-1,4 4 1,1 2-85,-2 3 1,4 6-1,-3-1 1,3 5-201,1 2 0,0 5 0,0 1 0,0 2-166,0-2 1,0-4-1,0-7 1,0-3-196,0-3 1,0-7 0,1-5-502,3-4 1,-3-6 0,2-6 0,-1-5-3223,-2-1 3819,-5-7 0,-34-43 0,-14-16 0</inkml:trace>
  <inkml:trace contextRef="#ctx0" brushRef="#br0" timeOffset="5465">3901 558 8212,'-4'-11'989,"2"1"0,-1 4 0,6 2-765,5 3-224,6 6 0,45 10 0,16 8 0</inkml:trace>
  <inkml:trace contextRef="#ctx0" brushRef="#br0" timeOffset="5564">4448 697 7962,'21'-10'0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7:26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 20599,'0'-6'-2451,"0"1"2340,0 1 329,0-2-218,0-5 0,0-9 0,0-3 0</inkml:trace>
  <inkml:trace contextRef="#ctx0" brushRef="#br0" timeOffset="2783">0 12 23161,'0'-6'432,"0"1"1,0 6 0,0 3-261,0 3 1,0 2-1,0 3 1,0 1 13,0 2 1,0 2 0,0-1 0,0 1-43,0 2 0,0 1 1,0 1-1,0 2-36,0 2 1,0-2 0,0 2-1,0-2-3,0 2 0,0-1 1,0 4-1,0-2 76,0-2 1,0-2 0,0 1 0,0 1 19,0 1 0,0-1 0,0-5 0,0-2-51,0 2 0,0 1 0,0-1 1,0-2-70,0 2 0,0-2 1,0 1-1,0 1-55,0 1 0,0-2 0,0-1 0,0-1-34,0 1 0,0 0 1,0 1-1,0-3 30,0 1 0,0-3 1,0 5-1,0 1 28,0 1 1,0-2 0,0-2 0,0 1 6,0 0 0,0 1 0,0 2 0,0-1 40,0-1 1,0-4 0,0 3 0,0-2-11,0-2 1,0 3-1,0-2 1,0-1-94,0-1 0,0-1 1,0 0-1,0-1-7,0 1 0,0 0 1,0-1-1,0 1 36,0 0 0,0 3 1,0 0-1,0-1 25,0-1 0,0-1 0,0 0 1,0 0 13,0-1 1,0 1 0,0 0-53,0-1 1,0-2 0,0-1-29,0 1 1,0 2 0,0 0 16,0 1 1,0 0 0,0-1 0,0 1 1,0 0-1,0 0 1,0-1 92,0 1 1,0 3 0,0 1 0,0-2-44,0-1 1,0-2 0,0 1 0,0 0-37,0-1 1,0 1 0,0 0 0,0 0-4,0-1 1,0 1-1,0 0-43,0-1 0,0 1 0,0 0 1,0 0 54,0-1 0,0 1 1,0 0 40,0-1 1,0 5 0,0-1-46,0-1 0,0-1 1,0-1-80,0-1 0,0 1 0,0 0 44,0 0 1,0-1-1,0 1 15,0 0 1,0-4-1,0 0 72,0 1 1,0 2 0,0 1 94,0-1 0,0 1-139,0 0 1,0-1 0,0 1-28,0 0 0,0 0 0,0-1-27,0 1 0,0-4 0,0 0 54,0 2 0,0 0 0,0 2-27,0 0 0,0-1 0,0 1 0,0 0 0,0 0 0,0-1 0,0 1 0,0 0 0,0-4 0,0 0 0,0 1-41,0 2 0,0-3 0,0 0 28,0 1 1,0 2-1,0 1 66,0-1 1,0 1 0,0 0-54,0 0 0,0-1 0,0 1 0,0 0 0,0-1 0,0 1 0,0 0 0,0 0 0,0-4 0,0 0-8,0 1 1,0 2 0,0 0 12,0 1 1,0 0-1,0 0 1,0-1-6,0 1 0,0-4 0,0 0 0,0 2 0,0 0 0,0 2 0,0 0 0,0-1 0,0 1 0,0 0-57,0-1 0,0-2 1,0-1 97,0 1 1,0 2 0,0 0-27,0 1 0,0-4 0,0 0-15,0 2 0,0 0 0,0 2 0,0 0-29,0-1 0,0 1 12,0 0 0,0-1 37,0 1 1,0 0 4,0 0 1,0-1-26,0 1 0,0 0 0,0-1 0,0 1 0,0-4 0,0 0-5,0 2 1,0-3 8,0 1 1,0 0-5,0 4 0,0-1 0,0 1 0,0-4 0,0 0 0,0 2 0,0 0 0,0 2 0,0 0 0,0-1 0,0 1 0,0 0 0,0 0 0,0-4 0,0 0 0,0 1 0,0 2 0,0 0 0,0 1 0,0-4 0,0 0 0,0 2 0,0-3 0,0 1 0,0 1 0,0-2 0,0 1 0,0 2 0,0-3 0,0 1 0,0 1 0,0-2 0,0 1 0,0 2 0,0 0 0,0-2 0,0 0 0,0 2 0,0 0 0,0 2 0,0 0 0,0-1 0,0 1 0,0 0 0,0 0 0,0-1 0,0 1 0,0 0 0,0-1 0,0 1 0,0 0 0,0 0 0,0-1 0,0-3 0,0 1 0,0 0 0,0-2 0,0 1 0,0-3 0,0 3 0,0-4 0,0 4 0,0 1 0,0 2 0,0-3 0,0 1 0,0-1 0,0 3 0,0 1 0,0-4 0,0 0 0,0 1 0,0 2 0,0-3 0,0 1 0,0-5 0,0 4 0,0-3 0,0 3 0,0-5 0,0 3 0,0-5 0,0-5 0,0 4 0,0-4 0,0 5 0,0 5 0,0-2 0,0 4 0,0-4 0,0 4 0,0 1 0,0 2 0,0 1 0,0 0 0,0-1 0,0 1 0,0-4 0,0 0 0,0-3 0,0 3 0,0-3 0,0 3 0,0 0 0,0 4 0,0-4 0,0 0 0,0 0 0,0 4 0,0-4 0,0 0 0,0 0 0,0 4 0,0 0 0,0-1 0,0 1 0,0 0 0,0-4 0,0 0 0,0 2 0,0 0 0,0-2 0,0 0 0,0 2 0,0 0-53,0 2 0,0 0 106,0-1 0,0-3-53,0 1 0,0-5 0,0 4 0,0-3 0,0 3 0,0-5 0,0 3 0,0-4 0,0 3 0,0-3 0,0 5 0,0-2-81,0-3 0,0 5 55,0-3 0,0 0 93,0 4 1,0-4-29,0 5 1,0-5-40,0 4 0,0-3 0,0 3 0,0-3 0,0 3 0,0-4 0,0 4 0,0-3 0,0 3 0,0-3 0,0 3 0,0-4 0,0 5 0,0-6 0,0 4 0,0-2 0,0-3-1614,0 3 1078,0-4 1,0-95 0,0 36-1,0-1 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7:36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23812,'0'-6'324,"0"2"0,0 8 0,0 3-235,0 3 1,0 2 0,0 2 0,0 4 76,0 2 0,0 5 0,0 1 0,0 2 25,0 1 0,0 1 0,0 0 1,0-3-22,0-1 0,0 3 1,0-4-1,0 0-50,0 1 0,0-7 0,0 3 0,0-2-36,0 0 1,0 2 0,0-1 0,0 0 41,0 1 0,0-1 1,0 1-1,0 0-27,0 3 1,0-2 0,0 2-1,0-2-13,0-2 0,0 0 0,0 1 1,0-1-79,0 1 1,0-4-1,0-1 1,0 3-8,0 0 1,0-2-1,0-2 1,0 1 47,0 0 1,0 0-1,0 5 1,0-1 39,0 1 0,0-1 0,0 2 0,0 2-8,0 3 1,0 0 0,0-1 0,0 1-1,0-1 0,0-2 0,0 2 0,0 1-22,0-1 1,0-3-1,0 1 1,0-2 18,0-2 0,0 0 0,0 0 0,0-2-90,0-1 1,0-1 0,0 5 0,0-1-15,0 1 0,0-1 1,0-1-1,0-1 55,0-1 1,0 4 0,0 3 0,0-1 16,0-2 0,0 0 0,0 0 0,0 2-5,0 1 0,0 1 0,0-2 0,0 1-16,0-1 1,0 2 0,0 0 0,0 0-13,0 1 0,0-2 0,0-3 0,0 2-29,0 1 0,0-1 0,0-5 0,0-2-1,0-2 1,0 3 0,0-3 0,0 1 21,0-1 1,0 3 0,0-2 0,0-1 6,0 1 1,0 3-1,0-1 1,0 2 62,0 1 1,0 4 0,0 1 0,0 2-1,0 2 1,0-1-1,0 1 1,0-1 12,0 0 0,0 1 0,0 0 0,0-1-27,0 0 1,0-1-1,0-1 1,0-1-85,0-2 0,0-1 1,0-2-1,0 1-140,0-1 0,0-3 1,0 0-1,0 1 84,0 1 0,0 0 0,0-1 0,0-1 91,0 1 1,0 0-1,0 0 1,0-1-5,0 1 0,0 0 1,0 0-1,0-1 16,0 1 1,0-2-1,0 0 1,0-1-23,0 1 1,0-4-1,0 3 1,0-2-12,0 0 1,0 0 0,0-3 0,0 1 0,0 2 0,0-2 0,0 3 0,0-4 11,0 0 1,0 0 0,0 1 0,0 1 32,0 1 1,0 0-1,0-3-51,0 0 1,0 0-134,0-1 0,0 1 93,0 0 0,0-1 129,0 1 0,0 0 1,0 0 52,0-1 1,0 1 0,0 0-19,0-1 1,0 1-104,0 0 1,0 0 0,0-1-99,0 1 0,0-4 1,0 0 18,0 2 1,0 0 0,0 2 46,0 0 1,0-1 0,0 1 63,0 0 1,0-1-13,0 1 0,0 0-93,0 0 0,0-1 33,0 1 0,0-4 0,0 0 42,0 2 0,0-3 1,0 1-2,0 1 0,0-2 0,0 1 116,0 2 1,0 0-45,0 2 1,0-1-28,0 1 0,0 0-63,0 0 1,0-1-1,0 1-22,0 0 1,0-4 0,0 0-162,0 1 0,0-2-378,0 2 1,0-5-1526,0 4 2097,0-4 0,0-37 0,0-13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7:43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0 21140,'-6'0'2472,"-4"0"0,8 0-3733,-5 0 1014,4 0 0,0 0 1,6 0 255,5 0 1,1 0 0,3 0-1,1 0 103,1 0 0,5 0 1,-1 0-1,4 0 19,3 0 0,-1 0 1,4 0-1,1 0-128,-2 0 1,4 0-1,-4 0 1,2 0 5,0 0 1,-2 0 0,1 0 0,-1 0 74,-1 0 0,-3 0 0,3 0 0,-1 0 48,0 0 0,4 0 1,0 0-1,2 0-17,1 0 1,5 0 0,1 0 0,1 0-55,1 0 1,-6 0-1,3 0 1,-2 0-63,-3 0 0,2 0 0,-5 0 0,2 0 12,1 0 1,0 0-1,0 0 1,2 0-15,1 0 0,-1 0 0,3 0 0,-2 0 11,1 0 0,0 0 0,-4 0 0,0 0 64,0 0 0,4 0 0,0 0 0,-2 0-30,0 0 0,-2 0 0,0 0 0,0 0 11,0 0 1,-3 0 0,-2 0 0,1 0-17,-1 0 0,1 0 0,3 0 0,-1 0 37,-1 0 1,-1 0-1,4 0 1,1 0 29,-1 0 0,-1 0 1,-1 0-1,-3 0-90,-1 0 0,-1 0 0,-3 0 0,-1 0 1,0 0 0,-3 0 0,-1 0 0,-2 0-58,-2 0 0,3 0 0,-2 0 0,-1 0 16,-1 0 1,3 0 0,-1 0-1,-1 0 11,-1 0 1,-1 0-1,-1 0-232,1 0-135,-5 0 492,-1 0-488,-5 0 700,4 0 0,-1 0-215,4 0 1,-3 0-27,3 0 0,0 0 1,4 0 29,-1 0 0,1 0 0,0 0 0,-1 0-168,1 0 0,0 0 1,0 0-1,-1 0-39,1 0 1,0 0 0,-1 0-1,1 0 62,0 0 1,0 0 0,-1 0 0,1 0 5,0 0 1,-4 0 0,0 0 58,1 0 0,-2 0-11,1 0 0,1 0-29,2 0 0,-3 0-39,1 0 1,-5 0 61,4 0 1,0 0 18,4 0 1,0 0 0,0 0 75,-1 0 1,1 0-1,0 0 1,-1 0 28,1 0 1,0 0 0,0 0 0,-1 0-80,1 0 0,0 0 0,-1 0-65,1 0 0,0 0 1,0 0-74,-1 0 0,-3 0 0,1 0 72,0 0 1,2 0 0,0 0 159,1 0 0,0 0 1,-1 0 79,1 0 1,0 0-169,0 0 1,-1 0-154,1 0 1,0 0-180,-1 0 0,-2 0 184,-1 0 1,-4 0 109,4 0 1,1 0 1,2 0 0,-3 0 0,1 0-2,0 0 0,-2 0 0,1 0-96,1 0 1,2 0 16,1 0 0,-4 0 0,0 0 50,1 0 0,-2 0 1,1 0 41,2 0 0,0 0-19,2 0 1,0 0 0,-1 0-12,1 0 0,-4 0 1,0 0 15,2 0 0,0 0-32,2 0 0,-4 0 0,0 0 7,1 0 1,-2 0-18,2 0 1,-1 0 1,0 0 25,0 0 1,-3 0 0,3 0 8,1 0 0,-2 0 0,1 0-18,1 0 1,-2 0 0,2 0-65,0 0 0,-2 0-122,1 0 192,0 0-49,-1 0 194,-1 0 396,0 0-423,-4 0-51,8 0 151,-7 0 133,2 0-762,-4 0 1,-76 0 0,-19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7:50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19822,'0'-7'-1339,"0"0"1625,0 4-197,0-6 0,0 6 221,0-4 74,0 5 1,0-4 716,0 2 258,0 3-990,0-4 0,0 7 1,0 1-229,0 4 1,0-1-1,0 1 1,0 3-171,0 3 1,0-1-1,0 2 1,0-1 27,0 2 0,0-2 1,0 5-1,0 1 121,0 1 0,0 2 0,0 2 0,0 1 41,0-1 1,0 2 0,0 0-1,0 1-18,0-1 1,0 0 0,0-2-1,0 1-31,0-1 0,0 2 0,0-1 0,0 0 23,0 1 1,0-2 0,0 3 0,0 1-32,0-1 1,0 2-1,0 3 1,0 0-29,0 0 0,0 0 1,0 2-1,0 0-20,0 2 0,0-1 0,0-2 0,0-1-27,0 0 1,0 4 0,0-1 0,0 0-27,0-2 1,0-1 0,0-1 0,0-1 41,0-1 0,0-2 1,0 3-1,0-3-36,0-1 1,0 4 0,0-2 0,0-1 59,0-2 0,0-1 1,0 0-1,0 1-46,0-2 1,0 1 0,0 0 0,0 2-28,0 2 1,0 1 0,0 6 0,0 2 48,0 1 0,0-2 0,0 2 0,0 1 74,0 3 1,0-5 0,0 4 0,0-1-36,0-2 0,0-3 0,0 3 0,0-1-91,0-2 0,0-2 1,0-1-1,0 2-14,0 1 0,0-1 1,0 2-1,0-2-31,0 2 1,0-2 0,0 4 0,0-1 26,0-2 1,0-1 0,0 1 0,0 1 8,0-2 1,0-1-1,0 0 1,0-2 38,0-3 1,0 3 0,0-2 0,0 0 45,0 0 0,0-2 0,0-2 0,0 4-76,0 2 1,0-2-1,0-1 1,0 1-15,0-2 1,0 4 0,0-4 0,0 2 3,0 0 1,0-6 0,0 2 0,0-2-1,0-2 0,0 0 0,0-2 0,0-3 13,0 0 1,0 3 0,0-2 0,0 0 4,0 1 1,0-3 0,0 2 0,0 3-21,0 0 0,0-2 0,0-2 0,0 0-28,0-3 1,0 2-1,0 0 1,0-2 16,0-1 1,0-5 0,0 0 8,0 1 0,0-2-9,0 1 1,0-3 0,0 3-22,0 1 0,0 2 0,0 1-105,0-1 0,0-3 91,0 1 106,0-6 113,0 3-92,0-5-83,0 5 1,0-3 24,0 5 0,0 0 88,0 4 0,0-4-7,0 0 1,0-3 0,0 3-59,0 1 0,0-2-227,0 1 1,0 1-123,0 2-28,0-4-94,0 4 444,0-9 0,0-30 0,0-12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7:53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20646,'0'-7'935,"0"-1"764,0 6-1165,0-7 1,0 9-346,0 0 0,0 4 0,0 7 1,0 0-128,0-1 0,0 1 0,0 0 0,0 1-96,0 2 0,0 3 0,0 3 0,0 0 97,0 2 0,0-3 0,0 7 0,0 0 91,0 3 1,0 2-1,0 1 1,0 0-21,0 0 1,0 4-1,0 0 1,0-2 1,0-1 1,0 0-1,0-1 1,0 0-62,0 0 1,0 0 0,0 0 0,0 0-61,0 1 1,0-2 0,0-2-1,0 0 10,0 1 1,0-3-1,0 2 1,0-1 9,0 0 0,0-2 1,0-4-1,0 2-19,0 1 0,0 4 0,0-4 0,0 0 70,0 1 0,0-3 0,0 3 0,0-1-12,0 0 1,0 3-1,0-1 1,0 0-52,0 3 0,0 3 0,0 0 0,0-2-13,0 0 1,0-1 0,0 1 0,0-1 17,0 0 1,0 3-1,0-6 1,0 2 59,0-1 1,0 0 0,0 2 0,0-2-31,0 2 0,0-3 1,0 2-1,0 1-95,0 1 1,0 1 0,0 0-1,0 0 23,0 0 0,0 0 0,0 1 0,0-1 37,0 0 0,0 4 1,0 0-1,0 1-2,0 0 0,0-2 0,0-5 0,0-2 16,0 2 0,0 0 1,0-2-1,0-2-24,0 1 1,0-5 0,0 4 0,0-1-14,0 0 0,0 5 0,0-2 0,0 0-6,0 1 1,0 3 0,0 4 0,0-2-7,0-1 1,0 0-1,0-1 1,0 0 2,0 0 0,0-5 0,0-2 0,0-2 11,0-1 0,0-1 0,0 0 0,0 1 35,0-1 0,0 1 1,0 0-1,0 2-32,0 1 1,0 0 0,0-2-1,0 1 0,0 1 1,0 3 0,0-3 0,0-1-20,0-1 0,0-6 1,0 1-1,0 0 27,0-1 0,0 2 0,0-5 0,0-1-5,0-1 0,0-4 1,0 2-23,0 2 1,0 1 0,0-2-132,0-1 0,0 1 1,0 0 5,0 0 0,0-1 0,0 1 76,0 0 1,0-4 98,0 0 1,0 0 2,0 4 1,0-4-1,0 0 18,0 2 0,0 0-16,0 2 1,0-1 0,0 1-72,0 0 1,0-4 0,0 0-15,0 2 1,0-4 0,0 3 10,0 0 1,0-2-33,0 1 0,0 0-13,0 4 1,0-4 96,0 0 1,0-3 120,0 3 1,0-4 0,0 5-47,0 0 1,0-2-1,0 1 58,0 1 0,0-2-114,0 2 0,0-5-154,0 4-289,0-4-382,0 1 248,0-4 0,0-71 0,0-18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8:00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20148,'0'-11'-542,"0"1"1645,0-1 0,0 4 161,0 0-693,0-1-546,0 3 1,0 5-1,0 7-4,0 2 0,0 3 1,0 1-1,0 3 70,0 0 0,0 2 0,0 4 0,0 0 118,0 3 0,0-1 1,0 5-1,0 2 46,0 3 1,0-1 0,0 4 0,0-1-23,0 0 1,0 4-1,0-2 1,0-1-24,0-5 1,0-1-1,0-6 1,0 0-86,0 2 0,0-5 0,0 3 0,0-2-83,0-2 1,0 1 0,0-1-1,0 1-9,0-1 1,0 0-1,0 1 1,0 1 10,0 2 0,0-3 0,0 3 1,0-2 112,0-2 0,0 4 0,0 0 0,0-1 43,0-1 1,0 2 0,0 0 0,0 0-30,0 1 1,0-4 0,0 3-1,0-2-15,0-1 1,0 0-1,0 1 1,0-1-48,0-1 0,0-2 1,0 2-1,0 1-77,0-1 0,0 0 0,0 1 0,0-1-29,0 1 1,0 0 0,0 2-1,0 1 24,0-1 1,0 0-1,0 0 1,0 2-26,0 1 1,0-2 0,0 3-1,0-1-8,0 0 0,0-3 0,0 1 0,0-2-47,0-2 0,0 1 0,0-1 0,0 0 26,0 1 1,0-1 0,0 1 0,0-1 72,0 1 1,0 0-1,0 3 1,0 3-53,0-1 1,0 4 0,0-4 0,0 2-9,0 0 0,0-6 0,0 2 1,0-2-20,0-2 1,0 1 0,0-2 0,0-2-43,0-4 0,0 2 1,0-1-1,0 2 51,0 2 1,0-2-1,0 0 1,0 2 20,0 2 1,0 0 0,0 1-1,0-1-23,0 0 1,0 4 0,0 0 0,0-1-8,0-1 0,0-2 0,0 0 0,0-2 29,0-2 1,0-2 0,0 1 0,0 0 21,0-3 0,0-1 0,0-1 0,0-1-15,0 1 0,0 0 0,0-1 0,0 1 1,0 0 1,0 1 0,0 2-1,0 4-3,0 2 0,0 2 0,0-1 0,0 1-49,0-1 1,0 0-1,0 0 1,0-2-65,0-1 0,0-4 1,0 2-1,0 0 104,0-3 1,0-1-1,0-1 1,0-1 17,0 1 1,0 0-1,0 0 1,0-1 18,0 1 0,0 0 0,0-1 1,0 1-50,0 0 0,0 3 0,0 0 0,0 0-23,0-3 0,0 4 1,0-1-1,0-1 12,0-1 1,0 0 0,0 1 0,0 1-9,0-1 1,0-1-1,0-1 1,0 0 25,0-1 0,0 1 0,0 0 1,0 0-23,0-1 0,0 1 0,0 0-16,0-1 0,0-2 0,0-1 33,0 1 1,0 2 0,0 0 0,0 2 3,0 3 1,0-2-1,0 3 1,0 0 54,0-3 0,0 2 0,0 1 1,0-1-145,0 1 0,0-2 0,0-3 42,0-1 41,0 1-147,0-5-104,0-1 464,0-5-142,0 5 0,0-3-227,0 5-589,0-4 1,0 3-2109,0-3 213,0-2 2660,0 4 0,0-24 0,0-5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8:05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20484,'-7'0'-134,"0"0"619,5 0 0,-2 0-255,8 0 1,2 0 0,6 0-1,1 0 1,1 0 0,6 0 0,0 0 1,5 0-61,3 0 0,-3 0 0,3 0 0,2 0-68,1 0 1,1 0 0,0 0 0,2 0-8,1 0 0,-5 0 0,1 0 1,-2 0-106,-2 0 1,-2 0 0,3 0-1,-2 0 11,-2 0 1,-2 0 0,0 0 0,0 0 82,3 0 0,-2 0 1,2 0-1,-3 0-10,0 0 1,-1 0 0,1 0-1,-1 0 44,1 0 0,-1 0 0,0 0 0,2 0-19,2 0 0,-1 0 0,3 0 1,1 0-44,-1 0 1,2 0-1,3 0 1,1 0 25,3 0 0,-3 0 0,4 0 0,0 0-50,2 0 0,-2 0 1,-1 0-1,-3 0-3,-1 0 1,2 0-1,-1 0 1,0 0-10,-2 0 1,-1 0-1,2 0 1,0 0 14,1 0 0,-5 0 0,0 0 0,-1 0-9,0 0 1,2 0 0,2 0 0,-3 0 17,-3 0 1,3 0 0,-1 0-1,2 0-22,-1 0 0,0 0 0,2 0 0,-3 0-24,-1 0 1,0 0 0,-2 0 0,1 0-10,-1 0 0,2 0 0,-1 0 1,-1 0 3,-1 0 1,-2 0 0,0 0 0,1 0 0,-1 0 1,-2 0 0,0 0 0,2 0-1,-2 0 0,-4 0 0,2 0 0,-1 0-32,1 0 0,1 0 0,2 0 1,-1 0 4,-1 0 0,0 0 1,2 0-1,-2 0-44,-4 0 0,2 0 0,-2 0 0,0 0 22,2 0 1,-4 0 0,2 0-51,-2 0 0,-1 0 0,-1 0-47,1 0 0,0 0 1,0 0 80,-1 0 1,1 0 0,0 0 0,-1 0 46,1 0 1,-4 0 0,0 0 0,2 0 23,0 0 0,2 0 0,0 0 0,-1 0 26,1 0 0,0 0 1,0 0-1,-1 0 11,1 0 1,1 0 0,1 0-31,1 0 1,2 0-1,-3 0 1,1 0 8,-1 0 0,-1 0 1,-1 0-1,1 0-6,2 0 0,-2 0 0,2 0 0,-2 0-15,-1 0 0,0 0 0,-1 0-3,1 0 0,0 0 1,0 0 9,-1 0 1,-3 0 0,1 0 2,0 0 1,1 0-1,2 0-17,0 0 1,0 0 0,-1 0 1,1 0 1,-4 0 0,0 0-144,2 0 1,-3 0-85,1 0 1,-4 0 74,4 0 1,-3 0 0,3 0 128,1 0 1,-2 0-1,2 0 58,0 0 1,-2 0 0,1 0 0,1 0 60,2 0 1,-3 0 0,0 0 27,1 0 1,-2 0 408,2 0-177,-1 0-224,-1 0-1073,-2 0 518,-4 0 0,-14 0 1,-4 0-1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8:09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24795,'-11'0'-634,"4"0"0,0 0-133,-1 0 0,2 0 970,-2 0-429,6 0 147,-3 0 1,7 0-1,1 0 170,4 0 1,3 0 0,1 0 0,0 0-10,4 0 1,1 0-1,6 0 1,-1 0-97,1 0 1,-1 0 0,1 0 0,0 0 19,3 0 1,-1 0-1,3 0 1,1 0-20,-1 0 1,1 0 0,1 0 0,0 0 25,1 0 1,1 0 0,1 0-1,1 0 81,3 0 0,-2 0 0,6 0 0,0 0 5,2 0 0,-3 0 0,-1 0 0,0 0 4,0 0 0,0 0 0,2 0 0,-5 0-68,-1 0 0,-1 0 1,2 0-1,2 0-49,1 0 1,-4 0 0,2 0 0,-2 0 12,2 0 0,-2 0 0,2 0 0,0 0 17,0 0 1,4 0 0,0 0-1,1 0 12,2 0 1,-1 0-1,-2 0 1,-2 0-28,-1 0 0,3 0 1,-5 0-1,0 0 12,-2 0 0,-3 0 1,1 0-1,2 0-10,1 0 0,0 0 0,1 0 0,0 0 24,0 0 0,2 0 0,-1 0 0,-2 0-17,-1 0 0,-2 0 1,-1 0-1,-1 0 36,0 0 0,1 0 1,0 0-1,-3 0 8,0 0 1,1 0-1,-2 0 1,1 0-29,-1 0 0,2 0 0,-1 0 0,-1 0-23,0 0 0,-1 0 1,-2 0-1,0 0-10,2 0 1,0 0-1,-3 0 1,-1 0-9,1 0 1,-5 0 0,1 0 0,1 0-6,2 0 0,-3 0 0,-2 0 0,1 0 24,0 0 1,-1 0 0,3 0 0,-2 0 10,-2 0 1,3 0 0,-2 0 0,0 0-44,3 0 1,-2 0 0,0 0-1,-2 0-30,-2 0 0,3 0 1,-2 0-1,-1 0 20,-1 0 1,0 0 0,1 0 0,1 0 31,0 0 1,-3 0-1,1 0 1,1 0-8,2 0 1,0 0 0,-2 0-1,2 0-36,-2 0 0,-1 0 0,-2 0-40,1 0 1,-4 0 166,0 0 429,0 0 5,-1 0-1100,-1 0-307,0 0-1063,-4 0 1958,4 0 0,-5 0 0,0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8:16.4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129 129 8286,'-9'-10'0,"-1"-2"355,0-3 0,5 3 0,-6-2 1,2 2 3,-1 2 1,3-1 0,0 1 0,-2 2 636,0 1 1,2 4-924,0 0 1,3 3-1,-2 3 1,1 5-343,3 1 0,1 7 0,1 1 0,0 4-171,0 0 1,0 2-1,0 1 1,1 2 170,2 1 1,0-4 0,4-1 0,1-4 223,2-2 1,2-2 0,1-4 0,1-3 43,-1-4 0,3-2 0,-2-3 0,-1-4 46,-1-5 1,-1-3-1,-2 1 1,0-2 55,-2-2 1,-5 3-1,2-3 1,-3 1 178,-1 3 1,0 5-342,0 1 1,0 6 0,0 1 0,0 7 14,0 6 1,0 4 0,0 5 0,0 3-19,0 4 1,3 2 0,1 1-1,-2 0 167,0 0 0,-2 0 1,0-1-1,0-1 185,0-1 0,-2-4 0,-1 2 1,-4-2 80,-3-5 1,-1 0 0,1-6 0,-2-4-23,-2-1 1,4-7 0,-3 2 0,0-6 42,1-5 0,0 0 1,1-8-1,2-1-273,2-2 0,-3-2 0,4-1 0,0-1-246,3 1 1,1 3 0,2 1 0,0 2-401,0 2 0,0 1 1,2 1-1,1 0-1096,4 1 0,8 0 1625,2 3 0,51-12 0,13 1 0</inkml:trace>
  <inkml:trace contextRef="#ctx0" brushRef="#br0" timeOffset="366">472 11 8286,'-5'-6'-21,"0"2"0,-6 4 202,0 0 1,4 0-1,0 1 1,0 4 197,1 5 1,-4 6-1,3 5 1,-1 2-254,1 2 0,-2 2 0,4 5 0,1 2-154,-1 1 0,-2 2 0,3 3 0,2-5-95,1-1 1,1-2 0,0-2 0,1-5-692,2-8 1,3-5 0,5-4 813,0-5 0,23-64 0,7-16 0</inkml:trace>
  <inkml:trace contextRef="#ctx0" brushRef="#br0" timeOffset="686">644 108 8286,'-7'-7'0,"-1"1"450,0 1 0,2-2 1,-1 3 99,-1 2 0,2 5 0,-1 5 0,-2 2-318,0 5 1,-2 2 0,0 8 0,1 4-62,-1 2 1,0 2 0,2 2 0,0 2-10,2 1 1,5-2 0,-2 0 0,3-2-175,1-7 1,0-8 0,1-4-155,3-4 0,2-6 0,6-5 1,1-6 69,1-3 0,4-7 1,-3 0-1,1-2-397,-1 0 0,0 4 1,-5-3-1,1 0-641,0 1 1,-4 2-1,-1-1 1134,-1 0 0,-35-12 0,-12-6 0</inkml:trace>
  <inkml:trace contextRef="#ctx0" brushRef="#br0" timeOffset="800">472 258 8286,'-10'-11'385,"5"2"-532,5 1 1,6 4-1,7 4 1,2 0 146,2 0 0,29 9 0,12 3 0</inkml:trace>
  <inkml:trace contextRef="#ctx0" brushRef="#br0" timeOffset="1052">794 97 8263,'7'0'-1585,"-1"1"2474,-1 3 0,3 2 0,-1 5-228,3-1 1,-3 2 0,-1 2-1,0 4-177,0 3 1,-3 1-1,3 3 1,-1 4-192,-3 2 1,-1 4 0,-2 1-1,-1-1-365,-2-2 0,-4-2 1,1-1-1,-3-3-1204,0-1 1276,-1-5 0,-24-20 0,-5-8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8:14.2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193 161 8246,'-10'-10'0,"-1"-1"0,0 0 634,0 1 1,1-1-1,-2 1 1,-1 2-137,-2 1 1,1 4 0,3 0-1,1 2-409,-1 1 0,0 1 1,2 2-1,0 6-227,2 4 0,1 4 0,-1 4 0,4 0-28,1 1 1,2-1-1,2 2 1,0 0-128,2-2 1,4-2 0,0-8 0,4-2-65,2-2 1,4 2 0,-2-6 0,0-3 156,4-6 1,-5-1 0,0-7 0,-1 1 115,-4-1 1,3 2 0,-7-3-1,1 3-44,1 2 0,-5 0 165,4 3 0,-4 7 0,0 10 0,-2 5 46,-1 7 1,0 6 0,0 1 0,-1 3-7,-2 4 0,0 0 0,-3 4 0,0-5 189,0-1 1,-1-3 0,-3-1-1,-1-3 120,0-1 1,0-4 0,1-6 0,-2-2 12,-2-4 0,2 0 0,-3-7 1,5-2 113,2-3 1,-1-4-1,2-6 1,-2-2-290,2-4 1,-1-4 0,4-1 0,2-2-328,1 1 1,1-2 0,0 1 0,0 2-483,0 4 0,0 0 0,1 5 1,3 1-545,3 1 0,2 2 1129,2 3 0,0-3 0,-1 4 0</inkml:trace>
  <inkml:trace contextRef="#ctx0" brushRef="#br0" timeOffset="217">365 1 8272,'-7'3'129,"-1"1"1,1-1 0,-2-1-1,0 1 121,2 4 0,4 3 0,-3 1 0,1-1-250,3 1 0,10 14 0,4 4 0</inkml:trace>
  <inkml:trace contextRef="#ctx0" brushRef="#br0" timeOffset="586">558 86 8272,'-2'-6'721,"-1"3"0,-3 2 0,-5 2 0,2 2-340,2 5 1,-7 6 0,4 4-1,-2 3-133,0 4 1,1 3-1,1 4 1,-1 1 33,0 3 0,-3 2 1,1 5-1,2-2-52,3-1 1,5 0 0,0-5 0,1-4-581,2-5 1,2-6 0,1-6 0,6-6-440,4-6 1,-1-3 0,3-3 0,-1-4-414,1-5 1,0-4 1201,-1-4 0,8-34 0,5-8 0</inkml:trace>
  <inkml:trace contextRef="#ctx0" brushRef="#br0" timeOffset="853">665 204 8272,'-5'-6'483,"3"0"0,-5 4-69,-2-2 0,3 2 0,0 6 1,0 3-155,0 2 1,0 6-1,-2 0 1,1 2 33,-1 2 0,-2 5 0,-1 2 0,1 0 108,-1 0 0,4 3 0,1-3 1,1 1-135,3 3 0,1-7 0,1-3 0,0-3-475,0-4 1,4-1-1,3-3 1,3-2-471,1-3 1,-1-8-1,1-3 1,0-2-588,0-2 0,-2-1 1,-1-1 1263,0-1 0,-6-24 0,3-3 0</inkml:trace>
  <inkml:trace contextRef="#ctx0" brushRef="#br0" timeOffset="1018">547 376 8272,'-5'-7'642,"-2"-1"1,2 5 244,2-4 0,3 4 0,3 0-941,4 2 0,7-3 0,1 0 0,0 2-1925,1 1 1979,3 1 0,36 9 0,14 3 0</inkml:trace>
  <inkml:trace contextRef="#ctx0" brushRef="#br0" timeOffset="1251">772 204 8929,'11'-4'1509,"-2"4"-920,-2 6 0,2 4 0,-5 5 1,1 4-34,0 4 0,2 1 0,-3 5 0,-2 2-356,-1 3 0,-1 1 1,0 3-1,0-2-803,0-5 1,-4 0 0,-4-6-1,-1-2 603,-2 0 0,-38-25 0,-9-7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8:12.9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261 0 9440,'-7'0'1000,"0"0"0,3 1 0,-3 4 0,-1 6-735,-2 6 1,2 4 0,-2 4 0,-2 4 54,1 2 0,-5 5 1,2 4-1,0 1-3,-2 2 1,4 0 0,-2-2 0,3-4-118,4-5 1,2-8 0,5-3 0,0-6-104,0-3 0,1-6 1,3-2-1,3-3-279,3-1 1,0-1-1,1-2 1,0-1-271,0-2 0,-1 0 0,1-3 0,0 2-545,-1-1 1,1 0-1,-1-1 1,-2 2-1883,-1-1 2879,0-6 0,-10-32 0,-4-11 0</inkml:trace>
  <inkml:trace contextRef="#ctx0" brushRef="#br0" timeOffset="131">25 215 8437,'-10'-6'1499,"2"0"-636,1 2 1,10 3 0,0-3 0,7 3-844,4 1 1,8 0-1,6 0-20,3 0 0,54 5 0,12 1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8:23.7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42 526 8259,'-10'4'329,"-1"-2"175,0 1 1,5-3-1,3-3 1,3-4-105,3-3 0,6-5 0,7-5 1,8-3-289,6-6 1,1-2 0,7-1-1,-1 0-41,-3 0 1,3 1-1,-2 2 1,-4 4-540,-5 3 0,-5 1 0,-3 3 1,-5 4-888,-4 2 0,-1 2-646,-4-1 2001,-1 5 0,-22 1 0,-5 5 0</inkml:trace>
  <inkml:trace contextRef="#ctx0" brushRef="#br0" timeOffset="217">257 44 8259,'1'-10'51,"1"2"0,3 2 144,1 1 1,1 0 0,4 3 0,1-2-23,2 2 0,2 1 0,3 1 0,-1 0 133,1 0 1,-4 0 0,-1 0 0,-2 0 46,-1 0 0,0 4 0,-2 4 0,-2 1-238,-3 2 1,-3 3 0,-1 2 0,0 0-116,0 3 0,-14 16 0,-4 4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8:22.9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43 622 8259,'-11'0'312,"0"0"1,2-1 135,2-2 0,2-3 0,6-5 1,3-1-281,3-2 1,8-4-1,7-7 1,6-4-186,7-2 0,0-4 1,4-2-1,1-1-36,2-3 1,3 2 0,-2 2-1,-6 6-679,-6 4 0,-10 6 0,-6 7 732,-3 2 0,-21 16 0,-4 3 0</inkml:trace>
  <inkml:trace contextRef="#ctx0" brushRef="#br0" timeOffset="217">343 54 8259,'-7'-4'294,"0"-4"1,1 3 202,-1-3 0,3 2 0,8-2-424,3 1 1,3 5 0,5-2 0,1 3-138,1 1 1,3 0-1,-3 0 1,0 1 8,-3 3 1,-3 3 0,-3 7 0,-2 3-107,-1-1 1,-2 8 160,-3-2 0,-28 39 0,-8 9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8:21.1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1252 21 8334,'-10'-6'59,"-1"0"1,0 3 0,0 0 345,1 1 0,-1 2 0,-1 4 0,-1 7-33,-1 6 0,-4 4 1,2 4-1,1 5-477,-1 4 1,2 1 0,5 4 0,1 2-49,5 0 1,2-3 0,2-3 0,4-6 109,5-8 0,6-6 0,6-7 0,2-6 81,1-4 0,5-9 1,-3-7-1,1-3-30,-3-4 0,-3-3 1,0-5-1,-2-2-95,-2 0 1,-3-5 0,-5 5 0,-3 0-104,-3 2 1,-3 5 0,-2 5 0,-4 4 232,-6 4 0,-6 8 0,-6 6 0,-4 6-43,0 5 0,-6 32 0,-5 4 0</inkml:trace>
  <inkml:trace contextRef="#ctx0" brushRef="#br0" timeOffset="588">52 246 8577,'-11'0'484,"1"-1"0,-1-2 92,0 0 0,5-2 0,4 3-401,4-2 0,9 0 0,8 4 0,5 0-235,4 0 0,3 0 0,2 0 0,-3 0-491,-1 0 0,1-3 1,-4-1-1,0 2 551,0 1 0,-10-4 0,-7-1 0</inkml:trace>
  <inkml:trace contextRef="#ctx0" brushRef="#br0" timeOffset="667">266 96 8427,'-10'0'-194,"3"2"0,1 4 0,1 6 728,2 3 0,2 5 1,1 3-1,0 5-754,0 3 1,0-5-1,1 6 220,3-1 0,16 0 0,9 1 0</inkml:trace>
  <inkml:trace contextRef="#ctx0" brushRef="#br0" timeOffset="1133">1992 224 8455,'7'0'188,"0"0"0,1 0 512,2 0 0,2 0 1,2 0-1,4 0-814,2 0 0,5 0 0,0 0 0,0-1-755,1-2 0,-3 1 869,2-1 0,-7-8 0,-3-1 0</inkml:trace>
  <inkml:trace contextRef="#ctx0" brushRef="#br0" timeOffset="1282">2185 74 8331,'-6'11'78,"-3"1"0,4 2 0,1 4 357,-1 2 0,0 7 0,3 1 0,-2 3-126,2 1 1,1 0-310,1 1 0,4-16 0,2-2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8:18.7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11 258 8133,'-4'-6'1362,"2"1"1,-2 6-1468,4 3 1,1 2 0,2 5 0,5-1-382,1 1 1,2 0 0,0 0 485,-1-1 0,25 11 0,5 1 0</inkml:trace>
  <inkml:trace contextRef="#ctx0" brushRef="#br0" timeOffset="150">194 290 9677,'10'7'-428,"1"0"0,23 15 1,7 6-1</inkml:trace>
  <inkml:trace contextRef="#ctx0" brushRef="#br0" timeOffset="267">322 290 9607,'33'30'0,"9"4"0</inkml:trace>
  <inkml:trace contextRef="#ctx0" brushRef="#br0" timeOffset="1033">1169 87 8333,'-2'-11'0,"0"0"178,-1 0 0,-1 1 1,4-1 287,0 0 0,1 5 1,4 2-1,4 0-290,5 0 0,1 1 0,-2 3 0,3 1-193,0 3 1,-3 2-1,2 4 1,-5 1 37,-3 0 0,-2 4 0,-5 3 0,0 2-237,0 2 0,-1-1 0,-3-1 0,-3-1-183,-2-1 1,-3-1-1,-1 1 1,-1-4 296,0-2 0,3-2 1,0-3-1,0-4 690,0-2-120,1-1 1,5-4 0,5-2-169,6 0 0,7-3 1,2 6-1,2 0-55,2 2 0,-3 2 0,-1 3 1,-2 3-63,-2 3 1,2 0 0,-7 2 0,0 3-64,-3 2 1,-4 5-1,-5 2 1,-6 2-383,-3 1 1,-3-3 0,-3 0 0,-1-4-2592,1-2 2853,-1-5 0,-18-12 0,-5-8 0</inkml:trace>
  <inkml:trace contextRef="#ctx0" brushRef="#br0" timeOffset="1483">1951 247 8348,'-6'5'285,"1"-3"0,5 6-1243,0 0 958,0 1 0,34 12 0,7 1 0</inkml:trace>
  <inkml:trace contextRef="#ctx0" brushRef="#br0" timeOffset="1616">2080 301 7738,'53'21'0</inkml:trace>
  <inkml:trace contextRef="#ctx0" brushRef="#br0" timeOffset="1750">2230 312 8329,'5'0'112,"15"4"1,-3 2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8:37.3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4256 13385,'0'-9'-183,"0"1"0,0-2 142,0-2 1,0 3 0,0 1 0,0-2 70,0-2 0,0-2 0,0-2 0,0-1 53,0 1 1,0 2-1,0 1 1,0-1 7,0-3 0,0 2 0,0-2 0,0 3 5,0 1 0,0 0 0,0 0 0,0 0-5,0 0 1,0 0-1,0 0 1,1 1-4,4-1 0,-4 0 0,3 0 1,-2 0-7,-2 0 0,4-1 1,0-2-1,1-1-39,0 1 1,-2 0-1,4 1 1,1-3-33,-1 3 1,-3-4-1,3 2 1,-1 1 52,-3 2 1,3-1 0,-1 0-1,1-3 25,0 3 0,-1 0 0,-2 2 0,3 1-35,1-1 0,-2 0 0,2 0 0,-2 0-27,-2 0 1,3 0-1,0 0 1,0 0-64,-1 0 0,4 1 1,-3-1-1,-1 0 44,1 0 0,4-6 66,-1-2 1,1-2 0,0 1-1,-3 5-11,-1 3 1,2 1-1,-2 0 1,0 0-32,-1 0 1,1 0 0,-3 0-1,3 1-51,1-1 0,-3 3 1,5-2 76,1-2 1,-4-2 0,-1 3-1,0 0 34,-1 0 0,4 5 1,-3-1-1,-1-1-45,2-1 1,-3-2-1,4 0 1,-1 0-45,-4 0 1,4 0 0,0 0-90,1 0 1,0 1 0,3-1 40,-1 0 0,-2 0 1,2 0-1,-4 0 73,1 0 1,0 5 0,2-1-1,-2-1 28,0-2 1,0 0 0,4-1 30,-2 0 1,-3 0 0,3 0-37,2 0 0,-3 2 0,0 1 1,-1 1-82,-3-1 0,3 3 0,0-2-26,1-1 0,-3 3 0,5-2 39,1-1 0,-3 0 0,1 0 1,1 2 0,-2-2 1,5-2 0,-4 1-20,4 2 1,-4-2-24,1 2 0,-2 2 1,3 0 2,-1 1 0,-5 0 43,5 2 0,-1-2 1,4-4 19,-4 2 1,2 3 0,-4-2 0,0 0-16,-1 0 0,5 0 0,-2-3-39,-1 1 0,3 5 0,-4-3-7,1 1 1,0 0 0,3 3 43,-1-1 1,-5-2 64,4 2 0,1-2 1,2-4 12,-2 2 1,3 3-169,-4-3 0,-1 5 87,2-1 1,-6 1 0,2 0-24,1-1 1,-3-2 146,6 2 0,-5 2-10,5-2 1,-5-2-127,4 2 0,-5-2 1,3 3-2,0-1 1,-3 0 30,5 4 0,-3-5 51,3 1 1,-5-2 0,3 3-46,-1-1 0,-2 0 0,5 2-1,-3-2 0,5 1-33,-1-5 0,-2 5 23,2-2 0,-1 0 25,5 0 1,-4 1 0,-2 3-46,-1-4 0,-1 4 0,0-3-10,3 2 0,-1 2 1,1-1 90,-3-4 0,1 4 26,-2-3 1,3 1-29,6-1 1,-4 2 0,0-2-57,1 2 0,-3 2-45,1 0 1,1 0 62,4 0 1,-5 0-1,1 0 60,1 0 1,-3-4-1,2 0 33,1 1 1,-3 2 0,2 1-16,1 0 0,-3 0 1,1 0 97,2 0 1,2 0 0,1 0-22,0 0 1,-5 0-1,1 0-157,1 0 0,-3 0-135,2 0 1,-5 0-1949,5 0-1651,-7 0 3714,4 0 0,-6 5 0,0 2 0</inkml:trace>
  <inkml:trace contextRef="#ctx0" brushRef="#br0" timeOffset="2133">1445 2154 8151,'-8'-2'2492,"-1"-2"-1858,6 3-610,-3-5 361,6 6-232,0 0 1,6 0 51,3 0 1,2 0 25,2 0 0,0 0-143,0 0 1,-5 0 0,1 0 14,1 0 1,-3 0 0,2 0 37,1 0 1,-3 0 0,2 0 29,1 0 0,-3-2 1,1 0 37,2-3 1,-2 1 0,0 3-99,2-4 0,2 4 0,-1-5-100,-2 0 0,2 5 0,-2-5-32,2 1 0,2 3 0,-1-4 81,-4 1 1,4 3 0,-4-4 2,4 1 0,1 3 0,-2-3 0,-1 0-29,-1 1 0,-2-2 1,3 3-1,-1-1 27,1 1 0,-3 2 1,1-1 182,2-2 1,2 1-121,1-5 0,0 3 0,0-2 36,-1 1 0,-3-2 1,0 2-118,1-1 0,-3 4 0,1-3-76,2 1 0,2-1 1,1-4 16,0 1 0,-5 5 1,1-3-1,-1 0 22,0-1 0,3 4 1,-2-3-40,2 1 0,-2-2 0,-1 2-33,2-1 0,-2 4 0,0-3 63,2 0 0,0 4 0,0-6 174,-1 3 0,-1-5-110,5 1 1,0-1-1,-1 0 1,-2 1 36,-2-1 1,-3 3 0,3-1 47,2-2 1,0-2 0,0-1 78,-1 0 1,-5 5 0,5-1 0,-1-1-107,0-1 0,2 2 0,-5 0 0,1-1-66,0-1 0,2 2 0,-2 1 0,0-2-65,0-2 1,2-1 0,-2 0 0,1 2-56,3 2 1,-3-2 0,2 2-18,1-2 0,-3-1 0,0 2-6,-1 2 0,4-1 42,-1-4 0,1 0 0,0 0 81,-2 1 1,-3 0 0,2 2 0,-2 1 69,-2-1 0,3 3 1,0-1-1,-1-2 22,1-2 0,-1 4 1,-4-1-23,3-1 1,-1-1 0,4-2-123,-1 0 0,0 0 0,-3 0 1,1 0-40,-1 0 0,2 5 1,0-1-1,-2-1-98,-2-2 0,3 0 101,1-1 1,3 0 0,-3 0 91,-3 0 0,4 0 0,-2 0-42,-1 0 0,3 0 0,-2 1 0,-1-1 48,-1 0 1,-1 1-1,2 2 1,1 2 44,-1-2 0,-1-2 0,-2-1-62,0 0 0,4 0-26,0 1 1,0-1 0,-2 0 4,2 0 1,-2 0 0,2 0-9,-3 0 0,-1 5 0,0-1-12,0-1 1,5-2 0,-1 0 0,-1-1-7,-2 0 0,-1 4 1,0 1-1,2-2 13,2-2 1,-3-1-1,4 0 34,-4 0 0,-1 5 0,2-1-16,2-1 0,-3-1 0,4-2-19,-4 0 0,3 0 0,1 0 9,-3 0 0,0 0 1,-1 2-1,2 1 65,2 1 1,-1 1 0,-4-5-62,0 0 0,1 0 0,2 0-91,1 0 1,1 0 0,-5 0 52,0 1 1,1 0 0,2 2 0,1 1 54,-1-1 1,-1-1-1,-2-2 93,0 0 1,4 0 0,0 0-1,-1 0-11,-1 1 0,-2-1 0,1 0-54,3 0 1,-2 0 0,2 0-79,-3 0 1,-1 0 0,0 0-121,0 1 0,0-1 0,0 0 106,0 0 1,0 0 0,0 0 84,0 0 1,0 0 0,0 0 20,0 0 1,0 5-1,0-1 68,0-1 0,0 3-112,0-2 0,0 5-9,0-4 0,2 0 1,1-2-6,1 2 0,0 3 383,-4-3 18,0 5-1581,0-3-3666,0 6 4841,0 0 0,-34 12 0,-9 2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8:40.9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14 281 8405,'-4'-8'0,"-1"-1"670,2-1 0,2 3 0,1-2-822,0-1 0,1-5 1,4-3-1,3 3-259,4 0 0,2-2 0,0 0 0,1 1 384,-4 2 0,-2 1 0,1 2 0,-3 1 517,-1 1-330,4 6 1,-7 3-1,4 9 1,-2 2-29,-2 2 1,0 4-1,0 0 1,1-1-145,-1-2 0,3-5 0,0 0-130,1 1 0,-3-5 1,5 0-1,-1-5 3,0-5 1,2-2 0,-5-6-1,1-1-20,0-3 0,2 1 0,-3-4 0,-1 1 143,2 4 0,-5-4 1,3 2-21,-2 1 1,-1 7-1,2 7 135,1 4 1,1 7 0,-5 8 0,0 5 25,0 2 1,0 3 0,1 2 0,2 3 13,1 0 0,1 3 0,-5 4 0,0-1 61,0 1 1,0 0 0,-2-2 0,-1-3-4,-1-4 1,-5-1-1,5-2 1,0-1 18,-2-6 1,5-8-1,-5-5 280,0-2 0,-1-2 0,-4-7-19,2-5 1,-2-4-1,3-2 1,0-2-469,-1 1 0,5-3 0,-3 2 0,0 1-92,-1 2 1,4 1 0,-3 0 0,1 0-214,3 0 1,2 5 0,1-1-1217,0-1 0,0-1 1512,0-2 0,51 0 0,14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8:46.3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8 190 8350,'-3'-5'268,"1"1"0,0 2 0,5 0 0,1 1 40,3 1 0,3 0 0,0 0 1,2 0-1449,0 0 1140,2 0 0,20 3 0,5 1 0</inkml:trace>
  <inkml:trace contextRef="#ctx0" brushRef="#br0" timeOffset="199">0 278 10814,'8'0'0,"-1"0"-14,0 0 0,4 0 0,1 0 0,2 0-1123,0 0 1137,1 0 0,22 3 0,6 1 0</inkml:trace>
  <inkml:trace contextRef="#ctx0" brushRef="#br0" timeOffset="833">504 132 8412,'-7'-12'0,"-1"0"319,1 2 1,0 0 0,-1 4 0,0 0 379,-2 1 1,2 3-1,-1 0 1,1 2-812,0 2 1,1 3 0,0 5 0,3 1-436,1 1 1,2 2 0,1-2-1,0 2 130,0 0 1,4-3 0,0-1-1,4-2 82,1 0 0,0-1 1,3-1-1,-1-1 264,0-2 1,-1-3-1,2-3 1,-1-2 88,0-1 0,-2-1 0,1-1 0,-3 1-87,-2 0 1,1-1 0,-3 2 25,1 1 1,-2 3 0,0 4 0,-1 4-23,-1 3 0,-1 3 1,-1 5-1,-1 2 35,-1 2 1,3 5 0,-3-1-1,1 1 169,-2-1 0,1 0 0,-1-1 1,0 0 179,-2-2 1,0-1-1,0-1 1,-1-3 216,1-2 1,-1-1-1,-1-3 1,-1-3 76,1-5 1,1-5 0,1-4 0,0-3-144,-1-3 1,3-5 0,1-2 0,0 0-222,0-1 0,3 3 1,-2-1-1,2 0-121,1 2 0,0 1 1,0 2-1,1 2-344,2 0 1,1 2-1,3 3 216,0 2 0,23 8 0,6 1 0</inkml:trace>
  <inkml:trace contextRef="#ctx0" brushRef="#br0" timeOffset="1215">861 22 8419,'-4'-4'737,"1"-1"138,0-1 0,1 3 0,-3 0-383,0 3 1,1 4-1,-1 3 1,-1 5-429,0 4 1,-5 4 0,0 4-1,-1 4 138,-1 2 0,1 4 0,-2 2 1,1 1-161,1 2 1,4-5 0,1 1 0,4-6-645,2-5 0,7-3 0,2-8 0,2-3-1217,3-5 0,1-5 1819,1-5 0,-7 3 0,-2-4 0</inkml:trace>
  <inkml:trace contextRef="#ctx0" brushRef="#br0" timeOffset="2750">1095 22 8267,'-5'-2'27,"0"0"186,-1 0 1,0 2-1,-1 3-41,-1 5 0,0 2 0,-1 5 0,0 0-113,0 2 0,-3 5 0,1 6 0,-1 2 160,0 1 0,0 4 0,-1-1 0,2 1-179,0-1 1,5-2 0,4-6 0,1-2-113,1-4 1,1-6 0,1-7 0,4-4-249,3-2 1,-1-4-1,2-3 1,0-3-452,0-3 1,2-1 770,-2-2 0,-4 7 0,-3 1 0</inkml:trace>
  <inkml:trace contextRef="#ctx0" brushRef="#br0" timeOffset="2918">912 183 8268,'-4'0'829,"-1"0"0,4 0 1,1 0-1,5 0-664,4 0 0,3 1 0,4 0-165,1 2 0,39 12 0,7 1 0</inkml:trace>
  <inkml:trace contextRef="#ctx0" brushRef="#br0" timeOffset="3299">1204 95 8207,'4'-4'391,"-3"0"1,4 3 214,1-2 0,0 2 0,2 3 0,-1 3-245,0 1 1,0 6-1,1 2 1,-1 5 40,0 2 0,-2 2 0,-1 1 0,-1 3-196,-1 1 0,-3 4 0,-3 0 0,-4 0-1466,-2-2 1260,-3 1 0,-30 8 0,-8 6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8:51.1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74 154 8596,'-5'-2'508,"0"-1"0,0 0 0,-2 1 126,0 0 0,-1-3 1,2 2-425,1-1 1,-1 1 0,3-2 0,0 0-129,0-2 1,-1 1-1,3-1 1,-2 1-101,2-2 1,0-1-1,2 1 1,0 0-217,2-1 0,2 0 0,0 0 0,3 1 27,1 0 1,-1 2-1,3 1 1,-1 3 39,-1 1 0,4 1 0,-4 0 0,0 1 291,-1 1 0,0 4 0,-2 4 0,0 0 137,-1 0 0,-4-1 1,2 3-1,-2-1-34,-1 0 0,-1 1 0,-2 0 0,-2-2-127,-1-2 1,-1-1 0,-1 0 0,1 0-81,0-2 0,-3-2 0,0-3 0,1 0-88,1 0 1,1-2-1,0-2 1,0-3-153,2-1 1,2-3-1,3 1 1,0-1-128,0 1 0,1 0 0,1 3 0,3-1 66,2 1 1,0 2-1,0 1 1,1 1 363,-1 1 0,0 2 0,0 2 0,1 1 166,-1 1 1,-2 1 0,-1 2-1,-1 1 86,-1-1 1,-1 0 0,-1 1 0,0-1-47,0 0 0,-4 0 1,0-2-1,-3 0-253,0 1 0,-1-3 0,-1 0 0,-1-3-46,1 0 1,1 0 0,1-3 0,2-2-122,0-1 1,3-2-1,0-1 1,1-1-189,1 1 1,1-1 0,0 0 0,3 2 133,0 2 1,1 0-1,3 4 1,1 0 321,0 1 1,1 1 0,-3 1 68,1 2 1,-4 1 0,-2 3 0,-1 1 134,-1 2 1,0-2 0,0 2-1,-1-2-533,-1-1 1,-2 0 0,-4 1 0,1-2 191,0-1 0,-20-8 0,-5-5 0</inkml:trace>
  <inkml:trace contextRef="#ctx0" brushRef="#br0" timeOffset="967">154 300 8120,'-7'-3'151,"0"2"1,-1-2 379,1 3 1,0 0 0,-1 3 0,1 2-323,0 1 1,-1 5 0,1 1 0,0 2-148,0 3 0,0 2 1,1 3-1,2 1 32,1 1 1,-2 2 0,3 3 0,0 0-105,1 1 0,2-1 0,2-1 0,1 0-217,3-2 0,3-6 1,0-3-1,2-7-2005,1-4 2232,0-3 0,12-45 0,1-10 0</inkml:trace>
  <inkml:trace contextRef="#ctx0" brushRef="#br0" timeOffset="1479">256 387 8307,'-4'-3'-11,"2"-2"0,1-1 0,1-1 985,0-1 0,1 1 1,1 0-673,3 3 1,4 0 0,2 4 0,-1 0-251,1 0 0,-2 1 1,-1 2-1,-1 1-275,0 3 1,0 3 0,-2 0 0,-3 2-162,-1 1 0,-1 0 0,-1 1 0,-1-1-50,-3-1 1,-2 0-1,0 1 1,0-2 465,-1-1 1,1 0-1,0-3 800,-1-2-508,1-2 0,3-4 0,2-1 0,3-1-60,2-1 1,3 2-1,1 0-225,2 1 0,0 1 0,-1 0 1,-2 1 52,-1 1 1,-2 3-1,-3 4 1,0 1-56,0-1 0,-3 2 0,-3 1 0,-2 1-225,-2 0 0,-2 0 1,2-1-1,-1 1 188,1 0 0,-3-3 0,1-3 0</inkml:trace>
  <inkml:trace contextRef="#ctx0" brushRef="#br0" timeOffset="1616">475 606 8297,'0'8'405,"0"-1"0,0 0 1283,0 1-1688,0-1 0,-6 0 0,-2 0 0</inkml:trace>
  <inkml:trace contextRef="#ctx0" brushRef="#br0" timeOffset="3752">1344 285 8076,'4'4'-242,"2"-3"747,-1 4 0,-1-3 1,1 3-1,1 1-153,0 0 1,2 5-1,1 2 1,2 3 69,0 4 1,-2 2 0,1 2-1,-3 3-156,-2 1 0,0 1 0,-3 0 0,-4 0-316,-4-2 0,-2 0 0,-4-3 50,-1 0 0,-17-1 0,-5-1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9:05.307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8571" units="cm"/>
      <inkml:brushProperty name="height" value="0.08571" units="cm"/>
    </inkml:brush>
  </inkml:definitions>
  <inkml:trace contextRef="#ctx0" brushRef="#br0">19 301 21185,'-10'0'-12,"4"0"0,3 0 0,6 0-96,4 0 1,2 0-1,1 0 1,0 0 176,0 0 1,1 0 0,2 0 0,2 0 65,1 0 1,3 0 0,-3 0 0,3 0 61,1 0 1,4 0 0,3 0 0,1 0-106,-2 0 1,6 0 0,-1 0 0,2 0-87,2 0 1,1 0 0,-2 0-1,2 0-32,1 0 1,2 0 0,1 0 0,-1 0 84,-3 0 1,2 0 0,-4 0 0,1 0 19,3 0 0,-3 0 0,2 0 0,0 0-57,2 0 0,4 0 0,0 0 0,-1 0 38,-1 0 1,-1 0-1,1 0 1,1 0 4,1 0 0,4 0 0,-3 0 0,0 0-1,0 0 0,3 0 1,-4 0-1,-1 0 16,-1 0 1,-1 0-1,2 0 1,2 0-50,2 0 1,4 0 0,-6 0 0,2 0-57,1 0 1,4 0 0,0 0 0,-2 0 46,-1 0 0,1 0 1,1 0-1,0 0-9,-1 0 0,-2 0 1,-2 0-1,1 0-16,-1 0 1,0 0 0,3 0 0,-3 0 43,-1 0 0,3 0 0,-3 0 0,0 0-1,1 0 0,-2 0 0,-2 0 0,1 0 0,1 0 0,3 0 1,-2 0-1,1 0 16,-1 0 1,-2 0 0,-3 0 0,-2 0-8,1 0 1,3 0-1,-5 0 1,3 0-43,1 0 1,2 0-1,-1 0 1,-4 0-19,-1 0 1,-2 0-1,-2 0 1,1 0 39,-1 0 1,-1 0-1,-1 0 1,0 0 42,0 0 0,-1 0 1,-2 0-1,-1 0-39,-2 0 1,0 0 0,0 0 0,1 0-44,0 0 0,0 0 0,-4 0 0,2 0 8,4 0 0,0 0 0,1 0 0,-2 0 12,2 0 0,0 0 0,-1 0 1,-1 0-2,-2 0 1,-1 0 0,-3 0-1,-1 0-11,-2 0 0,0 0-21,-3 0-510,-1 0-1340,-8 0-1,0 0 1874,-5 0 0,0 0 0</inkml:trace>
  <inkml:trace contextRef="#ctx0" brushRef="#br1" timeOffset="2199">4637 156 8123,'-6'-1'916,"-1"-3"2018,0 3-2594,2-3 0,0 5 1,6 1-1,3 3-247,2 0 1,3-3 0,2 3 0,1-2-155,2 0 1,0 4 0,-2-4-1,2 1-88,-2 0 0,-1-2 0,-1 4 1,0-1 72,0 1 1,0-4 0,-2 2-1,-1 1 334,-4 2 0,-2 1 0,-1 2 1,0 0 122,0 0 0,-2 1 0,-3 1 0,-5 3-206,-1 0 1,-5 2 0,1 4 0,-2 1-516,1 1 0,2 0 1,-1-3 339,0 0 0,2-13 0,3-4 0</inkml:trace>
  <inkml:trace contextRef="#ctx0" brushRef="#br1" timeOffset="2847">5224 66 8189,'0'-6'0,"0"-1"617,0-1 0,-1 4 45,-2 0 1,1 3-1,-5 2-533,-1 3 0,0 2 1,-2 8-1,0 2 67,0 3 0,0 5 0,0 3 0,0 2 118,0 1 1,-3 0 0,-1 4-1,1 2 14,-1 3 0,4-3 0,-1-1 0,4-3-56,3-4 0,0-8 0,5-2-597,3-6 1,2-4 0,7-10 0,0-4-381,-1-4 1,2-6 0,0-1 0,-2-1-408,-1 2 1,-1-2 0,0 5 1111,0 1 0,-14-26 0,-2-5 0</inkml:trace>
  <inkml:trace contextRef="#ctx0" brushRef="#br1" timeOffset="2997">5025 215 8189,'-6'0'0,"0"-1"2424,2-2-2070,-4 2 1,11-3-1,2 4 1,6 1-355,5 2 0,74 2 0,-36 0 0,0 0 0</inkml:trace>
  <inkml:trace contextRef="#ctx0" brushRef="#br1" timeOffset="3647">5652 16 8288,'-6'-5'118,"-1"2"605,-1 1 0,0 2 0,-2 2 0,0 2-298,0 6 0,0 4 0,0 7 0,0 1-210,0 2 0,0 7 0,0 0 0,0 3-19,0 3 1,3 2 0,2 1 0,0-1-269,3-3 0,2 2 0,4-6 0,2-4-1029,3-7 0,4-7 0,2-7 1101,0-4 0,11-33 0,5-9 0</inkml:trace>
  <inkml:trace contextRef="#ctx0" brushRef="#br1" timeOffset="4364">5792 186 8261,'-7'0'1874,"0"0"0,2-5-1830,-2-1 0,6 0 0,6-1-678,0 0 1,2-2 0,3 0 175,0 2 0,-4 0 1,1 3-119,1 2 1,-3 1 643,2 1 0,-4 4 0,3 3 70,-2 2 1,-1-3 0,-1 0-260,1-2 0,2 3-138,5-4 0,0-4 0,-1-5 144,-2-3 0,1-2 0,-4-1 0,0-3 93,1 0 1,1 1 0,-1-1 0,-1 1 105,1 1 0,-2 2 1,-3 1 642,0 0-477,0 5 0,0 13 1,0 8-219,0 4 1,0 2 0,1 0 0,1 3 40,2 0 0,-1 2 0,-3 3 0,0-1 69,0 1 1,0 3-1,0 2 1,0-1 151,0 0 1,0-1 0,-1-4 0,-1-1 126,-2-2 1,0-5 0,2-1 0,-2-5-65,2-4 1,-3-6 0,-2-1-12,-2-3 0,3-1 0,-1-1 0,-1-3-70,-1-2 1,-1 0-1,0 0 1,0-2-125,1-1 1,2-1 0,0 0 0,1 0-103,0 0 1,1 0-1,2 0-405,0 0 1,0 4 0,3-1-1,1 0 355,2 2 0,25-13 0,9 2 0</inkml:trace>
  <inkml:trace contextRef="#ctx0" brushRef="#br1" timeOffset="4730">6110 255 8184,'6'-10'369,"-2"4"1,-3 0 0,2 1 594,0-1 0,5 3 0,-2-3-802,3 2 1,1 1-1,0 3-898,0 0 1,0 1-1,0 2 736,0 4 0,0 15 0,0 4 0</inkml:trace>
  <inkml:trace contextRef="#ctx0" brushRef="#br1" timeOffset="4897">6120 335 10248,'10'0'-175,"44"-5"1,12 0 0</inkml:trace>
  <inkml:trace contextRef="#ctx0" brushRef="#br1" timeOffset="5349">6449 405 8180,'-10'0'561,"0"-2"1,0-1 67,0-3 0,3-2 0,2 0 0,0 0-295,3-3 1,1 1 0,1-3 0,0 1-374,0-1 1,1 2 0,2-4 0,4 2-243,2 0 0,1 0 0,0 6 0,0 1 31,0 2 0,0 0 0,0 4 1,0 0 186,-1 0 0,1 5 0,0 1 0,-1 4 244,-2 4 1,-3-2 0,-4 4 0,0 1 85,0-1 0,0 1 1,0-2-1,-1-1-657,-2 0 1,1 1 0,-5-3 0,-1 0-1968,-1-3 2357,-1 1 0,-17-31 0,-5-2 0</inkml:trace>
  <inkml:trace contextRef="#ctx0" brushRef="#br1" timeOffset="5766">6688 106 8154,'0'-6'869,"1"2"0,2 4-684,4 0 0,-2 4 1,2 3-1,0 2 123,2 1 1,1 4 0,0 3 0,0 2 121,0 1 1,0-1 0,-1 2-1,-1 3-111,-2 2 0,-3 3 0,0 1 1,-3-1-237,-3-3 0,-3 5-83,-4-4 0,-31 12 0,-8-2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9:14.5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145 180 8168,'-12'0'888,"0"0"0,0 0-576,0 0 1,0 0 0,1-1-34,3-3 1,2 1 0,3-5-34,-1-1 1,-4-2 0,4-1-267,1 0 0,2 0 0,1 0 0,1 0-204,3 0 1,-1 4 0,5 2-1,1-1 48,2 0 0,1 5 0,0-2 260,0 2 1,0 2 0,-1 2-1,-2 2 385,-1 4 1,-5 2 0,1 2-140,-3 0 0,-1 0 1,0 0-1,-1 0-380,-3 0 1,-3 0-1,-5 0 1,0-1-76,0-3 1,0 1-1,0-5 1,0-1 33,0-2 1,1-2 0,2-3 0,2-4-6,2-3 1,1-1 0,4-1 0,0-2-93,0-1 0,5 0 0,3 4 0,3 0 14,1 0 1,0 2-1,0 2 1,0 4 417,0 2 1,0 2 0,0 0 0,-1 2 52,-3 2 0,-2 2 0,-3 6 0,1 0 928,-1 0 0,-3 0-938,-4 0 0,-3-1 1,-5-2-1,0-2-416,0-2 0,0-1 1,0-4-171,0 0 1,0-1 0,1-3 84,3-4 1,-1 1 0,5-1-206,1-1 1,2 2 183,1-1 1,5 6 215,3-2 1,-1 2-265,1 2 209,-5 0 0,1 0 0,-8 0 0,-3 2 64,0 2 0,-3-3 1,2 3 226,-3-3 1,3-1-1,1-1-89,2-3 0,1-3 0,4-5-349,0 0 1,5 0-1,2 0 1,1 2 79,0 2 1,1 1-1,6 4 1,1-1 230,-1 2 1,-2 0 0,-1 4 0,-1 2 239,-3 4 0,1-2 0,-5 2 0,-1 2 52,-2 0 1,-1 2 0,0 0 0,0 0-158,0 0 1,-5 0 0,-3-1-179,-3-3 0,-1-3 1,0-5-309,0 0 1,0-5 0,1-3-466,3-3 1,3-1-871,5 0 1,1 2 1595,3 2 0,14 13 0,7 8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9:17.5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157 109 8037,'0'12'-157,"-4"0"0,0 0 0,0 1 730,-2 3 0,1 1 0,-4 5 0,1-2-311,-2 1 1,0 2 0,-2 1 0,0 0-192,0 0 1,0-2 0,1 0 0,2-4-987,1 0 0,1-6 915,-1-4 0,3-43 0,5-6 0</inkml:trace>
  <inkml:trace contextRef="#ctx0" brushRef="#br0" timeOffset="267">49 301 8160,'6'-6'-142,"1"5"1,-3-4 140,4-1 0,3 4 1,1-5-1,1 0 342,3 1 0,-1-2 0,5-4 1,1 0-389,2 0 0,1 0 1,-2 0-1,0 0-23,-2 0 1,-6 5 0,2 3 308,-2 3 0,-8 7 0,-2 5 0,-2 5 252,-2 3 0,0 5 0,-2 4 0,-2 0-43,-4 1 1,2 0 0,-2 5 0,0-2-221,1 1 1,-4 2 0,3 1 0,-1 0-74,1 0 1,-3 1 0,5 1-1,-2 0-218,0 1 1,4-8-1,-3 2 1,2-5-1167,2-5 0,2-7 1229,1 0 0,10-67 0,4-17 0</inkml:trace>
  <inkml:trace contextRef="#ctx0" brushRef="#br0" timeOffset="964">457 25 10319,'0'12'371,"4"-4"1,1 0-1,0 1-382,1 2 1,2-3 0,-3 0-1,0 1 11,1 2 0,8-5 0,0 0 0</inkml:trace>
  <inkml:trace contextRef="#ctx0" brushRef="#br0" timeOffset="1114">553 1 8364,'1'6'2256,"2"0"-2071,1-1-185,5 2 0,19 21 0,11 4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9:20.4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93 234 8326,'4'-10'397,"-3"3"0,4 2 0,-2 0-144,0-1 1,5 3 0,-2-2-1,4-1-666,3 1 0,-1 3 413,4-2 0,17 3 0,8 1 0</inkml:trace>
  <inkml:trace contextRef="#ctx0" brushRef="#br0" timeOffset="317">6 399 8356,'-6'0'445,"7"-4"0,9 1 0,5 0-526,3-1 1,3 1 0,2-2 0,2 0 5,3-1 0,-2 4 1,0-2-1,0 1-98,-1-1 1,-5 1-1,-5 3 257,0 0 0,-4 4 1,-4 4-1,-4 4 288,-2 4 0,-5 0 1,-3 3-1,-1 1-123,-2 1 1,0 0-1,1 1 1,-1 1-166,0 2 1,1 0 0,0 2 0,2-2-550,4-2 465,2-4 0,10-1 0,2-3 0</inkml:trace>
  <inkml:trace contextRef="#ctx0" brushRef="#br0" timeOffset="786">578 263 8351,'0'-10'145,"0"4"0,1 0-62,3 2 1,1 0-1,5 1 1,-1-1-184,1-1 0,4 3 0,2-3 1,3 2-30,0 0 0,0 0 0,1 3 1,-2 0 182,-2 0 0,-2 1 1,-5 2 293,-3 3 0,2 3 0,-5 2 0,-2 2 56,-3 3 0,0 3 0,-4 4 0,-2 2-217,-1 0 0,0 3 1,-1-3-1,0 3-138,1 2 1,-1-1 0,0 0 0,1-1-386,3-2 0,-2-4 0,4-4 0,0-3 336,0-1 0,9-44 0,6-15 0</inkml:trace>
  <inkml:trace contextRef="#ctx0" brushRef="#br0" timeOffset="1220">1161 321 11208,'0'10'417,"-2"0"1,0 3 0,-2 4-105,-1 1 0,-2 1 1,-4 2-1,-1 0-28,0 2 1,-2-1-1,2-6 1,-1-3-168,1-2 1,1-3 0,1-1 0,2-5-314,1-4 1,3-5 0,4-7 0,0-4-516,0-4 0,4-1 0,4 1 0,3-1 196,2 2 1,4-2 0,-1 3 0,1 2 298,-1 3 0,5 6 0,-3 3 1,2 2 639,1 2 1,0 9-1,-4 6 1,-2 5-90,-1 5 1,-4 2-1,-5 3 1,-1-1-335,-1-1-2,-2 0 0,-19 16 0,-3 3 0</inkml:trace>
  <inkml:trace contextRef="#ctx0" brushRef="#br0" timeOffset="1702">1607 282 8168,'0'-10'19,"4"1"0,3 0 1,3 2 173,2 0 0,4 1 1,4-4-1,3 0-19,3 1 0,-1-4 0,2 0-174,0 1 0,8-3 0,-5 0 0</inkml:trace>
  <inkml:trace contextRef="#ctx0" brushRef="#br0" timeOffset="1969">1791 10 8207,'-3'7'0,"0"-1"0,0 2 56,-2 1 0,4 5 0,-2 3 0,2 4 259,1 5 0,0 3 0,0 4 0,0 3-37,0 5 1,0 4-1,-1 3 1,-1 0-57,-1-3 1,-4 3-1,3-2 1,-2-1-221,-1-4 1,1-8-1,1-2 1,1-7-714,2-4 1,0-13-444,2-3 0,0-11 1154,0-6 0,0-69 0,0-14 0</inkml:trace>
  <inkml:trace contextRef="#ctx0" brushRef="#br0" timeOffset="2134">1753 340 8207,'-7'0'-55,"1"0"0,-2 1-35,-1 3 0,3-2 0,0 5 0,-2 3 614,-1 2 1,0 5 0,-1 1 0,-1 2-590,-2 3 1,2 4-1,-3-2 1,1 4-269,1 0 1,-1-5-1,3-2 1,0-4 332,0-1 0,14-49 0,2-8 0</inkml:trace>
  <inkml:trace contextRef="#ctx0" brushRef="#br0" timeOffset="2250">1811 350 7983,'3'10'0,"0"1"10,-1 2 0,0-3 0,-1 4 0,1-1 340,1 0 0,1 3 1,-2-3-351,2-1 0,12-14 0,0-4 0</inkml:trace>
  <inkml:trace contextRef="#ctx0" brushRef="#br0" timeOffset="2685">1918 214 8207,'0'-9'206,"0"-2"1,0-1 380,0-1 1,1 1 0,2 5 0,4 1-356,5 2 0,0 0 0,3 1 0,0 0-569,0 1 0,2 2 1,1 3-1,-2 4-98,-3 1 1,-2 5 0,-2 1 0,-3 1 110,-3 3 1,-2 0 0,-2 1 0,-2 1 24,-3-1 1,-3 2 0,-1-1 0,0 1 298,1-3 0,-4-5 0,0 0 0,1-3 0,1-4 0,2-2 0,-1-5-48,0-2 1,5-3 0,2-6 0,1-2 277,2-1 1,2 2 0,1-2-1,2-1 125,1 1 0,2 3 0,-1 0-257,1 1 1,2 1 0,0 1-220,-1 3 1,-2 2-889,-1 4 1009,-4 4 0,3 1 0,-5 5 0</inkml:trace>
  <inkml:trace contextRef="#ctx0" brushRef="#br0" timeOffset="2953">1966 243 8234,'-10'0'129,"5"1"1,1 3 0,0 3 87,1 5 1,0 4-1,3 7 1,0 3 16,0 2 1,0 2 0,0 1-1,0 2 51,0-2 1,0-1 0,0-2 0,0-2-307,0-3 1,1-8-277,2-6 0,-2-4 1,4-8-1,-1-5-124,3-4 1,-2-3-1,0-4 1,1-2 8,-1-1 1,0 1-1,3-1 1,-3 4 354,0 2 1,1 4-1,-1-1 1,-1 2 280,0 2 0,4 3-75,-2 3 1,2 6 0,-2 4 0,-2 1-150,1 2 0,9 4 0,6 1 0</inkml:trace>
  <inkml:trace contextRef="#ctx0" brushRef="#br0" timeOffset="3600">2160 185 8031,'0'-10'-425,"1"2"1,3 0 581,2 2 0,3 4 1,0-2-1,1 3-859,0 1 1,-1 0 701,1 0 0,-1 5 0,-3 1 0,-2 4 0,-3 3 0,-2-2 0,-2 3 0,-1-2 0,-1 1 0,-2 4 0,-3-4 0,1-1-10,-1 2 0,0-3 0,1 2 0,-1-2 377,0-1 0,2-4 0,0 0 0,3-1 239,0 0 0,1-2-502,1 0 0,2-3 1,-1-2-1,4-3-141,4 0 0,0-1 0,0-1 0,2 0-111,0 0 0,2-1 0,0 1 0,-2 0 10,-1 0 0,1 1 0,-1 1 0,1 1-75,2 2 0,-3-1 0,-1 1-249,2-1 1,-4 1 0,-1 5 461,-2 4 0,-1 1 0,-1 1 0,-2-2-101,-3 0 0,0-1 1,0 4-1,-2 0 479,-1-1 0,0 1 146,-1 0 0,1-4-181,3 1 1,3-5-349,6 1 0,-1-2 0,5-2-98,0-2 1,2-2 67,0-5 249,1 0 0,-4 6 1,-4 5-36,-4 8 1,-5 1-1,-5 6 1,-2 3 111,-1 2 1,0 1-1,-2 4 1,1 1-128,-2 1 1,0 2 0,-1 1 0,0 1-236,3-4 1,0-4-1,5-4 1,4-2-342,1-2 0,4-6 412,5-7 0,41-84 0,-14 30 0,-1 0 0</inkml:trace>
  <inkml:trace contextRef="#ctx0" brushRef="#br0" timeOffset="3767">2238 437 8234,'-4'10'0,"1"0"0,-2 1 0,1 1 380,2 0 0,-1 7 0,1-1 0,-1 4 131,1-1 1,1 1 0,2-1 0,2 2-430,4-1 1,1-3 0,3-3 0,1-3-241,1-2 1,7-5 0,1 0 157,2-2 0,24-24 0,10-13 0,6-2 0,0 0 0</inkml:trace>
  <inkml:trace contextRef="#ctx0" brushRef="#br0" timeOffset="4217">2597 253 8180,'-5'0'-5,"1"-3"1,8-1 0,3-2 406,5-1 1,3-2 0,6-1 0,0 2-783,2 1 0,-1-1 1,-2 2-1,-1 0 380,1-1 0,-5 9 0,-1-1 0</inkml:trace>
  <inkml:trace contextRef="#ctx0" brushRef="#br0" timeOffset="4471">2548 408 8278,'-9'4'173,"-1"-1"0,0 0 244,1-3 1,5 0-1,7 0 175,5 0 1,9-4 0,2-3 0,3-1-742,3-2 1,1 0 0,2 1-1,-2-1-462,-3 0 0,-3 0 0,0 1 0,-2 0 611,-2 3 0,-11 1 0,-6 5 0</inkml:trace>
  <inkml:trace contextRef="#ctx0" brushRef="#br0" timeOffset="4777">2684 272 8180,'-9'5'-115,"-1"1"0,3 3 0,2 2 1,1 2 320,2 3 1,1 2 0,1 3 0,0 1 92,0 4 1,-4 2-1,1 1 1,1 0-322,1 1 0,1-2 0,0-3 0,0-3-300,0-5 0,1-4 322,2-6 0,11-29 0,7-10 0</inkml:trace>
  <inkml:trace contextRef="#ctx0" brushRef="#br0" timeOffset="4836">2752 272 8180,'0'10'-411,"-1"-1"1,-1-1 677,-1 2 0,0-1 0,2 7 0,-2 1-271,0 2 0,0 1 0,3 3 0,0 1-61,0 1 1,0-1-1,0-5 1,0 0 64,0-3 0,9-24 0,1-9 0</inkml:trace>
  <inkml:trace contextRef="#ctx0" brushRef="#br0" timeOffset="5034">2985 175 8223,'-8'7'0,"0"-1"114,2 2 1,2 1-1,-2 0 1,-2 1 117,0 0 0,-2 4 1,0 2-1,1 2-360,-1 2 1,0 1 0,0 0 0,1-3-143,-1 0 0,5-7 0,3-2-150,4-4 0,1-3 0,6-4 420,1-1 0,28-26 0,4-4 0</inkml:trace>
  <inkml:trace contextRef="#ctx0" brushRef="#br0" timeOffset="5184">3053 292 8211,'0'6'466,"-1"1"-131,-2 0 0,-3 5 1,-3 1-1,-2 0-422,-2 1 0,-1 1 1,-4 6-1,-1 0-226,-1 2 0,-1 0 0,4-4 0,2 0 112,1 1 0,2-5 1,6-2 200,2-2 0,21-19 0,4-4 0</inkml:trace>
  <inkml:trace contextRef="#ctx0" brushRef="#br0" timeOffset="5317">3073 515 8210,'-9'13'0,"1"1"317,2 1 1,-4 1-1,-4 4 1,0 0 219,0 3 0,-6 1 0,0 3 0,0-2-893,-1 2 0,5-3 356,0-1 0,-5-3 0,-3 0 0</inkml:trace>
  <inkml:trace contextRef="#ctx0" brushRef="#br0" timeOffset="5769">3432 350 9601,'9'0'101,"1"-1"1,1-1-1,1-1-465,1 0 1,3 1-1,-2 0 1,0-2-1153,0-2 1516,-1 4 0,-8-19 0,0-1 0</inkml:trace>
  <inkml:trace contextRef="#ctx0" brushRef="#br0" timeOffset="6037">3519 234 8183,'-5'13'-141,"1"0"0,3-1 0,1-1 1,0 2 54,0 3 1,0 4 0,0 1 0,0 2 218,0-1 1,0 1 0,0 1-1,0 1-90,0 2 1,-3-3-1,-1-2 1,-2-1 178,-1-2 1,-2-1 0,0-3 0,-1-4 15,0-3 0,-3-6 0,0 0 0,1-3 97,2-2 0,3-8 1,2 1-1,-1-2-86,1-2 1,3 0 0,-1-2 0,1 2-137,2 0 0,2 3 1,1-2-299,3 3 1,3 4 0,1 2 0,-1 1-560,1 0 0,4-1 744,2 4 0,28 0 0,8 0 0</inkml:trace>
  <inkml:trace contextRef="#ctx0" brushRef="#br0" timeOffset="6217">3684 146 8207,'0'10'460,"-1"0"-175,-2-1 1,2 1 0,-3 0 0,3 1-1150,1 2 864,0-3 0,5 22 0,0-1 0</inkml:trace>
  <inkml:trace contextRef="#ctx0" brushRef="#br0" timeOffset="6451">3839 1 8239,'0'9'32,"0"-2"0,0-1 0,0 2 614,0 1 0,0 3 0,0 4 0,0 1-163,0 3 1,0 9 0,0 3-1,0 4-263,0 8 0,-3 2 0,-1 2 0,-2 1-34,-1-1 1,1 4-1,0 0 1,-2-2-267,0-4 0,2-7 1,3-7-1,2-4 80,1-5 0,13-18 0,3-11 0</inkml:trace>
  <inkml:trace contextRef="#ctx0" brushRef="#br0" timeOffset="6583">4053 690 8882,'-10'10'0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9:29.5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162 156 8110,'-1'-10'287,"-2"1"0,1 2 0,-4 1 1,1-2 496,0-1 1,1 3 0,-1-1-1,0 0-355,-1-2 1,0 3 0,-4 0 0,0 2-390,1 2 1,2-2-1,1 0 1,-2 2-316,0 1 0,-2 7 0,1 2 0,2 5-283,0 2 1,5 1 0,-1 4 0,2 0 227,1 3 1,1-3 0,2 2 0,3-4 87,3-1 0,4-6 0,1 2 0,0-3 18,0-4 0,2-1 1,-3-5-1,-1-1 110,-1-3 0,-1-1 0,-2-5 0,0 1 48,-2-1 1,-4 0 0,2 1 47,-3-1 1,-2 4-1,-2 4 59,0 4 1,-1 5-1,2 6 1,-1 4 29,0 5 1,2 3 0,1 5-1,0 3 64,0 6 1,0 0 0,0 3 0,0-2 81,0-1 1,-1-1-1,-1 0 1,-2-2-16,-2-4 1,1-6-1,-3-4 1,2-5 320,-2-4 0,3-7 1,-1-4-1,-2-5-182,-1-7 1,0-4 0,-1-6 0,1-3-215,3-3 0,-3 2 0,4-1 0,-2 0-28,1 0 0,0 5 1,-1 0-1,2 5-1022,0 1 0,-1 3 923,3-2 0,34 11 0,12 3 0</inkml:trace>
  <inkml:trace contextRef="#ctx0" brushRef="#br0" timeOffset="546">502 10 8110,'-4'-5'343,"-2"1"0,-3 4 41,-1 0 1,1 2 0,2 3 0,0 6-256,0 3 1,1 6-1,0 6 1,-1 3-140,2 4 0,-3 2 0,4 6 1,0 3-44,-1 0 0,-1 1 0,3 2 0,0 0-59,-2-2 1,4-6 0,-2-2 0,3-9-296,3-7 0,6-4 0,5-8 0,1-2 407,2-4 0,6-28 0,2-7 0</inkml:trace>
  <inkml:trace contextRef="#ctx0" brushRef="#br0" timeOffset="846">686 127 8110,'-4'-9'830,"-2"3"0,-3 6 0,0 7 0,2 6-507,0 7 0,1 0 1,-3 7-1,2 3-178,0 5 0,1 4 0,-4 2 1,1 2-5,3 1 1,-2-3 0,5-1 0,1-7-155,1-7 0,2-5 0,2-6-181,4-6 1,1-4-1,2-9 1,0-3-229,-1-5 1,1 0-1,0-4 1,0-1-382,-1-2 0,-2 0 1,-2 0-1,1-1 803,-1 1 0,-16-5 0,-1-1 0</inkml:trace>
  <inkml:trace contextRef="#ctx0" brushRef="#br0" timeOffset="996">541 302 7798,'-10'0'1011,"5"0"0,1 1 0,8 1 0,2 1-1104,3-1 1,5 0-1,2 0 1,2 2 92,2-2 0,47-14 0,11-4 0</inkml:trace>
  <inkml:trace contextRef="#ctx0" brushRef="#br0" timeOffset="1196">851 69 8056,'7'9'0,"-2"1"212,0 0 0,2 4 0,0 3 1,0 6 593,0 6 1,0 4-1,-3 6 1,1 1-443,-1 2 0,-2 4 0,-5 4 0,-3-4-574,-3-2 0,-1-3 0,-1-4 210,-2-1 0,-10-14 0,-7 1 0</inkml:trace>
  <inkml:trace contextRef="#ctx0" brushRef="#br0" timeOffset="1666">1084 340 8788,'1'-5'948,"2"1"0,1 0-733,1 1 1,5 0 0,4 3 0,1 0-572,2 0 0,-2 1 0,2 1 0,-1 1 356,-1 0 0,8 11 0,-3 2 0</inkml:trace>
  <inkml:trace contextRef="#ctx0" brushRef="#br0" timeOffset="1813">1084 496 8318,'-9'0'499,"3"-1"8,3-3 0,6 3 0,5-3 0,5 1-149,6-1 0,3 0-358,7 1 0,50-7 0,19-5 0</inkml:trace>
  <inkml:trace contextRef="#ctx0" brushRef="#br0" timeOffset="2299">1657 263 8171,'-9'-7'149,"3"1"0,-3 0 0,3 0 603,-3 3 1,-1 3 0,1 3 0,-1 4-333,0 5 1,2 4 0,0 7 0,2 4-368,-2 4 0,1 4 0,0 4 0,4-2-79,2-1 0,2 0 1,2-6-1,5-4-151,4-5 1,3-8-1,4-10 1,0-4-212,1-5 0,-1-5 1,0-9-1,-2-3 165,-1-3 0,-7-5 0,0-3 0,-1 1 9,-3-1 1,0 2-1,-5 3 1,0 1 70,0 2 1,-5 2 0,-1 7 0,-4 3 43,-3 4 0,1 7 99,-4 0 0,-9 36 0,-5 11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9:34.9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69 9362,'-6'4'342,"3"2"1,2 3-1,1 3 1,0 3-124,0 4 0,0 8 1,0 2-1,0 6-331,0 3 0,0 0 0,0 1 0,0-1-359,0-2 0,0-7 1,0-8-1,0-3-1484,0-5 1955,0-7 0,9-36 0,1-13 0</inkml:trace>
  <inkml:trace contextRef="#ctx0" brushRef="#br0" timeOffset="200">117 185 8314,'15'-10'0,"-2"1"97,-2-1 1,3 0-1,1 1 1,1 0 573,1 2 0,2 0 0,3 3 0,-2-1-974,1 1 1,-7 1 0,4 3 0,-3 0 302,-3 0 0,-10-5 0,-3 0 0</inkml:trace>
  <inkml:trace contextRef="#ctx0" brushRef="#br0" timeOffset="449">292 1 8295,'0'9'-13,"0"4"0,0 2 0,0 3 165,0 2 1,0 5 0,0-1 0,1 2 181,2 4 1,-2 0 0,3 4-1,-3 1-225,-1-1 0,0-1 0,-1 1 0,-3 0 34,-2-3 0,0-5 0,-3-5 1,-2-3-67,0-5 0,1-6 1,0-1-1,-1-3 92,-2-4 0,6-4 0,-3-5 0,1-3-75,1-3 0,1 0 1,2 0-1,0 0 45,3 1 0,1-2 0,1 4 1,1 2 31,3 3 0,-2 3 0,4 3 0,3-1-445,3 1 0,-1 0 0,5 4 0,-1 0-1375,0 1 1649,1 4 0,38 12 0,8 7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0:38.8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117 126 8082,'-3'-10'107,"0"0"0,-4 0 0,3 1 565,-2-1 0,1 0 0,-3 0 0,3 1 184,1-1 1,-4 0-824,2 1 0,-3 0 0,-1 2-270,1 4 1,0 6-1,1 5 1,3 4-284,1 4 1,0 2 0,4 3 0,0 1 174,0 0 1,2 1 0,1-5 0,2 0 160,1-2 1,2-4 0,0 0 0,3-5 118,2-4 0,-1-2 1,-2-1-1,0-1 100,0-2 1,2-2 0,-2-5 0,-2 0 320,-3 1 1,2-1 47,-4 0 0,0 6-313,-3 4 1,0 8-1,0 9 1,0 1-147,0 1 1,0 5-1,-1 2 1,-1 2-130,-1 1 1,-4 1 0,4-1 0,0-1 95,-1-2 1,-1 1-1,-2-5 1,0 0 206,0-1 0,1-7 0,0-4 237,-2-2 1,-1-7 0,0-1 0,0-6-24,3-6 0,-3-3 1,4-5-1,-2 1-374,1-1 0,3 1 0,-1-1 1,1 1-246,0-1 0,-1 5 0,4 1 0,0 1 286,0 0 0,13 9 0,4 5 0</inkml:trace>
  <inkml:trace contextRef="#ctx0" brushRef="#br0" timeOffset="417">302 19 8099,'-10'-5'103,"4"4"0,-1-2 186,0 2 0,-1 5 0,0 4 0,3 3-144,1 2 1,-3 4-1,4 0 1,1 5-100,1 4 1,1 2 0,0 2 0,0 1-59,0 2 1,0-2-1,0-4 1,0-2-304,0-1 0,3-3 0,1-5 1,2-4-1213,1-4 1527,-2 1 0,12-39 0,-1-3 0</inkml:trace>
  <inkml:trace contextRef="#ctx0" brushRef="#br0" timeOffset="767">341 145 8105,'5'-7'320,"-1"2"327,1 1 0,0-3-221,5 4 0,-4 0-598,1 3 1,-2 4-1,2 3 1,-4 1-134,-2 2 1,-2 0 0,-1-1 0,-3 1-73,0 0 0,2 0 1,-3-1-270,2 1 1,-2-3 524,2-1 610,1-4 0,4 2 0,2-2 184,4 1 1,-2-2 0,2 2-238,0-2 1,-1 2-1,-1 2-249,0 0 1,-2 2 0,-3 2-499,0 1 1,-3 0-1,-2 0 1,0-1-1331,-3 1 1641,4 0 0,-9-14 0,2-2 0</inkml:trace>
  <inkml:trace contextRef="#ctx0" brushRef="#br0" timeOffset="1117">506 57 8105,'4'-5'-202,"-2"1"275,5 4 0,-4 0 1,4 1 403,0 2 0,-1 4 0,-1 4 0,0 3-135,1 2 1,-1 1-1,3 6 1,-3 2-156,-1 4 1,0 0-1,-4 1 1,0 1-283,0 2 1,-5-1 0,-1-3 0,-3 0 94,0 1 0,-40-1 0,-9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00.647"/>
    </inkml:context>
    <inkml:brush xml:id="br0">
      <inkml:brushProperty name="width" value="0.08571" units="cm"/>
      <inkml:brushProperty name="height" value="0.08571" units="cm"/>
      <inkml:brushProperty name="color" value="#FF0000"/>
    </inkml:brush>
  </inkml:definitions>
  <inkml:trace contextRef="#ctx0" brushRef="#br0">19 119 8221,'-5'1'114,"2"3"273,2 2 0,1-1 1,0 1-1,0 2-65,0 3 0,0 0 0,0 5 0,0-1-182,0-1 1,0 3 0,0-1 0,0 0-189,0-1 0,0 1 0,0-3-690,0-2 1,0-1 214,0-1 0,0-5 0,0-4-307,0-5 830,0 1 0,-5-28 0,0-4 0</inkml:trace>
  <inkml:trace contextRef="#ctx0" brushRef="#br0" timeOffset="797">101 147 8221,'-6'0'-313,"0"0"125,-1 0 1758,3 0 1,1 0-1401,6 0 1,3-3 0,6-1 0,3-1-203,3-2 0,0 1 0,1 0 1,2-1-16,0-1 1,0 2 0,-2 1 0,-1 1-74,0 2 0,-3 1 0,0 1 0,-2 0 71,-2 0 1,-2 1 0,-3 2-19,-3 3 1,-2 2-1,-1 1 1,0 0-286,0 1 0,-4-1 0,-2 1 0,-2 1-578,-1 1 0,1 1 930,2-4 0,-2-4 0,2-1 0</inkml:trace>
  <inkml:trace contextRef="#ctx0" brushRef="#br0" timeOffset="981">174 0 8277,'-5'7'158,"2"-1"0,14 20 0,5 9 0</inkml:trace>
  <inkml:trace contextRef="#ctx0" brushRef="#br0" timeOffset="1481">92 330 7297,'0'-9'46,"1"4"0,1 1 0,2 1 229,1 0 1,2-4 0,4 3 0,2 0-557,-2 0 1,0-2 0,0 3 280,1 1 0,1 13 0,-4 5 0</inkml:trace>
  <inkml:trace contextRef="#ctx0" brushRef="#br0" timeOffset="1648">101 394 8145,'4'-8'759,"2"1"1,2 2-1040,2 1 1,2 0-1,0 2 280,-1-2 0,-1 18 0,-1 6 0</inkml:trace>
  <inkml:trace contextRef="#ctx0" brushRef="#br0" timeOffset="1833">46 513 8454,'-9'0'1777,"0"0"-1298,4 0 1,5-3 0,7 0 0,4 0-185,4-1 1,3 0 0,0-3 0,1 1-466,3-2 1,-3 3 0,2-1-1,-1 0-531,-2 1 1,-3-2-1,0 3-2365,2-1 3066,-4 3 0,-12-10 0,-7 1 0</inkml:trace>
  <inkml:trace contextRef="#ctx0" brushRef="#br0" timeOffset="2066">183 275 7845,'-3'6'454,"0"0"0,0 0 1,3 5-1,-1 1-124,-2 3 0,1 2 0,-3 3 0,0 1-81,0 3 0,2 4 0,-3 1 0,-1 2-143,-1-2 0,-2 0 1,1-3-1,0-1-1509,0-4 1,3-6 1402,0-2 0,12-52 0,0-13 0</inkml:trace>
  <inkml:trace contextRef="#ctx0" brushRef="#br0" timeOffset="2163">156 513 8268,'6'3'-168,"0"1"1,1 0 827,1 0 0,-1 3 0,-1 1 0,1 2-319,1 2 1,5 3-342,2-3 0,-5 1 0,-2-4 0</inkml:trace>
  <inkml:trace contextRef="#ctx0" brushRef="#br0" timeOffset="2798">632 129 8995,'0'5'365,"1"-1"0,2-4 0,3 0-769,2 0 1,3 0-1,0 0 1,1 0-30,-1 0 1,-1 0 0,-1 0-1,1 0 178,-1 0 0,-4 4 1,-2 2 243,-2 2 0,-2 1 0,-2 0 0,-3 2 74,-2 1 1,-2-2 0,0 2 0,-1-2 137,-1-1 1,0 3-1,3-2 730,-1-2-181,1-1 1,5-2-535,4-2 0,4-6 0,5-2 0,2-1-189,1 0 0,-2 1 0,2-2 0,-2 1-690,-1-2 1,1 3 662,-1-1 0,0-8 0,0-5 0</inkml:trace>
  <inkml:trace contextRef="#ctx0" brushRef="#br0" timeOffset="3031">714 202 8205,'-1'6'0,"-2"0"0,-2 2-255,0 3 1,-2 1-1,3 3 1,-1 1 502,-2 1 0,2 3 1,-1 0-1,0 2 25,0 2 1,-1-3 0,3 4 0,0 0-69,0 1 0,-2-1 0,3-2 0,0 1-145,-1-1 0,3-3 0,-2 1 1,2-5-342,1-4 0,0-2 1,1 0-736,2-1 1,-1-4-248,4-2 1263,-4-6 0,14-47 0,0-15 0</inkml:trace>
  <inkml:trace contextRef="#ctx0" brushRef="#br0" timeOffset="3180">733 394 8591,'-5'1'1577,"2"3"-1410,2 5 1,1 1 0,0 6 0,0 1-414,0 3 0,0 1 0,0 3 1,0 1-853,0-2 1,0 2 1097,0-3 0,0-9 0,0-5 0</inkml:trace>
  <inkml:trace contextRef="#ctx0" brushRef="#br0" timeOffset="3348">540 531 8190,'0'-9'541,"0"3"1,2 1-199,1 1 0,5 1 0,5 2 0,1-1-830,2-1 0,5-3 0,1 2 487,2-1 0,24-14 0,10-5 0</inkml:trace>
  <inkml:trace contextRef="#ctx0" brushRef="#br0" timeOffset="3748">916 193 8190,'-9'0'578,"0"0"1,-1 1 0,2 2 0,1 3-479,1 2 1,0 1-1,-3 1 1,0 1-177,-1 2 1,1 2-1,1-3 1,1-1-219,1 0 0,4 1 212,-1 0 0,4-4 0,4-5-15,4-2 0,2-2 0,-1-2 0,2-2-75,0 0 1,3-3 0,-2 3-1,1-1-8,-1-1 1,-1 4 0,-3-2 0,0 0 254,0 0 0,-2 3 1,-1-1 566,1 2 0,-3 2-192,-1 2 0,-3 3 1,-2 6-1,-2 3-196,-1-1 1,-1 4 0,-4 0 0,1 2-147,0 0 1,-3 4 0,-1 0 0,-1 2-254,1 2 1,-2-2-1,2 0 1,0-2-304,-1 2 0,2-7 0,4-2 0,2-3-1502,3-2 1950,-2-2 0,4-29 0,-3-8 0</inkml:trace>
  <inkml:trace contextRef="#ctx0" brushRef="#br0" timeOffset="3881">824 440 8328,'9'4'635,"1"2"1,-1 5 0,0 2-146,0 2 1,4 0 0,3 4 0,2 3-235,3 2 0,3-1-256,3 2 0,29 7 0,7 6 0</inkml:trace>
  <inkml:trace contextRef="#ctx0" brushRef="#br0" timeOffset="4604">1410 119 8210,'-1'-9'-229,"-2"0"1,1 4 715,-4 2 0,3 3 0,-3 3 1,0 3-408,1 2 0,-4 2 0,4 2 1,-1 1-156,0 1 1,1-3-1,-1 1 1,3-1 40,2-2 1,1-3-1,1-1 65,2-1 1,2-1 0,4-4 0,1-1 99,3-1 0,0-4 1,2 2-1,-2 0-118,1 2 1,-7-1 0,2 1 0,-1 1-315,0 1 1,-3 2-1,-2 2-89,-2 3 0,-2 5 0,-2 2 0,-4 0-14,-4 1 0,0 2 0,-5-1 0,1 1 404,1 0 0,-2-3 0,2-4 0,1-1 0,0-2 0,1 1-69,3-4 0,4-1 744,1-5-205,3-2 1,1 1 0,0 4 0,0 6 5,0 6 0,0 2 0,0 5 0,0 1-283,0 2 1,0 6 0,0 1-1,0 2-74,0 4 0,0 2 1,0 1-1,-1-3-325,-2-3 1,2-5 0,-2-6-645,2-2 0,5-8 0,1-6 850,1-6 0,14-78 0,-10 29 0,0 0 0</inkml:trace>
  <inkml:trace contextRef="#ctx0" brushRef="#br0" timeOffset="4881">1364 348 8210,'-5'-4'157,"-2"2"256,4-4 0,1 3 1,5-2-546,3 1 0,2 0 0,3 2 0,0-1 7,1 1 0,3 1 1,-2 1-1,1 0 192,-1 0 1,0 0-1,-2 0 1,2 1 78,-2 2 0,-1 3 0,-2 5 0,-1 2 49,-1 1 0,-3 2 1,2 3-1,-1 2-158,-2 4 1,-1-2 0,-1 2 0,-1 0-172,-2 2 1,-1-1-1,-3-2 1,2-2-529,1-3 1,-2-5 0,2-2-828,-1-5 1489,3-3 0,-10-45 0,1-10 0</inkml:trace>
  <inkml:trace contextRef="#ctx0" brushRef="#br0" timeOffset="5030">1438 385 8210,'-4'-5'0,"2"-2"113,-5 4 0,4 0 0,-2 4-80,1 2 1,1 2-1,3 4 1,0 0-472,0 0 0,0 3 1,0 1 437,0-2 0,-4 3 0,-1 0 0</inkml:trace>
  <inkml:trace contextRef="#ctx0" brushRef="#br0" timeOffset="5198">1401 467 7436,'-5'-9'-1227,"1"3"2497,4 0-1061,0 0 1,1-2-699,2 2 205,2 2 0,0 8 1,-2 2 142,-2 2 1,-1 1 0,-1 0 0,-1 0 140,-1 0 0,-3 1 0,3-1 0,1 0 0,1-4 0,29-33 0,8-13 0</inkml:trace>
  <inkml:trace contextRef="#ctx0" brushRef="#br0" timeOffset="5719">1685 202 8258,'0'-9'353,"0"0"1,3-1 1277,0 1-1721,4 0 1,-6 5 0,2 4 0,-2 6-315,-1 5 0,0 0 0,-1 4 0,-1-1-4,-1 0 1,-4-2 0,1 3 0,-1-1 275,1 0 0,-3-3 0,4 2 0,-1-4 505,0-3 1,3 2-35,-3-2 1,5-3 0,1-3 3,5-5 1,2 0-1,0-1 1,-1 0-293,2 1 0,0-3 0,1 5-537,0 1 0,-3 1 73,0 1 1,-4 4-1,0 4 86,-4 3 0,0-1 0,-5 3 0,-2-1 327,-2 1 0,-6 2 0,2-2 0,-1 0 19,1 0 1,0 0 0,4-4-1,-1-1 987,1-2 1,4 1-491,1-4 1,5 0 0,1-3-1,5 0-50,3 0 0,5-1 1,2-1-1,3-2-382,0-1 1,0 3 0,0-2 0,1 1-301,-1 0 1,0-3-1,0 3 1,-2 0-525,-1-1 0,-1 3 0,2-3-1533,-4-1 2273,-2 4 0,-17-15 0,-4 1 0</inkml:trace>
  <inkml:trace contextRef="#ctx0" brushRef="#br0" timeOffset="5847">1758 348 8230,'-5'9'114,"-2"-2"1,4 0-1,1 2 454,1 2 0,0 5 1,-1 1-1,-1 3-30,1 4 1,1 3-1,1 1 1,0 2-212,0 0 1,1 1 0,1-5 0,2-1-775,1-4 447,1-6 0,19-6 0,5-5 0</inkml:trace>
  <inkml:trace contextRef="#ctx0" brushRef="#br0" timeOffset="6498">2106 312 8258,'-4'-5'-20,"2"1"0,-3 5 234,1 2 1,1 2 0,3 5-1,0 2 268,0 3 0,0 4 0,0 2 0,0 3-443,0 3 0,1 3 1,1 1-1,1-2-552,-1 0 1,-1-3-1,-1-1 1,0-5 512,0-4 0,4-11 0,1-6 0</inkml:trace>
  <inkml:trace contextRef="#ctx0" brushRef="#br0" timeOffset="6664">2225 367 8258,'9'-7'56,"0"1"1,3 1 0,1-1-1,-1 2 351,1 0 1,0 3 0,3-2 0,-3 2-465,0 1 0,-3 0 1,2 1-1832,-1 2 1888,-2 2 0,-21 4 0,-4 0 0</inkml:trace>
  <inkml:trace contextRef="#ctx0" brushRef="#br0" timeOffset="6947">2335 257 8789,'0'13'325,"0"-2"1,0 5 0,1 4-180,2 3 1,-2 5 0,2 1-1,-2 3-69,-1 0 1,0-1-1,0 1 1,-1 0-147,-2-3 0,-2-4 1,-4-5-1,-1-4 123,1-3 0,0-7 0,0-3 1,0-3 160,0-3 0,3-3 0,0-7 1,2-2 93,2-2 1,1-2 0,1 2-1,0 2 142,0 3 1,1 2-1,1 0 1,2 2-191,2 2 0,0 2 0,3 4 1,0 0-611,0 0 0,0 0 1,1 1-1,2 2 349,0 3 0,29 2 0,3 2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20.429"/>
    </inkml:context>
    <inkml:brush xml:id="br0">
      <inkml:brushProperty name="width" value="0.08571" units="cm"/>
      <inkml:brushProperty name="height" value="0.08571" units="cm"/>
      <inkml:brushProperty name="color" value="#FF0000"/>
    </inkml:brush>
  </inkml:definitions>
  <inkml:trace contextRef="#ctx0" brushRef="#br0">7 46 7984,'-3'-3'1017,"0"2"1,4-1 0,2 4-645,3 3 0,1 3 1,3 3-1,1 0-236,-1-1 1,1 1-1,2 2 1,-1 0-547,-1 1 0,1-4 1,-3 1-1,0-2-2089,1-1 2498,-1-1 0,-3-18 0,1-4 0</inkml:trace>
  <inkml:trace contextRef="#ctx0" brushRef="#br0" timeOffset="334">275 53 8504,'-4'0'1795,"0"0"-1432,-1 0 1,-1 2 0,-2 1 0,0 2-397,0 3 0,-3 3 0,1 0 0,1 2-54,0 2 1,-3-1-1,2 1 1,0-1-147,1-1 1,2-1 0,2-1 0,2-2-840,0-2 1194,1-3 0,4 1 1,3 0 254,1 1 0,-2 3 1,0 2-1,-1 2 151,1 2 1,-3 3 0,2 3 0,-3 3-154,0 2 1,0 1 0,0 0-1,0 1-284,0 0 1,0-1 0,0-1 0,-2-1-580,0-1 0,0-4 0,2-5-2439,0-4 2927,0-1 0,11-50 0,4-12 0</inkml:trace>
  <inkml:trace contextRef="#ctx0" brushRef="#br0" timeOffset="783">471 288 8318,'0'-5'1614,"0"1"-1289,0 3 0,0 5 1,0 5-267,0 2 1,0 3 0,0 1 0,-2 1-148,0 0 1,-3-2-1,1 3 1,-2-1 86,-1-2 1,1 0 0,-1-2 0,0 0-86,-2-1 1,2-6-1,-2-1 76,2-2 1,1-8 0,2-3-1,2-5-230,1-4 1,1-1-1,1 0 1,1-1-36,2 1 0,2 0 0,0 1 0,2 2 416,0 2 1,3 1-1,2 6 1,2 1 503,0 3 1,0 4 0,-2 4 0,-2 6-153,0 4 1,-3 3 0,0 2 0,-3 2-111,-3 2 0,-1-1-383,-1 1 0,0-11 0,0-2 0</inkml:trace>
  <inkml:trace contextRef="#ctx0" brushRef="#br0" timeOffset="1498">909 53 7871,'-4'2'384,"-1"5"1,0 5 0,-1 3-251,0 4 0,-1 6 1,-2 5-1,-2 1-186,-1 3 1,-1 3 0,-1 0-1,-1 0-28,-3 0 1,2-2-1,2-4 1,2-4-183,3-2 1,3-6-179,1-6 0,3-9 0,4-9 0,3-5 440,1-5 0,0-1 0,1-4 0,2 1 0,2-1 0,1 1 0,-1 2 0,-1 2-106,0 4 1,-1 1 0,-2 4 358,2 2 1,-3 3 0,1 7 0,-4 6 177,-3 6 1,0 3 0,-3 5-1,0 0-448,-1 0 1,-2-3-1,3-1 1,-1-4-333,2 0 0,1-7 349,1 0 0,12-23 0,2-7 0</inkml:trace>
  <inkml:trace contextRef="#ctx0" brushRef="#br0" timeOffset="1764">987 131 8625,'-2'-7'583,"1"3"1,-1 0 0,4 2-542,2 0 0,2-1 1,1 0-1,0 0-246,2 1 1,1-3 0,3 2-1,0 0-313,0-2 0,0 1 0,-1 0 517,-1-2 0,-1-5 0,-4-3 0</inkml:trace>
  <inkml:trace contextRef="#ctx0" brushRef="#br0" timeOffset="1864">1099 40 8252,'-7'-4'193,"0"2"1,4 2 0,0 2 0,1 2 14,0 2 1,-3 3 0,3 2 0,0 2-209,-1 0 0,-1 20 0,-2 6 0</inkml:trace>
  <inkml:trace contextRef="#ctx0" brushRef="#br0" timeOffset="2064">1014 222 8252,'-6'1'-495,"1"1"721,3 3 0,-1 1 0,1 3 0,1 3-56,0 2 0,1 4 0,0 3 0,0 0-68,0 0 1,0 2 0,0-1-1,0-1-303,0-1 1,0-3-1,0-2-1299,0-1 1500,0-4 0,3-27 0,1-9 0</inkml:trace>
  <inkml:trace contextRef="#ctx0" brushRef="#br0" timeOffset="2264">1040 216 8252,'0'-7'181,"2"1"0,1 0 131,0 2 0,0-1 1,1 2-220,1 2 0,3 1 0,1 1 1,-1 3-263,-1 2 1,0 0-1,-1 5 1,1 1-24,-1 2 0,-2 1 0,0 2 0,-1-1-71,-2 1 0,0 0 0,-1 3 0,0 0 263,0-1 0,-6 1 0,-1-1 0</inkml:trace>
  <inkml:trace contextRef="#ctx0" brushRef="#br0" timeOffset="2415">1066 340 8252,'-4'-3'67,"2"-1"1,1 0 0,1 0 303,0-1-779,0 2 1,3 1-1,-1 4 408,-1 2 0,0 17 0,-1 3 0</inkml:trace>
  <inkml:trace contextRef="#ctx0" brushRef="#br0" timeOffset="2548">1059 399 8252,'4'-7'-784,"-1"3"0,-2 0 741,1 1 0,-1-1-119,4 2-141,-4 0 303,2 2 0,-12 26 0,-2 7 0</inkml:trace>
  <inkml:trace contextRef="#ctx0" brushRef="#br0" timeOffset="2882">929 438 8252,'0'10'-117,"-3"-1"0,1 3 0,1-2 91,0-1 1,1 3 0,0-2 0,0 1 211,0 0 0,0-3 0,0 0 1,0 0 457,0-2-409,0 1 0,3-3 1,1 0 166,2-1 1,1-1-1,0-2 1,1 0-67,1 0 1,2 0 0,0 0 0,2 0-173,0 0 0,0 0 0,0 0 1,2 0-651,0 0 1,6 0 485,-2 0 0,-7 0 0,-3 0 0</inkml:trace>
  <inkml:trace contextRef="#ctx0" brushRef="#br0" timeOffset="3250">1334 281 8252,'-4'3'162,"0"1"0,3 3 0,-1 2 181,0 2 0,2 2 0,0 2 0,0 2-435,0 2 1,0 3 0,0 0 0,0-1 169,0-1 1,0-3 0,0-2 0,0-2-79,0-2 0,3-22 0,0-8 0</inkml:trace>
  <inkml:trace contextRef="#ctx0" brushRef="#br0" timeOffset="3346">1425 373 8252,'7'-7'-21,"-1"1"0,1 1 0,0 2-10,2 0 0,-2 1 31,2 2 0,-5 0 0,-1 0 0</inkml:trace>
  <inkml:trace contextRef="#ctx0" brushRef="#br0" timeOffset="3464">1451 438 8097,'0'4'-180,"0"1"180,3-4 0,36 2 0,11-3 0</inkml:trace>
  <inkml:trace contextRef="#ctx0" brushRef="#br0" timeOffset="4064">1811 46 8252,'-7'0'-54,"1"0"0,-1 3 1,1 2-1,1 4 76,1 4 1,0 4-1,-1 5 1,2 4 74,0 4 1,-2 4 0,3 2 0,1 0 106,0 2 0,-1-2 1,-1 0-1,0-3-81,0-3 1,1-6 0,2-3 0,0-3-460,0-5 0,1-6 0,1-5 336,2-4 0,11-48 0,2-15 0</inkml:trace>
  <inkml:trace contextRef="#ctx0" brushRef="#br0" timeOffset="4231">1811 105 8334,'3'-7'93,"1"2"1,-3-1-148,2 2 0,2 3 0,-1-2 0,2 3-133,0 3 0,1-2 0,-1 3 0,-1 2-51,-1-1 0,-2 2 0,2 0 0,-1 1 238,-2 1 0,-9 8 0,-3 1 0</inkml:trace>
  <inkml:trace contextRef="#ctx0" brushRef="#br0" timeOffset="4364">1811 183 8042,'0'-6'-70,"0"2"1,0-1 66,3 3 1,-2 0 0,3 4-538,1 0 540,1 3 0,7 5 0,0 3 0</inkml:trace>
  <inkml:trace contextRef="#ctx0" brushRef="#br0" timeOffset="4564">1961 59 8508,'-4'7'397,"0"-1"1,1 1-778,2-1 1,0 1-1,1-1 380,0 1 0,0 8 0,0 3 0</inkml:trace>
  <inkml:trace contextRef="#ctx0" brushRef="#br0" timeOffset="4864">2020 26 8254,'7'-5'0,"1"0"-219,1 0 1,-1 2 0,-1-2 0,-1 3 88,1 1 0,0 1 0,-1 0 0,1 0 192,-1 0 0,-2 1 0,-1 1 0,-1 3 127,0 0 0,1 2 0,-2 0 0,2 2 71,-2 2 1,0 1 0,-1 2 0,0 0-60,0 2 0,2 5 1,0 1-1,0 4-108,-2 4 0,1 4 0,0 5 0,2 0 20,-2 0 0,0 0 0,-1-2 1,0-1-19,0-3 0,0-4 1,0-8-1,0-4-760,0-4-511,0-3 1,0-10 1175,0-4 0,-12-19 0,-2-8 0</inkml:trace>
  <inkml:trace contextRef="#ctx0" brushRef="#br0" timeOffset="5014">2013 138 8716,'0'-4'-240,"12"7"0,2 4 1</inkml:trace>
  <inkml:trace contextRef="#ctx0" brushRef="#br0" timeOffset="5097">2026 170 8228,'-3'0'0,"-3"12"0,2 2 0</inkml:trace>
  <inkml:trace contextRef="#ctx0" brushRef="#br0" timeOffset="5281">1869 268 6204,'7'0'-84,"20"-3"1,5 0 0</inkml:trace>
  <inkml:trace contextRef="#ctx0" brushRef="#br0" timeOffset="5767">1902 320 8014,'-6'5'334,"2"-1"1,2-3-575,4-1 0,2 0 1,2-2-1,1 0-11,-1 0 1,-1 1 0,-1-3 220,1 1 0,1 1 0,0 1-17,-2-1 155,2 1 0,-5-1-116,1 4 0,-2 2 0,0 2 0,0 1-10,-2 0 1,-2-1-1,-3 1 1,1 0 43,-1 2 1,1-2-1,0 2 1,1 0-4,1 0 0,-1 0 1,-1-1-1,0 1-122,1-1 0,0-1 0,2 0-4,0-1 1,1 0-88,-3-2 1,4-2 0,-1-4 117,1-2 1,3-2 0,1 0-1,0-1 72,0 1 0,2-1 0,-1 0 0,2-1 4,1 2 0,-1-2 0,1 4 0,-1 0 96,1 0 1,-3 2 0,0 0 0,2 1 238,-1 1 1,0 1 0,-2 1 0,0 3 57,-1 0 1,-1 2 0,1-1 0,0 2-183,-1 0 0,0 0 0,-1 0 0,0 0-145,0-2 1,0 1 0,0-1 0,1 0-735,1-2 0,1 1 664,4-2 0,37-19 0,10-5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27.093"/>
    </inkml:context>
    <inkml:brush xml:id="br0">
      <inkml:brushProperty name="width" value="0.08571" units="cm"/>
      <inkml:brushProperty name="height" value="0.08571" units="cm"/>
      <inkml:brushProperty name="color" value="#FF0000"/>
    </inkml:brush>
  </inkml:definitions>
  <inkml:trace contextRef="#ctx0" brushRef="#br0">98 4 9748,'0'-3'428,"0"4"1,0 4-157,0 6 0,1 1 1,0 3-1,1 1-114,0 4 1,1 4 0,-1 0 0,-1 2-278,0 2 1,-1-1 0,0 1 0,0-4-505,0-2 0,0 0 0,0-3 0,0-5-433,0-4 0,-2-2 1056,0-2 0,-9-20 0,0-4 0</inkml:trace>
  <inkml:trace contextRef="#ctx0" brushRef="#br0" timeOffset="283">20 193 8301,'-4'7'-129,"-1"-1"1,3 1 0,0-1 112,2 1 0,-3 2 0,1 0 0,1 1 152,0-1 0,1 0 0,0-1 1,0 1 80,0-1 0,0-1-198,0 0 0,0-3 0,1-1-12,1-2 0,-1-3 0,4-5 0,1-2-210,2-1 0,0-1 0,2 1 0,2-1 107,0 1 0,2-2 0,1 3 0,2 2 194,0 2 0,2 2 1,-3 4-1,2 1 403,-1 2 1,-4 5 0,-1 3 0,-3 1-131,-3 3 0,-2 2 0,-4-1-371,0 2 0,-3 9 0,-1 3 0</inkml:trace>
  <inkml:trace contextRef="#ctx0" brushRef="#br0" timeOffset="650">601 23 6853,'0'7'0,"3"11"0,1 3 0</inkml:trace>
  <inkml:trace contextRef="#ctx0" brushRef="#br0" timeOffset="918">523 121 8242,'-4'7'0,"2"0"-24,1-1 1,1 1 0,0-1 0,0 1 258,0-1 1,0 1-1,1-1 1,1 0-132,2-2 0,4 2 1,1-4-1,0 1 1,0 0 1,-1 2-1,2-3 1,0 2 46,-2 1 0,-2-1 0,-1 0 0,-1 2-163,-1 2 1,-2 1 0,-3 3 0,-4 2-344,-2 0 0,-4 0 0,1 1 0,-1 0-572,-1-1 926,3-3 0,3-13 0,4-6 0</inkml:trace>
  <inkml:trace contextRef="#ctx0" brushRef="#br0" timeOffset="1219">804 108 8325,'-4'-3'470,"1"3"0,4-3 0,1 3 1,2 0-403,2 0 0,4 0 0,1 0 0,1 0-269,1 0 0,0 0 0,-1 0 1,0 0-335,-1 0 1,-2-2-1,1 0 1,-2-1 534,-2 0 0,-5-6 0,-5-5 0</inkml:trace>
  <inkml:trace contextRef="#ctx0" brushRef="#br0" timeOffset="1536">908 17 8325,'0'6'5,"0"1"1,0 0 0,0-1 0,0 1 115,0 2 1,2 0-1,1 4 1,-1-1-128,1 2 0,-3 3 1,3-1-1,-3 0-78,0 0 0,-3 0 0,-1-2 0,-2 1-84,0-3 1,-1 0-1,0-3 1,-1-2-9,-1-2 1,0-2 0,3-3 0,-1-1 142,1-1 0,2-1 0,2-4 0,1 0 117,1-2 1,1 2 0,1-2 0,3 2 123,0 0 1,3 4 0,0 1-1,0 1 95,0 1 0,0 3 1,-2 3-1,1 3-101,-1 1 1,-1 3-1,-2 3 1,1 1-124,-1 1 0,-1 3 0,0 0 0,-1-1-869,-1-2 790,0-4 0,-9-1 0,-2-3 0</inkml:trace>
  <inkml:trace contextRef="#ctx0" brushRef="#br0" timeOffset="1715">1013 63 8345,'0'6'0,"0"1"0,-3-4 0,-1 0 0</inkml:trace>
  <inkml:trace contextRef="#ctx0" brushRef="#br0" timeOffset="1833">1085 37 8365,'0'6'0,"11"1"0,4-1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31.328"/>
    </inkml:context>
    <inkml:brush xml:id="br0">
      <inkml:brushProperty name="width" value="0.08571" units="cm"/>
      <inkml:brushProperty name="height" value="0.08571" units="cm"/>
      <inkml:brushProperty name="color" value="#FF0000"/>
    </inkml:brush>
  </inkml:definitions>
  <inkml:trace contextRef="#ctx0" brushRef="#br0">17 89 8002,'-7'0'2151,"3"0"-2263,0 0 1,3 0 0,1 0-19,4 0 0,1-3 1,3-1-1,0-2-208,0-1 0,1 1 0,-2-1 0,-1 0 114,1-2 0,-3 3 0,0-1 1,-1 1 539,1 1 1,-3 2 0,2-2 865,-3 0-918,0 2 0,0 8-354,0 3 0,0 3 1,0-2-1,-2 2 21,0 1 1,0 2 0,1 2 0,0 4 362,-2 3 0,1 6 0,-1 4 0,0 4 195,-1 3 1,-2 3 0,2 4 0,-1-1-2,0 0 1,0-5 0,3-7 0,1-5-228,0-5 1,2-8-943,1-5 0,-1-5 1,4-8 680,0-3 0,1-18 0,0-5 0</inkml:trace>
  <inkml:trace contextRef="#ctx0" brushRef="#br0" timeOffset="631">396 69 9358,'-4'3'190,"-1"2"0,1 1 1,-3 4-1,0 3-262,-2 3 0,-1 7 0,-3 2 0,0 4 45,0 0 0,-3 1 0,-1 1 0,1-4-103,3-2 0,3-4 0,4-6-262,2-4 0,2-7 1,5-4-1,2-6 44,3-4 0,4-5 0,-1-1 0,1 0 348,1-3 0,0 1 0,1-2 0,-2 2 0,-1 3 0,-2 1 0,-2 6 0,-1 3 265,1 2 1,-4 4 0,0 6 0,-3 4 458,0 6 0,0 1 1,-3 7-1,0 1-518,-1 2 0,-1-2 1,2-3-1,0-1-1457,0 0 1251,1-2 0,8-12 0,1-3 0</inkml:trace>
  <inkml:trace contextRef="#ctx0" brushRef="#br0" timeOffset="998">481 89 8218,'3'3'31,"0"1"0,-3 2 136,0 1 0,0 2 1,0 2-1,1 3 80,1 3 0,-1 3 1,1 7-1,-1 2 4,-1 1 0,0 3 0,-1 2 0,-1 0-101,-2-1 1,1 0 0,1-8 0,1-4-795,1-3-103,0-6 747,3-12 0,0-46 0,4-19 0</inkml:trace>
  <inkml:trace contextRef="#ctx0" brushRef="#br0" timeOffset="1297">507 102 8218,'3'-6'-203,"1"-1"1,2 0-1,1 1-100,2-1 1,0 1 0,3-1-1,2 2 354,0 0 1,2-1 0,0 2 0,0-2-84,2 0 1,-2 2 0,0 2 0,-3 1 130,1 1 0,-4 0 1,1 2-1,-2 1 90,-1 4 0,-1 4 0,0 0 1,-1 2 132,1 2 1,-3 2 0,0 3 0,-1 2 46,1 2 1,-2 2 0,0 1 0,-2 2 105,0-2 1,0 0 0,0-1-1,0 0-70,0 0 1,0-2 0,0-3 0,0-3-547,0-3 1,0-3-1318,0-1 1,0-6 1457,-2-1 0,1-2 0,-2-2 0</inkml:trace>
  <inkml:trace contextRef="#ctx0" brushRef="#br0" timeOffset="1464">592 278 8408,'3'-3'122,"-2"0"1,4 3-1,0-1-122,1-1 0,17-7 0,6-5 0</inkml:trace>
  <inkml:trace contextRef="#ctx0" brushRef="#br0" timeOffset="1788">638 180 8250,'-4'7'0,"2"0"-147,1-1 1,1 1-1,0 2 1,0 1-75,0 0 0,0 3 0,0-2 1,0 3 273,0 1 1,0 1-1,0-3 1,0 2 40,0 0 1,-1-2 0,0-2 0,-1 0-4,0-1 0,1-3 24,-1-5 0,0-1 0,-1-2 1,0-1-63,1-3 0,2-3 0,0-1 0,0-1-66,0 1 0,2 0 0,1 4 0,0-1 85,2 2 1,-1 2-1,0-2 78,1 1 1,-1 1-1,0 3 66,-1 1 0,-1 4 0,0 3 0,0-1-209,0-1 0,-2 2 0,0-1 0,1 0-1937,1 0 1930,-1-2 0,-1 1 0,-4-1 0</inkml:trace>
  <inkml:trace contextRef="#ctx0" brushRef="#br0" timeOffset="1983">566 533 8209,'-7'0'920,"4"0"-119,0-3 1,3 3 0,3-3-1,2 3-483,3 0 1,2 0 0,3 0 0,1 0-458,1 0 139,2 0 0,34 0 0,9 0 0</inkml:trace>
  <inkml:trace contextRef="#ctx0" brushRef="#br0" timeOffset="2581">1062 272 8209,'-6'0'0,"1"-2"1,2-1 485,0-1 0,4 2 0,4-2 1,3 1-577,3-1 1,4 0-1,2-3 1,3 1-190,2 2 1,-3-2 0,1 3 0,-4-1 25,-2 2 0,-2 1 0,-2 2 222,-3 1 1,-4 2 0,-3 2 0,-3 1 198,-1 2 0,-2 1 0,0 3 1,0 1 52,2 1 0,-2-1 0,4 2 1,1-1-78,0 1 1,1 2 0,0-1 0,0 0-177,0 0 0,3-2 0,1-1 1,2-2-200,1-3 0,0-2 1,1-1 230,1-2 0,2-15 0,-1-8 0</inkml:trace>
  <inkml:trace contextRef="#ctx0" brushRef="#br0" timeOffset="2722">1311 252 6315,'32'13'0</inkml:trace>
  <inkml:trace contextRef="#ctx0" brushRef="#br0" timeOffset="3297">1396 259 8266,'-7'0'-852,"3"0"852,-1 0 0,27-6 0,4-1 0</inkml:trace>
  <inkml:trace contextRef="#ctx0" brushRef="#br0" timeOffset="3614">1624 148 7008,'4'-6'213,"2"2"0,5 1-403,1 0 1,-1 1 189,0-2 0,20-9 0,7-4 0</inkml:trace>
  <inkml:trace contextRef="#ctx0" brushRef="#br0" timeOffset="3798">1742 82 8285,'-7'0'-132,"1"0"1,-1 3-1,1-1 1,-1 0-17,1 1 1,0 1 0,1 4 0,1 2 186,1 3 0,-1-1 0,2 6 0,0 0 113,1 1 1,1 3 0,0 2 0,0 1 2,0 2 1,0-1 0,0 0 0,0-1-152,0-1 1,1 0-1,1-6 1,3-5-347,1-5 0,1-6 0,1-2 0,1-5 80,1-3 0,-2-2 0,1-6 0,-2 0 262,0-1 0,-1-14 0,1 0 0</inkml:trace>
  <inkml:trace contextRef="#ctx0" brushRef="#br0" timeOffset="4047">1774 278 8285,'4'-6'-351,"-2"-1"329,-1 1 1,-2 6 0,0 4 0,-3 6-70,-2 5 0,1-1 1,-4 4-1,-1 0-50,0 1 1,-1 0-1,0-1 1,-2-1 142,-2 1 0,-3 1 0,1-3 0,-2-2 55,2-2 0,-1-5 0,2 0 0,1-2 48,1-3 1,2-1 0,6-5 0,2-5 261,2-2 1,1-3 0,2-2 0,1-1-328,2-2 0,5 0 0,3-1 0,2 0-151,4 1 1,4 2 0,1 3 0,3 2 319,0 3 1,0 5 0,0 2 0,-1 5 64,-3 3 1,-1 6 0,-7 7 0,-2 2-78,-5 3 1,-3 0 0,-4 1 0,-1-2-198,-1 0 0,-8 4 0,-3 0 0</inkml:trace>
  <inkml:trace contextRef="#ctx0" brushRef="#br0" timeOffset="4814">2062 174 8337,'0'-7'32,"0"1"1,0-1 144,0 1 1,0-1 0,1 1-1,1-1-122,2 1 1,3 1 0,1 1-1,3-1-104,2-1 0,-1 2 1,0 0-1,-1 1 12,0 2 1,-1 3-1,-2 2 1,-3 3-126,-3 1 0,-1 1 1,-1 4-1,-2 0-66,-2 1 0,-1 1 0,-4-1 1,0 1 3,1 0 0,-3-1 1,2-2-1,0 0 136,0-1 0,2-3 0,-2 0 222,2 0 0,1-3 8,1-3 1,5-1-1,5-7 1,1 1-5,0 0 0,3-1 0,0 1 1,1 0-25,2 3 0,-2 1 0,0 2 1,1 2-52,-1 4 1,-2 2-1,0 4 1,-1 1 2,-3 1 1,-1 0 0,-3 2 0,0 0-48,0 0 1,-5 1 0,-1-2 0,-2-3-40,-2-1 0,0 0 0,-2-4 1,0 0-25,1-3 1,1-2-1,-2-3 172,1 0 1,3-6 0,0 0 0,3-2 79,0-2 1,4 3-1,-1-4 1,1 2-30,1 1 0,1 1 0,0 2 1,2 2-274,1 0 1,0 1 0,3 2-139,-1 0 0,1 0 0,0 0 0,1 0 232,1 3 0,11 0 0,1 4 0</inkml:trace>
  <inkml:trace contextRef="#ctx0" brushRef="#br0" timeOffset="5247">2480 265 7978,'0'5'198,"0"-1"0,0 1 23,0 1 1,0 1 0,0 1 0,-1 2-302,-1 0 0,-1 1 0,-4 3 0,0 0 174,-2 1 0,1 0 0,-3-4 0,0-3 12,1 0 0,-1-3 1,2 0-1,1-3 78,1-1 1,2-5-1,2-2 1,0-5-332,1-1 0,2-2 1,2-1-1,3-2-153,1 1 0,2-3 0,2 4 1,0-1 52,1 0 0,2 1 0,1 3 0,0 2 257,1 1 1,1 3 0,-1 4 0,0 1 273,0 1 1,-2 6 0,0 3 0,-2 5 82,-3 4 1,-3 0 0,-3 3 0,-1 0-869,-1 1 1,-1-1 500,-1-1 0,-8 8 0,-3 3 0</inkml:trace>
  <inkml:trace contextRef="#ctx0" brushRef="#br0" timeOffset="5700">2696 194 7539,'3'-7'-277,"0"3"0,4 1 0,0 1 370,2 0 1,-1-3-1,5 1 1,1 0-179,-1 0 0,1 2 0,-1-2 1,0 0 247,-3 1 1,0 1 0,-4 0 993,1 1-851,-3 1 1,-2 3 0,-4 2 0,-1 3-27,0 0 0,-2 4 0,0-1 0,0 1-2,0 1 0,3 3 0,-2 2 0,1 0 84,2 2 0,0 0 0,1 0 0,1 1-122,1 1 0,2 2 0,2-2 0,2 1-326,0-1 1,0 0 0,3-4 0,-1-3-677,0-4 0,0-3 1,2-4-1,-2-3-259,-1-2 1,1-3 1020,-2-5 0,0-25 0,1-8 0</inkml:trace>
  <inkml:trace contextRef="#ctx0" brushRef="#br0" timeOffset="5881">2964 109 8275,'0'3'-323,"11"9"1,4-1-1</inkml:trace>
  <inkml:trace contextRef="#ctx0" brushRef="#br0" timeOffset="5998">3022 76 7257,'4'3'-130,"11"12"1,-1 6 0</inkml:trace>
  <inkml:trace contextRef="#ctx0" brushRef="#br0" timeOffset="6213">3264 540 8116,'0'6'-9,"2"-1"9,0-1 0,1 0 0,-3 3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40.7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188 15 8194,'0'-6'1691,"-1"1"-1468,-2 1 1,1 5 0,-4 5-1,-1 2-411,-1 1 0,-1 5 0,0 1 0,0 2-154,-1 1 1,-2 0-1,0 1 1,1-1-180,1 0 0,1 0 1,0 0-426,0-3 946,3-2 0,15-36 0,6-9 0</inkml:trace>
  <inkml:trace contextRef="#ctx0" brushRef="#br0" timeOffset="217">179 70 7909,'18'-9'0,"0"1"-292,-3 2 1,1-2 0,-3 2-1,0-2 1198,0 2 1,0 2-394,-4 4 0,-1 1-398,-2 2 0,-2 2 0,-5 6 0,-2 0-5,-3 1 1,-2 4 0,-1-1 0,-2 3-147,-1 4 1,1-3 0,-4 3-1,-2 1-65,-3 1 0,-3 5 0,-2 2 0,2-2-166,0-1 0,-1 0 0,2-1 0,1-1-499,1-1 1,2-4 765,9-6 0,6-30 0,8-11 0</inkml:trace>
  <inkml:trace contextRef="#ctx0" brushRef="#br0" timeOffset="365">61 216 8198,'6'-3'232,"0"0"1,0 0-1,3 3 1,0 0 70,0 0 1,1 1-1,2 1 1,4 2-309,1 1 1,4-2 0,1 3 4,2 1 0,16 9 0,8 4 0</inkml:trace>
  <inkml:trace contextRef="#ctx0" brushRef="#br0" timeOffset="583">42 489 8285,'10'-3'334,"-1"0"0,4-4 0,2 1 0,3-2-728,3-1 0,6-1 394,3-2 0,25-15 0,3-6 0</inkml:trace>
  <inkml:trace contextRef="#ctx0" brushRef="#br0" timeOffset="783">243 353 8198,'-5'9'-154,"-3"0"0,3 0 1,-1 0 11,0 0 1,4 3-1,-2 2 1,3 2 375,1 0 1,0 6 0,0-4 0,0 3-194,0 1 0,0 1 0,0 4 0,-1-2 4,-2-1 0,2-4 0,-3 2 0,1-4-301,0-3 1,0-5-1,2-5 256,-2-1 0,2-49 0,-3-16 0</inkml:trace>
  <inkml:trace contextRef="#ctx0" brushRef="#br0" timeOffset="898">152 553 8198,'-12'13'-265,"-1"2"1,1 2 0,3-1 0,0-2-203,0-1 1,0 2 466,0-2 0,-4-1 0,-2-3 0</inkml:trace>
  <inkml:trace contextRef="#ctx0" brushRef="#br0" timeOffset="1031">243 535 8198,'15'4'0,"0"2"93,2 2 0,-3 2 1,1 1-1,0 1 231,-1 0 0,3-2-324,-1-1 0,21-12 0,7-3 0</inkml:trace>
  <inkml:trace contextRef="#ctx0" brushRef="#br0" timeOffset="1664">671 79 8058,'-4'9'362,"2"1"0,-4 2 0,-1 5-380,-1 3 0,-1 4 1,-1 6-1,-1 1-166,-2 1 1,-3-2 0,2-1-1,0-4-26,2-3 0,2-5 48,0-5 0,6-6 1,4-11 94,6-4 1,5-2-1,2 2 1,0 0 75,0 0 1,2 0 0,-3 3 0,0 3 167,-2 2 1,-1 5 0,-1 3 0,-1 5 33,-1 3 1,-4 6 0,0 3-1,-4 4-113,-4 2 0,-2-2 0,-1 3 0,0-4-276,0-3 0,1-2 0,0-6-499,2-1 677,4-8 0,2-35 0,5-18 0</inkml:trace>
  <inkml:trace contextRef="#ctx0" brushRef="#br0" timeOffset="1931">826 170 8209,'5'-4'507,"-1"4"1,-5 0-1,-2 5-676,-3 3 1,-2 6 0,-1 1-1,0 2-59,0 1 0,0 0 1,0 1-1,-1-1-216,1 0 0,1-4 0,2-2 110,3-1 1,3-6 594,3-2 0,3-3 0,5-3 0,3-3 24,0-3 0,-2 0 0,3 0 0,0 1-183,-1 2 0,3-1 0,-5 4 0,-1 1-102,-1 1 0,-21 21 0,-5 5 0</inkml:trace>
  <inkml:trace contextRef="#ctx0" brushRef="#br0" timeOffset="2080">762 444 8184,'-5'-1'376,"3"-1"0,4-2 82,4-1 0,4 2 0,2-4 0,3 1-565,2 1 1,1-3 0,1 3-1,-1-1-718,0 0 0,0 0 825,1-3 0,-9 4 0,-2 1 0</inkml:trace>
  <inkml:trace contextRef="#ctx0" brushRef="#br0" timeOffset="2281">881 225 8264,'-4'18'-104,"3"-2"1,-2 2 0,2 1 285,1 0 0,0 5 0,0 3 0,0 2 280,0 0 1,-1 4-1,-1 0 1,-2 4-395,-1 2 1,3-5 0,-2-1-69,0-4 0,-1-13 0,-5-4 0</inkml:trace>
  <inkml:trace contextRef="#ctx0" brushRef="#br0" timeOffset="3097">1173 298 8264,'0'-9'58,"1"3"1,2 1-29,3 1 1,5-4 0,2 3 0,1-1-333,2 0 0,2 0 1,-1-3-1,-1 1-67,-1 2 1,-4-1-1,2 4 369,-3 1 0,-5 2 0,-3 3 0,-4 3 0,-3 2 0,-4 1 0,-2 1-7,-1 2 0,5-2 0,-2 3 0,1-3 191,0-1 0,2 1 0,1 1 0,0 1 130,0-1 0,3 0 1,-1-2-1,2 0-100,1 0 0,0 0 0,1 0 0,1 0-192,1 0 1,3-2 0,-2 1 0,0 0-244,0-1 0,3 0 0,-2 2 0,0 0-89,-2 0 0,1 0 0,0-1 0,0-1 41,0 0 1,0-5-1,-1 1 269,3-2 0,0-2 0,-1-3 0,-1-6 0,3-31-36,-6 20 1,-1-20 0,-6 35 0,-2 3 145,-2 2 0,1 2 1,-1 2-1,-1 3 244,-1 2 1,0 1-1,3 1 1,0 2-30,-1 0 0,2 4 0,1-1 0,2 2-2,1 2 1,-2-2 0,3-1 0,1-2-137,1-1 0,2 3 1,3-4-1,4-1-221,3-1 0,7-5 1,0-2 33,5-2 0,52-17 0,13-4 0</inkml:trace>
  <inkml:trace contextRef="#ctx0" brushRef="#br0" timeOffset="3531">1665 243 8264,'5'-4'-402,"0"3"1,-2-3 481,3 0 1,-1 3 0,1-2-1,1 2-80,1 1 0,6 32 0,0 9 0</inkml:trace>
  <inkml:trace contextRef="#ctx0" brushRef="#br0" timeOffset="3664">1647 435 8264,'-5'0'-140,"2"-1"1,6-1-709,3-1 848,2-5 0,29 7 0,8-3 0</inkml:trace>
  <inkml:trace contextRef="#ctx0" brushRef="#br0" timeOffset="3831">1665 662 8264,'-1'-9'0,"-1"0"-282,-1 0 0,0 0 0,4 0 1,3-1 459,5-2 1,2 0-1,6-3 1,4-1-1146,1-1 967,2-5 0,13-8 0,6-4 0,4-5 0,-1 0 0</inkml:trace>
  <inkml:trace contextRef="#ctx0" brushRef="#br0" timeOffset="4082">1838 125 8272,'-5'0'1486,"3"3"-949,8 0 0,4-1 1,8-4-1,1-2-518,-1-1 0,1 2 0,1-3 0,2-2-638,-2 0 1,-1 2 0,-1 0 0,0 0-1308,-3 1 1926,-2-3 0,-16-5 0,-3-6 0</inkml:trace>
  <inkml:trace contextRef="#ctx0" brushRef="#br0" timeOffset="4248">1957 43 7929,'-9'6'0,"2"-1"-72,1-1 0,1 3 0,-2 0 0,2 4 372,1 4 1,-2 1-1,3 1 1,0 3-224,-1 2 1,3-1-1,-2 0 1,2-3-352,1-3 1,3-2 0,1-3 0,1-2-869,2-2 1142,1-2 0,21-45 0,6-9 0</inkml:trace>
  <inkml:trace contextRef="#ctx0" brushRef="#br0" timeOffset="4381">2039 24 8279,'-3'10'0,"-2"0"-179,0 2 1,2-1-1,-2 4 1,0 1 231,0 2 1,3 0 0,-2 0 0,1 0-696,0 0 642,-4 5 0,-10 12 0,-8 8 0</inkml:trace>
  <inkml:trace contextRef="#ctx0" brushRef="#br0" timeOffset="4514">1911 307 8267,'-3'-6'-275,"-1"0"346,-1-1 0,3 2 0,0-1 391,4-1 0,1-1 0,5 1 0,2 2-602,0 1 1,3-2 0,0 3-1,1 1 140,-1 1 0,-1 21 0,-3 6 0</inkml:trace>
  <inkml:trace contextRef="#ctx0" brushRef="#br0" timeOffset="4767">1838 398 8267,'-4'5'-86,"2"0"1,-3-2 0,1 3 441,2 2 0,-2 2 0,1 0 0,1 3 66,1 5 0,-2 0 0,0 5 1,1-1-405,1 2 1,1-1 0,0 1 0,0-3-228,0-4 1,3-3 0,1-5-494,1-3 0,1-3 0,2-7 176,-2-5 0,1-2 0,-3-4 1,0-1 525,0-1 0,-1-2 0,-3-2 0,0 0 0,0 1 0,4 1 0,14-32 0,6-8 0</inkml:trace>
  <inkml:trace contextRef="#ctx0" brushRef="#br0" timeOffset="4933">1938 362 7938,'18'-9'0,"-2"-1"0,-1 1 0,1 1 0,1 1 0,1 2 221,-3 1 0,2 1 0,-3 3 1,0 1-11,-2 2 0,-1 2 1,-2 5-1,-1 2-34,-2 4 0,1 1 1,-4 1-1,-1 0-33,-1 0 1,-4 1 0,-1-1 0,-1 0-254,-2 0 1,0 0 0,0-2 0,1-2-387,-2-1 0,-3-1 0,-1-4 1,1-2 494,1-2 0,-11-40 0,-4-9 0</inkml:trace>
  <inkml:trace contextRef="#ctx0" brushRef="#br0" timeOffset="5170">1993 380 8138,'-6'4'-103,"0"2"1,3 2 0,-2 1 0,1 0 191,2 0 0,-2 4 0,1-1 0,1 0 22,1 1 0,-3-3 0,1 2 1,1-1-27,1-2 1,1-3-53,0 0 0,0-5-47,0-1 0,4-3 1,2-4-1,0 1 106,0-2 0,0 3 0,3 0-171,0 1 0,0 1 79,0 3 0,21 12 0,4 4 0</inkml:trace>
  <inkml:trace contextRef="#ctx0" brushRef="#br0" timeOffset="5564">2276 307 8155,'0'-6'-147,"1"0"276,2-1 1,2 3 0,4 0 0,1 1-429,2 0 1,-1 0 298,4 3 0,-3-5 0,1 0 0</inkml:trace>
  <inkml:trace contextRef="#ctx0" brushRef="#br0" timeOffset="5748">2403 179 8230,'-8'9'0,"2"1"0,-2 0 0,2 1 0,-1 2 89,1 1 1,-2 4 0,1 5 0,0 0 91,1 2 0,-2 5 0,2 1 0,-2 2-68,-1 1 0,0 0 0,1 0 0,2-4-395,3-1 0,2-9 0,1-3-1213,0-3 1495,4-6 0,9-44 0,6-15 0</inkml:trace>
  <inkml:trace contextRef="#ctx0" brushRef="#br0" timeOffset="5847">2376 444 8230,'9'-3'-247,"0"0"0,0 0 23,0-1 1,0 3 0,0-3 0,1 3 347,-1 1-124,0 0 0,-4 0 0,-1 0 0</inkml:trace>
  <inkml:trace contextRef="#ctx0" brushRef="#br0" timeOffset="5947">2412 508 8131,'-5'9'170,"-2"-3"0,4 0 530,1 1 0,2 0-700,3-1 0,39-10 0,12-6 0</inkml:trace>
  <inkml:trace contextRef="#ctx0" brushRef="#br0" timeOffset="6400">2695 316 8212,'1'-9'289,"2"0"0,-1 4 1,5 2-1,2 2-54,2 1 1,5 0-1,0 0 1,1 0-348,1 0 0,0 0 1,2 0-1,0 0-542,1 0 1,-4 3 653,-5 0 0,-10 0 0,-3-3 0</inkml:trace>
  <inkml:trace contextRef="#ctx0" brushRef="#br0" timeOffset="6531">2859 225 8212,'-6'-3'-418,"0"0"0,4-1 0,-2 2 721,0-1 0,3 1 0,-2 5 1,2 4-125,1 4 0,1 3 0,1 4 1,1 1-66,-1-1 1,2 1 0,-1 2-115,-1 4 0,-1 17 0,-1 6 0</inkml:trace>
  <inkml:trace contextRef="#ctx0" brushRef="#br0" timeOffset="6664">2759 526 8212,'-9'0'-504,"-1"0"1250,1 0 1,1 4-310,2 2 0,7-1 1,8 1-438,5 1 0,36-2 0,15-2 0,5 2 0,0-1 0</inkml:trace>
  <inkml:trace contextRef="#ctx0" brushRef="#br0" timeOffset="7047">3151 261 8239,'0'-5'-174,"1"1"1,2 4 687,3 0 1,5 0 0,3 0-1,2 0-520,3 0 1,3 0 5,-1 0 0,-10 0 0,1 0 0</inkml:trace>
  <inkml:trace contextRef="#ctx0" brushRef="#br0" timeOffset="7216">3342 216 8350,'-4'-5'0,"-2"2"-54,-2 2 1,2 1 0,0 0 0,-1 1-53,-2 2 1,0 2 0,0 5 0,0 2 100,0 3 0,-3 4 0,0 1 0,-1 2 108,0 1 0,3 1 0,-2 1 0,2-1-64,1 2 0,1-7 0,2-2-453,3-3 0,4-6 414,5-5 0,16-30 0,11-8 0</inkml:trace>
  <inkml:trace contextRef="#ctx0" brushRef="#br0" timeOffset="7347">3451 316 7037,'-36'18'0</inkml:trace>
  <inkml:trace contextRef="#ctx0" brushRef="#br0" timeOffset="7567">3415 334 8326,'0'9'0,"0"1"-291,0-1 0,0 1 0,0 1 0,0 2 342,0 1 0,0 1 0,0 4 0,0 0-141,0 2 1,0-2-1,-1 3 1,-1-2 160,-1 1 0,-4-5 0,1 2 1,-2-4 177,-2-3 1,1-4 0,0-2 0,0-1-2,0-2 0,0-2 0,0-3 0,0-4 110,0-4 0,0 0 1,2-4-1,2-2-273,1 0 0,1 2 0,3 1 0,0 1-361,0 2 0,1 1 0,1 3-194,1 1 0,5 4 0,0-1 1,4 2 469,-1 1 0,60 12 0,14 4 0</inkml:trace>
  <inkml:trace contextRef="#ctx0" brushRef="#br0" timeOffset="7764">3625 380 8303,'1'9'685,"1"0"-350,1 0 0,0 0 0,-2 0 0,1 1-261,1-1 1,3 0 0,-2 1 0,1 1-455,2 1 1,-2 0-1,1-2 380,1-1 0,9-8 0,4-2 0</inkml:trace>
  <inkml:trace contextRef="#ctx0" brushRef="#br0" timeOffset="7879">3816 362 8267,'6'5'-81,"-1"-1"0,0 0-322,0 2 1,-2 2 402,3 1 0,-4 0 0,2 0 0</inkml:trace>
  <inkml:trace contextRef="#ctx0" brushRef="#br0" timeOffset="8199">4062 635 8201,'-3'-10'-89,"0"-2"1,0 2 0,3-2-1,0 0 125,0 0 0,0 2 0,1-2 0,2 2-48,3 1 0,2 4 0,1 1 1,1 1 44,3 0 1,-3 0 0,2 4 0,-2 2 188,-1 3 0,0 2 1,0 1-1,-1 0-28,-2 0 1,-1 0 0,-5 0 0,0 1-308,0 3 1,-5-3-1,-1 2 113,-2-2 0,-37-1 0,-10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1:35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20585,'0'-5'-365,"0"-1"1,0 3 791,0-2 1,0 2-189,0-2 0,0 2 331,0-2 96,0 3-314,0-2 1,0 5-1,0 2-232,0 2 1,0 0 0,0 0-1,0 2-193,0 0 1,0 1 0,0 1 24,0 2 1,0-2 0,0 2 0,0-2 91,0-1 0,0 1 0,0 1 0,0 1 62,0-2 1,0 3 0,0 0 0,0 0 24,0-1 0,0 3 1,0-3-1,0-1-36,0-1 0,0-1 1,0 0-1,0 0-33,0 0 0,0 0 0,0 0 1,0 1 1,0-1 1,0 2-1,0 1 1,0 0-22,0 1 0,0-3 1,0 3-1,0-2 19,0 1 0,0 3 1,0-3-1,0-1 45,0 2 0,0-2 0,0 3 0,0-2-52,0-1 1,0 0 0,0 0 0,0 1 17,0-1 0,0 2 0,0-1 0,0-2 4,0 0 0,0 2 0,0 0 0,0-1-124,0-1 0,0-3 0,0-1 0,0 1 26,0 1 1,0-1 0,0-1 74,0 2 1,0 0-1,0 1 1,0 0-13,0 0 0,0 0 0,0 0 0,0 1 8,0-1 0,0 3-56,0 3 0,0 0 0,0 0-11,0-3 1,0-2-1,0-1 1,0 0 25,0 0 0,0 0 1,0 0 13,0 0 0,0 1 0,0-1-4,0 0 0,0 0 0,0 0 0,0 0 18,0 0 0,0 0 0,0 1-3,0 2 0,0-4 0,0 3 1,0 0-12,0-1 0,0-2 1,0-2-1,0 1 23,0 2 0,0 0 1,0 0-1,0 0-3,0 0 0,0-2 0,0 2-72,0 1 0,0 1 1,0-2-1,0 0 13,0 0 0,0-3 0,0 1 23,0 0 1,0 1-11,0 1 1,0 1-1,0-1 42,0 0 0,0-3 0,0 1 0,0 0 0,0 1 1,0 1-1,0 0 6,0 0 0,0-2 1,0-1-1,0 2-15,0 0 1,0-2-1,0 1-54,0 0 1,0 1 0,0 1 105,0 0 1,0-2 0,0-1 0,0 2-120,0 0 0,0 1 0,0 0 0,0 0 48,0 0 0,0 1 0,0 1 1,0 1 76,0-1 0,0 2 0,0-1 1,0 2-8,0 2 1,0-4 0,0 1 0,0-1-42,0 0 0,0 0 1,0-1-1,0 1-48,0-1 1,0-1 0,0-1 0,0 0-70,0 0 0,0 1 0,0-1-158,0 0 0,0 0 182,0 0 0,0-3 173,0 1 122,0-4 0,0 5-96,0-2 1,0 2 0,0 2-124,0-1 1,0-3-1,0 1 35,0 0 0,0 1 0,0 1 0,0 0-29,0 0 0,0-2 1,0-1-1,0 2-64,0 0 1,0 1 0,0 0-1,0 0 3,0 0 0,0 0 0,0 1 1,0-1 25,0 0 0,0 0 0,0 1 0,0 1 37,0 1 0,0-1 0,0-1 0,0-1 35,0 0 0,0 0 1,0 0-1,0 0-73,0 0 0,0 0 1,0 1-1,0-1-48,0 0 0,0 0-5,0 0 1,0 0 0,0 0 23,0 0 1,0-2 0,0-1 33,0 2 0,0-3 1,0 1 77,0 2 1,0 0 33,0 1 1,0 0-99,0 0 0,0 0-12,0 1 1,0-1 0,0 0-27,0 0 0,0-3 0,0 1 0,0 0 63,0 1 1,0 2-1,0 1-2,0 1 1,0 0 0,0-2 0,0 1-23,0 1 0,0 0 1,0-1-1,0 2-9,0 1 0,0-1 0,0 3 0,0-3-11,0 0 1,0 3-1,0-3 1,0 2-23,0-1 0,0-3 1,0 2-1,0 0 9,0 1 0,0 0 0,0-1 0,0 0 8,0-2 0,0 2 1,0 0-1,0-1-22,0 1 1,0 0 0,0-2 0,0 1 34,0-2 1,0 3 0,0-1-1,0-1 9,0-1 1,0-1 0,0 0 0,0 1 10,0 2 0,0-2 0,0 2 1,0-1-10,0 1 1,0-2 0,0 1 0,0 0-9,0 1 0,0-2 1,0 3-1,0-1-22,0 0 0,0 0 0,0-1 0,0 1 13,0-1 0,0 0 1,0 0-1,0 1 20,0-1 1,0-1 0,0 0 0,0 1-14,0 0 1,0 1 0,0-3 0,0 0-1,0 1 0,0-1 0,0 1 1,0 1-3,0 1 0,0 0 0,0-1 0,0 2-2,0 1 0,0-3 0,0 3 1,0 0 21,0-1 1,0 1-1,0 0 1,0-1-13,0 0 0,0-3 0,0 2 0,0-2 2,0-1 1,0 3-1,0 0 1,0-2-72,0 0 0,0 2 0,0 0 1,0-1 37,0-1 1,0 2 0,0 1 0,0-1 32,0 1 0,0 0 0,0-2 0,0 1 6,0 2 1,0-3 0,0 1 0,0-1-22,0 1 1,0-2-1,0 1 1,0-1-35,0 0 0,0-1 1,0 0-1,0 0-41,0 0 0,0 0 0,0 0 0,0 0 60,0 1 0,0-1 1,0 0-1,0 0 26,0 0 0,0-3 1,0 1-1,0 0 12,0 1 0,0 1 0,0 1-20,0-1 1,0 0 0,0 0 5,0 0 1,0-2-1,0-1 1,0 1-8,0 1 1,0-1-1,0-1-13,0 2 1,0 0-23,0 1 1,0 0-35,0 0 1,0-2 43,0-1 1,0-2 81,0 2 1,0-2 24,0 2 0,0-2-40,0 2 1,0 1 14,0 2 0,0 0 1,0 0 43,0 0 1,0-2-91,0-1 0,0 0-38,0 4 1,0-1-5,0 0 1,0 0 6,0 0 0,0 0 1,0 0 38,0 0 0,0 1 1,0-1 52,0 0 0,0 0 0,0 0 1,0 0 17,0 0 0,0 0 0,0 1-52,0-1 0,0 0-260,0 0 0,0 0 46,0 0 0,0 0 169,0 0 1,0 0 0,0 1 67,0-1 1,0 0 0,0 0 0,0 0 65,0 0 0,0 0 0,0 0-131,0 1 1,0-1-1,0 0-10,0 0 0,0-3 1,0 1-27,0 0 1,0-1-1,0 0 29,0 1 1,0 2-1,0 0 1,0 1 106,0 2 0,0-2 0,0 1 0,0 0-59,0 1 1,0-2-1,0 2 1,0-2-55,0-1 0,0 0 0,0 0-74,0 0 1,0 1-1,0-1 15,0 0 0,0-3 0,0 1 61,0 0 0,0 1 45,0 1 1,0 0 32,0 1 1,0-4 0,0 0 83,0 2 1,0-3 0,0 2-81,0 0 0,0-2 1,0 2-1,0 0 11,0 1 1,0-1 0,0-1-8,0 2 1,0 0-106,0 1 0,0 0-34,0 0 0,0 0 170,0 0 1,0 0-7,0 1 1,0-1-28,0 0-281,0 0-301,0 0-288,0-3-1312,0 2-390,0-6 2510,0 2 0,0-60 0,0-16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2:13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98 22773,'0'14'0,"0"2"239,0 2 1,0 6-1,0 2 1,0 3-202,0 3 0,0 2 1,0 4-1,0-3-412,0-2 0,0-4 0,0-3 0,0-5-1569,0-4 1943,0-3 0,-4-34 0,-2-8 0</inkml:trace>
  <inkml:trace contextRef="#ctx0" brushRef="#br0" timeOffset="283">20 185 20636,'0'-7'-11,"0"1"0,0 0 0,1-3 0,2 1-14,3 2 1,3 3 0,1-3 0,0 1-42,3 0 0,-2 1 0,2-1 1,-2 1 234,-2 2 1,1 0 0,0 2 0,-1 0 104,1 0 0,-3 5 0,-2 1 0,-1 4-81,-2 3 1,-1 0 0,1 5 0,0 3-128,1 3 0,0-1 0,-3 1 0,0 1-402,0 0 0,0-4 0,0 2 0,0-3 336,0 0 0,-26 3 0,-6 2 0</inkml:trace>
  <inkml:trace contextRef="#ctx0" brushRef="#br0" timeOffset="417">78 340 20251,'-5'-10'-153,"4"5"1,-2 0-184,6 5 0,-2 1 1,4 3 335,-1 2 0,1 29 0,5 6 0</inkml:trace>
  <inkml:trace contextRef="#ctx0" brushRef="#br0" timeOffset="535">87 446 20636,'-4'10'-497,"3"-5"0,-2 0 497,6-5 0,-2 0 0,3 0 0</inkml:trace>
  <inkml:trace contextRef="#ctx0" brushRef="#br0" timeOffset="783">320 78 20536,'0'-9'356,"0"-1"-502,0 0 0,1 1 0,2 0 284,3 3 1,3-2 0,1 5-1,-1 0-740,1-2 0,3 4 602,0-2 0,8 6 0,0 3 0</inkml:trace>
  <inkml:trace contextRef="#ctx0" brushRef="#br0" timeOffset="934">426 1 20536,'-10'0'-88,"2"1"1,0 1 21,2 1 0,3 2 297,-4-2 1,5 2-218,-1 5 0,2 0 0,1-1-315,0 1 1,0 4 0,0 1-59,0 0 1,0-1 358,0-4 0,-5 8 0,0 3 0</inkml:trace>
  <inkml:trace contextRef="#ctx0" brushRef="#br0" timeOffset="1034">358 166 19765,'-5'0'-393,"1"0"0,4-2 491,0-1 0,4 2-98,2-2 0,25-2 0,5-1 0</inkml:trace>
  <inkml:trace contextRef="#ctx0" brushRef="#br0" timeOffset="1400">281 262 20206,'-11'6'0,"-1"-2"113,-1 0 0,1-3 991,2 3 0,6-3-1189,4-1 1,5 0-1,8 0 1,3 0-85,2 0 1,5-5-1,1 0 1,-1-1 36,1-1 0,2 4 0,-4-4 0,1 1-66,0 1 0,-2-1 0,1 4 0,-1-1-19,-2 1 1,-4-3 0,-1 2 138,0 1 0,-6 1 132,2 1 0,-12 1 0,-1 2 205,-4 4 1,-3-1-1,0 3 1,1 1 51,-1 1 0,1 4 0,2 1 0,1 3-4,2 0 0,-2 4 0,2 0 0,2 2-42,1 2 1,1 1 0,0 1 0,0 0-145,0 0 1,0-1 0,0-2 0,0-5-532,0-4 0,0-3-280,0-4 1,-1-4-1,-2-3 1,-4-3 689,-1-3 0,-36-42 0,-9-13 0</inkml:trace>
  <inkml:trace contextRef="#ctx0" brushRef="#br0" timeOffset="1500">281 446 20536,'-4'-5'100,"3"-4"-100,1 8 0,48 14 0,15 9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2:12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20636,'7'5'264,"-1"5"1,1 6 292,2 6 0,5 8 0,3 8 0,5 8-16,4 4 1,-3 1-1,1 1 1,-1-2-450,-1-6 1,1-6-1,-5-6 1,-2-5-288,-3-9 1,-2-6 0,-3-5-3046,-1 0 3240,-3-1 0,-21-22 0,-5-6 0</inkml:trace>
  <inkml:trace contextRef="#ctx0" brushRef="#br0" timeOffset="234">402 40 20888,'-6'-4'351,"0"1"0,2 0 1,-2 3-1,-2 1 199,0 2 1,-3 7 0,-2 7-1,-4 6-476,-5 6 1,1 5 0,-5 8-1,-2 4-136,-3 5 1,0 6-1,-4 4 1,3-3-38,4-5 1,4-7 0,8-11-1,3-6-1899,3-6 1998,4-6 0,11-38 0,5-12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2:07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310 248 20219,'0'-9'384,"0"-1"1,0 0 3960,0 1-3225,0-1 1,0 7-933,0 6 1,-4 8 0,0 12 0,-1 6-158,-3 6 1,3-1 0,-1 2-1,1 0-597,0 2 0,1-4 1,-1-2-1,1-2-1400,2-5 0,-1-1 1966,0-5 0,-6-25 0,-6-7 0</inkml:trace>
  <inkml:trace contextRef="#ctx0" brushRef="#br0" timeOffset="167">281 26 20591,'0'-7'0,"-1"2"638,-3 0 0,2-1 0,-3 4-638,0 3 0,7 20 0,3 11 0</inkml:trace>
  <inkml:trace contextRef="#ctx0" brushRef="#br0" timeOffset="434">77 277 20606,'-9'0'690,"-1"0"41,0 0 0,1 1 0,0 3-535,3 2 0,0 4 0,4 4 0,-1 4-17,1 3 0,0 6 0,-1-1 1,0 3-109,1 3 1,2 2-1,3 1 1,4-4-3118,1-4 3046,6-3 0,23-22 0,9-4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1:39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1043 1015 20634,'0'-8'0,"0"0"0,0 0 0,0 0-1594,0 0 4597,0-1-2577,0 1 1,0 5 0,0 3-206,0 4 1,0 3-1,0 2 1,0 1-175,0 1 1,0 4 0,0-2-1,0 3-103,0 0 1,0 0 0,0 0 0,0 1 82,0 2 0,0-1 0,0 3 1,0 0 75,0 0 1,0 3-1,0 2 1,0-1 35,0 1 0,0-6 0,0 5 0,0-1-4,0 0 1,0 1-1,0-5 1,0 0 112,0-1 1,0 3-1,0-2 1,0 0-107,0 0 1,0-1 0,0 0 0,0 2-114,0 0 1,0 0 0,0-3 0,0 1-16,0-1 1,0 2-1,0-1 1,0-1-134,0-1 0,0 0 0,0 1 1,0 1 72,0-1 0,0-1 1,0-1-1,0 0 22,0 1 1,0-1-1,0 0 1,0 0 61,0 1 1,0-4 0,0 1 0,0 1 79,0 3 1,0-1 0,0 3 0,0 0 82,0 2 1,0-1 0,0 3 0,0 1-79,0 0 0,0 1 0,0-2 0,0 0-108,0 1 1,0-1-1,0-1 1,0 0 55,0-1 1,0-1-1,0 4 1,0-1 17,0 0 0,0 1 0,0-1 0,0 1-51,0 2 1,0-4-1,0 1 1,0 0-24,0-1 0,0 2 0,0-1 1,0-1-42,0-1 0,0 1 0,0-4 0,0 0 116,0 0 0,0 1 1,0 3-1,0-2 43,0-2 1,0 5 0,0-1 0,0 3-48,0 1 1,0-2 0,0-1 0,0 1-91,0-1 0,0 0 0,0 0 1,0-2-83,0 0 1,0-3-1,0 2 1,0-1 91,0 1 0,0-3 1,0 2-1,0 0 33,0 2 0,0-2 1,0 1-1,0 0-25,0 0 1,0 0 0,0 4 0,0-2-44,0-1 0,0-2 0,0-1 0,0 0-8,0 2 0,0-3 0,0 2 0,0-1 62,0 0 1,0 1 0,0-2-1,0 2-5,0 0 1,0-1 0,0 3-1,0 1-21,0 0 0,0 0 0,0 0 0,0-1-33,0 0 1,0 2 0,0-1 0,0 0 50,0-2 1,0-2 0,0 2 0,0 0 33,0 0 1,0-2 0,0 1 0,0 0-12,0-2 0,0 0 1,0 0-1,0 2-64,0 1 1,0-3-1,0 1 1,0-1-54,0 1 0,0-2 0,0 2 0,0-2 47,0-1 0,0-2 0,0-1 0,0 1 49,0-1 1,0 1 0,0-3-1,0 0-10,0 0 0,0-1 1,0 3-1,0 0-18,0-1 0,0-1 0,0 3 0,0 0-9,0 1 1,0-1 0,0-1 0,0 2 8,0 0 0,0-1 0,0-2 0,0 0 8,0-2 1,0 3-1,0-1 1,0 1 3,0-2 1,0 0-1,0 1 1,0 0-3,0 0 0,0 1 1,0-1-1,0 0-12,0-1 0,0 3 1,0-3-1,0-1-67,0 2 1,0-3 0,0 2 0,0-2 23,0-1 0,0 0 0,0 0 0,0 1 24,0-1 0,0 0 0,0 0 32,0 0 0,0 0 1,0 0 56,0 0 1,0-2-40,0-1 0,0 1-70,0 2 0,0 0 1,0 0 32,0 0 1,0 0-1,0 0 1,0 0 22,0 1 0,0-1 1,0 1 45,0 2 0,0-2 1,0 1-30,0-1 1,0 0 95,0-1 0,0 0-45,0 0 0,0-3-113,0 1-714,0-4-513,0 1 0,0-4 1266,0-1 0,0-46 0,0-15 0</inkml:trace>
  <inkml:trace contextRef="#ctx0" brushRef="#br0" timeOffset="2617">1945 1007 20560,'0'-8'-106,"0"-1"1,0-1 0,0-1 107,0 1 1,0 1 0,0 1 1341,0 0-125,0 3-928,0 2 1,0 10-83,0 4 0,0-3 0,0 1 0,0 0-222,0 1 1,0 1 0,0-3-1,0 0 75,0 0 1,0 1 0,0 1-1,0 2 103,0 0 0,0 2 0,0 2 0,0 1 73,0 2 0,0 5 0,0 4 0,0 1-65,0 1 1,0 5 0,0 2-1,0 0-48,0-1 1,0-3-1,0 0 1,0-1-27,0 0 1,0-3-1,0-2 1,0-2-51,0-4 0,0 3 0,0-2 0,0 1 38,0 1 1,0 1 0,0 0 0,0 2-68,0 3 1,0 1 0,0-1 0,0 0-1,0 1 1,0 0-1,0 2 1,0-2 20,0-1 0,0 1 0,0-3 0,0 1-3,0 1 1,0 1-1,0-1 1,0-2 34,0 0 1,0-2 0,0 4-1,0 0 59,0 2 0,0 0 0,0 2 0,0 0-18,0 1 0,0 4 0,0-2 0,0 1-19,0 0 0,0-4 0,0 2 0,0-1 11,0 0 0,0-2 0,0-3 0,0 0-106,0 2 0,0 0 0,0 0 0,0-1-44,0-2 1,0 0 0,0 3 0,0-1 62,0-1 0,0 4 1,0-5-1,0 3 18,0 0 1,0 4-1,0-1 1,0-1 32,0 0 1,0-2 0,0 0 0,0 0 32,0-2 0,0-1 0,0-3 0,0 1-52,0-1 1,0 2 0,0-1 0,0-1-91,0 0 0,0-1 1,0 1-1,0 1-8,0-1 1,0-1 0,0 0-1,0-1 58,0 1 0,0 2 1,0 0-1,0-1 81,0-1 0,0-1 1,0 1-1,0-1-24,0 1 0,0-1 0,0-1 0,0 0-66,0-1 1,0 1-1,0 2 1,0-2-13,0-2 1,0 1-1,0 0 1,0 1-15,0 2 1,0-2-1,0 0 1,0-3-2,0 0 1,0 5 0,0-4-1,0-1 70,0-2 0,0 1 0,0 0 0,0-1-27,0-1 0,0-1 1,0 1-1,0-1-40,0 0 1,0 0 0,0 1 0,0-1 7,0 0 1,0 0 0,0 1 0,0-1-97,0 0 0,0-3 1,0-2-1,0 0 47,0 0 0,0 0 0,0-3 0,0 0-38,0 0 0,0-2 0,0-1-7,0 1 0,0 2 1,0 0-1,0 0 91,0 0 0,0 0 0,0 0 1,0 0-12,0 1 0,0-1 0,0 0 1,0 0 129,0 0 1,0 0-1,0 0 1,0 0-4,0 0 0,0 1 0,0-1 0,0 0-86,0 0 1,0 1 0,0 1-7,0 1 1,0-3-1,0-3 1,0 2-62,0 0 0,0 1 0,0 0-38,0 0 1,0-2 0,0-1 0,0 1 121,0 2 1,0-3 0,0 0 0,0 2-50,0 0 0,0-2 1,0 1-438,0 0-674,0-2-1959,0-1 3089,0-3 0,0 0 0</inkml:trace>
  <inkml:trace contextRef="#ctx0" brushRef="#br0" timeOffset="5453">2887 1007 20564,'0'-4'1483,"0"-4"1,0 8-1213,0 0 0,0 7 1,0 3-1,0 1-68,0 1 1,0 1 0,0 4 0,0 1-88,0 1 1,0 4 0,0 1-1,0 2-41,0 0 1,0 3-1,0 1 1,0 1-43,0 2 0,0-1 0,0 1 0,0-1 21,0 1 0,0-1 1,0 0-1,0-3-59,0-1 1,0-1 0,0-2 0,0-2 26,0 1 0,0-2 0,0 0 1,0-2-16,0 0 1,0-2 0,0 3-1,0 2 64,0 0 0,0 2 0,0 0 0,0 2 136,0 3 0,0 1 1,0-1-1,0 0-75,0 1 0,0 0 0,0 2 1,0-2-59,0-1 0,0 2 1,0-3-1,0 3-104,0 0 1,0-2-1,0-1 1,0 0 164,0 0 1,0-1-1,0 3 1,0 0-9,0 0 1,0-1-1,0 3 1,0-1 10,0 1 1,0-1 0,0 1-1,0-1 11,0 1 1,0-1 0,0 1-1,0-1-129,0 1 0,0 0 0,0 1 0,0 2 20,0 1 0,0-2 0,0 1 0,0 0-6,0 2 0,0 0 0,0 1 0,0 0-32,0 0 1,0-3 0,0 1 0,0 0-3,0 0 1,0-3-1,0 2 1,0-3-23,0-1 1,0 2-1,0-1 1,0 1 86,0-3 0,0-3 0,0 2 0,0 1 18,0 0 0,0-1 0,0 0 1,0 0-40,0 2 0,0-1 0,0-1 0,0 2-18,0-1 0,0-2 0,0 1 1,0-2-108,0 0 1,0-3-1,0 2 1,0-2 115,0-4 1,0 3 0,0-3-1,0 2 56,0-1 0,0 1 0,0-1 0,0 1-63,0 2 1,0-2-1,0 0 1,0-2-61,0 2 1,0 0 0,0 2 0,0-2-102,0-1 0,0 0 0,0-3 1,0-1 86,0-1 1,0 0 0,0-2 0,0-1 43,0 0 0,0-1 0,0 1 1,0 0-11,0 0 0,0-1 1,0 0-1,0 1-159,0-2 1,0 3 0,0-4-76,0-1 1,0-1 129,0-1 1,0 0 139,0 0 1,0 0 0,0 0 43,0 0 1,0-2 0,0-1-1,0 1 7,0 2 0,0 0-115,0 0 1,0 0-97,0 0 0,0-2 0,0-1 84,0 1 0,0 1 1,0 2 9,0-1 0,0-3 1,0 1 49,0 0 0,0 1 182,0 1 1,0 0 95,0 0 0,0-2-488,0-1-2147,0-3 335,0 2 2014,0-4 0,0-44 0,0-10 0</inkml:trace>
  <inkml:trace contextRef="#ctx0" brushRef="#br0" timeOffset="8237">3853 1088 19589,'0'-5'-498,"0"-1"674,0 0 0,0 2 0,0-2 1,0 0 149,0-1 1,0 1 0,0 1 0,0-1 504,0-2 1,0 0 241,0 0 0,0 3-554,0-1 0,0 5-405,0 1 1,0 8 0,0 6 0,0 4 87,0 4 0,0 2 1,0 3-1,0 2-116,0 0 0,0 2 0,0-2 0,0 1 38,0 0 1,0 1 0,0 3 0,0-4-28,0-1 1,0 2-1,0 0 1,0 2-94,0 2 1,0-1 0,0-3 0,0 3 93,0-1 1,0 3 0,0-2 0,0-1-11,0-2 1,0-5 0,0 2-1,0-2 4,0-2 0,0 2 0,0-5 1,0 1-18,0-1 0,0 1 0,0 2 0,0-2-55,0 0 0,0-1 1,0 5-1,0 1-64,0 2 0,0 0 1,0 1-1,0 1 44,0 0 0,0 2 0,0-1 0,0 1 211,0-1 1,0 2 0,0 1-1,0 3 41,0 1 1,0-2 0,0 0 0,0-2-182,0 0 0,0 0 1,0-2-1,0-1-23,0 1 1,0-1 0,0 0-1,0 1-36,0-1 0,0-2 1,0 0-1,0 0-52,0-1 0,0 4 1,0-2-1,0-2 28,0 0-1,0 2 1,0 0 0,0 2-11,0 2 1,0-2 0,0-3 0,0 0 42,0 2 0,0-1 0,0 0 1,0-1-3,0 0 0,0 2 0,0 1 1,0 2-17,0 0 1,0 0 0,0-2 0,0-1-34,0 1 1,0-2-1,0-1 1,0-2 26,0 0 0,0-3 1,0 3-1,0-1 11,0 0 0,0 0 1,0-2-1,0-1 14,0 0 0,0 1 0,0-1 0,0 0 7,0 1 0,0-1 1,0 1-1,0 2-73,0 0 1,0-3-1,0-2 1,0-1-28,0 0 0,0 2 0,0-4 0,0-1 100,0-1 1,0-1-1,0 1 1,0 1 3,0 1 0,0 0 0,0-3 0,0 0-52,0-3 0,0 4-1,0-2 1,0-2-79,0 0 1,0 0-1,0-1 1,0 1 6,0 1 1,0-1-1,0 0 1,0-1 90,0 1 0,0-1 0,0 3 0,0-3 28,0 0 1,0 2-1,0-3 1,0 1-15,0 0 1,0 0 0,0-2-168,0 0 1,0 1 30,0-3 1,0 0 196,0 1 0,0-1 1,0 0-1,0 0-30,0 0 1,0 0-1,0 0 1,0 0-34,0 1 1,0-1 0,0 0 0,0 0-55,0 0 0,0 0 1,0 0-142,0 0 0,0 0 1,0 1 196,0-1 0,0 0 0,0 0-32,0 0 0,0 0 0,0 0-119,0 0 0,0 1 78,0-1 0,0-3 0,0 1 222,0 0 1,0-2 0,0 2-178,0 0 1,0-1-1332,0 0 1346,0-3 0,0-47 0,0-33 0,0-1 0,0 0 0</inkml:trace>
  <inkml:trace contextRef="#ctx0" brushRef="#br0" timeOffset="10921">4795 1096 20569,'0'-8'0,"0"0"0,0 0-120,0 0 1,0 0 0,0 0 525,0 0 1,0-1 1082,0 1-1056,0 4 0,0 1-150,0 6 1,0 1 0,0 4 0,0 1-69,0-1 1,0 1 0,0 1 0,0 1-97,0 2 1,0 0-1,0 1 1,0 0-22,0 4 1,0-2 0,0 3 0,0-1 7,0 1 0,0-1 0,0 3 0,0 2 26,0 0 0,0 2 0,0 0 0,0 2 88,0 3 0,0-1 0,0 1 0,0 0-105,0 2 0,0 1 0,0 2 1,0 0-83,0-1 1,0-1 0,0 0 0,0-1-48,0 1 1,0-4 0,0-2-1,0-2 48,0-1 1,0 1-1,0-2 1,0 0-27,0-2 0,0 0 1,0 2-1,0-1 9,0 4 1,0-2 0,0 3 0,0-1 19,0 1 1,0 3 0,0 4-1,0 1 104,0 0 0,0 1 0,0-1 1,0 0 66,0 1 1,0-2 0,0 1-1,0-2-91,0 0 0,0-1 1,0 0-1,0-2-74,0 0 0,0 0 0,0 2 1,0 1-32,0-1 0,0 2 0,0 0 0,0 2 104,0 1 1,0-1-1,0 3 1,0 1-13,0-1 1,0-3 0,0 1-1,0 0-53,0 0 1,0-3-1,0 1 1,0-2-51,0 0 0,0-3 0,0-1 0,0 1-14,0-1 1,0 2 0,0-3 0,0 2 25,0 3 1,0-1-1,0 4 1,0-3-59,0-1 0,0 1 0,0-1 0,0 1 108,0-1 1,0-2 0,0 0 0,0 1-46,0 0 0,0-2 0,0-2 0,0-2 63,0 0 0,0-1 0,0 0 1,0 0-102,0-2 0,0 1 0,0-1 1,0 2 10,0 3 0,0-2 1,0 2-1,0-1-14,0-2 0,0-1 0,0-1 0,0 1 8,0-3 0,0 0 0,0-1 0,0-1-59,0-1 0,0-1 0,0-2 1,0-1-25,0-1 0,0 2 0,0-1 1,0 0 65,0 1 0,0-3 0,0 2 1,0 1-5,0-2 1,0 3-1,0-4 1,0 1-33,0 0 1,0 1 0,0-2 0,0-1-34,0-1 0,0-1 0,0 0 8,0 1 0,0-1 0,0 0 37,0 0 0,0 1 1,0 1-1,0 1 10,0-1 1,0 0-1,0-1 1,0 2-63,0-1 0,0-1 1,0-1-1,0 0 83,0 1 1,0-4-1,0 0-24,0 2 1,0 0 0,0 1 37,0 0 0,0 0 1,0 0-22,0 1 0,0-1 0,0 0 0,0 0 0,0 0 1,0-3 0,0 1-103,0 0 0,0 1-33,0 1 1,0 1 163,0-1 1,0-3 0,0 1 62,0 0 0,0 1 0,0 1 94,0 0 1,0-2-54,0-1 1,0-2-102,0 2 0,0-2-1573,0 2-564,0-3 2137,0 2 0,0-62 0,0-14 0</inkml:trace>
  <inkml:trace contextRef="#ctx0" brushRef="#br0" timeOffset="13772">5664 1007 19797,'0'-4'1341,"0"2"1,0 7-863,0 6 1,0 3 0,0 4-1,0 0-113,0 4 0,0 5 0,0 2 0,0 1-192,0 0 0,0-1 1,0 5-1,0 0-27,0 1 1,0 0-1,0-2 1,0-1-40,0 1 1,0 2-1,0 0 1,0 0-109,0 2 0,0-4 0,0 3 1,0 0 40,0 2 1,0-2 0,0-1 0,0 0-88,0 0 0,0-2 0,0 1 0,0-2 57,0-2 0,0-3 1,0 3-1,0 0 59,0 2 0,0 0 0,0 2 0,0 0 40,0 1 0,0 6 0,0-2 0,0-1-14,0 2 1,0 0 0,0 1 0,0 2-14,0 0 0,0 0 1,0-2-1,0-1 20,0 1 1,0 0 0,0-2 0,0 0-33,0-1 0,0 0 0,0 3 0,0-2-55,0-1 1,0 1 0,0-4 0,0 0-45,0 1 1,0 1 0,0 0 0,0-1-27,0 1 0,0-3 0,0 4 0,0 0 149,0-1 0,0 0 1,0-3-1,0 2-17,0 1 1,0 3 0,0 1 0,0-2 17,0-2 1,0 1 0,0-2 0,0 1-43,0 2 0,0-3 0,0-1 0,0-2-88,0 0 0,0-1 0,0 1 0,0-2-26,0-1 0,0 2 1,0-2-1,0 0 31,0 0 0,0 1 1,0-3-1,0 0 50,0 0 0,0 1 1,0-2-1,0 0-39,0-2 1,0-1 0,0 1 0,0 2 1,0 0 1,0 0 0,0-4 0,0 0-13,0-2 1,0 1 0,0 2 0,0-3 1,0-2 0,0-1 0,0 0 1,0 1 14,0-1 1,0-2 0,0-1-1,0-2 27,0 2 1,0-2 0,0-1 0,0 0-45,0-2 0,0-1 1,0-1-110,0 0 1,0 0 0,0 0 30,0 0 0,0 1 0,0-1 90,0 0 1,0-3-1,0 1 43,0 0 0,0 1 10,0 1 0,0 0 1,0 0-18,0 1 1,0-4 0,0 0 22,0 2 1,0 0 0,0 1 14,0 0 0,0 0-134,0 0 1,0-2-170,0-1 253,0-3 0,0 3 102,0-3 0,0 0 2,0 4 1,0-1-264,0 3 0,0-3-915,0 1-1,0-4 1067,0 1 0,0-42 0,0-11 0</inkml:trace>
  <inkml:trace contextRef="#ctx0" brushRef="#br0" timeOffset="28288">49 213 20606,'9'1'311,"1"2"0,0 0 0,-1 3 1,2 3 716,2 3 1,-5 3 0,1 6-1,-1 4-729,-3 4 1,-1 6 0,-5 1 0,-3 1-884,-6 2 584,1 0 0,-48 25 0,-7 7 0</inkml:trace>
  <inkml:trace contextRef="#ctx0" brushRef="#br0" timeOffset="30155">2023 145 21031,'-8'2'406,"1"1"1,-1-1 0,0 4-165,-4 2 1,-3 0 0,-4 3 0,-2 2-194,-1 3 1,-3 3 0,-4 0 0,1 0 99,2 1 1,3-5 0,4-2 0,3-3 727,3 0 1,2-1-173,2-3 0,4-2-749,5-4 0,5 1 0,6 2 1,0 1 60,2 1 1,4 2-1,0 2 1,1 1 198,1 0 0,1-1 1,-1 1-1,0 0-150,1-1 0,-1 1 0,-1 0 0,0 0-340,-2-1 1,-5 1 0,2 0 0,-3-1-627,-3 1 900,-3 0 0,-13-9 0,-2-2 0</inkml:trace>
  <inkml:trace contextRef="#ctx0" brushRef="#br0" timeOffset="30905">2459 116 20720,'-9'-9'-168,"3"-1"0,-2 0 0,4 1 711,-2-1 1,4 0 0,0 1 0,4-1-254,5 0 0,5 2 0,3 0 1,2 3-414,3 0 1,3 2 0,-2 3 0,2 1-121,-1 3 0,-6 5 0,-3 7 0,-3 4 11,0 2 0,-6 3 1,-4 4-1,-5 0-21,-4 0 0,-5 0 1,-3 0-1,-3 0 187,-3 0 0,-3-4 0,3-2 0,-1-3 424,0-1 0,3-8 1,5-4 152,3-5 0,6-7 1,4-1-1,2-3-205,1 0 1,9-1 0,4 0 0,5 1-262,4-1 0,0 1 0,3 3 0,-2 3-51,-1 2 0,-1 2 0,0 2 0,-2 4 45,-4 5 1,-3 3 0,-3 6 0,-3 1 78,-3 4 1,-9 3 0,-6 1 0,-4 0-172,-5-2 1,-4-2 0,-1 0 0,-2-3-443,-1-3 495,0-5 0,-17-27 0,-5-10 0</inkml:trace>
  <inkml:trace contextRef="#ctx0" brushRef="#br0" timeOffset="33521">3427 262 20325,'-6'1'275,"3"2"1,-1 2 0,1 6 0,-1 2-332,0 3 0,-1 3 1,-5 3-1,0 2 154,1 0 1,-2-2 0,-2 0 0,-2-1 176,0-2 0,-2-5 1,4-4-1,1-6 41,1-3 1,1-1-1,2-2 1,1-4-243,4-7 1,3-6 0,3-2 0,4-3-343,1 0 0,6 2 1,3-1-1,1 3-41,1 1 1,-1 4 0,0 3 0,-2 4 336,1 5 0,-2 3 0,0 3 1,-1 5 32,-2 4 0,-5 7 0,-1 7 0,-2 2-528,-2 1 467,-1 0 0,-14 21 0,-3 6 0</inkml:trace>
  <inkml:trace contextRef="#ctx0" brushRef="#br0" timeOffset="40541">0 2521 20286,'10'0'0,"0"0"149,-1 0 0,2 0 1,1 0-1,2 0-20,1 0 0,2 0 0,5 0 0,1 0 133,2 0 0,1 0 1,3 0-1,1 0 103,2 0 1,2 0-1,2 0 1,0 0-162,0 0 0,-1 0 0,1 0 0,3 0-208,2 0 1,1 0 0,-2 0 0,0 0-24,2 0 0,7 0 1,-4 0-1,-2 0-57,-2 0 1,-1 0 0,2 0 0,2 0 197,0 0 0,3 0 0,-2 0 0,2 0 58,2 0 1,-1 0-1,1 0 1,0 0-20,3 0 1,-2 0 0,6 0 0,1 0-82,0 0 1,2 0 0,-6 0-1,1 0-116,2 0 0,3 0 1,0 0-1,-3 0-80,-2 0 0,-2 0 0,1 0 0,3 0 199,1 0 1,3 0 0,-5 0 0,2 0 38,1 0 0,0 0 1,0 0-1,0 0-71,1 0 0,-1 0 1,0 0-1,-1 0-53,-2 0 1,2 0-1,-4 0 1,2 0-23,0 0 1,-2 0-1,-1 0 1,-4 0-10,-4 0 1,1 0 0,-2 0-1,1 0 50,2 0 1,-3 0-1,0 0 1,-1 0 46,0 0 1,3 0 0,-3 0 0,-1 0 48,-1 0 1,2 0-1,2 0 1,1 0-56,2 0 0,-2 0 1,-8 0-1,0 0-80,-2 0 0,1 0 1,1 0-1,-1 0 37,-4 0 1,2 0 0,-1 0 0,0 0-104,1 0 1,1 0 0,-2 0-1,1 0 227,-1 0 0,7 0 0,-2 0 0,0 0 64,2 0 1,-7 0-1,6 0 1,-2 0-201,-3 0 0,-2 0 1,-6 0-1,-3 0-53,-3 0 0,0 0 0,-2 0 0,-1 0-30,-1 0 0,-4 0 1,1 0-1,-2 0 57,-2 0 1,1 0-1,0 0 69,-1 0 1,1 0 0,0 0 0,-1 0 27,1 0 0,-3 0 0,-1 0-1222,2 0 350,-4 0 0,-1 0 427,-6 0 0,-6 0 0,-5 0 0,-1 0 379,-2 0 0,-36 0 0,-9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2:20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20834,'-7'0'-1639,"1"0"1573,4 0 1,5 0-1,8 0 10,3 0 0,2 0 0,4 0 1,2 0 319,0 0 0,4 0 1,-2 0-1,0 0-51,-1 0 1,4 0-1,-1 0 1,1 0 8,-1 0 0,-2 0 1,-3 0-1,0 0-199,1 0 0,-8 0 0,2 0-928,-4 0 905,-7 0 0,-52 0 0,-18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2:25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25587,'-10'0'-717,"0"0"0,9 0 425,4 0 1,5 0 0,2 0 297,-1 0 1,1 0 0,0 0 0,-1 0-21,1 0 1,0 0 0,0 0 0,3 0 18,4 0 1,-1 0 0,2 0-1,3 0-30,3 0 1,2 0 0,4 0 0,1 0 27,1 0 1,5 0-1,-1 0 1,1 0-33,2 0 0,0 0 0,0 0 1,2 0 47,1 0 0,3 0 0,-3 0 0,0 0 22,1 0 1,-3 0 0,3 0-1,-1 0 16,0 0 0,1 0 0,-2 0 0,2 0-15,1 0 1,3 0 0,3 0 0,-3 0-10,0 0 1,1 0 0,1 0 0,2 0 10,0 0 0,4 0 0,-3 0 0,-1 0-47,2 0 1,0 0-1,2 0 1,-3 0 3,1 0 1,-2 0 0,3 0 0,1 0 6,-1 0 1,-1 0 0,-4 0 0,2 0-7,0 0 1,8 0 0,-5 0-1,-1 0 10,-2 0 1,1 0 0,3 0 0,1 0 41,-1 0 0,1 0 0,-3 0 0,-1 0-43,1 0 0,2 0 1,-4 0-1,0 0-20,-2 0 0,0 0 0,0 0 0,1 0-46,-2 0 41,-2 0 0,-3 0 0,3 0 1,1 0 1,3 0-1,0 0 1,-3 0 54,1 0 0,-4 0 0,1 0 1,0 0 17,-1 0 1,0 0 0,-3 0 0,1 0-20,-1 0 0,2 0 0,-2 0 0,-3 0-63,-1 0 0,-1 0 0,3 0 0,2 0-102,1 0 0,0 0 0,-3 0 0,0 0 105,-1 0 0,3 0 0,-1 0 0,-4 0 49,-1 0 1,1 0 0,0 0-1,0 0 30,0 0 1,-3 0 0,-4 0 0,0 0 20,0 0 0,0 0 0,-1 0 1,-1 0-121,-1 0 1,-3 0 0,1 0 0,1 0-48,0 0 0,-2 0 0,2 0 0,1 0 62,-1 0 0,3 0 0,-3 0 0,-1 0 34,-1 0 1,-3 0 0,0 0-1,-2 0 28,-2 0 0,1 0 0,-4 0-79,-1 0 1,-4 0-446,-2 0 185,-4 0 504,2 0-601,-4 0 1,-4 0 0,-1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2:28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26170,'15'0'-74,"2"0"1,-3 0 0,1 0-21,3 0 1,3 0 0,3 0 0,-1 0 181,1 0 1,3 0 0,-1 0 0,3 0 105,3 0 1,1 0 0,5 0-1,0 0 16,2 0 0,3 0 0,0 0 1,3 0-87,0 0 1,-1 0 0,1 0-1,0 0-120,0 0 1,1 0 0,2 0 0,0 0-27,3 0 0,-2 0 0,4 0 1,-1 0 61,-3 0 0,1 0 1,-1 0-1,3 0 91,1 0 0,-4 0 0,2 0 1,-3 0-10,0 0 1,-1 0 0,1 0 0,-1 0-75,0 0 0,1 0 1,-1 0-1,1 0-64,-1 0 1,-3 0 0,-1 0-1,0 0-93,0 0 1,3 0-1,2 0 1,1 0 57,-3 0 0,-4 0 0,1 0 0,1 0 142,3 0 0,-5 0 0,4 0 0,-2 0 18,-1 0 1,1 0 0,3 0 0,-3 0-14,-3 0 0,-4 0 0,0 0 0,1 0-132,4 0 1,-1 0 0,0 0 0,-2 0-124,-2 0 1,1 0 0,1 0 0,1 0 87,1 0 1,1 0 0,-3 0 0,3 0 68,2 0 0,-1 0 1,1 0-1,-4 0 157,-5 0 0,1 0 0,-4 0 0,1 0-88,-1 0 1,2 0-1,-2 0 1,-2 0-85,-1 0 0,1 0 0,-1 0 0,-2 0-105,0 0 0,0 0 1,1 0-1,-1 0 12,-2 0 0,2 0 0,-3 0 0,0 0-21,1 0 1,3 0 0,4 0-1,-2 0 135,-1 0 0,-4 0 0,-1 0 1,2 0 21,1 0 0,-2 0 1,-1 0-1,0 0-3,-1 0 0,-1 0 1,2 0-1,-1 0-5,1 0 1,-2 0 0,3 0-1,-1 0-75,0 0 0,-1 0 0,-4 0 0,2 0 0,0 0 0,1 0 0,-4 0 0,1 0 21,-1 0 1,0 0 0,1 0 0,-1 0 8,0 0 0,-3 0 1,0 0-1,-1 0 0,0 0 1,0 0 0,1 0 0,-3 0 1,-3 0 0,0 0 1,1 0 30,2 0 0,1 0 0,2 0 0,-3 0-7,-2 0 1,2 0 0,-1 0 0,0 0-24,-1 0 0,-1 0 1,0 0-17,3 0 0,-2 0 0,2 0-3,-2 0 405,-2 0-334,1 0 0,-3 0 0,-1 0 25,2 0 0,-3 0 0,1 0 0,2 0-87,1 0 1,-3 0 0,1 0 0,3 0-1088,2 0 1119,-3 0 1,-31 0 0,-10 0-1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2:36.7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214 192 8195,'-10'-10'132,"0"-4"0,1-1 1,-1-1 322,0 0 1,0 4 0,-2-1 0,-2 3 131,-1 0 0,3 5 0,-2 1 1,1 4-410,0 4 0,-1 5 0,3 7 1,1 4-190,1 2 0,3 2 1,-1 3-1,4-1-6,2 1 0,1-4 0,1 0 0,2-4-410,4-3 1,2-2-1,3-5 1,2-3 33,1-2 1,1-8 0,3-3-1,-2-5 291,-1-4 0,-4-2 0,1-2 0,-3 1 14,0-1 0,0 2 0,-2 1 85,-1 1 0,-2 5 0,-3 2-4,2 8 0,-1 8 0,-3 9 0,0 7-39,0 3 0,0 9 0,0 2 1,0 4-35,0 0 0,0-1 1,-1-1-1,-1-1 288,-2 1 0,-3-4 1,0-3-1,-2-3 123,-4-3 1,1-3-1,-3-4 1,0-3 237,0-3 0,3-7 0,-1-4 0,2-4-29,2-4 1,-1-7-1,0-4 1,1-5-262,-1-4 0,3-2 0,2-1 0,1 1-99,2 2 1,0 0 0,2 3-1,0 1-404,0 2 1,5 2 0,1 3 0,3 4-740,1 3 0,3 5 0,4-2 963,1 1 0,61-8 0,16 1 0</inkml:trace>
  <inkml:trace contextRef="#ctx0" brushRef="#br0" timeOffset="433">553 57 8351,'-5'-14'0,"3"4"0,-3-1 0,-1 5 804,1 1 0,2-1 0,-4 3 0,0 2-283,-2 3 1,-1 7 0,1 9 0,-2 3-338,-2 5 1,2 6-1,-2 4 1,3 1-9,0 2 0,1 2 1,2 2-1,1 3-31,2 0 1,1-4 0,3 0 0,1-2-522,2-1 1,3-7-1,4-5 1,2-9 375,1-6 0,22-60 0,1-22 0</inkml:trace>
  <inkml:trace contextRef="#ctx0" brushRef="#br0" timeOffset="733">717 134 8311,'-6'-10'1264,"-1"1"1,4 0-1,-4 3-862,0 2 0,-1 11 0,1 5 0,-1 5-339,-2 6 0,0 4 1,-3 3-1,2 3 185,2 2 0,-4 7 0,0 2 1,2 0 54,3-2 0,4-2 1,4-2-1,1-3-240,2-3 1,3-10 0,5-7-1,0-6-287,2-6 1,1-3 0,-2-4 0,0-6-387,-3-5 0,-1-5 1,-3-1-1,-1-2-344,0 2 1,-1 0 0,-3 2 0,0 1 953,0 2 0,-21-37 0,-6-5 0</inkml:trace>
  <inkml:trace contextRef="#ctx0" brushRef="#br0" timeOffset="850">533 289 8277,'-4'-6'1380,"3"1"-692,-2 2 1,7 2 0,6-2-1,5 1-1075,3 2 0,1 0 0,2 0 387,1 0 0,29 13 0,10 4 0</inkml:trace>
  <inkml:trace contextRef="#ctx0" brushRef="#br0" timeOffset="1052">872 144 8277,'10'1'243,"-1"2"0,-2-1 1,-1 5-1,1 0 693,-2 2 0,3 6 0,-4 4 0,0 6 169,0 3 0,0 6 1,-4 5-1,-1 5-738,-3 3 1,-2 2 0,-7-2 0,-2-3-2285,0-5 1,-3-5 1916,1-5 0,-18-4 0,-6-1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2:32.1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184 185 8240,'-11'-10'0,"-1"0"0,0 2 625,0 1 1,1 0-1,0 3 1,-1-1-188,-1 1 0,-3 1 0,3 3 0,2 1-516,0 2 1,1 2 0,2 6 0,0 2-254,2 3 1,3-1-1,0 1 1,2 2-8,1 0 1,4-2 0,2-1 0,0-1 60,1-2 1,2-2-1,4-4 1,-1-3 201,-1-2 1,0-1-1,0-1 1,2-2 145,-1-3 0,-2-4 0,-3-2 0,-1-1 27,-2 1 0,3 2 0,-3 1 0,0 1-73,0 2 0,1 4 1,-3 0-50,1 4 1,0 9 0,-2 8 0,2 6 5,0 3 1,0 6-1,-3 4 1,0 4 55,0 2 0,-3 0 0,-2 1 0,0-2 318,-2 0 1,-2-9-1,-1-1 1,1-9 229,-1-3 1,0-6 0,1-2 0,-1-3-21,0-4 1,1-3-1,-1-6 1,0-3-250,1-3 0,2-5 0,1-2 0,-1-2-192,2-2 0,-3 0 0,4-2 0,0 0-55,-1 0 0,2 2 1,3 1-1,0 2-432,0 1 0,0 4 0,0-1 0,0 3-947,0 0 1,5 0 0,4 1 1308,3-1 0,57-34 0,10-9 0</inkml:trace>
  <inkml:trace contextRef="#ctx0" brushRef="#br0" timeOffset="266">339 1 8269,'-10'0'511,"2"4"0,0 2 0,3 1-93,0 3 1,-1-3 0,3 7-419,1 0 0,5 36 0,2 12 0</inkml:trace>
  <inkml:trace contextRef="#ctx0" brushRef="#br0" timeOffset="616">523 69 8866,'-3'-7'658,"-1"1"1,0 4 0,1-2-133,-4 3 0,0 2 0,-1 3 0,2 3-322,-2 5 0,0 7 1,-3 7-1,0 3-145,2 3 1,-3 4 0,5 5 0,0 3-13,0 3 1,0-1-1,4 5 1,0-5-324,2-4 1,6-6 0,1-5-1,4-6-555,3-9 1,-2-3 0,5-10 830,-3-1 0,22-48 0,1-13 0</inkml:trace>
  <inkml:trace contextRef="#ctx0" brushRef="#br0" timeOffset="3299">765 127 8191,'0'-10'0,"0"0"76,0 1 1,0 2 0,0 1 2269,0-2 1,-1 4-1918,-3 1 1,-1 10-1,-4 6 1,2 5-422,1 5 1,0 2 0,-1 5 0,0 1-14,0 1 0,-1 2 1,1-3-1,1 2-60,2 2 1,-3 0-1,4 3 1,1-4-84,1-5 1,1-4 0,0-7 0,1-3 33,2-5 0,3-5 0,3-5 0,1-2-21,0-4 0,-1-4 0,1-8 0,0-1-315,-1-1 1,0-1-1,-1 0 1,-2 0 51,2-2 0,-4 0 398,-1 4 0,-23-17 0,-7-5 0</inkml:trace>
  <inkml:trace contextRef="#ctx0" brushRef="#br0" timeOffset="3433">620 311 8255,'-7'0'798,"1"0"1,6 0 0,2 0-830,6 0 0,9 0 0,-1 0 1,3-1-2354,4-3 2384,-3 3 0,42-16 0,6 1 0</inkml:trace>
  <inkml:trace contextRef="#ctx0" brushRef="#br0" timeOffset="3683">929 88 8301,'10'0'522,"0"0"0,-2 1 1,0 3 256,-2 6 1,4 5 0,3 8-1,-1 4-425,-2 4 0,-3 4 1,-2 8-1,0 5 17,-3 2 0,-6 2 0,-2-4 0,-4 1-372,-3-1 1,-1-5 0,-3-5 0,2-8-1809,1-7 1,0-3 1808,1-4 0,-19-24 0,-9-9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2:34.6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231 9 8325,'-6'-3'1125,"-1"0"1,4 1 0,-4 5-1043,0 3 0,-2 8 1,0 6-1,-1 4 151,0 4 1,-3 9 0,-1 3 0,0 2 4,0 1 0,2 3 0,3-2 0,2 0-74,4-2 1,2-8 0,2-5 0,2-6-6,4-6 0,2-3 0,0-5 0,2-3-300,2-2 1,-2-4 0,2-5 0,-2-3-196,2-4 1,-2-4 0,1 2 0,-4-1-422,-1-3 0,-2 0 0,3-1 1,-3 0-1219,-1 3 1974,0-2 0,-34-27 0,-8-12 0</inkml:trace>
  <inkml:trace contextRef="#ctx0" brushRef="#br0" timeOffset="133">8 193 8325,'-5'0'2370,"3"0"-2179,8 0 1,2 0 0,9 0 0,3 1-1561,5 2 1369,3-2 0,49 12 0,11-2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2:48.4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34 659 8202,'-10'5'0,"0"-1"842,1 1 1,4-5-1,5 0-195,6-6 1,7-10-1,4-5 1,4-5-466,5-4 0,2-7 1,1-1-1,1-2-270,2-1 0,-1-2 0,1 0 0,-3 0-288,-3 0 0,-3 2 1,-4 6-1,-4 6-1185,-6 6 1,0 7 0,-6 3-98,-1 2 1658,-1 1 0,-5 5 0,-10-4 0,-6 4 0</inkml:trace>
  <inkml:trace contextRef="#ctx0" brushRef="#br0" timeOffset="200">324 59 8114,'0'-7'1628,"1"1"-1614,2-2 1,3 3-1,3-1 1,1 1-145,0 0 1,-1 2-1,1-1 1,0 1 408,-1 0 1,1-1 0,0 4 0,-1 2-2,1 1 1,-3 5-1,-2 6 1,-1 1-89,-2 3 0,3 0-190,-2 1 0,-8 18 0,-6 4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2:47.6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24 8330,'-2'-7'0,"0"1"872,-1-2 1,1 5-364,5 3 1,7 9-1,6 7 1,2 3-280,2 4 0,2 5 0,2 6 0,1 4 49,2 5 0,4 4 0,1 5 1,-1 2-111,-1-1 1,-1 0-1,-1-6 1,-2-4-147,-3-7 0,-6-5 0,-2-11 0,0-2-1173,0-3 1,-6-7-284,0-4 1,-5-4 1432,-1-4 0,-19-23 0,-6-9 0</inkml:trace>
  <inkml:trace contextRef="#ctx0" brushRef="#br0" timeOffset="250">319 624 7771,'4'6'150,"-1"1"0,1-2 1,-2 3-1,3-3 778,0-1 0,-2 3 1,4-3-137,0 2 0,2-3 0,0 2-336,1-1 1,0 0 0,0-5-635,3-3 1,-2-1 0,2-5 0,-1 0 177,1-3 0,13-31 0,6-13 0,4-7 0,1 1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2:46.8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24 629 8409,'-10'0'993,"4"0"-690,0 0 0,4-5 0,2-4 0,7-5-50,5-4 1,4-5-1,6-8 1,4-3-198,2-4 1,5-2 0,0-6-1,2 2-472,5 1 1,-4-2 0,1 4-1,-3 3-379,-6 5 1,-5 12 0,-8 4 315,-5 6 0,-6 5 0,-7 4 479,-3 4 0,-20 4 0,-5 3 0</inkml:trace>
  <inkml:trace contextRef="#ctx0" brushRef="#br0" timeOffset="199">324 49 8391,'-9'0'475,"-1"0"0,4-1 0,3-3-262,2-2 0,7 0 1,2 1-1,5 0-30,2-1 1,1 4-1,3-2 1,-2 1-52,-1-1 1,-3 1 0,2 3 0,-1 0-21,-2 0 1,-3 4-1,-2 4 1,-4 4-148,-2 4 0,-1 5 35,0 2 0,0-5 0,0-4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2:43.7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1221 125 8497,'0'-10'542,"0"1"0,-2-1 1,-1 0-128,-3 0 1,-3 5-1,-1 2 1,0 3-282,-3 3 0,-2 4 0,-6 7 0,0 5-41,-2 6 1,-3 4-1,4 3 1,0 3-265,2 3 0,5 1 0,2 0 0,3-2-40,4-1 0,1-1 1,8-6-1,3-6 81,7-8 0,5-8 1,6-11-1,4-7 137,3-7 1,5-7 0,-4-7 0,-1-5-58,-1-3 0,-1-1 0,-2-3 0,-4 2-11,-7 4 0,-5 4 0,-5 6 1,-4 3 103,-4 6 1,-4 5 0,-7 7-1,-5 5-196,-3 4 1,-1 8 152,-3 6 0,-6 28 0,-3 8 0</inkml:trace>
  <inkml:trace contextRef="#ctx0" brushRef="#br0" timeOffset="616">3030 76 8367,'-6'-6'435,"0"1"174,-2 0 1,-1 2-1,0 3 1,0 2-115,3 5 0,-5 5 1,2 10-1,1 5-394,-1 4 0,-4 4 0,6 3 0,0 1-140,2 0 1,3 0 0,5-2-1,5-2-336,3-6 0,1-10 0,4-9 1,1-7 22,2-5 1,3-8 0,0-7 0,-3-6-9,-2-6 1,-2-4 0,2-7 0,-4-1 84,-3-1 1,-4 0-1,-3 4 1,-2 0 274,-1 2 1,-2 4-1,-5 7 1,-6 7 22,-4 7 0,-2 7 0,-2 8-23,-1 6 0,-24 51 0,-10 18 0</inkml:trace>
  <inkml:trace contextRef="#ctx0" brushRef="#br0" timeOffset="1166">1 251 9825,'1'-6'875,"2"3"0,5 1-640,4-1 1,6 2-1,6-3 1,0 3-432,3 1 1,2 0 0,2 0 0,2 0-1153,-2 0 1348,-5 0 0,2-4 0,-4-1 0</inkml:trace>
  <inkml:trace contextRef="#ctx0" brushRef="#br0" timeOffset="1333">224 106 8373,'-10'3'5,"1"1"1,3 3 248,3 3 0,-2 5 0,1 8 0,0 4 434,-1 4 1,2 2 0,3 4-689,0-2 0,9 31 0,2 10 0</inkml:trace>
  <inkml:trace contextRef="#ctx0" brushRef="#br0" timeOffset="1800">1898 270 8684,'2'-5'1758,"5"1"-1109,6 3 0,4 1 1,3 0-1,4 0-973,5 0 324,0 0 0,64-8 0,-40 2 0,-1 1 0</inkml:trace>
  <inkml:trace contextRef="#ctx0" brushRef="#br0" timeOffset="2303">3698 289 8926,'5'-5'1123,"2"1"0,4 1-552,2-1 1,7 1 0,1 3 0,2 0-927,4 0 1,0 0 0,0 1-1,-2 1-503,-2 2 0,-3 2 858,-4-3 0,-13 0 0,0-3 0</inkml:trace>
  <inkml:trace contextRef="#ctx0" brushRef="#br0" timeOffset="2451">3873 135 8298,'-7'9'0,"2"1"162,0 0 1,1 4 0,2 2-1,-1 3 626,1 4 0,1 1 0,1 7 1,0 0-2087,0 1 1298,0 0 0,8 10 0,3 3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2:39.4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1 252 8388,'0'7'602,"0"-1"-611,0 2 1,0 0 0,0 2 0,1 0-1167,2 0 1175,2-1 0,22 9 0,4 3 0</inkml:trace>
  <inkml:trace contextRef="#ctx0" brushRef="#br0" timeOffset="150">126 272 7842,'5'5'103,"-3"4"-103,4-3 0,18 20 0,7 5 0</inkml:trace>
  <inkml:trace contextRef="#ctx0" brushRef="#br0" timeOffset="266">281 301 8281,'6'4'0,"-2"2"0</inkml:trace>
  <inkml:trace contextRef="#ctx0" brushRef="#br0" timeOffset="1100">949 1 9309,'1'9'0,"2"2"538,4 2 1,6 2 0,4 7 0,5 4-254,3 6 1,7 8 0,0 3-1,-2 0-140,-3 0 1,-4-3 0,-3-4-1,-3-5-187,-4-4 0,0-8 0,-8-6-453,1-2-766,-2-6 0,-4-1 1261,0-8 0,-9-44 0,-1-15 0</inkml:trace>
  <inkml:trace contextRef="#ctx0" brushRef="#br0" timeOffset="1300">1278 20 8327,'-9'0'57,"-1"0"1,0 1 0,1 4 0,-1 4 811,0 6 1,-1 6 0,-2 5 0,-3 7-525,-2 7 0,-1 7 0,-2 6 0,0-1-490,-2 1 1,1-2 0,3-5-1,3-3 145,3-3 0,-6-21 0,-2-11 0</inkml:trace>
  <inkml:trace contextRef="#ctx0" brushRef="#br0" timeOffset="1769">1917 301 9669,'5'4'0,"38"14"0,6 8 0</inkml:trace>
  <inkml:trace contextRef="#ctx0" brushRef="#br0" timeOffset="1884">2101 330 8212,'48'10'0</inkml:trace>
  <inkml:trace contextRef="#ctx0" brushRef="#br0" timeOffset="1989">2275 359 8315,'39'-19'0</inkml:trace>
  <inkml:trace contextRef="#ctx0" brushRef="#br0" timeOffset="2784">3011 204 8315,'-9'-10'419,"3"1"1,0-2 0,4-1 156,-1-1 1,4 0 0,5 4 0,4-1-342,3 0 1,-1 4 0,4 0 0,0 2-312,-1 2 0,0 1 0,-3 2 1,1 2 8,-1 4 0,-2 6 0,-4 3 1,-3 2-153,-2 1 1,-1 1 0,-1-1 0,-2 0-218,-3 1 1,-3 0 0,-1 1 0,-1-1 94,-1-2 0,1-4 0,-2 1 0,2-2-19,1-4 1,4 0 828,0-6 1,5-1-51,1-5 1,5-2-1,7-1 1,2 3-60,1 2 1,-2 1 0,2 0 0,-1 1-14,-2 2 1,-2 3-1,-1 6 1,-3 2 32,-2 1 0,-3 1 0,-2 4 1,-4 0-161,-4 3 0,-5-3 1,-6 3-1,0-4-739,-3-3 1,-2 1 0,-2-4 0,1-1 518,3-1 0,-2-23 0,1-5 0</inkml:trace>
  <inkml:trace contextRef="#ctx0" brushRef="#br0" timeOffset="3267">3804 340 8514,'0'5'176,"22"12"0,5-1 0</inkml:trace>
  <inkml:trace contextRef="#ctx0" brushRef="#br0" timeOffset="3384">3940 359 7545,'23'-4'0,"2"-2"0</inkml:trace>
  <inkml:trace contextRef="#ctx0" brushRef="#br0" timeOffset="3483">4124 388 8298,'-7'0'663,"2"-1"878,1-2-1541,1 2 0,-2-8 0,0 4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2:52.1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1 165 8323,'9'-9'346,"0"2"1,0 2-1,-1 1-153,3 1 0,2-1 0,0 0 0,2 0-221,0-1 0,3 1 28,-2 1 0,7 2 0,2-4 0</inkml:trace>
  <inkml:trace contextRef="#ctx0" brushRef="#br0" timeOffset="197">156 1 8178,'-10'4'98,"5"2"0,0 3 0,2 2 144,0 2 0,0 3 0,3 7 0,0 2-43,0 3 1,0 2 0,0 3-1,0 2-72,0 3 0,0 0 1,0-3-1,0-3-455,0-2 0,0-4 0,0-2-541,0-4 0,1-7 0,1-12 869,1-6 0,0-62 0,-3-22 0</inkml:trace>
  <inkml:trace contextRef="#ctx0" brushRef="#br0" timeOffset="314">117 243 8116,'-10'-10'148,"1"0"0,-1 5 1,0 2 93,0 2 1,1 6 0,-1 4-283,0 3 0,4 2 1,1-3-1,-1 3-307,1 1 347,3-3 0,2 2 0,5-4 0</inkml:trace>
  <inkml:trace contextRef="#ctx0" brushRef="#br0" timeOffset="447">117 253 8360,'6'0'633,"1"0"0,-1 1-633,4 2 0,43-11 0,10 2 0</inkml:trace>
  <inkml:trace contextRef="#ctx0" brushRef="#br0" timeOffset="930">252 78 8194,'0'-6'553,"0"-1"396,0 0 0,0 1-1092,0 0 0,1 4 0,3-1-636,2 2 1,3 1-1,-1 1 360,-1 2 0,0-1 0,-3 4 0,-1 1 354,1-2 0,-3 4 0,2-3 0,-2 3 103,-1 1 0,0-4 1,0 1-1,-1 0 70,-2 2 1,2 0 0,-3 1 0,1 0-42,-1-1 0,0-2 0,2-1-3,-1 2 0,-1 0 0,4 2 79,0 0 1,0-1 0,0 1 32,0 0 0,1-4 0,2 1-146,0 0 0,1 1 0,-2-1 0,2 0-49,-2 0 1,-1-1-1,-1 0-18,0 2 1,-1-3 0,-3 0-29,-2 0 0,1-2 0,-2-3 304,0 0 0,1 0 0,0-1 1,-2-2 1,3-3 0,0-3 262,0-1 0,1 3-207,1 1 0,2 3-696,-3-4 0,4 5 1,4-1-1486,2 2 1885,3 1 0,26-9 0,7-1 0</inkml:trace>
  <inkml:trace contextRef="#ctx0" brushRef="#br0" timeOffset="1299">252 378 8194,'-6'0'-362,"1"-1"795,0-2 1,-1 1 1204,3-5 0,-1 4-1105,4-3 0,0 3 0,1-3-671,3 2 0,1 1 0,5 3 0,0-1-2413,3-3 2551,-2 3 0,42-25 0,5 0 0</inkml:trace>
  <inkml:trace contextRef="#ctx0" brushRef="#br0" timeOffset="1699">533 40 8194,'-3'-7'565,"0"1"0,-2 4 1,3-1 20,-1 6 1,0 3 0,4 8 0,1 4-590,1 4 0,1 5 0,-1-2 0,0 4-66,-1 4 1,0-3 0,0 2-1,2-2-44,-2-1 0,-1-1 0,-1-3 0,0-5-666,0-2 1,-1-8 203,-3 0 1,-1-6 0,-4-7 0,2-4-87,0-5 1,2-3 660,-1-5 0,-12-33 0,2-10 0</inkml:trace>
  <inkml:trace contextRef="#ctx0" brushRef="#br0" timeOffset="1797">465 253 8194,'-6'-9'-24,"0"1"0,1 3 100,0 1 0,-2 0 320,-2 4 0,3 6 1,3 2-343,2 4 0,1 1 1,0-3-55,0 0 0,47 4 0,12 1 0</inkml:trace>
  <inkml:trace contextRef="#ctx0" brushRef="#br0" timeOffset="1914">649 291 10140,'6'10'0,"15"4"0,1 1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2:49.5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18 145 8199,'-5'-4'1104,"-4"3"0,8-4 0,-1 1-853,4-2 1,4 1-1,6-1 1,2 2-386,1 2 1,0-3 0,2 2 0,-1 0-1169,-2-1 1,2 3 1301,-3-3 0,-1 3 0,-2 1 0</inkml:trace>
  <inkml:trace contextRef="#ctx0" brushRef="#br0" timeOffset="200">134 0 8258,'-3'7'-27,"0"-1"0,-1-3 1,3 4-1,-1 0 265,-1 2 0,0 5 0,3 2 0,0 3-91,0 4 0,0 2 0,1 4 0,1 0-49,1 0 0,0 3 0,-3 1 0,0 1-181,0-1 1,0-5 0,0-5 0,0-3-980,0-1 654,0-4 0,0-6 0,0-9 1,0-6 407,0-6 0,0-20 0,0-9 0</inkml:trace>
  <inkml:trace contextRef="#ctx0" brushRef="#br0" timeOffset="450">115 242 8258,'-6'-10'-39,"-2"5"207,1 2 1,-1 2-1,-1 2 1,2 2-128,0 4 1,2 1 0,-3 2-1,3 0-418,1-1 0,-3 1 0,4 0-697,1-1 845,1-3 1,5-3-1,2-6 237,3-4 0,2-1 1,1-2-1,0 0 38,0 1 0,-1-1 0,-1 1 0,-1 2 171,1 0 0,-3 5 0,-1-1-42,2 2 1,-1 2 0,1 1-176,-2 1 0,-8 5 0,1-3 0</inkml:trace>
  <inkml:trace contextRef="#ctx0" brushRef="#br0" timeOffset="836">231 58 8255,'0'-9'0,"1"0"0,1 1 190,1 2 1,2 1 0,-3-3-1,2 3 171,1 0 0,2 2 0,3 3-517,-1 0 0,-2 3 0,-2 2 0,-1 1-50,-1 5 1,1-1-1,-1 4 1,-2-2 82,-3 1 0,0 1 0,-5-2 0,1 1-252,1-1 1,-4 2 0,4-1 315,-1-1 0,-1-5 408,3 0 1,0-5 219,1 1-460,2-6 0,-2-2 0,6-1-130,3 3 0,0 3 0,0 3-43,2 3 0,-3 3 0,0 1 1,0-1-33,-3 1 0,-1 0 0,-1-1 0,0 1-106,0 0 0,0 0-126,0-1 1,-1-3 327,-2-3 0,-11-19 0,-7-6 0</inkml:trace>
  <inkml:trace contextRef="#ctx0" brushRef="#br0" timeOffset="1116">250 339 7923,'-9'0'138,"-1"0"0,3-3 0,2-2 455,1 0 0,1 2 0,3-4-618,0 0 0,1 1 0,1 0 0,2 0-58,1 0 0,2-1 1,3 3-1,-1 2-123,1 1 0,0 1 118,-1 0 1,-2 1-1,-2 2 1,-1 4 2,-1 2 0,-2 0 1,-1 1-1,-1 0-129,-3-1 0,2-2 1,-3-1-710,1 2 923,-4 0 0,3-15 0,-5-5 0</inkml:trace>
  <inkml:trace contextRef="#ctx0" brushRef="#br0" timeOffset="1468">202 387 7877,'-7'4'-165,"1"-1"1,3 0 0,-3-2 1645,2 2-518,1-2 1,4 4-842,2-5 0,2 0 1,6 0-1,1 0-901,1 0 0,4-1 779,-1-3 0,46-14 0,11-8 0</inkml:trace>
  <inkml:trace contextRef="#ctx0" brushRef="#br0" timeOffset="1817">415 213 8255,'-10'-4'1414,"5"2"0,3-4-1160,4 2 0,3 0 0,5 2 0,1-3-586,1 0 1,0 3 0,3-3 0,0 2-423,0 0 1,-3-4 753,1 4 0,-2 0 0,-1 3 0</inkml:trace>
  <inkml:trace contextRef="#ctx0" brushRef="#br0" timeOffset="2002">541 87 7933,'-10'0'307,"3"4"1,2 0 0,0 1 26,-1 3 1,4 5-1,-2 3 1,1 3-173,-1 4 1,-2-2-1,2 6 1,-2 2-359,-1 2 1,1-2 0,1-4-1,1-1-387,2-3 0,-3-1 1,2-4 582,1-3 0,9-46 0,4-11 0</inkml:trace>
  <inkml:trace contextRef="#ctx0" brushRef="#br0" timeOffset="2100">521 300 8282,'10'0'-304,"-4"1"1,1 1-1,0 3 766,2 0 1,1 2 0,0 2 0,2 1-463,1 0 0,52 8 0,9 2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3:58.081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28 3971 8910,'-9'0'489,"0"0"1,6-6-163,-2-3 1,4 1 0,1-1-77,0-2 1,0 3 0,0-1 0,0-2-96,0-1 0,4-2 0,1 0 1,-1-2-9,3-2 0,-1 1 0,5-6 0,-2-2-53,2-1 1,-4-6 0,1-1 0,0 2 38,-1 2 1,1 1-1,3 0 1,-2 1 5,2-1 0,-3 0 0,1 0 0,0-1 52,-1-3 0,4 2 1,-4-2-1,1 3-72,1 1 0,-3 0 1,4 0-1,-2 1-85,2-1 0,0 0 0,0 0 0,-2 0 15,2 1 1,6-1 0,1 0 0,-1 0-14,-1 1 1,-3-1 0,3 0 0,1 0 36,1 1 0,1 3 0,-5 1 0,0 0-59,0 2 1,-1-4 0,1 5 0,-1 0-43,-4 0 1,3-3 0,-2 2-1,2 1 33,2 0 0,0-3 0,0 3 0,-1-1-15,1-4 0,0-1 0,0-1 0,0 3-9,0 1 0,0 1 1,0-3-1,-2 4 9,-3 1 0,4 0 0,-4 3 0,3-2 38,2 2 0,-5-3 1,1 2-1,-1-1 39,-1-1 1,4 5 0,-3-4 0,2 4-26,-2 1 0,3-5 0,-2 1 1,2 1-34,2 1 1,0 2-1,0 1 1,0-3 1,0-2 1,4 2 0,2-4 0,0 2 76,0-1 1,0 1 0,-3 2-1,2-1-46,-2-1 1,3-1 0,-2 5 0,-1 0 51,-1 1 0,-2-1 0,1 0 0,2 0-13,1 0 0,1 2 0,-5 1 1,0 2-82,0-2 1,0 3 0,-1 0 0,1 1-112,0-1 1,0 5 0,0-3 0,0 1 48,0 0 1,0-4 0,-1 5 0,1 1 3,0 1 1,0-3 0,0 1 0,0 1 45,0 1 0,4 1 1,1-3-1,-2 0 13,-2 1 1,1 1 0,1 1-1,1-2 38,-1-2 0,3 0 1,-1 4-1,-2-2-51,-2-2 1,-1 0-1,0 5 1,0 0-13,0 0 0,-1 0 1,1 0 38,0 0 0,0 0 0,0 0 46,0 0 1,-2 2-1,-1 1 1,-2 2 18,2-2 1,1 0 0,2 0-38,0 2 1,-5-1-1,1-4 1,-1 2-73,-1 2 0,4-1 0,-3 5-74,4-2 0,0 5 0,1-3 75,0 0 0,-4 2 0,-1-3 149,2 0 0,1-2 1,0 4-1,-1 0-57,-2-1 0,-1 0 0,3-5 1,-3 3 27,-2 2 1,4-1-1,0 4-58,2-1 1,2-1 0,0 5 0,0-2-21,0-3 0,-5 4 0,0-6 0,2 3 185,1-1 0,1 0 0,-3 3 1,0-1 3,0-1 1,3-3-1,1 4 1,-2-2-104,-3 2 0,4 1 1,-4 1-1,3-2 3,2-2 1,-5 0-1,1 5 1,0-2-154,3-2 0,-4 0 0,0-3 21,2 0 1,-3 1-1,0 3 1,-1-4 6,1 0 1,-3 2 0,2-3-308,-1 2 0,1 1 0,-4 5-1425,1 0 1740,1 0 0,1 0 0,2-1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4:03.5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 2028 8443,'-10'1'-747,"1"4"865,6-4 0,-5 5 966,4-6 202,2 0-838,-4 0-287,6 0 1,2 0-1,2 0-94,6 0 0,-3 5 0,1 1 1,0 2 35,-1 3 1,3-4-1,2 3 1,-1 1 37,-2 1 1,0 0 0,5-1 0,0-2-38,0 2 0,0 1 0,0 2 0,0 0-54,-1 0 1,1-2-1,0-1 1,0-2-25,0 2 1,0 0 0,0 0 0,0-2 44,0 2 1,-1 0 0,1 0-1,0-2 24,0 2 1,0-1-1,-2 1 1,-1-2 0,-2 2 1,1-3 0,3 1-70,1 2 1,0-5-1,0 0-51,0 0 0,0-2 0,0 3 31,0-1 1,0-1 0,-1-5 58,1 0 0,0 0 0,0 0 32,0 0 1,0 0 0,0 0-41,0 0 0,0 0 0,-1 0 0,0-1-30,-4-4 0,3 2 0,-2-5 0,2 0-54,2 1 0,0 2 0,0-3 0,-1 1 14,1-1 1,0 3 0,0-2 0,-2-1 84,-2 0 0,2 0 0,-3-2 0,4 0 18,1 0 0,-1-1 0,1 0 0,0 2-55,0-2 0,0-1 0,0-2 1,0 1-38,0 4 0,0-3 1,-1 3-1,1-2 8,0 1 0,-5-2 0,1 3 0,0-2 37,3 2 0,-1-4 0,-1 4 0,-2-5-23,2-4 1,0 2 0,0-2-1,-2 1-22,2-2 1,1 4 0,2-5 0,-2 1-7,-3 1 1,4-5 0,-4 3 0,3 0 35,2 0 1,-1-5-1,-1 3 1,-1-1 13,0 0 0,4 5 0,-6-6 0,4 1-38,1 2 1,-2-4 0,-1 6 0,-2 1-26,2-2 0,-1 3 0,1-5 0,-1 1 36,0-1 1,3 5 0,-1-3-1,-1 2 30,-2-1 1,0-4 0,5 4 0,0 1-25,0-2 1,-5 4 0,1-4-1,0 0-44,3-3 0,-4 2 0,0-1 0,0 0-48,-1 1 0,3-1 0,-5-3 1,0 2 2,0-1 1,5 2 0,-3-1 0,1 0 30,0 1 0,-5-2 0,2 3 0,-2 1 32,1 0 1,6-4-1,-4 2 1,3-1 9,-1 0 1,-4 4-1,2-4 1,1-2 39,0-1 1,-1 3 0,4 0 0,-3-2 11,-2-1 1,3 0-1,-2 1 1,-1 4-72,0 0 1,3-2 0,-3 3-1,1-1 18,-1-4 1,3 0 0,-3 1-1,2 0 86,3 0 1,-4-1 0,1 0 0,0 2-80,0-1 1,-4 2-1,4-1 1,0 0 20,-1 1 0,-4 2 0,2 6 1,-2 0 169,2 0 0,-4 5 33,4 0 1,-4 4-170,-1-4 0,0 0-263,0-5 0,0 0 44,0 0 0,0 5 1,0 0-293,0-2-1501,0 5-93,0-1 2038,0 7 0,0 0 0,0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4:08.4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40 183 8515,'-10'0'3434,"0"0"-3058,1 0 0,3-1 0,3-2-421,2-4 0,5 2 1,3-1-1,0-3-166,0-3 0,1 2 1,-1-3-1,1 3-272,2 4 1,-2-3 0,0 4 0,-2-1 120,2 3 1,-3 2-1,2 2 462,0 2 0,-1 3 1,-1 3-66,-1 1 1,3 0 0,-3-2-1,0 0-61,0-2 0,4-4 81,-2 1 1,2-3-1,-1-3 1,-1-4-82,-2-5 1,4 0-1,-3-4 1,1 0-30,1 1 0,-5-2 0,2 4 0,-1 1-105,1 1 0,0 6 78,-1 2 1,-2 4-1,2 4 1,-2 6 224,-1 3 1,4 5-1,-1 5 1,-1 1-43,-1 1 1,-1 2-1,0 1 1,0 1 53,0 2 1,0-2-1,0 4 1,0-2-15,0 0 0,-3-1 0,-1-4 0,-1-3 77,1 0 0,-2-3 0,1-5 1,1-3 463,0-2 0,-1-6-346,2-1 0,1-3 0,-3-2 1,-1-2-95,1 0 1,2-4 0,-3 0-1,1-1-128,0-2 1,-2-3 0,-1-1 0,0 0-188,2 0 0,0-2 1,-1 3-1,1 2-367,-2 0 0,4 1 0,-1 1 0,2-1-548,0 0 0,0 4 1,3 0 987,0-2 0,30-1 0,7 0 0</inkml:trace>
  <inkml:trace contextRef="#ctx0" brushRef="#br0" timeOffset="383">483 202 8477,'-6'0'2082,"-1"0"-2092,1-4 0,2 3 0,4-2-159,5 2 0,4-2 0,1-1 0,2 2-104,1 1 1,0 1-1,-3 0 1,-1 0 272,1 0 0,-5 13 0,-1 3 0</inkml:trace>
  <inkml:trace contextRef="#ctx0" brushRef="#br0" timeOffset="549">483 280 8477,'-6'0'452,"-1"0"1,6 0 0,1 0-331,6 0 0,2 0 0,2 0 0,0 0-1319,-1 0 1197,1 0 0,17 4 0,4 1 0</inkml:trace>
  <inkml:trace contextRef="#ctx0" brushRef="#br0" timeOffset="1647">917 154 8477,'-4'-9'92,"-1"0"1,-5 1-1,1 2 291,3-1 1,-3 1-1,3 0 1,-3-1 117,0 2 0,2-3 0,1 5 0,-2 1-437,0 1 0,1 1 0,1 1-409,-1 2 1,2 3 0,1 4 0,1 2 61,0 1 1,-1 3 0,4-2 0,0 0 82,0 0 0,4-1 1,0-4-1,1 0 57,3-3 0,0-1 0,2-5 0,0 0 111,-1 0 1,1-1-1,-1-3 1,1-2-34,0-3 0,-2 0 1,0-1-1,-3 0-144,-1 1 0,4 0 219,-2 3 1,2 3 0,-2 6 48,-2 3 1,-3 7 0,0 3 0,1 2 64,1 2 0,0 3 1,-3 3-1,0 2 15,0 1 1,0-1 0,-1-2 0,-1 0-14,-1 1 0,-4-3 0,3-3 0,-1-3 55,-3-2 0,0-4 0,-2 1 0,0-3 78,1-4 0,-1-2 1,0-4-1,1-1 176,-1-2 1,1-2-1,-1-6 1,0-1-31,1-1 0,2-3 0,1 2 0,-1 0-232,2 0 0,-3-2 1,5 3-1,1 1-287,1-2 0,1 3-247,0-2 1,1 3 0,2 3 0,4 2-583,1 0 0,3 2 1,1 3 942,1 0 0,55-21 0,12-6 0</inkml:trace>
  <inkml:trace contextRef="#ctx0" brushRef="#br0" timeOffset="2066">1245 67 8477,'0'-9'196,"0"-1"0,0 4 0,0-1 1872,0 0-1766,-4 2 0,-1 2 0,-5 6 0,0 5-317,1 4 0,-1 4 0,0 5 0,0 3 139,-3 0 1,2 2 0,-2 3 0,3 0-28,0 0 1,0 3 0,1 0 0,0-2-69,3-3 1,1-3 0,5-6 0,0-2-368,0-3 0,5-7 0,2-3 1,4-3-2717,2-3 3054,4-2 0,19-48 0,10-10 0</inkml:trace>
  <inkml:trace contextRef="#ctx0" brushRef="#br0" timeOffset="2350">1390 125 8452,'0'-9'0,"0"-1"348,0 0 0,0 4 1,0-1 582,0 0 0,-1 3 1,-1 2-845,-1 4 0,-2 3 0,3 6 1,-2 2-145,-2 3 1,1 5 0,-2 2 0,0-1 263,0 2 1,-1-3 0,1 4 0,1-1-136,2 1 1,-2-3-1,2 0 1,1-2-45,-1 0 0,3-2 1,-2-2-1,3-4-249,3-5 0,-1-2 1,4-5-1,2 0-297,0 0 0,-1-6 1,-1-2-1,1-5-556,-2-2 0,3 2 1074,-5-3 0,0-22 0,-3-8 0</inkml:trace>
  <inkml:trace contextRef="#ctx0" brushRef="#br0" timeOffset="2481">1274 222 8442,'-3'-7'574,"0"1"0,1 4 0,5-2 0,3 3-662,3 1 0,2 0 1,0 1-1,3 2 88,1 0 0,23 13 0,8 0 0</inkml:trace>
  <inkml:trace contextRef="#ctx0" brushRef="#br0" timeOffset="2766">1573 48 10090,'9'1'1034,"-2"2"1,0 4-433,0 1 1,2 3-1,0 2 1,0 3-63,-3 2 0,3 3 0,-4 1 0,1 4-255,-3 2 1,-2 1 0,-1 0-1,-1 0-807,-2-1 0,-3 0 0,-3-2 522,-1-3 0,-51 1 0,-13 1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4:14.0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77 145 8375,'-9'0'705,"-1"0"1,4 0 0,-1 0-202,0 0 0,1 0-209,0 0 0,1-1 1,-2-2-270,4-4 1,-1 2-1,0-2 1,2 0-124,1-2 0,1 0 0,1-1 0,1 0-118,2 1 1,3-4-1,0 0 1,2 2 61,4 4 1,-2-2-1,2 4 1,-1-1 178,0 3 1,-1 2-1,2 1 141,-2 0 1,-2 1 0,0 2 0,-3 5 64,-2 4 1,-3-2 0,-1 4 0,0-1-41,0 0 1,-1 0 0,-3-3 0,-2-1-55,-3 1 1,-1 0 0,-2-2 0,-1 0-46,1-2 0,0-4 0,1 1-126,-2-1 0,0-4 0,4-1-992,3-3 0,2 0 1025,4 0 0,21-9 0,6-5 0</inkml:trace>
  <inkml:trace contextRef="#ctx0" brushRef="#br0" timeOffset="1615">376 309 8157,'-1'-7'416,"-2"1"0,1 4 0,-4-1 98,-2 2 1,3 1 0,-2 0-428,0 0 0,-2 4 1,0 2-1,0 3-168,3 0 1,-3 5-1,4 2 1,-2 3 82,1 0 1,3 1 0,-3 3 0,1 3-78,-1 1 1,4 6 0,-1 0 0,2 2 189,1 5 0,0-5 1,1 3-1,2-4-342,4-3 1,2-2 0,4-4 226,3-6 0,24-55 0,6-19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4:17.2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37 270 7791,'-10'-9'343,"5"2"-94,2 1 1,6 0 0,3-1-1,3 2-309,0 0 0,2 2 0,1 3 0,2 0 136,1 0 1,-3 0-1,1 1 1,-3 2 56,0 4 1,-2 2 0,-1 3-1,-4 2-117,-2 1 1,-1 1-1,-1 2 1,-2 0-172,-4-2 0,-4 0 1,-3 2-1,-1-2 161,-2-3 0,2-2 0,0-2 0,1 0 207,2-3 0,1-2 0,1-4 160,1 0 0,3-1 0,4-1 0,4-2-247,5-1 1,1-1-1,3-1 1,1 1-167,1 2 0,3 1 0,-3 3 0,0 0 61,1 0 0,-7 4 0,3 3 1,-3 1 11,-1 2 1,-2 1 0,-4 1 0,-1 3-152,-2 0 0,-3 4 1,-3-4-1,-2 1-473,-2 0 1,2-4 0,-2 0 0,3-2-1446,0-3 2036,5-3 0,5-21 0,5-5 0</inkml:trace>
  <inkml:trace contextRef="#ctx0" brushRef="#br0" timeOffset="166">345 511 8142,'0'10'197,"0"-4"1,0 1 0,0 0 332,0 2 0,-1 1 0,-1-1 0,-1 1 802,1 0-1332,-3-1 0,3-8 0,-2-2 0</inkml:trace>
  <inkml:trace contextRef="#ctx0" brushRef="#br0" timeOffset="4017">1542 183 8966,'0'-5'642,"1"2"0,2 5 1,2 2-354,1 2 1,2 3-1,-1 5 1,1 0 194,2 0 1,-1 6 0,1 1 0,-1 2-39,-3 4 0,2-1 1,-5 2-1,-1 2-301,-1 0 1,-2 3 0,-2 0-1,-4 0-491,-1 1 0,-5-3 0,-1-4 1,0-3-2972,0 0 3317,1-6 0,-9-13 0,-4-6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4:22.8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907 1215 7963,'-7'1'915,"1"3"1,3-3-1,-4 2-330,0-2 1,-2-1 0,0 0-122,-1 0 1,4-1 0,-1-1-146,0-1 0,-2-5 0,1 2-321,1-3 1,0 3-1,3-1 1,2 0-352,1-2 1,1-2-1,1 0 1,1-2-93,2 1 1,3 1 0,0 3-1,1 0 211,2 2 1,-1 3-1,2-3 1,1 2 266,1 2 0,0 1 0,-4 1 0,1 1 82,0 2 0,-4 2 0,-1 5 1,1 0 171,-1-1 1,-3 4 0,1 0 0,-1-1-159,-2-1 0,0 1 1,0 1-1,-2-1-65,-1-1 1,-2-2 0,-5 1-16,1 0 1,-4-4 0,0-1-42,1 0 0,1-6 0,3-6 0,0-1-74,2-2 0,4-3 0,-2-1 0,3-1-158,1-2 0,1 3 0,2 1 0,1 3 72,1 0 1,2 1 0,2 2-1,1 2 277,0 0 0,-1 2 0,1 4 0,-1 2 185,-3 4 0,1 1 0,-3 2 0,-2 0-20,-1-1 1,-1 4 0,0 0 0,-1-1-155,-2-2 0,0 0 0,-3-1 0,-1-3-156,-2-3 0,-1 2 0,1-2 0,-1-1-80,0-1 1,4-2 0,1-3-1,-1-5-82,1-3 1,3-2 0,-2 3-1,3-2-73,1 1 0,5-2 1,1 2-1,3 3-31,0 1 0,1 6 0,0-1 0,-1 2 503,1 1 1,0 1 0,-1 2 0,0 3 157,-3 3 0,2 4 1,-5 0-1,-1 0-80,-1 0 0,-1-2 0,0 2 1,-1-2-182,-2-2 0,-2 1 0,-5-1 0,0-3-264,1-3 0,-2-2 1,-1-1-1,-1 0-157,1 0 1,3-4-1,1-2 1,3-3-396,1-1 0,-3 1 702,4-1 0,8-21 0,6-5 0</inkml:trace>
  <inkml:trace contextRef="#ctx0" brushRef="#br0" timeOffset="1402">155 183 8159,'-10'-5'855,"3"-3"1,1 5-574,-1 1 1,-2 1 0,0 2-1,2 2-253,0 4 0,1 1 0,-4 2 0,1 1-77,-1 2 1,2 2 0,0 5 0,2 1 91,-2 2 0,1 5 0,-1 0 1,3 4-62,0 2 0,2 1 0,3 3 0,1-3-17,3-3 1,1-2 0,5-2 0,0-2-168,3-3 0,-1-8 0,3-6 0,0-5 201,0-2 0,10-32 0,5-8 0</inkml:trace>
  <inkml:trace contextRef="#ctx0" brushRef="#br0" timeOffset="1785">203 232 9718,'4'9'344,"1"2"0,6 2 1,1 4-51,1 4 1,4 4-1,0 5 1,3 1 35,3 1 0,-1 0 1,-2-3-1,-2-1-298,-2-2 1,1 0-1,-4-7-2237,-1-4 717,-1-3 1,-6-8 1487,-2-4 0,-10-26 0,-4-10 0</inkml:trace>
  <inkml:trace contextRef="#ctx0" brushRef="#br0" timeOffset="2002">444 232 8204,'-10'0'227,"1"0"1,-1 0 0,1 1-1,2 3 140,0 6 1,1 3-1,-4 7 1,1 0-337,-1 3 1,-1 5 0,-1 5-1,-5 1-175,-1 2 1,3-3 0,2-3 0,3-5-181,0-1 324,0-2 0,5-19 0,1-6 0</inkml:trace>
  <inkml:trace contextRef="#ctx0" brushRef="#br0" timeOffset="2167">598 531 8204,'0'9'203,"0"-2"0,0-1 83,0 2-286,0 0 0,0 2 0,0-1 0</inkml:trace>
  <inkml:trace contextRef="#ctx0" brushRef="#br0" timeOffset="4551">1582 125 8073,'7'0'449,"-1"0"0,-3 0 1,4 0-89,0 0 0,1 5 0,-1 1 0,0 4 26,0 3 0,2 0 0,-1 5 0,0 3 76,-2 3 0,0 3 0,0 4 0,-3 2-327,-2 1 1,-1-2 0,-1 3 0,-2-2-183,-3-2 46,-7-5 0,-37 10 0,-12-1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4:38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20580,'6'0'-59,"0"0"1,5 0-1,2 0 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4:41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49 372 20774,'-12'0'-1567,"0"0"3269,0 0-1566,5 0-8,1 0 1,17 0 36,6 0 0,-1 0 1,0 0-1,-1 0 23,2 0 1,-2 0 0,5 0 0,0 0-4,-1 0 0,3 0 0,-4 0 0,1 0-85,3 0 0,0 0 0,-1 0 1,-2 0-32,-1 0 1,0 0 0,-3 0 0,1 0-14,-1 0 1,-1 0 0,-2 0 42,0 0 0,1 0 1,-1 0-1,0 0 3,0 0 1,1 0 0,-1 0 0,0 0 84,0 0 1,2 0-1,1 0 1,3 0-70,1 0 0,-3 0 0,3 0 0,0 0-12,0 0 0,-4 0 0,3 0 0,-2 0-15,1 0 0,-1 0 0,-4 0 0,0 0-64,1 0 1,-1 0 0,0 0-20,0 0 1,1 0-1,-1 0 1,0 0 73,1 0 1,3 0 0,2 0-1,1 0 54,2 0 1,7 0-1,2 0 1,1 0 88,3 0 1,1 0-1,3 0 1,3 0-128,4 0 1,-3 0-1,1 0 1,-2 0-97,-1 0 0,5 0 0,-2 0 0,-1 0 17,0 0 0,3 0 1,-2 0-1,2 0-69,2 0 1,-2 0 0,-7 0 0,1 0 65,2 0 0,5 0 0,-2 0 0,1 0 53,0 0 0,0 0 1,5 0-1,1 0-22,-2 0 0,2 0 0,-7 0 0,1 0 1,0 0 1,-2 0 0,4 0 0,-4 0-34,-1 0 1,3 0 0,-2 0 0,-1 0-27,0 0 0,-1 0 0,-4 0 0,-1 0 36,1 0 1,0 0 0,0 0 0,1 0-8,3 0 0,-2 0 1,5 0-1,-1 0-11,1 0 0,-5 0 0,2 0 0,-3 0 6,-1 0 1,1 0 0,0 0 0,1 0 23,-4 0 0,-1 0 0,3 0 0,1 0-8,3 0 0,-3 0 0,3 0 0,-3 0-19,-1 0 1,-1 0-1,1 0 1,0 0-15,0 0 1,-5 0 0,1 0-1,1 0-50,1 0 1,2 0 0,-1 0 0,-2 0 41,-2 0 1,1 0-1,2 0 1,-2 0 12,-4 0 1,1 0 0,-2 0 0,1 0 46,1 0 1,0 0 0,2 0 0,-2 0-20,0 0 1,-2 0-1,4 0 1,1 0-29,-2 0 0,1 0 1,-5 0-1,1 0-21,0 0 0,-2 0 0,-3 0 0,-1 0-18,-2 0 0,0 0 0,5 0 1,-1 0 13,1 0 0,-5 0 0,1 0 0,1 0 16,1 0 1,1 0 0,1 0 0,-2 0 8,-3 0 1,3 0-1,-4 0 1,1 0 63,-4 0 1,2 0 0,-2 0 0,0 0 13,2 0 0,-3 0 0,4 0 0,-1 0-52,-3 0 1,2 0 0,0 0 0,-2 0 48,-2 0 1,0 0 238,-1 0-44,-5 0 31,-2 0 1,-4 0-93,4 0 0,-3 0-353,6 0 1,-3 0-23,3 0 0,-4 0-558,4 0 110,-5 0 0,8 0 430,-3 0 1,3 0 0,1 0-60,0 0 1,0 0 0,1 0 97,-1 0 1,0 0 0,0 0 0,1 0-85,-1 0 1,-4 0 0,0 0-316,2 0 1,-3 0-1190,1 0-1167,-5 0 2899,2 0 0,-43 0 0,-10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4:57.7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63 203 8231,'-18'0'1635,"1"0"0,5 0-301,0 0-1166,9 0 1,3 0 0,9 2-147,1 3 0,6-3 0,-5 4 0,5-2-120,1 2 1,1-4-1,-1 4 1,1-4-7,-1-2 1,-5 5 0,-1 1 247,3-2 1,-4 4-1,1 0 329,3 1 0,-6-3-187,-3 6 1,-3 0 0,-4 5 0,-3 0-318,-7 1 0,-4-1 0,-1 1 0,1-1-1135,5 1 0,-5-1 0,5 1 1166,-5-1 0,22-61 0,6-17 0</inkml:trace>
  <inkml:trace contextRef="#ctx0" brushRef="#br0" timeOffset="690">779 28 8231,'9'-2'1111,"-3"-4"1,-4 2 778,-2-7-1879,0 7 0,0 4 0,-2 12 0,-4 5 134,-5 6 1,-5 4 0,1 8 0,-1 2 133,-1 4 0,9-2 1,-9 7-1,1 1-7,0-2 1,1 3 0,1-7 0,5-2 51,1-2 0,2-10 0,6-4 0,0-4-411,0-1 1,2-8 0,4-5 0,5-3-252,5-2 1,1-2-1,1-3 1,-1-7-225,1-4 0,-1-1 0,1-1 0,-1 1-1056,1 0 1618,-9-9 0,7-40 0,-6-17 0</inkml:trace>
  <inkml:trace contextRef="#ctx0" brushRef="#br0" timeOffset="867">587 168 8813,'-16'-2'0,"3"-2"1225,1-2 0,10 0-594,2 6 0,8 0 0,9 0 0,1 0-511,-1 0 0,6 0 1,3 0-1,-1 0-120,0 0 0,37-7 0,4-3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5:03.7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198 146 9400,'0'-7'1610,"0"2"1,0 10-1501,0 4 0,-5 4 1,-4 4-1,-3 5-143,-1 3 0,-5 2 1,1 0-1,-1 3-473,-1 1 0,4-1 0,-2-5 0,2-3-751,2-4 1,6-8 1256,2-1 0,-2-6 0,-1 3 0</inkml:trace>
  <inkml:trace contextRef="#ctx0" brushRef="#br0" timeOffset="301">132 278 8140,'9'0'2349,"0"-1"-2325,1-4 0,6 2 0,3-6 0,1 1-271,-1 0 0,3-3 0,-3 3 0,0 1 283,0 3 0,-2-2 1,-3 1-1,-1 2 208,0 2 0,0 1 0,-1 1 52,-3 4 1,-4 2 0,-5 6-1,0 2 246,0 2 0,0 0 0,-1 5 1,-3 1-117,-5 2 1,1 7 0,0 3-1,-3 2-122,0-2 0,-2 3 0,-1-2 0,1 3-125,0 5 1,4-9 0,2 0 0,-1-7-1038,1-6 1,4-3-1226,-1-5 1,2-10 2082,2-8 0,12-51 0,3-22 0</inkml:trace>
  <inkml:trace contextRef="#ctx0" brushRef="#br0" timeOffset="651">475 80 11283,'9'6'-203,"0"3"-1033,1 2 1236,-4 3 0,18 11 0,-2 2 0</inkml:trace>
  <inkml:trace contextRef="#ctx0" brushRef="#br0" timeOffset="799">581 41 8101,'0'8'910,"0"1"1296,0 1-2206,6 2 0,31 19 0,12 4 0</inkml:trace>
  <inkml:trace contextRef="#ctx0" brushRef="#br0" timeOffset="1250">818 199 11721,'2'-7'561,"2"1"1,5 1-1085,3 1 0,-3-1 1,-1 5-1,3 0 523,0 0 0,14 12 0,3 3 0</inkml:trace>
  <inkml:trace contextRef="#ctx0" brushRef="#br0" timeOffset="1534">779 370 8159,'-13'0'1069,"0"0"240,-1 0 1,8 0-1142,6 0 0,8-1 1,8-2-1,2-1-198,-2 1 0,4 1 0,1 1 0,1-2 53,0-2 0,-5 1 1,4 3-1,-1-2-30,1-2 1,-5 1 0,2 4 0,-4 0 300,-1 0 0,1 0-31,-1 0 1,-6 6 0,-2 2 0,-4 6-15,-1 3 1,-1 4-1,-4 5 1,-4 2-356,-2 3 0,-1-2 1,2 6-1,1 0-946,-1-1 1052,-2 4 0,-1 8 0,-1 8 0</inkml:trace>
  <inkml:trace contextRef="#ctx0" brushRef="#br0" timeOffset="2148">1333 252 8041,'-13'0'950,"6"0"1,2-2 0,10-1-908,3-1 0,4-1 1,3 4-1,2-2-188,5-1 0,3-5 0,0 4 0,-1 3 46,-2 0 1,-6 1 0,3-2-1,-2-2 217,1 2 0,0 2 270,-5 1 1,-2 1-1,-2 4 1,-4 4 95,-4 2 0,-1 2 1,-1 2-1,-2 3-264,-2 4 1,-5 3 0,1 1 0,-1 2-168,1 3 0,-3 2 0,4 7 0,-4 0-166,-1-1 1,4 1 0,2-2-1,-1-3-532,1-4 0,4-9 1,-1-5 644,2-2 0,8-25 0,1-6 0</inkml:trace>
  <inkml:trace contextRef="#ctx0" brushRef="#br0" timeOffset="2564">1953 384 8041,'0'8'490,"0"1"1,0-4-1,0 3-38,0 3 0,0-4 0,-1 2 0,-2 2-94,-2 6 1,-3-1-1,2 4 1,-2 1-12,-2-1 0,-2-4 1,-1 2-1,0-3-159,0-2 0,0-4 1,-1-2-1,1-1-203,0-3 1,4-8 0,2-5-1,1-6-499,3-6 1,3-3-1,5-3 1,3-1-62,4-2 1,1 2 0,0 5-1,1 4 227,-1 1 0,4 3 0,2 7 0,1 4 723,-1 4 1,3 7 0,-3 4-1,0 6 15,0 6 0,-3 8 0,-6 0 0,-3 1 42,-1 1 1,-1-2-433,-5 5 0,6-18 0,1 1 0</inkml:trace>
  <inkml:trace contextRef="#ctx0" brushRef="#br0" timeOffset="3148">2283 238 9534,'1'-7'708,"4"3"0,2-2 0,8 1 0,2 3-630,5 0 0,3-2 0,2-2 0,-1 0-611,1 0 0,-3 0 0,-2 3 1,-2-1 532,-1 1 0,-11-4 0,4-1 0</inkml:trace>
  <inkml:trace contextRef="#ctx0" brushRef="#br0" timeOffset="3365">2468 1 8063,'-13'0'277,"4"0"0,0 0 122,-1 0 0,4 7 0,1 6 0,4 8-79,1 4 1,0 7 0,0 3 0,0 6-52,0 8 1,0 1-1,0 11 1,0 2-72,0 2 1,-2 5 0,0-1 0,-4-6-146,-2-9 1,5-8 0,-1-11 0,3-6-830,1-5 0,0-13-1345,0-11 2121,0-11 0,-6-63 0,-2-18 0</inkml:trace>
  <inkml:trace contextRef="#ctx0" brushRef="#br0" timeOffset="3532">2402 357 8156,'-13'0'281,"-1"5"0,3 0 0,0 3-57,3 2 1,0 2-1,-2 2 1,1 4-135,-1 4 1,-2-1 0,-1 1-1,1 1-530,4 2 1,-4 0 0,4-2 0,0-4-1391,-1-4 1830,6 1 0,15-44 0,10-3 0</inkml:trace>
  <inkml:trace contextRef="#ctx0" brushRef="#br0" timeOffset="3648">2415 397 8063,'13'-6'79,"0"4"0,1-2 153,-1 3 0,-2 2 0,0 3 0,-4 5 113,-1 3 1,4 1-346,-1 0 0,32-29 0,9-7 0</inkml:trace>
  <inkml:trace contextRef="#ctx0" brushRef="#br0" timeOffset="5682">2586 344 8288,'-11'-1'0,"2"-4"340,5-4 0,4 2 1,4-2-1,5-1 201,2-2 1,7 0 0,1 2 0,2 3-575,2 1 0,1-3 0,-1 5 0,-1 1-160,1 1 0,-3 2 1,-3 0-1,-2 2-30,-2 2 0,-4-1 0,-2 6 0,-1 1 99,-3 2 0,-3 6 0,-4-1 0,-5 1-131,-3 1 0,-1-4 0,0 2 0,-1-1-1194,1 2 1449,0-4 0,-30 0 0,-6-8 0</inkml:trace>
  <inkml:trace contextRef="#ctx0" brushRef="#br0" timeOffset="5781">2692 384 8097,'0'-9'260,"0"0"1,0 5-916,0-5 655,6 6 0,1 26 0,6 14 0</inkml:trace>
  <inkml:trace contextRef="#ctx0" brushRef="#br0" timeOffset="5915">2666 502 7526,'8'-1'502,"1"-4"1,0-2-1,3-6-1769,-3 0 1267,2 5 0,-15-27 0,2-1 0</inkml:trace>
  <inkml:trace contextRef="#ctx0" brushRef="#br0" timeOffset="6165">2692 357 8098,'-9'6'39,"2"3"134,1 3 1,0 1-1,3 1 1,-1 3 49,1 0 0,1 7 0,2-2 0,0 3-16,0 1 0,0-1 0,0-3 1,0-3 238,0 0 1,0-9-547,0 3 1,6-8-1,3-2-185,3-6 0,0-5 0,-2-6 0,-1-2 27,1-2 0,2-4 0,-1 4 1,0 2-45,-3 2 0,0 5 1,2 2 105,-1 1 0,-5-3 0,4 6-2,-3 4 0,0 1 198,-5 7 0,0 5 0,0 7 0</inkml:trace>
  <inkml:trace contextRef="#ctx0" brushRef="#br0" timeOffset="6748">2930 265 8882,'0'-13'1245,"5"4"1,4 1-1893,3 3 1,-3-4-1,0 4-383,1 3 1,-3 0 701,2 2 1,-6 2 0,1 2-1,-2 5 328,-2 2 0,-2 3 0,-1-1 0,-3 0 0,-1 0 0,3 5 0,-5-1 0,0 0 151,2-3 0,-5-1 0,5 1 0,-2-3 572,0-2 1,5 1 0,-5-4 1125,-1 2-869,-2-6-954,-1 4 1,7-6 0,6 0-161,7 0 1,5-1-1,1-4 1,2-2-303,2 0 1,-2-3 0,3 4 0,-4-2-156,-1-2 1,5 3 0,0-1 0,-2 1 307,-2 0 1,-5 4-1,-1-3 1,-1 2 282,0-1 74,-4 1 1,2 5 367,-10 4 0,-1-2 1,-4 5-1,1 3 132,-1 0 0,-2 3 0,1-1 0,-1 0-196,-1 0 1,2 6 0,-6 2 0,2 1-160,2 0 1,-5 1 0,-1 6 0,-1 4-31,-4 0 0,1-3 1,1 1-1,4-4-689,4 0 1,2-7-291,3-2 1,6-11 0,10-8-1,8-11 790,4-8 0,15-21 0,7-8 0,5-4 0,0-1 0</inkml:trace>
  <inkml:trace contextRef="#ctx0" brushRef="#br0" timeOffset="6898">3061 450 8421,'-8'5'428,"-1"4"1,6 3-1,-1 1 1,2 0 246,2 1 0,0 0 0,0 2 0,0 3-169,0 2 0,0-4 0,2 4 0,2 0-468,5-1 1,4-4 0,5 0-1,2-4-2084,1-3 2046,9-6 0,57-38 0,-31 9 0,1 0 0</inkml:trace>
  <inkml:trace contextRef="#ctx0" brushRef="#br0" timeOffset="7415">3431 238 8624,'13'-8'950,"2"0"1,1 1-1058,1 0 1,7 2 0,-2-2-1,1 0-571,-1-1 1,2 4 677,-7-5 0,1 6 0,-5-3 0</inkml:trace>
  <inkml:trace contextRef="#ctx0" brushRef="#br0" timeOffset="7598">3405 410 8070,'-14'0'797,"6"0"13,-1 0 0,7 0 1,4-2-515,9-2 1,9-3 0,6-6-1,0-1-375,1 1 1,-1 4-1,0 1 1,1-3-314,-1 0 0,-4-1 1,-1 3-1,-2 3 392,-3 0 0,-13 5 0,-5-5 0</inkml:trace>
  <inkml:trace contextRef="#ctx0" brushRef="#br0" timeOffset="7798">3536 265 8070,'-8'12'205,"0"-2"1,2-1 256,4 1 1,-4 6-1,1 3 1,2 2-101,2 2 0,-1 3 0,-1 4 1,-1 2-195,1 2 1,2-1-1,-1 4 1,-1-3-276,-1-2 1,-1-7-1,7-9-638,2-6 1,4-4 0,5-7 0,0-5 744,0-7 0,12-47 0,3-18 0</inkml:trace>
  <inkml:trace contextRef="#ctx0" brushRef="#br0" timeOffset="7948">3655 238 8070,'-9'6'299,"1"3"1,5 3 0,-3 2 0,1 3 186,1 0 0,0 7 1,2-2-1,-1 3-379,-1 1 0,-1-1 1,5-2-1,0-2-742,0-2 1,0-1 634,0-5 0,12-24 0,3-5 0</inkml:trace>
  <inkml:trace contextRef="#ctx0" brushRef="#br0" timeOffset="8164">3879 172 8070,'-8'9'199,"-1"-1"0,0-1 280,2 0 0,-5 2 0,5 4 0,-2 0 0,0 1 1,2 0 0,-3 2-1,1 3-1603,-2 2 1,6-3 1123,0 4 0,10-6 0,2 3 0</inkml:trace>
  <inkml:trace contextRef="#ctx0" brushRef="#br0" timeOffset="8348">3932 278 8074,'-4'9'477,"-2"-2"0,0 0 99,0 1 1,-4 2 0,1 6 0,-3 3-616,-1 2 1,0 1 0,0 4 0,0 1-364,0-1 0,4-1 1,1-3-1,3-5-1379,2-2 1781,1-2 0,31-35 0,8-8 0</inkml:trace>
  <inkml:trace contextRef="#ctx0" brushRef="#br0" timeOffset="8465">3998 489 8219,'-1'13'274,"-4"1"0,2 0 0,-5 2 0,-3 3 299,0 2 0,-3 1 1,0 4-1,-2 1-688,-2-1 0,-4 0 115,5 1 0,-25 11 0,0 3 0</inkml:trace>
  <inkml:trace contextRef="#ctx0" brushRef="#br0" timeOffset="9264">4328 344 8946,'0'-13'616,"2"4"0,3 0-579,9-1 0,0-2 0,7 0 0,-1 2-412,1 1 1,-5 5-1,3-3 1,-1 1-638,-1 3 1,1 0 1011,-5-1 0,0 2 0,-7-4 0,-6 8 0,-7 2 0,-5-2 0,-1 2-99,0-3 0,-1-1 0,3 2 0,0 1 131,3 1 1,3 6 0,-2-1-1,1 3 127,3 1 0,2 0 0,1 1 1,-2 0-27,-2 4 0,2 2 0,-2 7 0,2-1 49,2 1 1,-1 3 0,-2 1 0,-3-2-5,-1-1 1,2-3-1,-3-3 1,-3-4-31,0-4 1,2-6-1,0-4 1,-1-2 139,-2-2 1,0-8-1,2-3 1,3-7 77,1-3 0,-3 1 0,5-2 0,-1 4-15,-1 4 0,5 1 0,-3-1-504,2 1 0,8 6 0,3 2-485,3 4 1,2 1 0,2 0 0,3 0-1725,2 0 2362,1 0 0,57-18 0,13-4 0</inkml:trace>
  <inkml:trace contextRef="#ctx0" brushRef="#br0" timeOffset="9464">4724 238 8132,'-7'6'613,"-4"-3"0,7 6 1,0 1-703,-2 2 0,4 1 0,-2 0 0,2 1 89,2-1 0,12 0 0,3 0 0</inkml:trace>
  <inkml:trace contextRef="#ctx0" brushRef="#br0" timeOffset="9664">4829 93 8220,'0'13'802,"0"1"1,0 0-460,0 4 1,0 8 0,0 10 0,0 5-177,0 7 1,0 2 0,0 11 0,-1 2-161,-3 2 1,-2 2 0,-3-1 0,3-4-510,0-11 502,5-13 0,1-29 0,7-12 0</inkml:trace>
  <inkml:trace contextRef="#ctx0" brushRef="#br0" timeOffset="9814">5173 727 8047,'5'13'0,"3"0"0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5:23.0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218 149 8186,'-6'-8'217,"1"1"1,1 1 303,2-1 0,0 2 1,0-1-1,-3-1 148,0-1 0,2-1 0,-2 0 0,0 0-255,0 0 0,-1 0 0,-2 0 0,1 0-536,1 0 1,0 2-1,-3 2 1,0 0-228,0 0 0,1 4 0,1 1 0,1 6-83,-1 5 1,2 4 0,0 3 0,1 1 108,2 2 1,1-1 0,1 4 0,0 0 304,0-1 1,4-2 0,2-5 0,2-2 53,1-1 0,3-5 0,0-5 0,0-2-54,1-1 1,-3-4 0,2-3 0,-3-3-70,-3-2 1,1-1 0,-4 2-146,-1-1 97,4 0 1,-5 12 0,2 6 0,-2 7 155,-1 4 0,0 6 0,0 3 0,0 6 114,0 3 1,0-3 0,0 6 0,-1 0 293,-2-1 0,-3-2 1,-3-1-1,0 0 55,0-6 0,0-1 1,0-6-1,-1-2 80,-2-3 0,2-4 0,-3-6 0,1-4-302,0-4 0,-1-4 0,2-6 0,-1-3-116,1-2 0,2-4 0,2-1 1,2 0-291,1 0 0,1 1 0,3 2 0,0 2-507,0 2 0,1 2 0,1 4 0,2 0-3626,1 0 4277,1 4 0,39-7 0,9 2 0</inkml:trace>
  <inkml:trace contextRef="#ctx0" brushRef="#br0" timeOffset="535">543 77 7770,'-1'-8'0,"-1"1"462,-1 1 0,-1 4 0,2-2 0,-2 1 109,-1 0 1,2 0 0,-3 5 0,-1 3-511,-1 4 0,-1 7 1,0 2-1,-1 6 6,-2 5 0,1 3 0,-1 4 0,2 0 167,1 1 0,0 3 0,0 1 0,1-1-41,2-4 0,-1-2 0,4-7 0,2-4-335,3-2 1,1-8 0,5-4 0,3-5-733,2-3 1,2-6 873,3-4 0,-3 4 0,-2-3 0</inkml:trace>
  <inkml:trace contextRef="#ctx0" brushRef="#br0" timeOffset="1031">760 122 9979,'-6'-3'434,"0"0"0,3 0 0,-2 4 0,0 2-241,0 3 1,2 6 0,-3 4 0,-2 4 100,0 4 0,-2 3 0,-1 3 0,-1 4 105,1 1 1,1 1-1,2 0 1,2-1-208,3-2 1,2-7-1,1-8 1,0-5-224,0-3 0,4-5 1,2-2-1,2-3-292,1-3 1,1-5-1,1-4 1,1 0-495,-1-1 1,-1 2 0,-1-3 0,-2 1-2835,-1 2 3651,-4 1 0,-6-11 0,-6-3 0</inkml:trace>
  <inkml:trace contextRef="#ctx0" brushRef="#br0" timeOffset="1197">633 303 8056,'-8'-4'0,"1"-1"1091,1 0 476,0-4 1,3 5-1567,6-2 1,3 2 0,9 4 0,1 0 196,1 0-198,1 0 0,41-4 0,9-1 0</inkml:trace>
  <inkml:trace contextRef="#ctx0" brushRef="#br0" timeOffset="1464">922 104 8241,'6'-3'361,"0"0"338,1 1 1,-2 1 0,1 1-1,1 2-255,1 4 0,1 4 0,1 9 0,-1 3 35,0 5 1,-1 5-1,-2 7 1,-3 4-252,-2 1 0,-1 2 0,0 0 0,-1-2-834,-2-6 0,-2-4 0,-4-8 606,0-2 0,-25-38 0,-5-13 0</inkml:trace>
  <inkml:trace contextRef="#ctx0" brushRef="#br0" timeOffset="1995">1329 312 9768,'9'0'65,"0"0"0,1 0 0,1 0 0,2 0-629,1 0 1,0 0 0,1 0 563,-3 0 0,-2 16 0,-1 4 0</inkml:trace>
  <inkml:trace contextRef="#ctx0" brushRef="#br0" timeOffset="2114">1356 429 8231,'-9'0'1277,"0"0"1,6 0 0,5 0-1319,6 0 1,10-3 40,0 0 0,42-12 0,9 0 0</inkml:trace>
  <inkml:trace contextRef="#ctx0" brushRef="#br0" timeOffset="2614">1871 248 8495,'-9'-8'0,"0"2"796,0 3 0,0 2 0,0 2-374,0 2 1,0 6 0,0 6 0,0 3-410,0 4 1,1 1-1,1 5 1,2 1-19,0 1 1,2 3 0,3-2-1,1-1 61,2-2 1,4 0 0,5-10-1,2-5-179,0-5 0,3-8 1,-1-7-1,2-4 46,0-4 0,1-7 1,-6-3-1,-1-3-244,-2-2 1,3-4 0,-7 2 0,-2-1 59,-2 0 0,-2 4 0,-1-2 0,-3 5 186,-5 5 1,-1 5 0,-5 10-1,0 3-392,1 2 467,-3 9 0,-1 42 0,-5 19 0</inkml:trace>
  <inkml:trace contextRef="#ctx0" brushRef="#br0" timeOffset="3280">2395 285 8238,'0'6'0,"-1"0"0,-1 1 37,-1 1 0,-3 2 0,2 1 0,0 1 52,0-1 0,-3 3 0,2 0 1,-1 1-183,0 0 0,1-3 0,-2 2 0,1-1 229,-1-2 0,-1-2 0,-1-3 0,0-3 79,0-2 1,-1-1 0,1-2-16,0-4 0,4-1 0,2-8 0,2-2-202,1-3 0,4 1 0,2-3 0,3 1-7,4 0 1,2 1 0,5 5-1,1 3 42,-1 1 0,3 6 1,1 2-1,1 3 192,-1 3 0,-1 7 1,-4 9-1,-1 4 5,-4 3 0,-4 4 0,-3 0 0,-4-1-230,-2-1 0,-50 7 0,-11 2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5:27.5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-5778 1523 8157,'0'7'-13,"0"-1"1,0 1 232,0 1 1,1 1-1,2 1 1,3 1 158,2 1 0,4 4 1,1-1-1,-1 1-546,1-1 1,0 2-1,2-3 1,-2 0-656,0-2 0,-6-3 1,2-3 821,-1-3 0,-16-34 0,-3-9 0</inkml:trace>
  <inkml:trace contextRef="#ctx0" brushRef="#br0" timeOffset="216">-5669 1542 8157,'4'-6'-4,"3"0"0,3-2 98,2 0 1,4 2-1,-1 0 1,3-1 86,3-1 0,1-1 1,3 0-1,-2 1-234,0 2 1,1-1 0,-2 4 0,-1 1 40,-2 1 0,0 2 0,-7 3 31,-1 5 1,-5 0 0,-3 3 0,-2-2-53,-1-1 0,-4 3 0,-2 1 0,-2 2-358,-1 1 1,-1-3 0,-2-1 390,-3-2 0,-34-1 0,-10 0 0</inkml:trace>
  <inkml:trace contextRef="#ctx0" brushRef="#br0" timeOffset="350">-5534 1487 8157,'-4'9'270,"3"0"1,-2 0 0,2 0-50,1 1 1,0 2-1,0 1 1,0 1-505,0 2 0,0-2 0,0 1 283,0 1 0,-4 5 0,-1 2 0</inkml:trace>
  <inkml:trace contextRef="#ctx0" brushRef="#br0" timeOffset="500">-5561 1569 8157,'3'6'-180,"1"-1"-187,1-1 0,-3 3 0,2-2 367,0 0 0,-15 23 0,0 2 0</inkml:trace>
  <inkml:trace contextRef="#ctx0" brushRef="#br0" timeOffset="617">-5624 1677 8157,'4'-6'-45,"2"0"1,2 4-1,1-2 1,0 1 94,0 0-50,0 0 0,16 3 0,4 0 0</inkml:trace>
  <inkml:trace contextRef="#ctx0" brushRef="#br0" timeOffset="800">-5696 1813 8157,'1'-8'-572,"1"1"822,1 1 1,4 3-1,-1-3 1,2 1-211,1 0 0,4 2 1,2-3-1,2 0-755,1 1 715,-4-3 0,15-9 0,0-7 0</inkml:trace>
  <inkml:trace contextRef="#ctx0" brushRef="#br0" timeOffset="950">-5552 1686 8157,'-8'4'-263,"2"2"0,-1 2 0,3 2 0,0 1 397,0 1 1,0 3 0,2-2-1,-1 0-298,1 1 1,1 1-1,1-2 1,0 0-409,0 0 572,0-1 0,12-19 0,3-4 0</inkml:trace>
  <inkml:trace contextRef="#ctx0" brushRef="#br0" timeOffset="1067">-5507 1686 8157,'0'9'-312,"0"0"0,0 0 403,0 0 1,0 1-92,0 2 0,-4 31 0,-1 10 0</inkml:trace>
  <inkml:trace contextRef="#ctx0" brushRef="#br0" timeOffset="1235">-5642 1921 8157,'0'-9'792,"0"3"-556,0 0 1,4 1 0,2-1 0,3 2-215,3 0 0,-1 2 0,3-3 0,0 0-1249,0 0 1227,-3 3 0,14-6 0,-1 3 0</inkml:trace>
  <inkml:trace contextRef="#ctx0" brushRef="#br0" timeOffset="1366">-5561 1921 8157,'-9'9'-469,"3"0"0,0 0 1,0 1 462,1 2 0,-2-2 0,3 2 0,0-2 6,0-1 0,1 3 0,3 0 0,-4-4 0,-1-3 0</inkml:trace>
  <inkml:trace contextRef="#ctx0" brushRef="#br0" timeOffset="1483">-5434 1939 8089,'6'9'0,"-1"0"0,-1 0 0,19 0 0,2 0 0</inkml:trace>
  <inkml:trace contextRef="#ctx0" brushRef="#br0" timeOffset="1968">-5136 1569 8173,'-5'0'683,"8"-3"0,7 0 1,3 0-1049,3-1 1,1 3 364,1-2 0,24-6 0,6-1 0</inkml:trace>
  <inkml:trace contextRef="#ctx0" brushRef="#br0" timeOffset="2135">-4992 1523 8186,'-12'5'-172,"0"1"0,-1 3 1,2 3-1,-1 2 299,1 0 1,1 4 0,1-1 0,0 4-37,0 2 0,0 1 1,0 2-1,0-1-134,0-1 0,0-4 0,1 2 0,2-4-337,3-3 380,2-6 0,17-21 0,4-8 0</inkml:trace>
  <inkml:trace contextRef="#ctx0" brushRef="#br0" timeOffset="2267">-4874 1605 8206,'0'9'-863,"0"-3"0,0 0 863,0 1 0,-12-7 0,-3-1 0</inkml:trace>
  <inkml:trace contextRef="#ctx0" brushRef="#br0" timeOffset="2501">-4910 1659 8206,'-4'13'-48,"3"-3"1,-2 3 0,2 0 40,1 2 0,0 1 0,0 0 1,0-1 95,0 2 0,0 0 0,1 1 0,1 0-213,1 0 1,0 0-1,-3-1 1,-1-1 52,-2-1 0,-1-4 0,-4 1 0,0-2 238,-2-1 0,-3-1 1,1-2-1,-2-3 147,0-2 1,0-2-1,3-2 1,-1-4-15,1-4 1,4 0-1,2-3 1,1 0-146,2 0 0,1 2 0,2-2 1,2 1-312,3 2 0,2 2 0,1 2 0,1 2-602,2 1 1,-1-2 757,4 3 0,-8 0 0,1 3 0</inkml:trace>
  <inkml:trace contextRef="#ctx0" brushRef="#br0" timeOffset="2969">-4684 1596 8270,'0'-9'0,"0"0"914,0 0 1,1 1 0,2 2-589,3 3 0,2 2 1,1 1-1,0 0-697,0 0 1,-3 7 0,-1 2 0,0 2-291,0 2 0,-3 1 0,1 4 1,-3 0 401,-3 0 1,1-3-1,-4 0 1,0 0 170,1-1 1,-2-1-1,3-5 1,-1-1 1055,-2-1-539,3-4 0,0 1 1,5-5-345,2-1 0,2 0 1,4 3-1,0 1-94,0 2 1,0 3 0,0 6-1,0 4-81,0 1 1,-1 1-1,-1 1 1,-2 1 33,-1 1 0,-2 3 0,-5-2 0,-3 0 47,-2 0 0,-2-1 1,-1-4-1,-2-2 69,-1-3 0,0-2 1,-2-4-1,2-3 75,1-2 1,0-6-1,4-5 1,1-3-92,2-1 1,1-3-1,3 3 1,-1-1-185,1 0 1,4 4 139,1-1 0,32-10 0,6-2 0</inkml:trace>
  <inkml:trace contextRef="#ctx0" brushRef="#br0" timeOffset="3468">-4133 1469 8222,'0'-5'828,"1"1"0,2 5-828,3 2 0,2 18 0,1 8 0</inkml:trace>
  <inkml:trace contextRef="#ctx0" brushRef="#br0" timeOffset="3752">-4251 1523 8251,'0'7'0,"0"-1"0,-1 1 0,-2 1 1,2 1 0,-2 0 0,2 1 34,1 2 0,-1 1 0,-1 3 0,-1-1 17,1 1 1,1-2 0,0 1 0,-1 0 178,-1-1 1,0-1 5,3-4 0,0-6-191,0-6 0,4-3 0,2-9 0,2 0-135,1 1 1,3-3-1,1 2 1,1-1-75,2 1 1,4-1 0,2 4 0,-2 1 83,-1 1 0,-1 5 1,0 2-1,-1 2-12,-2 1 0,-3 1 1,-6 3 90,-3 5 0,-42 44 0,-11 15 0</inkml:trace>
  <inkml:trace contextRef="#ctx0" brushRef="#br0" timeOffset="3867">-4206 1749 8251,'0'-9'-9,"1"0"1,2 0 102,3 0 0,2 3 1,1 0-1,2 0-275,1 1 0,-1 1 0,3 4 181,-1 0 0,7 12 0,-1 3 0</inkml:trace>
  <inkml:trace contextRef="#ctx0" brushRef="#br0" timeOffset="4017">-4206 1822 8251,'-5'-4'-22,"0"2"192,2-4 1,3 0 0,0-2 0,5 1 60,3 0 1,2 4 0,2-2 0,4 0-555,1 0 1,-2 3 0,-1-1 0,0 2 322,0 1 0,-3 12 0,2 4 0</inkml:trace>
  <inkml:trace contextRef="#ctx0" brushRef="#br0" timeOffset="4187">-4269 1912 8316,'0'-9'240,"0"0"1,0 3-1,1 0 1,3-1 110,5-1 1,1 0 0,5 1 0,2 1-353,3-1 0,0 0 1,4 0-1,-1 1-1084,0-1 1,-6 3 1084,1 1 0,-2-2 0,2 0 0</inkml:trace>
  <inkml:trace contextRef="#ctx0" brushRef="#br0" timeOffset="4385">-4124 1713 8251,'-4'10'3,"-2"1"0,-1 2 292,1 1 0,-2 1 0,2 4 0,-1 0 28,0 2 0,-1-1 0,2 4 0,-1 0-206,1-1 1,-2 3 0,2-3-1,-2 0-664,-1-2 1,1-6 0,1-2 546,1-3 0,8-42 0,-1-9 0</inkml:trace>
  <inkml:trace contextRef="#ctx0" brushRef="#br0" timeOffset="4483">-4179 1930 8251,'10'0'172,"-1"0"0,0 1 0,0 2 187,0 3 1,0 2 0,1 2 0,2 1-166,3 1 1,2 0-195,1-3 0,28-16 0,7-4 0</inkml:trace>
  <inkml:trace contextRef="#ctx0" brushRef="#br0" timeOffset="4901">-3862 1533 8451,'-5'4'552,"2"-3"0,6 2 1,3-1-1168,2 1 0,4-2 0,1 2 0,1-2 197,2-1 0,-3 0 1,-1 0-1,-2 0 418,-1 0 0,-4 1 0,-2 2 0,-2 3 0,-2 2 0,-3 1 0,-4 0 0,-3 0 0,-5 1 0,1 1 0,-2 1 205,-1-1 0,3-1 0,1-1 1,1-1 853,2-2 0,4 1-19,1-4 0,6 0 1,2-4-828,6-2 1,6 1-1,-1-3 1,0 0-469,0 0 1,2 2 0,-2-2-491,1 1 0,-3-2 1,1 3-1672,-2 1 2416,-1 1 0,-24 13 0,-6 3 0</inkml:trace>
  <inkml:trace contextRef="#ctx0" brushRef="#br0" timeOffset="5085">-3835 1740 8251,'-3'9'-631,"-1"0"1,0 0 826,0 0 1,-2 1 0,2-1 0,0 0 132,0 0 1,-2 1 0,3 1 0,0 2-181,-1 1 0,2-2 1,-3 3-1,1 0 61,2-1 1,1 2-1,1-4 1,0-1-184,0-1 0,1 2 0,2 0-320,3-1 1,5-5 0,1-3 292,-1-2 0,27-49 0,6-12 0</inkml:trace>
  <inkml:trace contextRef="#ctx0" brushRef="#br0" timeOffset="5216">-3754 1786 8251,'-4'9'74,"2"0"1,-3 0 0,0 1 204,0 2 1,2 2 0,-2 4 0,1 1-195,2 2 0,-2-1 0,0 3 0,0-1-611,0-2 0,0-1 526,1-1 0,-2-8 0,-4-1 0</inkml:trace>
  <inkml:trace contextRef="#ctx0" brushRef="#br0" timeOffset="5350">-4007 1975 8157,'0'-9'191,"0"0"1,0 0-1,0 0 1,1 1 433,2 2 0,3-2 0,6 3 0,4-1 812,4 0-1437,3 0 0,65-23 0,-37 12 0,0 0 0</inkml:trace>
  <inkml:trace contextRef="#ctx0" brushRef="#br0" timeOffset="5916">-3546 1523 8170,'-4'-5'199,"2"1"0,-4 4 432,-1 0 1,-1 4 0,-1 3 0,0 2-547,0 3 1,0 1 0,0 3-1,0-1-351,0 1 1,3-2-1,0 0 1,-1-1-93,2-2 0,1-4 266,4-1 0,1-4 0,2 1 0,4-3 103,5-3 1,1-2-1,3-4 1,-1 0-41,1 0 1,-3 3 0,0 1 0,-1 0-184,0 0 1,0 3 411,-3-1 0,-1 4 0,-2 4 79,-3 4 1,-6 3 0,-3 0 0,-2 4-41,-1 4 0,-1 0 1,-1 3-1,-1 0-86,1 0 1,0-2 0,0 1 0,-2 0-177,-1 2 0,3-2 0,-1-2 0,2-3-600,0-2 0,1-4 0,0 1-532,0-2 1155,0-5 0,-4-21 0,-1-9 0</inkml:trace>
  <inkml:trace contextRef="#ctx0" brushRef="#br0" timeOffset="6068">-3691 1813 8170,'9'0'477,"0"1"0,0 2 0,1 4 494,3 4 0,2 7 1,5 6-1,2 2-921,1 1 0,2 0 1,4 0-1,2-1-50,1-2 0,21-5 0,9-6 0</inkml:trace>
  <inkml:trace contextRef="#ctx0" brushRef="#br0" timeOffset="6682">-3040 1415 8420,'-6'-3'671,"0"0"1,0 0-1,-2 5 1,1 3-504,1 4 1,0 6-1,-3 0 1,0 2-487,0 1 1,3 3-1,0 0 1,-1-3-263,2-2 0,-2-5 470,4 1 1,4-6 0,6-4 0,3-4 131,3-4 0,2-2 1,-2-1-1,1 1 127,2 2 1,-3-2-1,-1 3 1,-2 0 255,-1 2 0,0-1-395,0 1 1,-4 1 0,-2 5-1,-3 3-207,-3 2 0,-2 5 0,-5 1 1,-1 1-213,-1 0 0,-3-1 409,3 1 0,0-2 0,3-4 0</inkml:trace>
  <inkml:trace contextRef="#ctx0" brushRef="#br0" timeOffset="6833">-3140 1686 8336,'0'9'69,"-3"1"0,0 1 197,1 1 0,1 4 1,1-1-1,0 3-74,0 4 1,-1 2 0,-1 5 0,-1 1-201,1-1 0,1-1 0,1-1 0,0 0-259,0 0 0,0-4 0,0-2 0,0-5 267,0-4 0,4-18 0,1-5 0</inkml:trace>
  <inkml:trace contextRef="#ctx0" brushRef="#br0" timeOffset="7133">-3131 1713 8264,'6'-4'61,"1"2"0,-3-3 0,1 0 168,2 0 0,1 2 0,1-3 0,0-1-219,0-1 1,3 0-1,1 1 1,1 1-307,2-1 1,-3-1 0,0 0-1,-1 2 172,0 3 1,0 2 0,-3 1-1,-1 1 217,-2 2 0,-1 2 1,-3 5-1,1 2 72,-1 3 0,-1 5 0,-1 2 0,0 1-128,0 2 1,-1 1-1,-1 3 1,-2 0-93,-1 1 1,0 0-1,-1-4 1,2-1-261,0-1 0,3-8 0,-2-1 315,2-4 0,-3-26 0,-1-6 0</inkml:trace>
  <inkml:trace contextRef="#ctx0" brushRef="#br0" timeOffset="7299">-3040 1686 8264,'5'4'-412,"-2"2"309,-2 2 1,-1 1-1,0 0 1,0 1 355,0 2 1,0-1 0,0 3-254,0-1 0,-12 8 0,-3-2 0</inkml:trace>
  <inkml:trace contextRef="#ctx0" brushRef="#br0" timeOffset="7466">-3067 1740 7951,'0'9'-652,"0"0"1,0 0 0,-1 1 697,-2 3 0,1-2 0,-4 3 1,-1 0 404,-1 0 1,0-3-1,1 1 1,2-2 1811,1-1-1817,1-4 1,11-8-447,4-6 0,44-50 0,12-11 0</inkml:trace>
  <inkml:trace contextRef="#ctx0" brushRef="#br0" timeOffset="7802">-2778 1542 8250,'0'-9'-4,"0"-1"705,0 1 1,0 0-555,0 0 0,1 4 0,1 3-655,1 4 0,3 0 0,-3 4 1,-1 1 65,-1 1 0,-1 5 1,0 0-1,-1 1 333,-2 2 1,-1-2 0,-3 1 0,1 0 332,-1-1 0,-1 0 0,-1-4 1,1 0 2272,2-2-1851,-2-1 0,8-3 0,0-4-670,5-5 0,3-3 0,1 0 1,0 1-341,0 1 0,0 4 0,0-2 1,0 1-619,0 0 1,-3 0 284,0 3 1,-4 1 696,1 2 0,-26 30 0,-7 11 0</inkml:trace>
  <inkml:trace contextRef="#ctx0" brushRef="#br0" timeOffset="7933">-2896 1822 8228,'-6'1'724,"0"2"1,5-2 0,1 1-332,5-4 1,4 0-1,2-4 1,2 0-408,2 1 0,0-3 1,3 2-1,0-2-240,0-2 0,0 1 0,0 0 0,-1 0 254,-2 0 0,6-4 0,-2-1 0</inkml:trace>
  <inkml:trace contextRef="#ctx0" brushRef="#br0" timeOffset="8116">-2742 1659 8275,'0'9'66,"0"1"0,0 2 0,0 3 344,0 2 0,0 1 0,0 1 0,0 2 142,0 4 0,0 4 0,0 2 0,0 1-284,0 2 0,0-2 1,0-1-1,0-3-268,0-4 0,8-20 0,2-6 0</inkml:trace>
  <inkml:trace contextRef="#ctx0" brushRef="#br0" timeOffset="8452">-2471 1776 8184,'3'-9'0,"1"0"0,1 0 1,-2 3 0,3 1-1,1 1 432,1 2 0,1 1 0,0 2 0,0 2-238,0 3 1,-3 2-1,0 2 1,0 1 155,-1 1 1,-1 2 0,-4-3 0,0 2-180,0 1 0,-1 0 0,-2 1 0,-3-2-653,-2 0 0,-4-3 1,-1 2 481,-1-2 0,-17-9 0,-7-2 0</inkml:trace>
  <inkml:trace contextRef="#ctx0" brushRef="#br0" timeOffset="8634">-2399 1587 8184,'-4'5'37,"2"6"1,-4-2-1,0 2 374,1 2 0,-3 4 0,3 6 0,-1 2 28,0 3 0,0 2 1,-4 0-1,-1 1-775,-1 1 336,0-3 0,-13 14 0,-4-1 0</inkml:trace>
  <inkml:trace contextRef="#ctx0" brushRef="#br0" timeOffset="8918">-2308 1641 8262,'6'4'267,"0"2"1,-3 2 0,3 1-1,1 1 489,1 2 0,2 2 0,1 4 0,2 1-255,1 2 1,-2-2 0,2 4-1,0-2-171,0 0 1,0 0 0,1-3 0,-3-1-793,-2-2 1,-4-3-1,-1-5-1616,-1-1 2078,-1-4 0,-11-14 0,-2-8 0</inkml:trace>
  <inkml:trace contextRef="#ctx0" brushRef="#br0" timeOffset="9066">-2164 1650 6334,'27'-9'0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5:47.2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10352,'8'33'0,"2"7"0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5:50.1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79 154 8145,'-6'0'114,"0"0"503,-1 0 0,2 0 0,-1 0 255,-1 0 1,2-1-688,-1-2 1,4-2 0,-1-4 0,2 0-203,1 0 1,4 0 0,2 0 0,3 0-275,3 0 0,2 1 1,3 1-1,-1 2-96,0 1 1,-2 1-1,1 4 1,-3 3 191,-2 5 0,-2 2 0,-2 6 1,-3 3 141,-2 2 1,-5 2 0,-3 4 0,-4-1 25,-4 0 1,-2 0-1,-1-1 1,-1-2 95,1-3 0,0-3 0,1-4 0,2-4 376,3-3 1,3-6-280,3-1 0,4-1 0,7-5 0,5-1-52,3-1 1,2 2 0,3 1 0,0 0 50,0 0 0,1 3 0,-2-1 1,-2 4-37,-3 5 1,-2 1-1,-2 8 1,-2 1-17,-3 1 1,-4 2-1,-4 3 1,-5 2-264,-3 2 0,1-3 0,-3-2 0,-1-2-268,-2-1 1,0-3 0,0-2 0,1-3 417,2-5 0,6-27 0,5-8 0</inkml:trace>
  <inkml:trace contextRef="#ctx0" brushRef="#br0" timeOffset="350">387 326 8485,'0'-9'464,"0"0"1,4 3 0,2 1-1,2 0 10,1 0 0,4 2 1,2-2-1,3 1-416,3 2 0,-2 2 0,1 3 1,-3 4-7,-2 4 0,-5 3 0,-1 4 0,-5 1-188,-3 2 1,-2-1 0,-3 4 0,-4 0 135,-3 0 0,-45 6 0,-8-2 0</inkml:trace>
  <inkml:trace contextRef="#ctx0" brushRef="#br0" timeOffset="897">956 182 8122,'-8'-1'612,"2"-2"0,2 1 0,5-4 0,3 1-297,5 0 1,7-1 0,6-3 0,1-1-206,2-2 0,4 1 0,2-3 0,0 0-452,1 0 1,1 3 0,-4-1 0,-3 3-1895,-4 3 1528,-3-2 1,-10 11 0,-6-1 346,-7 2 1,-4 3 360,-1-4 0,0 4 0,0-2 0</inkml:trace>
  <inkml:trace contextRef="#ctx0" brushRef="#br0" timeOffset="1081">1218 19 7813,'-4'-5'-71,"3"0"0,-3 3 907,0-1 1,2 1-1,-3 5-607,1 3 1,-2 2-1,2 2 1,-1 3-165,-2 5 1,2 4 0,-2 5-1,-2 2-263,-3 4 0,-5 3 1,-1 8-1,-4 2-41,-1 0 0,-3-1 0,2-3 1,-2-2-302,-1-3 1,8-13 0,4-7-101,4-8 0,6-10 640,2-8 0,18-32 0,5-12 0</inkml:trace>
  <inkml:trace contextRef="#ctx0" brushRef="#br0" timeOffset="1231">1010 281 8265,'6'3'15,"0"0"0,-4 4 1,1 0-1,-1 4 385,1 4 1,-2 3 0,2 2-1,-1 2-213,1 1 1,-2 5 0,2 2-1,-2-1-319,-1-1 1,3-2-1,0-2 1,-1-3-1682,-1-2 1813,3-5 0,-3-17 0,3-8 0</inkml:trace>
  <inkml:trace contextRef="#ctx0" brushRef="#br0" timeOffset="1664">1227 236 8265,'0'-9'922,"1"0"-292,2 0 0,2 4 1,4 2-839,0 2 0,0 1 0,0 0 0,0 0-500,0 0 1,-1 4-1,-2 2 1,-2 1 443,0-1 0,-3 2 1,2-2-1,-3 2 173,-3 1 1,1-1 0,-3-1-1,0-1 395,0 1 0,0-2 1,-2 1 196,1 1 0,4-2 0,-1 1 0,2 1-194,1 1 1,0 1 0,0 0-1,0 1-162,0 2 1,0 0 0,1 5 0,1 3-195,1 3 1,1-2 0,-2 3 0,1 1 75,-1 1 1,-1-2-1,0-2 1,1-2-256,1-3 1,0-5-228,-3 0 0,-1-6 1,-1-4-274,-1-4 0,-3-4 728,3-6 0,-16-22 0,-1-9 0</inkml:trace>
  <inkml:trace contextRef="#ctx0" brushRef="#br0" timeOffset="1815">1164 498 8265,'-9'0'586,"3"0"2202,-1 0-1476,1 0 1,2-1-1319,4-2 0,7 2 0,7-3 0,1 1-2349,4 0 2355,3-4 0,28-8 0,11-3 0,5-5 0,1 1 0</inkml:trace>
  <inkml:trace contextRef="#ctx0" brushRef="#br0" timeOffset="2283">1651 172 8265,'-9'0'0,"0"0"1105,0 0-463,0 0 1,6-1 0,6-1-416,8-1 0,9-4 1,5 2-1,2-2-452,3-2 0,-2 2 0,2-5 0,-2 2-2343,-1 1 2568,-4 4 0,-1-3 0,-4 3 0</inkml:trace>
  <inkml:trace contextRef="#ctx0" brushRef="#br0" timeOffset="2500">1877 1 7234,'-6'3'462,"0"0"0,3 4 0,-2 0 0,0 4-114,0 4 1,-1 5 0,-3 2 0,-1 2-227,-2 4 0,1 0 0,-5 6 0,-2 0-248,-2 1 1,-2 1 0,1-1-1,-3-1-180,-3-1 0,1-4 1,2-3-1,4-8-368,4-8 1,3-5 0,4-5 673,0 0 0,24-69 0,6-16 0</inkml:trace>
  <inkml:trace contextRef="#ctx0" brushRef="#br0" timeOffset="2632">1633 290 8265,'0'10'225,"0"1"217,0 1 1,1 4 0,1 0 0,1 4-203,-1 4 0,3 2 1,0 2-1,1 0-194,0 2 1,-1-2 0,2 1 0,-3-4-240,0-4 1,-2-6 192,4-3 0,-4-18 0,2-5 0</inkml:trace>
  <inkml:trace contextRef="#ctx0" brushRef="#br0" timeOffset="2849">1796 380 9273,'4'-8'1094,"2"1"-1256,2 1 0,4 1 0,0-2 0,-1 1 162,-1-1 0,11-17 0,3-5 0</inkml:trace>
  <inkml:trace contextRef="#ctx0" brushRef="#br0" timeOffset="2948">1904 281 8187,'0'-5'499,"0"2"0,0 6-398,0 3 1,-1 2 0,-1 2 0,-1 2-536,1 3 0,1-1 0,1 1 434,0 1 0,-8 33 0,-2 10 0</inkml:trace>
  <inkml:trace contextRef="#ctx0" brushRef="#br0" timeOffset="3116">1796 552 8391,'-9'-6'0,"0"1"1046,0 1 1,4 0-306,2 1 1,3 2 0,4-2 0,5 2-243,5 1 1,4 0 0,3 1-1,4 1-551,4 1 1,0 1 0,5-2-1,0 1 52,1-1 0,61-1 0,-40-1 0,0 0 0</inkml:trace>
  <inkml:trace contextRef="#ctx0" brushRef="#br0" timeOffset="3652">2374 182 8287,'-9'-4'1344,"5"-2"-848,4-3 1,8 4-1,8 1 1,3 1-475,2 0 0,8-4 0,-2 2 0,1-1-54,0 0 1,-2 0 0,-1-2 0,-2 1-880,-1 1 0,-2 1 0,-6-2-413,-5 1 0,-1 3 1324,-5-3 0,-20 4 0,-8-2 0</inkml:trace>
  <inkml:trace contextRef="#ctx0" brushRef="#br0" timeOffset="3914">2645 46 7509,'-9'-8'274,"0"2"0,4 0-91,2 6 1,2-1-1,1 8 1,0 3-65,0 4 1,-1 3-1,-1 1 1,-1 1 17,1 2 0,-2 2 0,0 5 0,-1-1-84,-2 0 0,-2 1 1,-2 1-1,-2 1 2,-1-1 0,-1-2 1,-3-3-1,0-3 114,0-1 0,4-10 1,1-4-1,4-6-64,3-6 1,-1-4 0,4-10 0,2 0-120,3-1 0,4-3 0,5 3 0,3 2 17,0 3 1,0 3-1,2 5 1,-2 2 137,-1 3 1,2 4-1,-2 5 1,-1 7 253,-2 6 1,1 5 0,-6 6 0,0 5-237,-2 7 0,-3-2 0,-3 6 0,-4-1-999,-4-2 1,1-3 839,-2 3 0,-6-9 0,-1 1 0</inkml:trace>
  <inkml:trace contextRef="#ctx0" brushRef="#br0" timeOffset="4748">2961 209 8267,'-6'0'0,"0"-1"137,-1-2 1,3 1-6,1-4 0,3 0 0,3-2 0,3 1-225,2 0 1,2 1-1,1-3 1,3 0-40,0 0 0,-3 3 0,1 1 0,-2 1 107,-1 2 1,0-2 63,0 1 0,-3 1 0,-1 5 0,-1 4-22,-2 4 0,-4 0 1,-2 4-1,-1 3-134,-2 2 1,-1 0 0,-1 3 0,0-1-40,0-2 0,0 2 1,-1 0-1,-1 0 256,-1 0 1,-2 2-1,3-2 1,-1 1 184,1-1 1,0-2-1,1-5 1,0-3 105,2-2 1,5-6 0,0-4-163,2-5 0,1-7 0,1-3 1,2-2-246,3-1 1,3-1 0,2 1 0,2 1-85,1 2 0,-2 2 0,2 4 0,1 0-1,-1 0 1,0 4 0,2 2 0,-2 4 94,-1 5 1,2 4-1,-3 8 1,-1 1 117,-1 2 0,-5-1 0,-2 5 0,-2 0-57,-1 1 0,0 0 1,-1-2-1,-2-3-48,-3-2 0,-2-4 0,-1-2 0,0-2-33,0-3 0,-1-5 0,-1 0 1,-1-3 16,1-3 1,2-2-1,2-4 1,1 0 28,-1 0 0,3 0 0,0 0 1,1 0-91,0 0 0,0 0 0,4 0 70,2 0 0,42-4 0,14-1 0</inkml:trace>
  <inkml:trace contextRef="#ctx0" brushRef="#br0" timeOffset="5314">3585 272 8267,'6'1'-46,"0"2"0,-4-1 1,1 4-1,-2 2 239,-1 3 1,-1 0 0,-2 5 0,-3 2 24,-2 2 1,-2 5-1,-2-2 1,-3 1 73,-2-3 0,2-2 0,0-2 0,-2-1 109,0-1 1,3-8 0,2-1-136,2-4 0,5-10 0,2-5 1,2-5-586,1-3 1,5-7 0,4 0 0,4 0-115,1 0 0,3 5 1,-1 2-1,1 3 172,1 3 0,0 3 0,0 6 0,0 3 268,0 2 0,-3 10 1,-1 6-1,-1 7 425,-2 4 0,-2 1 0,-2 0 1,-2 0 198,-1 1-631,-1-1 0,5 12 0,2 3 0</inkml:trace>
  <inkml:trace contextRef="#ctx0" brushRef="#br0" timeOffset="5747">3973 191 8267,'0'6'391,"0"0"1,0 2 52,0 3 1,0 3 0,0 5-1,0 3-139,0 5 0,0 1 0,0 5 1,0 1-161,0 1 1,0 2-1,0-2 1,0-3-576,0-5 0,0-5 0,0-7-2178,0-3 2608,0-6 0,-8-34 0,-2-12 0</inkml:trace>
  <inkml:trace contextRef="#ctx0" brushRef="#br0" timeOffset="5914">4019 299 8217,'4'-5'843,"1"-2"1,4 4 0,1 1-219,2 1 1,0-2 0,5 0 0,2 1-355,0 1 1,0 1-1,-1 0 1,0 0-1100,0 0 1,-4 0 0,-2-1 0,-2-1-2374,-1-1 3201,-4 0 0,-9-17 0,-6-5 0</inkml:trace>
  <inkml:trace contextRef="#ctx0" brushRef="#br0" timeOffset="6200">4199 127 8201,'-4'9'188,"3"1"0,-2 2 0,2 3 108,1 3 1,3 1 0,0 2 0,0 4-123,1 4 1,-2 0-1,3 4 1,-1 0 8,-2-1 0,-1 3 1,-1-5-1,-1-1-65,-2-1 1,-2-6 0,-5-3 0,-1-4-368,-1-2 1,-1-5 0,2-5 0,-1-3 230,1-3 0,1-3 1,1-5-1,1-2 379,2-1 1,1 0 0,3-2 0,-1 1 18,1-1 0,1 2 0,2 0 0,2 1 42,3 2 0,0 4 0,3 2-587,4 1 1,-1 0 0,1 4-1,-1 2-1115,0 1 1,3 2 1279,-3 4 0,36 36 0,7 9 0</inkml:trace>
  <inkml:trace contextRef="#ctx0" brushRef="#br0" timeOffset="6314">4506 624 8113,'12'-3'0,"3"-3"0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6:03.4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182 18 8114,'-12'-4'578,"1"0"0,0 0 1,-1 4-1,2 2-362,3 1 1,-3 8 0,2 5 0,-2 1-285,-1 3 1,0 3 0,-1 3-1,2 5 96,3 1 1,-3 7-1,2 3 1,-1 3 91,2 4 1,2-4-1,5 3 1,0-4-52,0-2 1,1-5 0,3-11 0,5-3-318,4-5 1,1-6 0,5-9 247,1-1 0,12-42 0,3-11 0</inkml:trace>
  <inkml:trace contextRef="#ctx0" brushRef="#br0" timeOffset="730">306 244 8114,'-8'0'1503,"1"0"1,3-4-706,-4 0 0,6-5-791,-2 2 1,3-3 0,2-1-1,3-1-146,3 1 0,0 3 0,-1 1 0,0-2-30,1-1 1,-4 0 0,5 2 0,-1 3-313,0 0 0,-1 4 0,-2-3 338,3 3 1,-2 6 0,0 3-1,-1 2 101,0 1 0,3 0 1,-2 1-96,2-1 0,-4-1 0,5-3 26,1-3 0,1-2 0,0-4-34,-3-2 1,2-2-1,-4-6 1,0-3 52,0-4 0,3-1 0,-4 0 1,-1 1 133,2-1 0,-3 3 1,1 2-1,-1 3 801,-2 0-755,0 6 0,0 6 1,0 9-1,0 5-3,0 5 0,0 7 0,0 4 0,0 3-6,0 1 1,0 0 0,0 1 0,0 2 80,0 5 1,0 2-1,0 0 1,-2-2 59,-1 0 0,0-6 0,-3 1 0,0-6-57,-1-5 1,3-7 0,-2-4 0,0-2 111,0-2 0,2-5 0,-4-3 43,0-6 0,1-3 0,0-5 0,-2-1-142,-1 1 1,2 0-1,1 0 1,-2-1-135,-1 1 1,2 0 0,1-1 0,-1 1-131,2 0 0,0 1 0,3 1 0,0 1-411,0 0 1,2 1-1,1 0-1381,0-2 1880,0 4 0,45-15 0,12 1 0</inkml:trace>
  <inkml:trace contextRef="#ctx0" brushRef="#br0" timeOffset="1064">645 300 8732,'0'-6'3973,"1"-3"-3871,3 5 1,-2 1 0,6 3-567,1 0 0,1 0 0,1 0-1233,0 0 1,1 1 1696,-1 3 0,0 17 0,0 9 0</inkml:trace>
  <inkml:trace contextRef="#ctx0" brushRef="#br0" timeOffset="1230">679 413 8114,'-12'0'4264,"6"0"-4249,1 0 1,14 0 0,2 0-2500,2 0 2484,-1 0 0,40-10 0,9-2 0</inkml:trace>
  <inkml:trace contextRef="#ctx0" brushRef="#br0" timeOffset="1650">1051 447 8085,'-11'-5'200,"0"3"1,0-5-1,1 1 329,2 0 1,-2 2-1,4-4 1,-1 0-105,4-2 0,0-2 1,1 1-1,-2 0-520,1-1 1,3 1 0,3-1 0,2-2 88,1-1 1,2 0 0,3 3 0,0 1-332,1 0 0,-1 4 0,1 4 0,2 0 63,1-1 0,0 4 0,-3-1 0,-1 5 260,0 2 0,-3 2 0,-1 3 0,1 2 155,-2 2 1,-1-2-1,-5 5 1,0 0-98,0-1 1,-1-2 0,-2 3 0,-2-1-321,-1 1 0,-1-4 0,-5 2 276,1 0 0,-15-8 0,-5 2 0</inkml:trace>
  <inkml:trace contextRef="#ctx0" brushRef="#br0" timeOffset="2133">1345 52 8085,'6'5'1045,"1"-4"1,-5 4-785,2 0 0,1-3 1,-1 6-1,3 1-22,3 1 0,2 2 0,-1 3 0,0 4 75,1 3 1,-1 4-1,-1 2 1,-3 0-75,-3 4 0,-3 2 1,-1 2-1,0 2-586,0-2 0,-5-2 0,-3-3 0,-5-2-2349,-2-1 2695,-5-2 0,-33-8 0,-13-2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6:11.0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120 204 8157,'-12'0'284,"0"0"0,4 0 0,0 0 1039,-1 0 1,-2 0-773,-1 0 1,2-2-1,0 0 1,4-4-395,0-1 1,2-1 0,4-4 0,0-1-134,0-3 1,0 3 0,2-3 0,2 1-193,4-1 0,2 3 1,4-2-1,0 4-225,2 3 0,4 1 0,-2-1 0,-1 4 217,1 3 0,-2 2 1,-4 3-1,0 4 220,0 3 0,-6 2 1,-2 2-1,-2 3 165,-2 0 0,-2-2 1,-2 3-1,-4-2 58,-2-2 0,-2-2 0,-2 0 0,-2-1 4,-4 0 0,1-6 0,1-2 0,-1-2-130,0-2 0,5 0 0,-2-2 0,4-3-175,4-7 0,2-1 0,6-8 1,2 1-114,2 2 1,2-1 0,8 4 0,2-1-114,4 2 1,-2 6 0,1 2 0,0 2 142,-1 0 1,-3 1 0,1 6 0,-2 3 359,-2 0 0,-4 2 0,-2 4 0,0 2 205,-4 2 1,0-7 0,-4 3-1,-2-1-122,-4-1 0,-2-2 0,-4-1 0,0 0-355,-2-1 1,-2-3 0,3 1-1,-1-2-933,2-2 1,2-2 0,4-2-1792,4-4 2753,2 3 0,66-38 0,17-4 0</inkml:trace>
  <inkml:trace contextRef="#ctx0" brushRef="#br0" timeOffset="800">1347 240 8133,'-12'1'925,"0"3"1,0-3-388,0 3 0,0-2 1,0-2-1,0 0 79,0 0 1,0 0 0,0-2 0,0-2-106,0-4 1,0-2 0,0-2 0,0 0-356,0 0 0,5-5 0,3 0 1,3 0-289,1-1 1,0-3 0,0 2 0,1 1-255,3 1 0,4 4 0,7 2 0,1 2-13,-1 1 1,2 5-1,-1-1 1,0 4 381,2 4 0,-5 3 1,3 5-1,-3 0 194,-1 0 0,-1 2 1,-3 0-1,-3 2 121,1-1 0,-5 0 0,3-1 0,-4 2-65,-4-1 1,1-2-1,-5-2 1,-2-1-205,-5-2 1,2-4 0,-5 2 0,2 0-132,0-4 0,0 0 0,5-4 0,2-2 37,1-4 0,5-2 0,-1-2 0,3-1-132,1 1 1,5 0 0,3 0 0,3 0 10,1 0 1,0 6 0,0 0-1,0 2 389,0 0 1,0 0-1,0 6 105,0 2 1,-5-2 0,-3 6-1,-3 2-144,-1 0 0,0 2 1,0 0-243,0 0 0,-1-4 77,-3 0 0,-13-5 0,-9 3 0</inkml:trace>
  <inkml:trace contextRef="#ctx0" brushRef="#br0" timeOffset="4818">1215 119 8263,'0'-12'441,"-4"4"1490,0 0-810,-5 0 1,7 0-501,-2 0-723,3 6 0,6-4 0,3 6 0,3 0-447,1 0 0,-3 0 0,2 2 549,3 2 0,11-3 0,0 4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6:09.3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155 855 8071,'-12'0'446,"4"0"0,0 1 68,-1 3 0,2-3 0,-1 3 37,-1-2 0,-2-2 0,-1 0-320,0 0 0,0-4 0,1-2 0,2 0-305,1-4 1,5 0-1,-1-2 1,3 0-77,1 0 1,0-5 0,0 1-1,1 2-136,3 0 0,3 2 0,5-1 0,0 0 36,0 1 0,0-2 0,0 10 1,1 2 292,3 0 0,-2 2 0,2 0 0,-3 0 140,-1 0 0,-4 6 0,-1 2 0,0 2 40,-1 2 1,-3 2 0,1 0 0,-3 2-53,-1-1 1,-5 2 0,-3 0 0,-3-3-23,-1 0 0,0-2 0,-1 0 0,-2-2-57,-1-2 0,0-2 0,3-6 0,-2 0-38,-1 0 0,0-2 0,5-2 0,2-4-182,1-2 1,5-6-1,-1-2 1,4 0-42,4-4 1,3 5-1,5-1 1,1 4-19,3 2 1,-2-3 0,2 8 0,-2 1 199,2 2 1,-6 2-1,2 2 1,-1 0 267,-1 0 0,1 6 1,-3 3-1,-4 4 179,-3 3 1,-1 0 0,0-4 0,-1 0-147,-3 0 1,-3 1 0,-5-1-1,0-2-614,0-2 0,0 2 0,0-6-2348,0-2 2648,0 0 0,11-45 0,2-11 0</inkml:trace>
  <inkml:trace contextRef="#ctx0" brushRef="#br0" timeOffset="847">131 831 8022,'-8'0'990,"0"0"1,0 0-589,-4 0 1,0 0-1,0 0-222,0 0 1,4-4 0,1-2-1,1 0-120,-1-4 0,4 4 0,-1-2 1,3-2-238,1-1 1,0-1 0,0-1 0,0-2-4,0-1 1,5 0-1,3 4 1,3 2 86,1 2 1,4-2 0,0 6 0,-1 2 113,-2 0 0,-1 2 0,0 2 1,0 2 247,0 4 0,-5 2 1,-3 4-1,-3 2 21,-1 4 0,0-2 1,0 1-1,-1 0-100,-3 0 0,-3-3 1,-5 1-1,0-2 30,0-5 0,-4-2 1,0 0-1,1-4-40,2-2 1,1-2 0,1-3 0,2-4-231,1-5 0,5-8 1,-1 0-1,3-1-237,1 1 1,5-2-1,3 5 1,3 0 75,1-1 0,4 4 1,0 6-1,-1 2 200,-2 1 0,1 4 0,-1-2 0,0 6 274,-2 5 1,-7 4 0,0 2 0,-3 4-69,-1 0 1,0-2 0,-1 3-1,-3 0-781,-4 0 0,-3-5 586,-1 2 0,-16-13 0,-4-4 0</inkml:trace>
  <inkml:trace contextRef="#ctx0" brushRef="#br0" timeOffset="7363">2525 1264 8329,'-7'5'0,"1"-4"0,3 5 359,-1-1 1,-1-4 415,1 3 0,-3-2 0,-5-2-113,0 0 0,4 0 1,0-2-428,-2-2 0,0-2 1,-1-6-1,3 0-129,4 0 0,3 0 0,1 0 0,0-2-402,0-2 0,0 3 0,1-3 1,3 2-214,4 2 0,3 0 0,1 0 0,0 2 323,0 2 1,0-2 0,0 6 0,0 2 351,0 0 1,0 6 0,0 2-1,-1 0 82,-3 4 0,2 2 1,-3 2-1,0 2 138,-3-1 1,-3-2 0,-1-1-1,-1 0 37,-3 1 1,1-1-1,-5-2 1,-3 0-224,-3-2 0,0-6 0,-3 2 0,1-2-501,0-2 1,0 0 0,4-2-1114,0-2 1414,5-2 0,28-44 0,13-9 0</inkml:trace>
  <inkml:trace contextRef="#ctx0" brushRef="#br0" timeOffset="8212">997 181 8272,'-12'0'-52,"-1"0"0,-2 0 0,-1 0 361,1 0 1,2-4 0,2-1 0,2-1 528,1 1 1,1-4-1,-1 1 1,4-3-717,3-1 1,5 0 0,1 0 0,3-1-381,6-4 0,-1 4 0,7-3 0,1 3 125,2 1 0,-3 5 1,-1 3-1,0 3-38,-1 1 1,-3 0-1,1 1 1,-2 3 598,-2 4 0,-4 3 0,-2 2 0,0 2 95,-4 1 0,-2 1 1,-4-2-1,-4 1-345,-2-1 0,-4-1 1,-1 0-1,-2-1-358,-2-2 0,5-6 0,-2 2 0,2-2-466,2-2 1,6-7 645,2-4 0,-3 2 0,0 1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6:23.5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205 12 9498,'-6'-5'163,"0"4"-163,6-5 0,0 38 0,0 9 0</inkml:trace>
  <inkml:trace contextRef="#ctx0" brushRef="#br0" timeOffset="131">193 145 7666,'-8'1'-339,"0"3"0,16 24 0,0 11 0</inkml:trace>
  <inkml:trace contextRef="#ctx0" brushRef="#br0" timeOffset="231">205 265 7095,'-24'84'0</inkml:trace>
  <inkml:trace contextRef="#ctx0" brushRef="#br0" timeOffset="650">61 602 10302,'8'12'-46,"0"0"1,0 1 0,5 2 0,2 2-251,1 2 1,1 1 0,-2 4-1,1 0 80,-1 0 0,2 0 0,-1-1 216,-1-3 0,-2 8 0,-1-2 0</inkml:trace>
  <inkml:trace contextRef="#ctx0" brushRef="#br0" timeOffset="848">265 614 8137,'-12'0'60,"2"5"1,0 2 0,2 1 332,-1 0 0,0 4 0,-2 5 0,0 2-370,-2 2 0,-3 3 0,1 3 0,-2 3-198,-2 0 0,3 1 1,-3 1 174,2-4 0,-10-8 0,2-2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6:25.1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18 241 8147,'-7'0'49,"-4"0"1,26-16 0,0-4-1</inkml:trace>
  <inkml:trace contextRef="#ctx0" brushRef="#br0" timeOffset="233">54 61 8137,'-12'0'16,"5"0"1,13-27-1,7-6 1</inkml:trace>
  <inkml:trace contextRef="#ctx0" brushRef="#br0" timeOffset="684">54 193 8137,'-7'0'379,"1"0"-1267,2 0 888,2 0 0,8-16 0,7-4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6:27.1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85 47 8200,'0'-8'705,"0"0"0,1 2-487,3-2 0,-1 1 0,5 4-131,1-1 1,2 2 0,1 6-76,0 4 1,-4 2 0,-1 2 0,-2 0-155,-2 0 0,-2 0 0,-1 1 0,0 0-366,0 3 1,-1-3-1,-3 3 264,-4-2 0,1-4 0,0 0 0,1-4 42,-1 0 1,3-2 322,-4-4 307,5 0 1,-1 0-91,8 0 1,3 0-1,4 1 1,-2 2 150,-1 1 0,-4 1 0,3-1-113,-2 4 1,-1 3-1,-4 1 1,-1 0-354,-3 0 0,-3 0 1,-5 0-1,-1 0-1384,-3 0 1,1 0 1360,-5 0 0,-16-5 0,-8-2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6:43.7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316 1 8088,'-7'0'1196,"0"0"1,-1 0-1073,-2 0 1,-5 6 0,1 3-1,-1 6-243,0 2 0,-2 1 0,-5 3 0,0 1 168,1 0 0,-5-2 0,2-1 1,3-2 934,1-1 0,4 2 1200,-2-4-2028,2-4 1,15-5 0,6-5-1,7 0 119,6 0 1,1 3 0,0 2 0,-1 1 10,1 3 0,2 0 1,-1 2-1,0-1-216,-2-3 1,-5 5 0,1-4 0,-2 1-886,-1 1 0,0-1 815,0 2 0,9-15 0,3-3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6:44.3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172 32 8088,'-11'-10'-87,"0"3"179,0 3 0,0 3 0,1 1 0,-1 1 497,0 3 1,0 3-1,0 8 1,0 4-430,0 5 1,1 0 0,-1 5 0,1 1-50,3 1 0,-1 6 1,4-1-1,3-3-7,3-2 0,8-6 0,7-7 0,2-5-92,4-4 1,1-6 0,-1-8 0,1-6-124,1-5 1,0-8 0,-4-3 0,-3-1-317,-4-2 1,-2-1-1,-1-2 1,-1 1-21,-3-1 1,-3 5 0,-8 1 0,-3 3 141,-3 3 0,-5 8 0,-3 2 305,-3 7 0,-34 22 0,-9 6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4:56:44.9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281 0 8088,'-11'0'285,"4"0"1,-1 0 135,0 0 1,-2 4 0,0 1-1,-1 1-250,0 2 0,-4 2 1,0 1-1,-2 1-115,-2 2 1,-2-1 0,1 4 0,0-1 156,2-3 0,2 3 0,-3-2 202,5 0 0,7-2-163,3-2 1,8 1 0,3-1 0,4-2 79,3 0 1,3-2 0,5 2 0,0-1-183,-1 2 1,1 0-1,-2 2 1,0-1-295,-2-3 0,-5 3 1,1-3-1,-2 1-169,-1 0 0,0 0 313,0-4 0,-10-10 0,-2-7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0:26.8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125 238 8285,'-1'-10'463,"-2"1"39,-1 1 1,-3 1 0,3-5 0,0 2 146,-1 3 0,3-3 0,-6 2-443,-1-2 0,-1-1 0,-1 1-415,0 2 0,3 2 0,1 5-180,-2 1 1,0 2-1,2 11 1,3 2-25,3 4 0,1 1 0,0 0 0,0-1 243,0 1 0,1 0 0,1-1 1,3-4 160,2-3 1,0-2 0,4-1 0,1-3 65,-1-1 1,0-2 0,1-6 0,-1-3-77,0-4 1,0 1-1,0-6 1,-4 3 15,-3 0 1,1 1-1,-1 0 1,-2 0 78,-1-1 0,1 6-46,1 2 0,-1 4 1,1 5-1,-1 5-13,-2 4 1,0 6 0,1-1-1,1 4-22,2 3 0,0 2 0,-4 3 0,0-2-23,0-2 0,0 5 0,0-3 1,-1-1 81,-3-1 1,1-7 0,-4-3 0,-1 0 205,2-3 0,-4-6 0,3-1 0,-4-2 72,0-3 1,0-2 0,0-2 0,-1-5-84,1-3 1,0 2-1,1-9 1,1 1-140,1-3 0,5 2 0,-4-2 1,2 0-180,3 1 0,1 1 0,1 3 0,1-1-520,3 1 0,2 3 1,5 2-1,0 1 589,1 0 0,29 13 0,8 2 0</inkml:trace>
  <inkml:trace contextRef="#ctx0" brushRef="#br0" timeOffset="486">430 46 8285,'-7'-12'88,"1"5"0,4-1 0,-3 1 945,-2 0 1,4 2-739,-5 5 1,2 3 0,-3 3-272,1 5 0,5 8 1,-4 0-1,1 4-60,0 3 1,3 3 0,-2 5 0,2 1 226,-1 3 0,0-2 0,4 5 1,0 1-153,0-2 1,0 0 0,1-5 0,2-2-217,1-8 1,4-7 0,0-10 0,3-1-588,4-2 1,-2-3-1,2-6 764,-3-3 0,5-53 0,0-14 0</inkml:trace>
  <inkml:trace contextRef="#ctx0" brushRef="#br0" timeOffset="820">452 125 9766,'2'11'350,"1"0"1,0 1 0,4 0 0,2 3 67,1 4 0,3 2 0,1 2 0,1-1-270,-2 1 1,1 3-1,0 1 1,1-3-352,-1-4 1,-3 0-1,-2-5 1,-2-1-1460,2-2-1030,-4-1 2692,5-4 0,-18-37 0,0-14 0</inkml:trace>
  <inkml:trace contextRef="#ctx0" brushRef="#br0" timeOffset="1000">622 204 8285,'-12'0'223,"5"-4"1,-1 0 289,0 2 0,1 2 0,0 5-287,-2 6 1,0 2 0,0 5-1,2 2-117,-2 2 1,-1 2 0,0 1-1,1 1-296,2-1 1,0 3-1,-1-2 1,1-2-1391,2-4 1577,2 1 0,8-23 0,1-1 0</inkml:trace>
  <inkml:trace contextRef="#ctx0" brushRef="#br0" timeOffset="1436">689 102 9557,'8'5'357,"0"3"0,-5-2 1,5 3-1,-1 2 160,0 3 1,3 6 0,-3-1 0,2 3-136,-1 5 0,0-2 0,-4 5 0,-1 1-292,-2 2 1,-1-1-1,-1 0 1,-3-3-464,-4-2 0,-3 3 1,-3-5 372,-1-3 0,-45-15 0,-8-8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0:31.3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114 232 8326,'-1'-15'115,"-3"0"1,3-1 0,-4 2 0,1-1 531,0 1 0,-5 2 0,3 0 0,-1 1-125,-1 0 0,0 3 0,-3 2-634,0 1 0,5 2 0,1 7 0,1 4-90,0 2 1,-1 6-1,3 3 1,-2 1-131,1-1 1,3 2-1,3-3 1,1-1-51,-2-2 0,4-2 0,2-2 299,2 0 1,1-4-1,0-3 138,1-3 1,-2-2 0,-1-2 0,-3-2-223,-1-1 1,4 3 23,-2-1 1,-1 3-1,1 4 85,-2 4 0,-1 2 0,-4 9 0,0 0-41,0 4 0,0-1 0,0 9 1,0 0 80,0-1 1,0 4 0,0-3 0,-2 1 161,-2-1 0,2-2 0,-4-7 0,-1-2 276,1-4 1,2-4-1,-3-3-44,-2-4 1,-1-4-1,-1-5 1,1-7-83,2-5 0,-2-4 1,4-2-1,-2 0-190,1 1 1,3-1 0,-2 2-1,1 1-164,2 1 0,2 5 0,1-1 0,0 3-363,0 0 0,1 2 0,3 1 0,4 3-1668,2 1 2091,1 1 0,40 4 0,11 0 0</inkml:trace>
  <inkml:trace contextRef="#ctx0" brushRef="#br0" timeOffset="350">419 6 8373,'-11'0'21,"-1"-3"0,1 0 399,0 4 0,-1 4 0,2 8 0,2 3-207,0 7 0,4 1 0,-2 7 0,0 4-227,-1 5 0,5 1 0,-2 1 0,3 3-40,1 3 0,0 1 1,1-5-1,3-4-263,3-6 0,3-5 0,2-9 1,-1-4 316,0-5 0,21-57 0,4-12 0</inkml:trace>
  <inkml:trace contextRef="#ctx0" brushRef="#br0" timeOffset="767">532 153 8330,'0'-11'271,"0"0"0,1 1 0,3 1 425,3 1 1,3 6 0,2-2-628,-1 3 0,0 6 0,-1 2 0,-1 5-282,-1 3 1,-6-2 0,2 6 0,-3 1-44,-1 2 1,-4-3 0,-1-1-1,-1 1 64,-3-1 0,3-1 0,-2-4 1,0-1 359,-2-2 1,2-2 660,1 0-511,-1-3 0,3-9 1,5-1 104,6-2 0,4 5 0,2-2-161,-1 3 0,0 5 1,-1 1-1,-2 1-201,-4 3 1,-2 1 0,1 2 0,0 3-200,0 4 0,-7-1 0,-3-1 0,-2 1-918,1 0 1,-6-3 0,3 2 1055,-1-1 0,-16 0 0,-2-5 0</inkml:trace>
  <inkml:trace contextRef="#ctx0" brushRef="#br0" timeOffset="1118">701 63 8330,'1'-6'395,"3"2"1,-1 3-1,3 2-150,-1 3 1,4 6 0,-2 7 0,3 3 59,2 4 1,-1 10 0,-1 1 0,-1 4-69,-2 4 1,0 4 0,0 2 0,-3 0-224,-3 1 1,-2-4 0,-3-1 0,-3-6-1851,-3-4 1836,-7-1 0,-30-5 0,-14-2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3:21.8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195 240 8280,'0'-23'286,"-3"0"0,-1 5 0,0-2 118,0-1 1,-4 1-1,2-1 1,-2 2 167,-1 4 0,0-2 0,-2 5 0,0 2-334,-1 3 0,-2 2 0,2 6 0,-2 3-247,-1 2 0,2 6 0,4 3 1,-1 3-82,1 0 1,4 4 0,2-1 0,2 0-174,1-2 0,1-1 0,2-3 1,3-2-142,2-3 0,5-1 0,-1-1 0,0-2 226,2-2 0,-3-3 0,4-1 0,1 0-15,-2 0 0,1 0 1,-4 0-1,1 0 8,-1 0 0,-1 4 0,-3 2 0,-2 3 87,-1 3 1,2 7-1,-3 5 1,-1 4 123,-1 3 1,-1 2 0,0 5 0,-1 1 256,-2 1 0,1 1 0,-4-3 0,-1-1 245,-1-4 0,-2-4 0,1-2 1,-1-1 92,-2-2 1,1-7 0,-1-2 0,1-5-126,-2-3 0,3-4 0,-2-6 0,2-5-237,0-3 0,4-4 0,0-7 0,0-3-148,1-1 0,-2-2 0,4 0 0,0 2-96,2 1 0,1-1 0,0 5 0,0 0-474,0 2 1,1 5 0,3 1-1,3 2-548,4-1 1,3 4 1006,5-1 0,-9 6 0,-2-1 0</inkml:trace>
  <inkml:trace contextRef="#ctx0" brushRef="#br0" timeOffset="668">620 37 8375,'-6'-8'0,"-1"1"0,0 1 445,-1-2 0,2 4 0,0 1 1,-1 2-57,-2 1 0,-3 1 0,-1 3 0,-1 6-145,1 4 0,0 7 0,1 4 0,0 3-157,1 3 1,1-1 0,1 6-1,3 3 93,3 2 0,2 5 1,1 4-1,0 2-170,0-2 0,7 1 1,3-5-1,4-4-587,2-3 1,2-11 0,0-7 0,1-7 576,-1-7 0,21-44 0,5-15 0</inkml:trace>
  <inkml:trace contextRef="#ctx0" brushRef="#br0" timeOffset="1918">1137 46 8357,'6'0'179,"0"0"123,1 0 1,2 0 0,0 1-1,0 2 128,0 4 0,4 5 1,-1 4-1,0 6-51,2 6 0,-3 4 1,3 9-1,-1 3 49,-5 4 0,-3 2 0,-5 2 0,-1-1-339,-2-1 1,-3-10-1,-6-1 1,-1-5-1352,-1-4 1,-1-5 1261,0 0 0,-27-9 0,-3 2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3:26.7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84 8709,'-3'-10'0,"-2"1"0,1 0 0,0 0 0,2 0 0,2-1 0,3 2 2333,3 2-2194,3-2 1,3 7-1,1-2 1,2 2 0,0 1-1,0 1 1,0 2-185,-2 3 0,-4 6 0,-3 4 0,-2 1-195,-2 1 1,-1 1-1,-2 0 1,-2 2-161,-4 1 1,-1-1 0,-1-2 0,0-2 92,0-2 1,-4 2 0,1-5 547,1-1-3,4-4 0,4-7 0,7-6 1,6 0 135,4 0 0,3 4 1,-1-1-1,-1 2 30,2 1 1,-3 1 0,0 2 0,-1 3-114,-5 2 0,0 6 0,-6 1 0,-3 3-180,-4 0 1,-7 4-1,-4 0 1,-2 1-254,-4-1 0,3-1 0,-3-5 0,3-1 101,0-2 1,2-2 0,2-5 40,2-2 0,11-45 0,3-10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3:27.6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192 230 8473,'0'-13'-3,"0"2"1,-1-5-1,-1 0 619,-1-1 0,-1-1 1,1 3-1,-3 1 209,-2 1 0,-3 4 0,0-1 0,-2 3-680,-2 3 0,1 2 1,-2 5-1,0 4-253,0 5 1,3 5 0,0 6 0,4 0-77,3 3 0,-1-2 1,4-1-1,2 0-51,3-3 0,3 0 0,4-3 0,1-1 4,3-4 0,1-6 1,4-3-1,1-2 49,-1-1 0,1-4 1,-2-2-1,0-3 43,-2-4 1,-4 2 0,2-3 0,-4 0 39,-3 3 0,1 1 0,-4 1-41,-1-1 0,-1 6 0,-1 4 203,0 5 1,0 9 0,0 3 0,0 6 80,0 3 1,0 1 0,0 7 0,0 0 74,0-1 0,0 3 1,-1-2-1,-1 0 126,-1 0 1,-4-2-1,0-5 1,-3-2-142,-3 0 1,-2-8 0,2 1-1,-1-5 8,1-5 1,-3-2 0,4-6-1,0-1 108,-1-3 1,5-5 0,-1-5 0,2-1-98,2-1 0,0 1 0,3-4 0,-1 1-538,0-1 0,2 1 0,1 0 0,1 2-99,3 1 0,-3 3 0,3 0 0,0 2-923,2 0 0,2 1 0,2 0 1337,3 0 0,79-29 0,-34 15 0,0 1 0</inkml:trace>
  <inkml:trace contextRef="#ctx0" brushRef="#br0" timeOffset="299">590 46 8461,'-10'-10'190,"1"1"0,0 0 0,0 1 0,-1 2 367,1 3 0,3 3 0,1 4 1,0 5-317,0 5 0,-1 8 1,-1 2-1,2 4 84,1 3 1,-2 0-1,2 5 1,0 2 101,0 0 1,0 3 0,4 0 0,0 1-634,0 2 0,5-3 1,1-2-1,3-5-1677,3-7 1883,3-3 0,20-26 0,4-5 0</inkml:trace>
  <inkml:trace contextRef="#ctx0" brushRef="#br0" timeOffset="633">737 138 8367,'3'-6'502,"0"0"1,2 4 0,-2 0 168,3 4 1,5 7 0,2 6-1,1 4-214,-1 2 0,4 3 0,-3 4 0,1 0-40,1 3 0,-1 1 0,3 3 0,-2-2-450,-1-1 0,-3-2 1,0-3-1,-2-2-1361,-1-4 1,-2-6 0,-2-5 1393,-1-3 0,-1-58 0,-3-12 0</inkml:trace>
  <inkml:trace contextRef="#ctx0" brushRef="#br0" timeOffset="847">977 147 8386,'-9'3'204,"0"0"0,0 5 0,-1-1 1,0 4 698,-2 5 1,1 2-1,-5 5 1,-1 4-709,-4 6 0,-1 3 1,-4 2-1,2 1-374,2 1 1,-2-1-1,6-5 1,3-5 178,4-7 0,27-21 0,5-12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3:30.2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75 46 8422,'0'-9'0,"1"0"0,1-1 166,1 1 1,1 4-1,-1 2 1,3 2-1,4 3 1,1 4-1,2 7 530,2 3 1,0 8 0,3 2 0,0 5-397,-3 2 0,0 4 1,-5 5-1,-1 2-201,-4 3 0,-4 1 1,-5-1-1,-5-2-307,-5-2 0,-7 1 0,-2-5 0,0-3-1599,-3-4 1807,-1-4 0,-21 0 0,-5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20585,'0'-5'-365,"0"-1"1,0 3 791,0-2 1,0 2-189,0-2 0,0 2 331,0-2 96,0 3-314,0-2 1,0 5-1,0 2-232,0 2 1,0 0 0,0 0-1,0 2-193,0 0 1,0 1 0,0 1 24,0 2 1,0-2 0,0 2 0,0-2 91,0-1 0,0 1 0,0 1 0,0 1 62,0-2 1,0 3 0,0 0 0,0 0 24,0-1 0,0 3 1,0-3-1,0-1-36,0-1 0,0-1 1,0 0-1,0 0-33,0 0 0,0 0 0,0 0 1,0 1 1,0-1 1,0 2-1,0 1 1,0 0-22,0 1 0,0-3 1,0 3-1,0-2 19,0 1 0,0 3 1,0-3-1,0-1 45,0 2 0,0-2 0,0 3 0,0-2-52,0-1 1,0 0 0,0 0 0,0 1 17,0-1 0,0 2 0,0-1 0,0-2 4,0 0 0,0 2 0,0 0 0,0-1-124,0-1 0,0-3 0,0-1 0,0 1 26,0 1 1,0-1 0,0-1 74,0 2 1,0 0-1,0 1 1,0 0-13,0 0 0,0 0 0,0 0 0,0 1 8,0-1 0,0 3-56,0 3 0,0 0 0,0 0-11,0-3 1,0-2-1,0-1 1,0 0 25,0 0 0,0 0 1,0 0 13,0 0 0,0 1 0,0-1-4,0 0 0,0 0 0,0 0 0,0 0 18,0 0 0,0 0 0,0 1-3,0 2 0,0-4 0,0 3 1,0 0-12,0-1 0,0-2 1,0-2-1,0 1 23,0 2 0,0 0 1,0 0-1,0 0-3,0 0 0,0-2 0,0 2-72,0 1 0,0 1 1,0-2-1,0 0 13,0 0 0,0-3 0,0 1 23,0 0 1,0 1-11,0 1 1,0 1-1,0-1 42,0 0 0,0-3 0,0 1 0,0 0 0,0 1 1,0 1-1,0 0 6,0 0 0,0-2 1,0-1-1,0 2-15,0 0 1,0-2-1,0 1-54,0 0 1,0 1 0,0 1 105,0 0 1,0-2 0,0-1 0,0 2-120,0 0 0,0 1 0,0 0 0,0 0 48,0 0 0,0 1 0,0 1 1,0 1 76,0-1 0,0 2 0,0-1 1,0 2-8,0 2 1,0-4 0,0 1 0,0-1-42,0 0 0,0 0 1,0-1-1,0 1-48,0-1 1,0-1 0,0-1 0,0 0-70,0 0 0,0 1 0,0-1-158,0 0 0,0 0 182,0 0 0,0-3 173,0 1 122,0-4 0,0 5-96,0-2 1,0 2 0,0 2-124,0-1 1,0-3-1,0 1 35,0 0 0,0 1 0,0 1 0,0 0-29,0 0 0,0-2 1,0-1-1,0 2-64,0 0 1,0 1 0,0 0-1,0 0 3,0 0 0,0 0 0,0 1 1,0-1 25,0 0 0,0 0 0,0 1 0,0 1 37,0 1 0,0-1 0,0-1 0,0-1 35,0 0 0,0 0 1,0 0-1,0 0-73,0 0 0,0 0 1,0 1-1,0-1-48,0 0 0,0 0-5,0 0 1,0 0 0,0 0 23,0 0 1,0-2 0,0-1 33,0 2 0,0-3 1,0 1 77,0 2 1,0 0 33,0 1 1,0 0-99,0 0 0,0 0-12,0 1 1,0-1 0,0 0-27,0 0 0,0-3 0,0 1 0,0 0 63,0 1 1,0 2-1,0 1-2,0 1 1,0 0 0,0-2 0,0 1-23,0 1 0,0 0 1,0-1-1,0 2-9,0 1 0,0-1 0,0 3 0,0-3-11,0 0 1,0 3-1,0-3 1,0 2-23,0-1 0,0-3 1,0 2-1,0 0 9,0 1 0,0 0 0,0-1 0,0 0 8,0-2 0,0 2 1,0 0-1,0-1-22,0 1 1,0 0 0,0-2 0,0 1 34,0-2 1,0 3 0,0-1-1,0-1 9,0-1 1,0-1 0,0 0 0,0 1 10,0 2 0,0-2 0,0 2 1,0-1-10,0 1 1,0-2 0,0 1 0,0 0-9,0 1 0,0-2 1,0 3-1,0-1-22,0 0 0,0 0 0,0-1 0,0 1 13,0-1 0,0 0 1,0 0-1,0 1 20,0-1 1,0-1 0,0 0 0,0 1-14,0 0 1,0 1 0,0-3 0,0 0-1,0 1 0,0-1 0,0 1 1,0 1-3,0 1 0,0 0 0,0-1 0,0 2-2,0 1 0,0-3 0,0 3 1,0 0 21,0-1 1,0 1-1,0 0 1,0-1-13,0 0 0,0-3 0,0 2 0,0-2 2,0-1 1,0 3-1,0 0 1,0-2-72,0 0 0,0 2 0,0 0 1,0-1 37,0-1 1,0 2 0,0 1 0,0-1 32,0 1 0,0 0 0,0-2 0,0 1 6,0 2 1,0-3 0,0 1 0,0-1-22,0 1 1,0-2-1,0 1 1,0-1-35,0 0 0,0-1 1,0 0-1,0 0-41,0 0 0,0 0 0,0 0 0,0 0 60,0 1 0,0-1 1,0 0-1,0 0 26,0 0 0,0-3 1,0 1-1,0 0 12,0 1 0,0 1 0,0 1-20,0-1 1,0 0 0,0 0 5,0 0 1,0-2-1,0-1 1,0 1-8,0 1 1,0-1-1,0-1-13,0 2 1,0 0-23,0 1 1,0 0-35,0 0 1,0-2 43,0-1 1,0-2 81,0 2 1,0-2 24,0 2 0,0-2-40,0 2 1,0 1 14,0 2 0,0 0 1,0 0 43,0 0 1,0-2-91,0-1 0,0 0-38,0 4 1,0-1-5,0 0 1,0 0 6,0 0 0,0 0 1,0 0 38,0 0 0,0 1 1,0-1 52,0 0 0,0 0 0,0 0 1,0 0 17,0 0 0,0 0 0,0 1-52,0-1 0,0 0-260,0 0 0,0 0 46,0 0 0,0 0 169,0 0 1,0 0 0,0 1 67,0-1 1,0 0 0,0 0 0,0 0 65,0 0 0,0 0 0,0 0-131,0 1 1,0-1-1,0 0-10,0 0 0,0-3 1,0 1-27,0 0 1,0-1-1,0 0 29,0 1 1,0 2-1,0 0 1,0 1 106,0 2 0,0-2 0,0 1 0,0 0-59,0 1 1,0-2-1,0 2 1,0-2-55,0-1 0,0 0 0,0 0-74,0 0 1,0 1-1,0-1 15,0 0 0,0-3 0,0 1 61,0 0 0,0 1 45,0 1 1,0 0 32,0 1 1,0-4 0,0 0 83,0 2 1,0-3 0,0 2-81,0 0 0,0-2 1,0 2-1,0 0 11,0 1 1,0-1 0,0-1-8,0 2 1,0 0-106,0 1 0,0 0-34,0 0 0,0 0 170,0 0 1,0 0-7,0 1 1,0-1-28,0 0-281,0 0-301,0 0-288,0-3-1312,0 2-390,0-6 2510,0 2 0,0-60 0,0-16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98 22773,'0'14'0,"0"2"239,0 2 1,0 6-1,0 2 1,0 3-202,0 3 0,0 2 1,0 4-1,0-3-412,0-2 0,0-4 0,0-3 0,0-5-1569,0-4 1943,0-3 0,-4-34 0,-2-8 0</inkml:trace>
  <inkml:trace contextRef="#ctx0" brushRef="#br0" timeOffset="1">20 185 20636,'0'-7'-11,"0"1"0,0 0 0,1-3 0,2 1-14,3 2 1,3 3 0,1-3 0,0 1-42,3 0 0,-2 1 0,2-1 1,-2 1 234,-2 2 1,1 0 0,0 2 0,-1 0 104,1 0 0,-3 5 0,-2 1 0,-1 4-81,-2 3 1,-1 0 0,1 5 0,0 3-128,1 3 0,0-1 0,-3 1 0,0 1-402,0 0 0,0-4 0,0 2 0,0-3 336,0 0 0,-26 3 0,-6 2 0</inkml:trace>
  <inkml:trace contextRef="#ctx0" brushRef="#br0" timeOffset="2">78 340 20251,'-5'-10'-153,"4"5"1,-2 0-184,6 5 0,-2 1 1,4 3 335,-1 2 0,1 29 0,5 6 0</inkml:trace>
  <inkml:trace contextRef="#ctx0" brushRef="#br0" timeOffset="3">87 446 20636,'-4'10'-497,"3"-5"0,-2 0 497,6-5 0,-2 0 0,3 0 0</inkml:trace>
  <inkml:trace contextRef="#ctx0" brushRef="#br0" timeOffset="4">320 78 20536,'0'-9'356,"0"-1"-502,0 0 0,1 1 0,2 0 284,3 3 1,3-2 0,1 5-1,-1 0-740,1-2 0,3 4 602,0-2 0,8 6 0,0 3 0</inkml:trace>
  <inkml:trace contextRef="#ctx0" brushRef="#br0" timeOffset="5">426 1 20536,'-10'0'-88,"2"1"1,0 1 21,2 1 0,3 2 297,-4-2 1,5 2-218,-1 5 0,2 0 0,1-1-315,0 1 1,0 4 0,0 1-59,0 0 1,0-1 358,0-4 0,-5 8 0,0 3 0</inkml:trace>
  <inkml:trace contextRef="#ctx0" brushRef="#br0" timeOffset="6">358 166 19765,'-5'0'-393,"1"0"0,4-2 491,0-1 0,4 2-98,2-2 0,25-2 0,5-1 0</inkml:trace>
  <inkml:trace contextRef="#ctx0" brushRef="#br0" timeOffset="7">281 262 20206,'-11'6'0,"-1"-2"113,-1 0 0,1-3 991,2 3 0,6-3-1189,4-1 1,5 0-1,8 0 1,3 0-85,2 0 1,5-5-1,1 0 1,-1-1 36,1-1 0,2 4 0,-4-4 0,1 1-66,0 1 0,-2-1 0,1 4 0,-1-1-19,-2 1 1,-4-3 0,-1 2 138,0 1 0,-6 1 132,2 1 0,-12 1 0,-1 2 205,-4 4 1,-3-1-1,0 3 1,1 1 51,-1 1 0,1 4 0,2 1 0,1 3-4,2 0 0,-2 4 0,2 0 0,2 2-42,1 2 1,1 1 0,0 1 0,0 0-145,0 0 1,0-1 0,0-2 0,0-5-532,0-4 0,0-3-280,0-4 1,-1-4-1,-2-3 1,-4-3 689,-1-3 0,-36-42 0,-9-13 0</inkml:trace>
  <inkml:trace contextRef="#ctx0" brushRef="#br0" timeOffset="8">281 446 20536,'-4'-5'100,"3"-4"-100,1 8 0,48 14 0,15 9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20636,'7'5'264,"-1"5"1,1 6 292,2 6 0,5 8 0,3 8 0,5 8-16,4 4 1,-3 1-1,1 1 1,-1-2-450,-1-6 1,1-6-1,-5-6 1,-2-5-288,-3-9 1,-2-6 0,-3-5-3046,-1 0 3240,-3-1 0,-21-22 0,-5-6 0</inkml:trace>
  <inkml:trace contextRef="#ctx0" brushRef="#br0" timeOffset="1">405 40 20888,'-6'-4'351,"0"1"0,2 0 1,-2 3-1,-2 1 199,0 2 1,-3 7 0,-2 7-1,-4 6-476,-5 6 1,1 5 0,-5 8-1,-2 4-136,-3 5 1,0 6-1,-4 4 1,3-3-38,4-5 1,4-7 0,8-11-1,3-6-1899,3-6 1998,4-6 0,11-38 0,5-12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1043 1015 20634,'0'-8'0,"0"0"0,0 0 0,0 0-1594,0 0 4597,0-1-2577,0 1 1,0 5 0,0 3-206,0 4 1,0 3-1,0 2 1,0 1-175,0 1 1,0 4 0,0-2-1,0 3-103,0 0 1,0 0 0,0 0 0,0 1 82,0 2 0,0-1 0,0 3 1,0 0 75,0 0 1,0 3-1,0 2 1,0-1 35,0 1 0,0-6 0,0 5 0,0-1-4,0 0 1,0 1-1,0-5 1,0 0 112,0-1 1,0 3-1,0-2 1,0 0-107,0 0 1,0-1 0,0 0 0,0 2-114,0 0 1,0 0 0,0-3 0,0 1-16,0-1 1,0 2-1,0-1 1,0-1-134,0-1 0,0 0 0,0 1 1,0 1 72,0-1 0,0-1 1,0-1-1,0 0 22,0 1 1,0-1-1,0 0 1,0 0 61,0 1 1,0-4 0,0 1 0,0 1 79,0 3 1,0-1 0,0 3 0,0 0 82,0 2 1,0-1 0,0 3 0,0 1-79,0 0 0,0 1 0,0-2 0,0 0-108,0 1 1,0-1-1,0-1 1,0 0 55,0-1 1,0-1-1,0 4 1,0-1 17,0 0 0,0 1 0,0-1 0,0 1-51,0 2 1,0-4-1,0 1 1,0 0-24,0-1 0,0 2 0,0-1 1,0-1-42,0-1 0,0 1 0,0-4 0,0 0 116,0 0 0,0 1 1,0 3-1,0-2 43,0-2 1,0 5 0,0-1 0,0 3-48,0 1 1,0-2 0,0-1 0,0 1-91,0-1 0,0 0 0,0 0 1,0-2-83,0 0 1,0-3-1,0 2 1,0-1 91,0 1 0,0-3 1,0 2-1,0 0 33,0 2 0,0-2 1,0 1-1,0 0-25,0 0 1,0 0 0,0 4 0,0-2-44,0-1 0,0-2 0,0-1 0,0 0-8,0 2 0,0-3 0,0 2 0,0-1 62,0 0 1,0 1 0,0-2-1,0 2-5,0 0 1,0-1 0,0 3-1,0 1-21,0 0 0,0 0 0,0 0 0,0-1-33,0 0 1,0 2 0,0-1 0,0 0 50,0-2 1,0-2 0,0 2 0,0 0 33,0 0 1,0-2 0,0 1 0,0 0-12,0-2 0,0 0 1,0 0-1,0 2-64,0 1 1,0-3-1,0 1 1,0-1-54,0 1 0,0-2 0,0 2 0,0-2 47,0-1 0,0-2 0,0-1 0,0 1 49,0-1 1,0 1 0,0-3-1,0 0-10,0 0 0,0-1 1,0 3-1,0 0-18,0-1 0,0-1 0,0 3 0,0 0-9,0 1 1,0-1 0,0-1 0,0 2 8,0 0 0,0-1 0,0-2 0,0 0 8,0-2 1,0 3-1,0-1 1,0 1 3,0-2 1,0 0-1,0 1 1,0 0-3,0 0 0,0 1 1,0-1-1,0 0-12,0-1 0,0 3 1,0-3-1,0-1-67,0 2 1,0-3 0,0 2 0,0-2 23,0-1 0,0 0 0,0 0 0,0 1 24,0-1 0,0 0 0,0 0 32,0 0 0,0 0 1,0 0 56,0 0 1,0-2-40,0-1 0,0 1-70,0 2 0,0 0 1,0 0 32,0 0 1,0 0-1,0 0 1,0 0 22,0 1 0,0-1 1,0 1 45,0 2 0,0-2 1,0 1-30,0-1 1,0 0 95,0-1 0,0 0-45,0 0 0,0-3-113,0 1-714,0-4-513,0 1 0,0-4 1266,0-1 0,0-46 0,0-15 0</inkml:trace>
  <inkml:trace contextRef="#ctx0" brushRef="#br0" timeOffset="1">1945 1007 20560,'0'-8'-106,"0"-1"1,0-1 0,0-1 107,0 1 1,0 1 0,0 1 1341,0 0-125,0 3-928,0 2 1,0 10-83,0 4 0,0-3 0,0 1 0,0 0-222,0 1 1,0 1 0,0-3-1,0 0 75,0 0 1,0 1 0,0 1-1,0 2 103,0 0 0,0 2 0,0 2 0,0 1 73,0 2 0,0 5 0,0 4 0,0 1-65,0 1 1,0 5 0,0 2-1,0 0-48,0-1 1,0-3-1,0 0 1,0-1-27,0 0 1,0-3-1,0-2 1,0-2-51,0-4 0,0 3 0,0-2 0,0 1 38,0 1 1,0 1 0,0 0 0,0 2-68,0 3 1,0 1 0,0-1 0,0 0-1,0 1 1,0 0-1,0 2 1,0-2 20,0-1 0,0 1 0,0-3 0,0 1-3,0 1 1,0 1-1,0-1 1,0-2 34,0 0 1,0-2 0,0 4-1,0 0 59,0 2 0,0 0 0,0 2 0,0 0-18,0 1 0,0 4 0,0-2 0,0 1-19,0 0 0,0-4 0,0 2 0,0-1 11,0 0 0,0-2 0,0-3 0,0 0-106,0 2 0,0 0 0,0 0 0,0-1-44,0-2 1,0 0 0,0 3 0,0-1 62,0-1 0,0 4 1,0-5-1,0 3 18,0 0 1,0 4-1,0-1 1,0-1 32,0 0 1,0-2 0,0 0 0,0 0 32,0-2 0,0-1 0,0-3 0,0 1-52,0-1 1,0 2 0,0-1 0,0-1-91,0 0 0,0-1 1,0 1-1,0 1-8,0-1 1,0-1 0,0 0-1,0-1 58,0 1 0,0 2 1,0 0-1,0-1 81,0-1 0,0-1 1,0 1-1,0-1-24,0 1 0,0-1 0,0-1 0,0 0-66,0-1 1,0 1-1,0 2 1,0-2-13,0-2 1,0 1-1,0 0 1,0 1-15,0 2 1,0-2-1,0 0 1,0-3-2,0 0 1,0 5 0,0-4-1,0-1 70,0-2 0,0 1 0,0 0 0,0-1-27,0-1 0,0-1 1,0 1-1,0-1-40,0 0 1,0 0 0,0 1 0,0-1 7,0 0 1,0 0 0,0 1 0,0-1-97,0 0 0,0-3 1,0-2-1,0 0 47,0 0 0,0 0 0,0-3 0,0 0-38,0 0 0,0-2 0,0-1-7,0 1 0,0 2 1,0 0-1,0 0 91,0 0 0,0 0 0,0 0 1,0 0-12,0 1 0,0-1 0,0 0 1,0 0 129,0 0 1,0 0-1,0 0 1,0 0-4,0 0 0,0 1 0,0-1 0,0 0-86,0 0 1,0 1 0,0 1-7,0 1 1,0-3-1,0-3 1,0 2-62,0 0 0,0 1 0,0 0-38,0 0 1,0-2 0,0-1 0,0 1 121,0 2 1,0-3 0,0 0 0,0 2-50,0 0 0,0-2 1,0 1-438,0 0-674,0-2-1959,0-1 3089,0-3 0,0 0 0</inkml:trace>
  <inkml:trace contextRef="#ctx0" brushRef="#br0" timeOffset="2">2887 1007 20564,'0'-4'1483,"0"-4"1,0 8-1213,0 0 0,0 7 1,0 3-1,0 1-68,0 1 1,0 1 0,0 4 0,0 1-88,0 1 1,0 4 0,0 1-1,0 2-41,0 0 1,0 3-1,0 1 1,0 1-43,0 2 0,0-1 0,0 1 0,0-1 21,0 1 0,0-1 1,0 0-1,0-3-59,0-1 1,0-1 0,0-2 0,0-2 26,0 1 0,0-2 0,0 0 1,0-2-16,0 0 1,0-2 0,0 3-1,0 2 64,0 0 0,0 2 0,0 0 0,0 2 136,0 3 0,0 1 1,0-1-1,0 0-75,0 1 0,0 0 0,0 2 1,0-2-59,0-1 0,0 2 1,0-3-1,0 3-104,0 0 1,0-2-1,0-1 1,0 0 164,0 0 1,0-1-1,0 3 1,0 0-9,0 0 1,0-1-1,0 3 1,0-1 10,0 1 1,0-1 0,0 1-1,0-1 11,0 1 1,0-1 0,0 1-1,0-1-129,0 1 0,0 0 0,0 1 0,0 2 20,0 1 0,0-2 0,0 1 0,0 0-6,0 2 0,0 0 0,0 1 0,0 0-32,0 0 1,0-3 0,0 1 0,0 0-3,0 0 1,0-3-1,0 2 1,0-3-23,0-1 1,0 2-1,0-1 1,0 1 86,0-3 0,0-3 0,0 2 0,0 1 18,0 0 0,0-1 0,0 0 1,0 0-40,0 2 0,0-1 0,0-1 0,0 2-18,0-1 0,0-2 0,0 1 1,0-2-108,0 0 1,0-3-1,0 2 1,0-2 115,0-4 1,0 3 0,0-3-1,0 2 56,0-1 0,0 1 0,0-1 0,0 1-63,0 2 1,0-2-1,0 0 1,0-2-61,0 2 1,0 0 0,0 2 0,0-2-102,0-1 0,0 0 0,0-3 1,0-1 86,0-1 1,0 0 0,0-2 0,0-1 43,0 0 0,0-1 0,0 1 1,0 0-11,0 0 0,0-1 1,0 0-1,0 1-159,0-2 1,0 3 0,0-4-76,0-1 1,0-1 129,0-1 1,0 0 139,0 0 1,0 0 0,0 0 43,0 0 1,0-2 0,0-1-1,0 1 7,0 2 0,0 0-115,0 0 1,0 0-97,0 0 0,0-2 0,0-1 84,0 1 0,0 1 1,0 2 9,0-1 0,0-3 1,0 1 49,0 0 0,0 1 182,0 1 1,0 0 95,0 0 0,0-2-488,0-1-2147,0-3 335,0 2 2014,0-4 0,0-44 0,0-10 0</inkml:trace>
  <inkml:trace contextRef="#ctx0" brushRef="#br0" timeOffset="3">3853 1088 19589,'0'-5'-498,"0"-1"674,0 0 0,0 2 0,0-2 1,0 0 149,0-1 1,0 1 0,0 1 0,0-1 504,0-2 1,0 0 241,0 0 0,0 3-554,0-1 0,0 5-405,0 1 1,0 8 0,0 6 0,0 4 87,0 4 0,0 2 1,0 3-1,0 2-116,0 0 0,0 2 0,0-2 0,0 1 38,0 0 1,0 1 0,0 3 0,0-4-28,0-1 1,0 2-1,0 0 1,0 2-94,0 2 1,0-1 0,0-3 0,0 3 93,0-1 1,0 3 0,0-2 0,0-1-11,0-2 1,0-5 0,0 2-1,0-2 4,0-2 0,0 2 0,0-5 1,0 1-18,0-1 0,0 1 0,0 2 0,0-2-55,0 0 0,0-1 1,0 5-1,0 1-64,0 2 0,0 0 1,0 1-1,0 1 44,0 0 0,0 2 0,0-1 0,0 1 211,0-1 1,0 2 0,0 1-1,0 3 41,0 1 1,0-2 0,0 0 0,0-2-182,0 0 0,0 0 1,0-2-1,0-1-23,0 1 1,0-1 0,0 0-1,0 1-36,0-1 0,0-2 1,0 0-1,0 0-52,0-1 0,0 4 1,0-2-1,0-2 28,0 0-1,0 2 1,0 0 0,0 2-11,0 2 1,0-2 0,0-3 0,0 0 42,0 2 0,0-1 0,0 0 1,0-1-3,0 0 0,0 2 0,0 1 1,0 2-17,0 0 1,0 0 0,0-2 0,0-1-34,0 1 1,0-2-1,0-1 1,0-2 26,0 0 0,0-3 1,0 3-1,0-1 11,0 0 0,0 0 1,0-2-1,0-1 14,0 0 0,0 1 0,0-1 0,0 0 7,0 1 0,0-1 1,0 1-1,0 2-73,0 0 1,0-3-1,0-2 1,0-1-28,0 0 0,0 2 0,0-4 0,0-1 100,0-1 1,0-1-1,0 1 1,0 1 3,0 1 0,0 0 0,0-3 0,0 0-52,0-3 0,0 4-1,0-2 1,0-2-79,0 0 1,0 0-1,0-1 1,0 1 6,0 1 1,0-1-1,0 0 1,0-1 90,0 1 0,0-1 0,0 3 0,0-3 28,0 0 1,0 2-1,0-3 1,0 1-15,0 0 1,0 0 0,0-2-168,0 0 1,0 1 30,0-3 1,0 0 196,0 1 0,0-1 1,0 0-1,0 0-30,0 0 1,0 0-1,0 0 1,0 0-34,0 1 1,0-1 0,0 0 0,0 0-55,0 0 0,0 0 1,0 0-142,0 0 0,0 0 1,0 1 196,0-1 0,0 0 0,0 0-32,0 0 0,0 0 0,0 0-119,0 0 0,0 1 78,0-1 0,0-3 0,0 1 222,0 0 1,0-2 0,0 2-178,0 0 1,0-1-1332,0 0 1346,0-3 0,0-47 0,0-33 0,0-1 0,0 0 0</inkml:trace>
  <inkml:trace contextRef="#ctx0" brushRef="#br0" timeOffset="4">4795 1096 20569,'0'-8'0,"0"0"0,0 0-120,0 0 1,0 0 0,0 0 525,0 0 1,0-1 1082,0 1-1056,0 4 0,0 1-150,0 6 1,0 1 0,0 4 0,0 1-69,0-1 1,0 1 0,0 1 0,0 1-97,0 2 1,0 0-1,0 1 1,0 0-22,0 4 1,0-2 0,0 3 0,0-1 7,0 1 0,0-1 0,0 3 0,0 2 26,0 0 0,0 2 0,0 0 0,0 2 88,0 3 0,0-1 0,0 1 0,0 0-105,0 2 0,0 1 0,0 2 1,0 0-83,0-1 1,0-1 0,0 0 0,0-1-48,0 1 1,0-4 0,0-2-1,0-2 48,0-1 1,0 1-1,0-2 1,0 0-27,0-2 0,0 0 1,0 2-1,0-1 9,0 4 1,0-2 0,0 3 0,0-1 19,0 1 1,0 3 0,0 4-1,0 1 104,0 0 0,0 1 0,0-1 1,0 0 66,0 1 1,0-2 0,0 1-1,0-2-91,0 0 0,0-1 1,0 0-1,0-2-74,0 0 0,0 0 0,0 2 1,0 1-32,0-1 0,0 2 0,0 0 0,0 2 104,0 1 1,0-1-1,0 3 1,0 1-13,0-1 1,0-3 0,0 1-1,0 0-53,0 0 1,0-3-1,0 1 1,0-2-51,0 0 0,0-3 0,0-1 0,0 1-14,0-1 1,0 2 0,0-3 0,0 2 25,0 3 1,0-1-1,0 4 1,0-3-59,0-1 0,0 1 0,0-1 0,0 1 108,0-1 1,0-2 0,0 0 0,0 1-46,0 0 0,0-2 0,0-2 0,0-2 63,0 0 0,0-1 0,0 0 1,0 0-102,0-2 0,0 1 0,0-1 1,0 2 10,0 3 0,0-2 1,0 2-1,0-1-14,0-2 0,0-1 0,0-1 0,0 1 8,0-3 0,0 0 0,0-1 0,0-1-59,0-1 0,0-1 0,0-2 1,0-1-25,0-1 0,0 2 0,0-1 1,0 0 65,0 1 0,0-3 0,0 2 1,0 1-5,0-2 1,0 3-1,0-4 1,0 1-33,0 0 1,0 1 0,0-2 0,0-1-34,0-1 0,0-1 0,0 0 8,0 1 0,0-1 0,0 0 37,0 0 0,0 1 1,0 1-1,0 1 10,0-1 1,0 0-1,0-1 1,0 2-63,0-1 0,0-1 1,0-1-1,0 0 83,0 1 1,0-4-1,0 0-24,0 2 1,0 0 0,0 1 37,0 0 0,0 0 1,0 0-22,0 1 0,0-1 0,0 0 0,0 0 0,0 0 1,0-3 0,0 1-103,0 0 0,0 1-33,0 1 1,0 1 163,0-1 1,0-3 0,0 1 62,0 0 0,0 1 0,0 1 94,0 0 1,0-2-54,0-1 1,0-2-102,0 2 0,0-2-1573,0 2-564,0-3 2137,0 2 0,0-62 0,0-14 0</inkml:trace>
  <inkml:trace contextRef="#ctx0" brushRef="#br0" timeOffset="5">5664 1007 19797,'0'-4'1341,"0"2"1,0 7-863,0 6 1,0 3 0,0 4-1,0 0-113,0 4 0,0 5 0,0 2 0,0 1-192,0 0 0,0-1 1,0 5-1,0 0-27,0 1 1,0 0-1,0-2 1,0-1-40,0 1 1,0 2-1,0 0 1,0 0-109,0 2 0,0-4 0,0 3 1,0 0 40,0 2 1,0-2 0,0-1 0,0 0-88,0 0 0,0-2 0,0 1 0,0-2 57,0-2 0,0-3 1,0 3-1,0 0 59,0 2 0,0 0 0,0 2 0,0 0 40,0 1 0,0 6 0,0-2 0,0-1-14,0 2 1,0 0 0,0 1 0,0 2-14,0 0 0,0 0 1,0-2-1,0-1 20,0 1 1,0 0 0,0-2 0,0 0-33,0-1 0,0 0 0,0 3 0,0-2-55,0-1 1,0 1 0,0-4 0,0 0-45,0 1 1,0 1 0,0 0 0,0-1-27,0 1 0,0-3 0,0 4 0,0 0 149,0-1 0,0 0 1,0-3-1,0 2-17,0 1 1,0 3 0,0 1 0,0-2 17,0-2 1,0 1 0,0-2 0,0 1-43,0 2 0,0-3 0,0-1 0,0-2-88,0 0 0,0-1 0,0 1 0,0-2-26,0-1 0,0 2 1,0-2-1,0 0 31,0 0 0,0 1 1,0-3-1,0 0 50,0 0 0,0 1 1,0-2-1,0 0-39,0-2 1,0-1 0,0 1 0,0 2 1,0 0 1,0 0 0,0-4 0,0 0-13,0-2 1,0 1 0,0 2 0,0-3 1,0-2 0,0-1 0,0 0 1,0 1 14,0-1 1,0-2 0,0-1-1,0-2 27,0 2 1,0-2 0,0-1 0,0 0-45,0-2 0,0-1 1,0-1-110,0 0 1,0 0 0,0 0 30,0 0 0,0 1 0,0-1 90,0 0 1,0-3-1,0 1 43,0 0 0,0 1 10,0 1 0,0 0 1,0 0-18,0 1 1,0-4 0,0 0 22,0 2 1,0 0 0,0 1 14,0 0 0,0 0-134,0 0 1,0-2-170,0-1 253,0-3 0,0 3 102,0-3 0,0 0 2,0 4 1,0-1-264,0 3 0,0-3-915,0 1-1,0-4 1067,0 1 0,0-42 0,0-11 0</inkml:trace>
  <inkml:trace contextRef="#ctx0" brushRef="#br0" timeOffset="7">2023 145 21031,'-8'2'406,"1"1"1,-1-1 0,0 4-165,-4 2 1,-3 0 0,-4 3 0,-2 2-194,-1 3 1,-3 3 0,-4 0 0,1 0 99,2 1 1,3-5 0,4-2 0,3-3 727,3 0 1,2-1-173,2-3 0,4-2-749,5-4 0,5 1 0,6 2 1,0 1 60,2 1 1,4 2-1,0 2 1,1 1 198,1 0 0,1-1 1,-1 1-1,0 0-150,1-1 0,-1 1 0,-1 0 0,0 0-340,-2-1 1,-5 1 0,2 0 0,-3-1-627,-3 1 900,-3 0 0,-13-9 0,-2-2 0</inkml:trace>
  <inkml:trace contextRef="#ctx0" brushRef="#br0" timeOffset="8">1023 194 20720,'-9'-9'-168,"3"-1"0,-2 0 0,4 1 711,-2-1 1,4 0 0,0 1 0,4-1-254,5 0 0,5 2 0,3 0 1,2 3-414,3 0 1,3 2 0,-2 3 0,2 1-121,-1 3 0,-6 5 0,-3 7 0,-3 4 11,0 2 0,-6 3 1,-4 4-1,-5 0-21,-4 0 0,-5 0 1,-3 0-1,-3 0 187,-3 0 0,-3-4 0,3-2 0,-1-3 424,0-1 0,3-8 1,5-4 152,3-5 0,6-7 1,4-1-1,2-3-205,1 0 1,9-1 0,4 0 0,5 1-262,4-1 0,0 1 0,3 3 0,-2 3-51,-1 2 0,-1 2 0,0 2 0,-2 4 45,-4 5 1,-3 3 0,-3 6 0,-3 1 78,-3 4 1,-9 3 0,-6 1 0,-4 0-172,-5-2 1,-4-2 0,-1 0 0,-2-3-443,-1-3 495,0-5 0,-17-27 0,-5-10 0</inkml:trace>
  <inkml:trace contextRef="#ctx0" brushRef="#br0" timeOffset="9">3427 262 20325,'-6'1'275,"3"2"1,-1 2 0,1 6 0,-1 2-332,0 3 0,-1 3 1,-5 3-1,0 2 154,1 0 1,-2-2 0,-2 0 0,-2-1 176,0-2 0,-2-5 1,4-4-1,1-6 41,1-3 1,1-1-1,2-2 1,1-4-243,4-7 1,3-6 0,3-2 0,4-3-343,1 0 0,6 2 1,3-1-1,1 3-41,1 1 1,-1 4 0,0 3 0,-2 4 336,1 5 0,-2 3 0,0 3 1,-1 5 32,-2 4 0,-5 7 0,-1 7 0,-2 2-528,-2 1 467,-1 0 0,-14 21 0,-3 6 0</inkml:trace>
  <inkml:trace contextRef="#ctx0" brushRef="#br0" timeOffset="10">0 2521 20286,'10'0'0,"0"0"149,-1 0 0,2 0 1,1 0-1,2 0-20,1 0 0,2 0 0,5 0 0,1 0 133,2 0 0,1 0 1,3 0-1,1 0 103,2 0 1,2 0-1,2 0 1,0 0-162,0 0 0,-1 0 0,1 0 0,3 0-208,2 0 1,1 0 0,-2 0 0,0 0-24,2 0 0,7 0 1,-4 0-1,-2 0-57,-2 0 1,-1 0 0,2 0 0,2 0 197,0 0 0,3 0 0,-2 0 0,2 0 58,2 0 1,-1 0-1,1 0 1,0 0-20,3 0 1,-2 0 0,6 0 0,1 0-82,0 0 1,2 0 0,-6 0-1,1 0-116,2 0 0,3 0 1,0 0-1,-3 0-80,-2 0 0,-2 0 0,1 0 0,3 0 199,1 0 1,3 0 0,-5 0 0,2 0 38,1 0 0,0 0 1,0 0-1,0 0-71,1 0 0,-1 0 1,0 0-1,-1 0-53,-2 0 1,2 0-1,-4 0 1,2 0-23,0 0 1,-2 0-1,-1 0 1,-4 0-10,-4 0 1,1 0 0,-2 0-1,1 0 50,2 0 1,-3 0-1,0 0 1,-1 0 46,0 0 1,3 0 0,-3 0 0,-1 0 48,-1 0 1,2 0-1,2 0 1,1 0-56,2 0 0,-2 0 1,-8 0-1,0 0-80,-2 0 0,1 0 1,1 0-1,-1 0 37,-4 0 1,2 0 0,-1 0 0,0 0-104,1 0 1,1 0 0,-2 0-1,1 0 227,-1 0 0,7 0 0,-2 0 0,0 0 64,2 0 1,-7 0-1,6 0 1,-2 0-201,-3 0 0,-2 0 1,-6 0-1,-3 0-53,-3 0 0,0 0 0,-2 0 0,-1 0-30,-1 0 0,-4 0 1,1 0-1,-2 0 57,-2 0 1,1 0-1,0 0 69,-1 0 1,1 0 0,0 0 0,-1 0 27,1 0 0,-3 0 0,-1 0-1222,2 0 350,-4 0 0,-1 0 427,-6 0 0,-6 0 0,-5 0 0,-1 0 379,-2 0 0,-36 0 0,-9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20834,'-7'0'-1639,"1"0"1573,4 0 1,5 0-1,8 0 10,3 0 0,2 0 0,4 0 1,2 0 319,0 0 0,4 0 1,-2 0-1,0 0-51,-1 0 1,4 0-1,-1 0 1,1 0 8,-1 0 0,-2 0 1,-3 0-1,0 0-199,1 0 0,-8 0 0,2 0-928,-4 0 905,-7 0 0,-52 0 0,-18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25587,'-10'0'-717,"0"0"0,9 0 425,4 0 1,5 0 0,2 0 297,-1 0 1,1 0 0,0 0 0,-1 0-21,1 0 1,0 0 0,0 0 0,3 0 18,4 0 1,-1 0 0,2 0-1,3 0-30,3 0 1,2 0 0,4 0 0,1 0 27,1 0 1,5 0-1,-1 0 1,1 0-33,2 0 0,0 0 0,0 0 1,2 0 47,1 0 0,3 0 0,-3 0 0,0 0 22,1 0 1,-3 0 0,3 0-1,-1 0 16,0 0 0,1 0 0,-2 0 0,2 0-15,1 0 1,3 0 0,3 0 0,-3 0-10,0 0 1,1 0 0,1 0 0,2 0 10,0 0 0,4 0 0,-3 0 0,-1 0-47,2 0 1,0 0-1,2 0 1,-3 0 3,1 0 1,-2 0 0,3 0 0,1 0 6,-1 0 1,-1 0 0,-4 0 0,2 0-7,0 0 1,8 0 0,-5 0-1,-1 0 10,-2 0 1,1 0 0,3 0 0,1 0 41,-1 0 0,1 0 0,-3 0 0,-1 0-43,1 0 0,2 0 1,-4 0-1,0 0-20,-2 0 0,0 0 0,0 0 0,1 0-46,-2 0 41,-2 0 0,-3 0 0,3 0 1,1 0 1,3 0-1,0 0 1,-3 0 54,1 0 0,-4 0 0,1 0 1,0 0 17,-1 0 1,0 0 0,-3 0 0,1 0-20,-1 0 0,2 0 0,-2 0 0,-3 0-63,-1 0 0,-1 0 0,3 0 0,2 0-102,1 0 0,0 0 0,-3 0 0,0 0 105,-1 0 0,3 0 0,-1 0 0,-4 0 49,-1 0 1,1 0 0,0 0-1,0 0 30,0 0 1,-3 0 0,-4 0 0,0 0 20,0 0 0,0 0 0,-1 0 1,-1 0-121,-1 0 1,-3 0 0,1 0 0,1 0-48,0 0 0,-2 0 0,2 0 0,1 0 62,-1 0 0,3 0 0,-3 0 0,-1 0 34,-1 0 1,-3 0 0,0 0-1,-2 0 28,-2 0 0,1 0 0,-4 0-79,-1 0 1,-4 0-446,-2 0 185,-4 0 504,2 0-601,-4 0 1,-4 0 0,-1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26170,'15'0'-74,"2"0"1,-3 0 0,1 0-21,3 0 1,3 0 0,3 0 0,-1 0 181,1 0 1,3 0 0,-1 0 0,3 0 105,3 0 1,1 0 0,5 0-1,0 0 16,2 0 0,3 0 0,0 0 1,3 0-87,0 0 1,-1 0 0,1 0-1,0 0-120,0 0 1,1 0 0,2 0 0,0 0-27,3 0 0,-2 0 0,4 0 1,-1 0 61,-3 0 0,1 0 1,-1 0-1,3 0 91,1 0 0,-4 0 0,2 0 1,-3 0-10,0 0 1,-1 0 0,1 0 0,-1 0-75,0 0 0,1 0 1,-1 0-1,1 0-64,-1 0 1,-3 0 0,-1 0-1,0 0-93,0 0 1,3 0-1,2 0 1,1 0 57,-3 0 0,-4 0 0,1 0 0,1 0 142,3 0 0,-5 0 0,4 0 0,-2 0 18,-1 0 1,1 0 0,3 0 0,-3 0-14,-3 0 0,-4 0 0,0 0 0,1 0-132,4 0 1,-1 0 0,0 0 0,-2 0-124,-2 0 1,1 0 0,1 0 0,1 0 87,1 0 1,1 0 0,-3 0 0,3 0 68,2 0 0,-1 0 1,1 0-1,-4 0 157,-5 0 0,1 0 0,-4 0 0,1 0-88,-1 0 1,2 0-1,-2 0 1,-2 0-85,-1 0 0,1 0 0,-1 0 0,-2 0-105,0 0 0,0 0 1,1 0-1,-1 0 12,-2 0 0,2 0 0,-3 0 0,0 0-21,1 0 1,3 0 0,4 0-1,-2 0 135,-1 0 0,-4 0 0,-1 0 1,2 0 21,1 0 0,-2 0 1,-1 0-1,0 0-3,-1 0 0,-1 0 1,2 0-1,-1 0-5,1 0 1,-2 0 0,3 0-1,-1 0-75,0 0 0,-1 0 0,-4 0 0,2 0 0,0 0 0,1 0 0,-4 0 0,1 0 21,-1 0 1,0 0 0,1 0 0,-1 0 8,0 0 0,-3 0 1,0 0-1,-1 0 0,0 0 1,0 0 0,1 0 0,-3 0 1,-3 0 0,0 0 1,1 0 30,2 0 0,1 0 0,2 0 0,-3 0-7,-2 0 1,2 0 0,-1 0 0,0 0-24,-1 0 0,-1 0 1,0 0-17,3 0 0,-2 0 0,2 0-3,-2 0 405,-2 0-334,1 0 0,-3 0 0,-1 0 25,2 0 0,-3 0 0,1 0 0,2 0-87,1 0 1,-3 0 0,1 0 0,3 0-1088,2 0 1119,-3 0 1,-31 0 0,-10 0-1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8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214 192 8195,'-10'-10'132,"0"-4"0,1-1 1,-1-1 322,0 0 1,0 4 0,-2-1 0,-2 3 131,-1 0 0,3 5 0,-2 1 1,1 4-410,0 4 0,-1 5 0,3 7 1,1 4-190,1 2 0,3 2 1,-1 3-1,4-1-6,2 1 0,1-4 0,1 0 0,2-4-410,4-3 1,2-2-1,3-5 1,2-3 33,1-2 1,1-8 0,3-3-1,-2-5 291,-1-4 0,-4-2 0,1-2 0,-3 1 14,0-1 0,0 2 0,-2 1 85,-1 1 0,-2 5 0,-3 2-4,2 8 0,-1 8 0,-3 9 0,0 7-39,0 3 0,0 9 0,0 2 1,0 4-35,0 0 0,0-1 1,-1-1-1,-1-1 288,-2 1 0,-3-4 1,0-3-1,-2-3 123,-4-3 1,1-3-1,-3-4 1,0-3 237,0-3 0,3-7 0,-1-4 0,2-4-29,2-4 1,-1-7-1,0-4 1,1-5-262,-1-4 0,3-2 0,2-1 0,1 1-99,2 2 1,0 0 0,2 3-1,0 1-404,0 2 1,5 2 0,1 3 0,3 4-740,1 3 0,3 5 0,4-2 963,1 1 0,61-8 0,16 1 0</inkml:trace>
  <inkml:trace contextRef="#ctx0" brushRef="#br0" timeOffset="1">553 57 8351,'-5'-14'0,"3"4"0,-3-1 0,-1 5 804,1 1 0,2-1 0,-4 3 0,0 2-283,-2 3 1,-1 7 0,1 9 0,-2 3-338,-2 5 1,2 6-1,-2 4 1,3 1-9,0 2 0,1 2 1,2 2-1,1 3-31,2 0 1,1-4 0,3 0 0,1-2-522,2-1 1,3-7-1,4-5 1,2-9 375,1-6 0,22-60 0,1-22 0</inkml:trace>
  <inkml:trace contextRef="#ctx0" brushRef="#br0" timeOffset="2">717 134 8311,'-6'-10'1264,"-1"1"1,4 0-1,-4 3-862,0 2 0,-1 11 0,1 5 0,-1 5-339,-2 6 0,0 4 1,-3 3-1,2 3 185,2 2 0,-4 7 0,0 2 1,2 0 54,3-2 0,4-2 1,4-2-1,1-3-240,2-3 1,3-10 0,5-7-1,0-6-287,2-6 1,1-3 0,-2-4 0,0-6-387,-3-5 0,-1-5 1,-3-1-1,-1-2-344,0 2 1,-1 0 0,-3 2 0,0 1 953,0 2 0,-21-37 0,-6-5 0</inkml:trace>
  <inkml:trace contextRef="#ctx0" brushRef="#br0" timeOffset="3">533 289 8277,'-4'-6'1380,"3"1"-692,-2 2 1,7 2 0,6-2-1,5 1-1075,3 2 0,1 0 0,2 0 387,1 0 0,29 13 0,10 4 0</inkml:trace>
  <inkml:trace contextRef="#ctx0" brushRef="#br0" timeOffset="4">872 144 8277,'10'1'243,"-1"2"0,-2-1 1,-1 5-1,1 0 693,-2 2 0,3 6 0,-4 4 0,0 6 169,0 3 0,0 6 1,-4 5-1,-1 5-738,-3 3 1,-2 2 0,-7-2 0,-2-3-2285,0-5 1,-3-5 1916,1-5 0,-18-4 0,-6-1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9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184 185 8240,'-11'-10'0,"-1"0"0,0 2 625,0 1 1,1 0-1,0 3 1,-1-1-188,-1 1 0,-3 1 0,3 3 0,2 1-516,0 2 1,1 2 0,2 6 0,0 2-254,2 3 1,3-1-1,0 1 1,2 2-8,1 0 1,4-2 0,2-1 0,0-1 60,1-2 1,2-2-1,4-4 1,-1-3 201,-1-2 1,0-1-1,0-1 1,2-2 145,-1-3 0,-2-4 0,-3-2 0,-1-1 27,-2 1 0,3 2 0,-3 1 0,0 1-73,0 2 0,1 4 1,-3 0-50,1 4 1,0 9 0,-2 8 0,2 6 5,0 3 1,0 6-1,-3 4 1,0 4 55,0 2 0,-3 0 0,-2 1 0,0-2 318,-2 0 1,-2-9-1,-1-1 1,1-9 229,-1-3 1,0-6 0,1-2 0,-1-3-21,0-4 1,1-3-1,-1-6 1,0-3-250,1-3 0,2-5 0,1-2 0,-1-2-192,2-2 0,-3 0 0,4-2 0,0 0-55,-1 0 0,2 2 1,3 1-1,0 2-432,0 1 0,0 4 0,0-1 0,0 3-947,0 0 1,5 0 0,4 1 1308,3-1 0,57-34 0,10-9 0</inkml:trace>
  <inkml:trace contextRef="#ctx0" brushRef="#br0" timeOffset="1">339 1 8269,'-10'0'511,"2"4"0,0 2 0,3 1-93,0 3 1,-1-3 0,3 7-419,1 0 0,5 36 0,2 12 0</inkml:trace>
  <inkml:trace contextRef="#ctx0" brushRef="#br0" timeOffset="2">523 69 8866,'-3'-7'658,"-1"1"1,0 4 0,1-2-133,-4 3 0,0 2 0,-1 3 0,2 3-322,-2 5 0,0 7 1,-3 7-1,0 3-145,2 3 1,-3 4 0,5 5 0,0 3-13,0 3 1,0-1-1,4 5 1,0-5-324,2-4 1,6-6 0,1-5-1,4-6-555,3-9 1,-2-3 0,5-10 830,-3-1 0,22-48 0,1-13 0</inkml:trace>
  <inkml:trace contextRef="#ctx0" brushRef="#br0" timeOffset="3">765 127 8191,'0'-10'0,"0"0"76,0 1 1,0 2 0,0 1 2269,0-2 1,-1 4-1918,-3 1 1,-1 10-1,-4 6 1,2 5-422,1 5 1,0 2 0,-1 5 0,0 1-14,0 1 0,-1 2 1,1-3-1,1 2-60,2 2 1,-3 0-1,4 3 1,1-4-84,1-5 1,1-4 0,0-7 0,1-3 33,2-5 0,3-5 0,3-5 0,1-2-21,0-4 0,-1-4 0,1-8 0,0-1-315,-1-1 1,0-1-1,-1 0 1,-2 0 51,2-2 0,-4 0 398,-1 4 0,-23-17 0,-7-5 0</inkml:trace>
  <inkml:trace contextRef="#ctx0" brushRef="#br0" timeOffset="4">620 311 8255,'-7'0'798,"1"0"1,6 0 0,2 0-830,6 0 0,9 0 0,-1 0 1,3-1-2354,4-3 2384,-3 3 0,42-16 0,6 1 0</inkml:trace>
  <inkml:trace contextRef="#ctx0" brushRef="#br0" timeOffset="5">929 88 8301,'10'0'522,"0"0"0,-2 1 1,0 3 256,-2 6 1,4 5 0,3 8-1,-1 4-425,-2 4 0,-3 4 1,-2 8-1,0 5 17,-3 2 0,-6 2 0,-2-4 0,-4 1-372,-3-1 1,-1-5 0,-3-5 0,2-8-1809,1-7 1,0-3 1808,1-4 0,-19-24 0,-9-9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9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231 9 8325,'-6'-3'1125,"-1"0"1,4 1 0,-4 5-1043,0 3 0,-2 8 1,0 6-1,-1 4 151,0 4 1,-3 9 0,-1 3 0,0 2 4,0 1 0,2 3 0,3-2 0,2 0-74,4-2 1,2-8 0,2-5 0,2-6-6,4-6 0,2-3 0,0-5 0,2-3-300,2-2 1,-2-4 0,2-5 0,-2-3-196,2-4 1,-2-4 0,1 2 0,-4-1-422,-1-3 0,-2 0 0,3-1 1,-3 0-1219,-1 3 1974,0-2 0,-34-27 0,-8-12 0</inkml:trace>
  <inkml:trace contextRef="#ctx0" brushRef="#br0" timeOffset="1">8 193 8325,'-5'0'2370,"3"0"-2179,8 0 1,2 0 0,9 0 0,3 1-1561,5 2 1369,3-2 0,49 12 0,11-2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9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34 659 8202,'-10'5'0,"0"-1"842,1 1 1,4-5-1,5 0-195,6-6 1,7-10-1,4-5 1,4-5-466,5-4 0,2-7 1,1-1-1,1-2-270,2-1 0,-1-2 0,1 0 0,-3 0-288,-3 0 0,-3 2 1,-4 6-1,-4 6-1185,-6 6 1,0 7 0,-6 3-98,-1 2 1658,-1 1 0,-5 5 0,-10-4 0,-6 4 0</inkml:trace>
  <inkml:trace contextRef="#ctx0" brushRef="#br0" timeOffset="1">324 59 8114,'0'-7'1628,"1"1"-1614,2-2 1,3 3-1,3-1 1,1 1-145,0 0 1,-1 2-1,1-1 1,0 1 408,-1 0 1,1-1 0,0 4 0,-1 2-2,1 1 1,-3 5-1,-2 6 1,-1 1-89,-2 3 0,3 0-190,-2 1 0,-8 18 0,-6 4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9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24 8330,'-2'-7'0,"0"1"872,-1-2 1,1 5-364,5 3 1,7 9-1,6 7 1,2 3-280,2 4 0,2 5 0,2 6 0,1 4 49,2 5 0,4 4 0,1 5 1,-1 2-111,-1-1 1,-1 0-1,-1-6 1,-2-4-147,-3-7 0,-6-5 0,-2-11 0,0-2-1173,0-3 1,-6-7-284,0-4 1,-5-4 1432,-1-4 0,-19-23 0,-6-9 0</inkml:trace>
  <inkml:trace contextRef="#ctx0" brushRef="#br0" timeOffset="1">319 624 7771,'4'6'150,"-1"1"0,1-2 1,-2 3-1,3-3 778,0-1 0,-2 3 1,4-3-137,0 2 0,2-3 0,0 2-336,1-1 1,0 0 0,0-5-635,3-3 1,-2-1 0,2-5 0,-1 0 177,1-3 0,13-31 0,6-13 0,4-7 0,1 1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9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24 629 8409,'-10'0'993,"4"0"-690,0 0 0,4-5 0,2-4 0,7-5-50,5-4 1,4-5-1,6-8 1,4-3-198,2-4 1,5-2 0,0-6-1,2 2-472,5 1 1,-4-2 0,1 4-1,-3 3-379,-6 5 1,-5 12 0,-8 4 315,-5 6 0,-6 5 0,-7 4 479,-3 4 0,-20 4 0,-5 3 0</inkml:trace>
  <inkml:trace contextRef="#ctx0" brushRef="#br0" timeOffset="1">324 49 8391,'-9'0'475,"-1"0"0,4-1 0,3-3-262,2-2 0,7 0 1,2 1-1,5 0-30,2-1 1,1 4-1,3-2 1,-2 1-52,-1-1 1,-3 1 0,2 3 0,-1 0-21,-2 0 1,-3 4-1,-2 4 1,-4 4-148,-2 4 0,-1 5 35,0 2 0,0-5 0,0-4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9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1221 125 8497,'0'-10'542,"0"1"0,-2-1 1,-1 0-128,-3 0 1,-3 5-1,-1 2 1,0 3-282,-3 3 0,-2 4 0,-6 7 0,0 5-41,-2 6 1,-3 4-1,4 3 1,0 3-265,2 3 0,5 1 0,2 0 0,3-2-40,4-1 0,1-1 1,8-6-1,3-6 81,7-8 0,5-8 1,6-11-1,4-7 137,3-7 1,5-7 0,-4-7 0,-1-5-58,-1-3 0,-1-1 0,-2-3 0,-4 2-11,-7 4 0,-5 4 0,-5 6 1,-4 3 103,-4 6 1,-4 5 0,-7 7-1,-5 5-196,-3 4 1,-1 8 152,-3 6 0,-6 28 0,-3 8 0</inkml:trace>
  <inkml:trace contextRef="#ctx0" brushRef="#br0" timeOffset="1">3030 76 8367,'-6'-6'435,"0"1"174,-2 0 1,-1 2-1,0 3 1,0 2-115,3 5 0,-5 5 1,2 10-1,1 5-394,-1 4 0,-4 4 0,6 3 0,0 1-140,2 0 1,3 0 0,5-2-1,5-2-336,3-6 0,1-10 0,4-9 1,1-7 22,2-5 1,3-8 0,0-7 0,-3-6-9,-2-6 1,-2-4 0,2-7 0,-4-1 84,-3-1 1,-4 0-1,-3 4 1,-2 0 274,-1 2 1,-2 4-1,-5 7 1,-6 7 22,-4 7 0,-2 7 0,-2 8-23,-1 6 0,-24 51 0,-10 18 0</inkml:trace>
  <inkml:trace contextRef="#ctx0" brushRef="#br0" timeOffset="2">1 251 9825,'1'-6'875,"2"3"0,5 1-640,4-1 1,6 2-1,6-3 1,0 3-432,3 1 1,2 0 0,2 0 0,2 0-1153,-2 0 1348,-5 0 0,2-4 0,-4-1 0</inkml:trace>
  <inkml:trace contextRef="#ctx0" brushRef="#br0" timeOffset="3">224 106 8373,'-10'3'5,"1"1"1,3 3 248,3 3 0,-2 5 0,1 8 0,0 4 434,-1 4 1,2 2 0,3 4-689,0-2 0,9 31 0,2 10 0</inkml:trace>
  <inkml:trace contextRef="#ctx0" brushRef="#br0" timeOffset="4">1898 270 8684,'2'-5'1758,"5"1"-1109,6 3 0,4 1 1,3 0-1,4 0-973,5 0 324,0 0 0,64-8 0,-40 2 0,-1 1 0</inkml:trace>
  <inkml:trace contextRef="#ctx0" brushRef="#br0" timeOffset="5">3698 289 8926,'5'-5'1123,"2"1"0,4 1-552,2-1 1,7 1 0,1 3 0,2 0-927,4 0 1,0 0 0,0 1-1,-2 1-503,-2 2 0,-3 2 858,-4-3 0,-13 0 0,0-3 0</inkml:trace>
  <inkml:trace contextRef="#ctx0" brushRef="#br0" timeOffset="6">3873 135 8298,'-7'9'0,"2"1"162,0 0 1,1 4 0,2 2-1,-1 3 626,1 4 0,1 1 0,1 7 1,0 0-2087,0 1 1298,0 0 0,8 10 0,3 3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9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1 252 8388,'0'7'602,"0"-1"-611,0 2 1,0 0 0,0 2 0,1 0-1167,2 0 1175,2-1 0,22 9 0,4 3 0</inkml:trace>
  <inkml:trace contextRef="#ctx0" brushRef="#br0" timeOffset="1">126 272 7842,'5'5'103,"-3"4"-103,4-3 0,18 20 0,7 5 0</inkml:trace>
  <inkml:trace contextRef="#ctx0" brushRef="#br0" timeOffset="2">281 301 8281,'6'4'0,"-2"2"0</inkml:trace>
  <inkml:trace contextRef="#ctx0" brushRef="#br0" timeOffset="5">1917 301 9669,'5'4'0,"38"14"0,6 8 0</inkml:trace>
  <inkml:trace contextRef="#ctx0" brushRef="#br0" timeOffset="6">2101 330 8212,'48'10'0</inkml:trace>
  <inkml:trace contextRef="#ctx0" brushRef="#br0" timeOffset="7">2275 359 8315,'39'-19'0</inkml:trace>
  <inkml:trace contextRef="#ctx0" brushRef="#br0" timeOffset="9">3804 340 8514,'0'5'176,"22"12"0,5-1 0</inkml:trace>
  <inkml:trace contextRef="#ctx0" brushRef="#br0" timeOffset="10">3940 359 7545,'23'-4'0,"2"-2"0</inkml:trace>
  <inkml:trace contextRef="#ctx0" brushRef="#br0" timeOffset="11">4124 388 8298,'-7'0'663,"2"-1"878,1-2-1541,1 2 0,-2-8 0,0 4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9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1 165 8323,'9'-9'346,"0"2"1,0 2-1,-1 1-153,3 1 0,2-1 0,0 0 0,2 0-221,0-1 0,3 1 28,-2 1 0,7 2 0,2-4 0</inkml:trace>
  <inkml:trace contextRef="#ctx0" brushRef="#br0" timeOffset="1">156 1 8178,'-10'4'98,"5"2"0,0 3 0,2 2 144,0 2 0,0 3 0,3 7 0,0 2-43,0 3 1,0 2 0,0 3-1,0 2-72,0 3 0,0 0 1,0-3-1,0-3-455,0-2 0,0-4 0,0-2-541,0-4 0,1-7 0,1-12 869,1-6 0,0-62 0,-3-22 0</inkml:trace>
  <inkml:trace contextRef="#ctx0" brushRef="#br0" timeOffset="2">117 243 8116,'-10'-10'148,"1"0"0,-1 5 1,0 2 93,0 2 1,1 6 0,-1 4-283,0 3 0,4 2 1,1-3-1,-1 3-307,1 1 347,3-3 0,2 2 0,5-4 0</inkml:trace>
  <inkml:trace contextRef="#ctx0" brushRef="#br0" timeOffset="3">117 253 8360,'6'0'633,"1"0"0,-1 1-633,4 2 0,43-11 0,10 2 0</inkml:trace>
  <inkml:trace contextRef="#ctx0" brushRef="#br0" timeOffset="4">252 78 8194,'0'-6'553,"0"-1"396,0 0 0,0 1-1092,0 0 0,1 4 0,3-1-636,2 2 1,3 1-1,-1 1 360,-1 2 0,0-1 0,-3 4 0,-1 1 354,1-2 0,-3 4 0,2-3 0,-2 3 103,-1 1 0,0-4 1,0 1-1,-1 0 70,-2 2 1,2 0 0,-3 1 0,1 0-42,-1-1 0,0-2 0,2-1-3,-1 2 0,-1 0 0,4 2 79,0 0 1,0-1 0,0 1 32,0 0 0,1-4 0,2 1-146,0 0 0,1 1 0,-2-1 0,2 0-49,-2 0 1,-1-1-1,-1 0-18,0 2 1,-1-3 0,-3 0-29,-2 0 0,1-2 0,-2-3 304,0 0 0,1 0 0,0-1 1,-2-2 1,3-3 0,0-3 262,0-1 0,1 3-207,1 1 0,2 3-696,-3-4 0,4 5 1,4-1-1486,2 2 1885,3 1 0,26-9 0,7-1 0</inkml:trace>
  <inkml:trace contextRef="#ctx0" brushRef="#br0" timeOffset="5">252 378 8194,'-6'0'-362,"1"-1"795,0-2 1,-1 1 1204,3-5 0,-1 4-1105,4-3 0,0 3 0,1-3-671,3 2 0,1 1 0,5 3 0,0-1-2413,3-3 2551,-2 3 0,42-25 0,5 0 0</inkml:trace>
  <inkml:trace contextRef="#ctx0" brushRef="#br0" timeOffset="6">533 40 8194,'-3'-7'565,"0"1"0,-2 4 1,3-1 20,-1 6 1,0 3 0,4 8 0,1 4-590,1 4 0,1 5 0,-1-2 0,0 4-66,-1 4 1,0-3 0,0 2-1,2-2-44,-2-1 0,-1-1 0,-1-3 0,0-5-666,0-2 1,-1-8 203,-3 0 1,-1-6 0,-4-7 0,2-4-87,0-5 1,2-3 660,-1-5 0,-12-33 0,2-10 0</inkml:trace>
  <inkml:trace contextRef="#ctx0" brushRef="#br0" timeOffset="7">465 253 8194,'-6'-9'-24,"0"1"0,1 3 100,0 1 0,-2 0 320,-2 4 0,3 6 1,3 2-343,2 4 0,1 1 1,0-3-55,0 0 0,47 4 0,12 1 0</inkml:trace>
  <inkml:trace contextRef="#ctx0" brushRef="#br0" timeOffset="8">649 291 10140,'6'10'0,"15"4"0,1 1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9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18 145 8199,'-5'-4'1104,"-4"3"0,8-4 0,-1 1-853,4-2 1,4 1-1,6-1 1,2 2-386,1 2 1,0-3 0,2 2 0,-1 0-1169,-2-1 1,2 3 1301,-3-3 0,-1 3 0,-2 1 0</inkml:trace>
  <inkml:trace contextRef="#ctx0" brushRef="#br0" timeOffset="1">134 0 8258,'-3'7'-27,"0"-1"0,-1-3 1,3 4-1,-1 0 265,-1 2 0,0 5 0,3 2 0,0 3-91,0 4 0,0 2 0,1 4 0,1 0-49,1 0 0,0 3 0,-3 1 0,0 1-181,0-1 1,0-5 0,0-5 0,0-3-980,0-1 654,0-4 0,0-6 0,0-9 1,0-6 407,0-6 0,0-20 0,0-9 0</inkml:trace>
  <inkml:trace contextRef="#ctx0" brushRef="#br0" timeOffset="2">115 242 8258,'-6'-10'-39,"-2"5"207,1 2 1,-1 2-1,-1 2 1,2 2-128,0 4 1,2 1 0,-3 2-1,3 0-418,1-1 0,-3 1 0,4 0-697,1-1 845,1-3 1,5-3-1,2-6 237,3-4 0,2-1 1,1-2-1,0 0 38,0 1 0,-1-1 0,-1 1 0,-1 2 171,1 0 0,-3 5 0,-1-1-42,2 2 1,-1 2 0,1 1-176,-2 1 0,-8 5 0,1-3 0</inkml:trace>
  <inkml:trace contextRef="#ctx0" brushRef="#br0" timeOffset="3">231 58 8255,'0'-9'0,"1"0"0,1 1 190,1 2 1,2 1 0,-3-3-1,2 3 171,1 0 0,2 2 0,3 3-517,-1 0 0,-2 3 0,-2 2 0,-1 1-50,-1 5 1,1-1-1,-1 4 1,-2-2 82,-3 1 0,0 1 0,-5-2 0,1 1-252,1-1 1,-4 2 0,4-1 315,-1-1 0,-1-5 408,3 0 1,0-5 219,1 1-460,2-6 0,-2-2 0,6-1-130,3 3 0,0 3 0,0 3-43,2 3 0,-3 3 0,0 1 1,0-1-33,-3 1 0,-1 0 0,-1-1 0,0 1-106,0 0 0,0 0-126,0-1 1,-1-3 327,-2-3 0,-11-19 0,-7-6 0</inkml:trace>
  <inkml:trace contextRef="#ctx0" brushRef="#br0" timeOffset="4">250 339 7923,'-9'0'138,"-1"0"0,3-3 0,2-2 455,1 0 0,1 2 0,3-4-618,0 0 0,1 1 0,1 0 0,2 0-58,1 0 0,2-1 1,3 3-1,-1 2-123,1 1 0,0 1 118,-1 0 1,-2 1-1,-2 2 1,-1 4 2,-1 2 0,-2 0 1,-1 1-1,-1 0-129,-3-1 0,2-2 1,-3-1-710,1 2 923,-4 0 0,3-15 0,-5-5 0</inkml:trace>
  <inkml:trace contextRef="#ctx0" brushRef="#br0" timeOffset="5">202 387 7877,'-7'4'-165,"1"-1"1,3 0 0,-3-2 1645,2 2-518,1-2 1,4 4-842,2-5 0,2 0 1,6 0-1,1 0-901,1 0 0,4-1 779,-1-3 0,46-14 0,11-8 0</inkml:trace>
  <inkml:trace contextRef="#ctx0" brushRef="#br0" timeOffset="6">415 213 8255,'-10'-4'1414,"5"2"0,3-4-1160,4 2 0,3 0 0,5 2 0,1-3-586,1 0 1,0 3 0,3-3 0,0 2-423,0 0 1,-3-4 753,1 4 0,-2 0 0,-1 3 0</inkml:trace>
  <inkml:trace contextRef="#ctx0" brushRef="#br0" timeOffset="7">541 87 7933,'-10'0'307,"3"4"1,2 0 0,0 1 26,-1 3 1,4 5-1,-2 3 1,1 3-173,-1 4 1,-2-2-1,2 6 1,-2 2-359,-1 2 1,1-2 0,1-4-1,1-1-387,2-3 0,-3-1 1,2-4 582,1-3 0,9-46 0,4-11 0</inkml:trace>
  <inkml:trace contextRef="#ctx0" brushRef="#br0" timeOffset="8">521 300 8282,'10'0'-304,"-4"1"1,1 1-1,0 3 766,2 0 1,1 2 0,0 2 0,2 1-463,1 0 0,52 8 0,9 2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952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28 3971 8910,'-9'0'489,"0"0"1,6-6-163,-2-3 1,4 1 0,1-1-77,0-2 1,0 3 0,0-1 0,0-2-96,0-1 0,4-2 0,1 0 1,-1-2-9,3-2 0,-1 1 0,5-6 0,-2-2-53,2-1 1,-4-6 0,1-1 0,0 2 38,-1 2 1,1 1-1,3 0 1,-2 1 5,2-1 0,-3 0 0,1 0 0,0-1 52,-1-3 0,4 2 1,-4-2-1,1 3-72,1 1 0,-3 0 1,4 0-1,-2 1-85,2-1 0,0 0 0,0 0 0,-2 0 15,2 1 1,6-1 0,1 0 0,-1 0-14,-1 1 1,-3-1 0,3 0 0,1 0 36,1 1 0,1 3 0,-5 1 0,0 0-59,0 2 1,-1-4 0,1 5 0,-1 0-43,-4 0 1,3-3 0,-2 2-1,2 1 33,2 0 0,0-3 0,0 3 0,-1-1-15,1-4 0,0-1 0,0-1 0,0 3-9,0 1 0,0 1 1,0-3-1,-2 4 9,-3 1 0,4 0 0,-4 3 0,3-2 38,2 2 0,-5-3 1,1 2-1,-1-1 39,-1-1 1,4 5 0,-3-4 0,2 4-26,-2 1 0,3-5 0,-2 1 1,2 1-34,2 1 1,0 2-1,0 1 1,0-3 1,0-2 1,4 2 0,2-4 0,0 2 76,0-1 1,0 1 0,-3 2-1,2-1-46,-2-1 1,3-1 0,-2 5 0,-1 0 51,-1 1 0,-2-1 0,1 0 0,2 0-13,1 0 0,1 2 0,-5 1 1,0 2-82,0-2 1,0 3 0,-1 0 0,1 1-112,0-1 1,0 5 0,0-3 0,0 1 48,0 0 1,0-4 0,-1 5 0,1 1 3,0 1 1,0-3 0,0 1 0,0 1 45,0 1 0,4 1 1,1-3-1,-2 0 13,-2 1 1,1 1 0,1 1-1,1-2 38,-1-2 0,3 0 1,-1 4-1,-2-2-51,-2-2 1,-1 0-1,0 5 1,0 0-13,0 0 0,-1 0 1,1 0 38,0 0 0,0 0 0,0 0 46,0 0 1,-2 2-1,-1 1 1,-2 2 18,2-2 1,1 0 0,2 0-38,0 2 1,-5-1-1,1-4 1,-1 2-73,-1 2 0,4-1 0,-3 5-74,4-2 0,0 5 0,1-3 75,0 0 0,-4 2 0,-1-3 149,2 0 0,1-2 1,0 4-1,-1 0-57,-2-1 0,-1 0 0,3-5 1,-3 3 27,-2 2 1,4-1-1,0 4-58,2-1 1,2-1 0,0 5 0,0-2-21,0-3 0,-5 4 0,0-6 0,2 3 185,1-1 0,1 0 0,-3 3 1,0-1 3,0-1 1,3-3-1,1 4 1,-2-2-104,-3 2 0,4 1 1,-4 1-1,3-2 3,2-2 1,-5 0-1,1 5 1,0-2-154,3-2 0,-4 0 0,0-3 21,2 0 1,-3 1-1,0 3 1,-1-4 6,1 0 1,-3 2 0,2-3-308,-1 2 0,1 1 0,-4 5-1425,1 0 1740,1 0 0,1 0 0,2-1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9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 2028 8443,'-10'1'-747,"1"4"865,6-4 0,-5 5 966,4-6 202,2 0-838,-4 0-287,6 0 1,2 0-1,2 0-94,6 0 0,-3 5 0,1 1 1,0 2 35,-1 3 1,3-4-1,2 3 1,-1 1 37,-2 1 1,0 0 0,5-1 0,0-2-38,0 2 0,0 1 0,0 2 0,0 0-54,-1 0 1,1-2-1,0-1 1,0-2-25,0 2 1,0 0 0,0 0 0,0-2 44,0 2 1,-1 0 0,1 0-1,0-2 24,0 2 1,0-1-1,-2 1 1,-1-2 0,-2 2 1,1-3 0,3 1-70,1 2 1,0-5-1,0 0-51,0 0 0,0-2 0,0 3 31,0-1 1,0-1 0,-1-5 58,1 0 0,0 0 0,0 0 32,0 0 1,0 0 0,0 0-41,0 0 0,0 0 0,-1 0 0,0-1-30,-4-4 0,3 2 0,-2-5 0,2 0-54,2 1 0,0 2 0,0-3 0,-1 1 14,1-1 1,0 3 0,0-2 0,-2-1 84,-2 0 0,2 0 0,-3-2 0,4 0 18,1 0 0,-1-1 0,1 0 0,0 2-55,0-2 0,0-1 0,0-2 1,0 1-38,0 4 0,0-3 1,-1 3-1,1-2 8,0 1 0,-5-2 0,1 3 0,0-2 37,3 2 0,-1-4 0,-1 4 0,-2-5-23,2-4 1,0 2 0,0-2-1,-2 1-22,2-2 1,1 4 0,2-5 0,-2 1-7,-3 1 1,4-5 0,-4 3 0,3 0 35,2 0 1,-1-5-1,-1 3 1,-1-1 13,0 0 0,4 5 0,-6-6 0,4 1-38,1 2 1,-2-4 0,-1 6 0,-2 1-26,2-2 0,-1 3 0,1-5 0,-1 1 36,0-1 1,3 5 0,-1-3-1,-1 2 30,-2-1 1,0-4 0,5 4 0,0 1-25,0-2 1,-5 4 0,1-4-1,0 0-44,3-3 0,-4 2 0,0-1 0,0 0-48,-1 1 0,3-1 0,-5-3 1,0 2 2,0-1 1,5 2 0,-3-1 0,1 0 30,0 1 0,-5-2 0,2 3 0,-2 1 32,1 0 1,6-4-1,-4 2 1,3-1 9,-1 0 1,-4 4-1,2-4 1,1-2 39,0-1 1,-1 3 0,4 0 0,-3-2 11,-2-1 1,3 0-1,-2 1 1,-1 4-72,0 0 1,3-2 0,-3 3-1,1-1 18,-1-4 1,3 0 0,-3 1-1,2 0 86,3 0 1,-4-1 0,1 0 0,0 2-80,0-1 1,-4 2-1,4-1 1,0 0 20,-1 1 0,-4 2 0,2 6 1,-2 0 169,2 0 0,-4 5 33,4 0 1,-4 4-170,-1-4 0,0 0-263,0-5 0,0 0 44,0 0 0,0 5 1,0 0-293,0-2-1501,0 5-93,0-1 2038,0 7 0,0 0 0,0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9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40 183 8515,'-10'0'3434,"0"0"-3058,1 0 0,3-1 0,3-2-421,2-4 0,5 2 1,3-1-1,0-3-166,0-3 0,1 2 1,-1-3-1,1 3-272,2 4 1,-2-3 0,0 4 0,-2-1 120,2 3 1,-3 2-1,2 2 462,0 2 0,-1 3 1,-1 3-66,-1 1 1,3 0 0,-3-2-1,0 0-61,0-2 0,4-4 81,-2 1 1,2-3-1,-1-3 1,-1-4-82,-2-5 1,4 0-1,-3-4 1,1 0-30,1 1 0,-5-2 0,2 4 0,-1 1-105,1 1 0,0 6 78,-1 2 1,-2 4-1,2 4 1,-2 6 224,-1 3 1,4 5-1,-1 5 1,-1 1-43,-1 1 1,-1 2-1,0 1 1,0 1 53,0 2 1,0-2-1,0 4 1,0-2-15,0 0 0,-3-1 0,-1-4 0,-1-3 77,1 0 0,-2-3 0,1-5 1,1-3 463,0-2 0,-1-6-346,2-1 0,1-3 0,-3-2 1,-1-2-95,1 0 1,2-4 0,-3 0-1,1-1-128,0-2 1,-2-3 0,-1-1 0,0 0-188,2 0 0,0-2 1,-1 3-1,1 2-367,-2 0 0,4 1 0,-1 1 0,2-1-548,0 0 0,0 4 1,3 0 987,0-2 0,30-1 0,7 0 0</inkml:trace>
  <inkml:trace contextRef="#ctx0" brushRef="#br0" timeOffset="1">483 202 8477,'-6'0'2082,"-1"0"-2092,1-4 0,2 3 0,4-2-159,5 2 0,4-2 0,1-1 0,2 2-104,1 1 1,0 1-1,-3 0 1,-1 0 272,1 0 0,-5 13 0,-1 3 0</inkml:trace>
  <inkml:trace contextRef="#ctx0" brushRef="#br0" timeOffset="2">483 280 8477,'-6'0'452,"-1"0"1,6 0 0,1 0-331,6 0 0,2 0 0,2 0 0,0 0-1319,-1 0 1197,1 0 0,17 4 0,4 1 0</inkml:trace>
  <inkml:trace contextRef="#ctx0" brushRef="#br0" timeOffset="3">917 154 8477,'-4'-9'92,"-1"0"1,-5 1-1,1 2 291,3-1 1,-3 1-1,3 0 1,-3-1 117,0 2 0,2-3 0,1 5 0,-2 1-437,0 1 0,1 1 0,1 1-409,-1 2 1,2 3 0,1 4 0,1 2 61,0 1 1,-1 3 0,4-2 0,0 0 82,0 0 0,4-1 1,0-4-1,1 0 57,3-3 0,0-1 0,2-5 0,0 0 111,-1 0 1,1-1-1,-1-3 1,1-2-34,0-3 0,-2 0 1,0-1-1,-3 0-144,-1 1 0,4 0 219,-2 3 1,2 3 0,-2 6 48,-2 3 1,-3 7 0,0 3 0,1 2 64,1 2 0,0 3 1,-3 3-1,0 2 15,0 1 1,0-1 0,-1-2 0,-1 0-14,-1 1 0,-4-3 0,3-3 0,-1-3 55,-3-2 0,0-4 0,-2 1 0,0-3 78,1-4 0,-1-2 1,0-4-1,1-1 176,-1-2 1,1-2-1,-1-6 1,0-1-31,1-1 0,2-3 0,1 2 0,-1 0-232,2 0 0,-3-2 1,5 3-1,1 1-287,1-2 0,1 3-247,0-2 1,1 3 0,2 3 0,4 2-583,1 0 0,3 2 1,1 3 942,1 0 0,55-21 0,12-6 0</inkml:trace>
  <inkml:trace contextRef="#ctx0" brushRef="#br0" timeOffset="4">1245 67 8477,'0'-9'196,"0"-1"0,0 4 0,0-1 1872,0 0-1766,-4 2 0,-1 2 0,-5 6 0,0 5-317,1 4 0,-1 4 0,0 5 0,0 3 139,-3 0 1,2 2 0,-2 3 0,3 0-28,0 0 1,0 3 0,1 0 0,0-2-69,3-3 1,1-3 0,5-6 0,0-2-368,0-3 0,5-7 0,2-3 1,4-3-2717,2-3 3054,4-2 0,19-48 0,10-10 0</inkml:trace>
  <inkml:trace contextRef="#ctx0" brushRef="#br0" timeOffset="5">1390 125 8452,'0'-9'0,"0"-1"348,0 0 0,0 4 1,0-1 582,0 0 0,-1 3 1,-1 2-845,-1 4 0,-2 3 0,3 6 1,-2 2-145,-2 3 1,1 5 0,-2 2 0,0-1 263,0 2 1,-1-3 0,1 4 0,1-1-136,2 1 1,-2-3-1,2 0 1,1-2-45,-1 0 0,3-2 1,-2-2-1,3-4-249,3-5 0,-1-2 1,4-5-1,2 0-297,0 0 0,-1-6 1,-1-2-1,1-5-556,-2-2 0,3 2 1074,-5-3 0,0-22 0,-3-8 0</inkml:trace>
  <inkml:trace contextRef="#ctx0" brushRef="#br0" timeOffset="6">1274 222 8442,'-3'-7'574,"0"1"0,1 4 0,5-2 0,3 3-662,3 1 0,2 0 1,0 1-1,3 2 88,1 0 0,23 13 0,8 0 0</inkml:trace>
  <inkml:trace contextRef="#ctx0" brushRef="#br0" timeOffset="7">1573 48 10090,'9'1'1034,"-2"2"1,0 4-433,0 1 1,2 3-1,0 2 1,0 3-63,-3 2 0,3 3 0,-4 1 0,1 4-255,-3 2 1,-2 1 0,-1 0-1,-1 0-807,-2-1 0,-3 0 0,-3-2 522,-1-3 0,-51 1 0,-13 1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9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77 145 8375,'-9'0'705,"-1"0"1,4 0 0,-1 0-202,0 0 0,1 0-209,0 0 0,1-1 1,-2-2-270,4-4 1,-1 2-1,0-2 1,2 0-124,1-2 0,1 0 0,1-1 0,1 0-118,2 1 1,3-4-1,0 0 1,2 2 61,4 4 1,-2-2-1,2 4 1,-1-1 178,0 3 1,-1 2-1,2 1 141,-2 0 1,-2 1 0,0 2 0,-3 5 64,-2 4 1,-3-2 0,-1 4 0,0-1-41,0 0 1,-1 0 0,-3-3 0,-2-1-55,-3 1 1,-1 0 0,-2-2 0,-1 0-46,1-2 0,0-4 0,1 1-126,-2-1 0,0-4 0,4-1-992,3-3 0,2 0 1025,4 0 0,21-9 0,6-5 0</inkml:trace>
  <inkml:trace contextRef="#ctx0" brushRef="#br0" timeOffset="1">376 309 8157,'-1'-7'416,"-2"1"0,1 4 0,-4-1 98,-2 2 1,3 1 0,-2 0-428,0 0 0,-2 4 1,0 2-1,0 3-168,3 0 1,-3 5-1,4 2 1,-2 3 82,1 0 1,3 1 0,-3 3 0,1 3-78,-1 1 1,4 6 0,-1 0 0,2 2 189,1 5 0,0-5 1,1 3-1,2-4-342,4-3 1,2-2 0,4-4 226,3-6 0,24-55 0,6-19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9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345 511 8142,'0'10'197,"0"-4"1,0 1 0,0 0 332,0 2 0,-1 1 0,-1-1 0,-1 1 802,1 0-1332,-3-1 0,3-8 0,-2-2 0</inkml:trace>
  <inkml:trace contextRef="#ctx0" brushRef="#br0" timeOffset="1">1542 183 8966,'0'-5'642,"1"2"0,2 5 1,2 2-354,1 2 1,2 3-1,-1 5 1,1 0 194,2 0 1,-1 6 0,1 1 0,-1 2-39,-3 4 0,2-1 1,-5 2-1,-1 2-301,-1 0 1,-2 3 0,-2 0-1,-4 0-491,-1 1 0,-5-3 0,-1-4 1,0-3-2972,0 0 3317,1-6 0,-9-13 0,-4-6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9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907 1215 7963,'-7'1'915,"1"3"1,3-3-1,-4 2-330,0-2 1,-2-1 0,0 0-122,-1 0 1,4-1 0,-1-1-146,0-1 0,-2-5 0,1 2-321,1-3 1,0 3-1,3-1 1,2 0-352,1-2 1,1-2-1,1 0 1,1-2-93,2 1 1,3 1 0,0 3-1,1 0 211,2 2 1,-1 3-1,2-3 1,1 2 266,1 2 0,0 1 0,-4 1 0,1 1 82,0 2 0,-4 2 0,-1 5 1,1 0 171,-1-1 1,-3 4 0,1 0 0,-1-1-159,-2-1 0,0 1 1,0 1-1,-2-1-65,-1-1 1,-2-2 0,-5 1-16,1 0 1,-4-4 0,0-1-42,1 0 0,1-6 0,3-6 0,0-1-74,2-2 0,4-3 0,-2-1 0,3-1-158,1-2 0,1 3 0,2 1 0,1 3 72,1 0 1,2 1 0,2 2-1,1 2 277,0 0 0,-1 2 0,1 4 0,-1 2 185,-3 4 0,1 1 0,-3 2 0,-2 0-20,-1-1 1,-1 4 0,0 0 0,-1-1-155,-2-2 0,0 0 0,-3-1 0,-1-3-156,-2-3 0,-1 2 0,1-2 0,-1-1-80,0-1 1,4-2 0,1-3-1,-1-5-82,1-3 1,3-2 0,-2 3-1,3-2-73,1 1 0,5-2 1,1 2-1,3 3-31,0 1 0,1 6 0,0-1 0,-1 2 503,1 1 1,0 1 0,-1 2 0,0 3 157,-3 3 0,2 4 1,-5 0-1,-1 0-80,-1 0 0,-1-2 0,0 2 1,-1-2-182,-2-2 0,-2 1 0,-5-1 0,0-3-264,1-3 0,-2-2 1,-1-1-1,-1 0-157,1 0 1,3-4-1,1-2 1,3-3-396,1-1 0,-3 1 702,4-1 0,8-21 0,6-5 0</inkml:trace>
  <inkml:trace contextRef="#ctx0" brushRef="#br0" timeOffset="1">155 183 8159,'-10'-5'855,"3"-3"1,1 5-574,-1 1 1,-2 1 0,0 2-1,2 2-253,0 4 0,1 1 0,-4 2 0,1 1-77,-1 2 1,2 2 0,0 5 0,2 1 91,-2 2 0,1 5 0,-1 0 1,3 4-62,0 2 0,2 1 0,3 3 0,1-3-17,3-3 1,1-2 0,5-2 0,0-2-168,3-3 0,-1-8 0,3-6 0,0-5 201,0-2 0,10-32 0,5-8 0</inkml:trace>
  <inkml:trace contextRef="#ctx0" brushRef="#br0" timeOffset="4">598 531 8204,'0'9'203,"0"-2"0,0-1 83,0 2-286,0 0 0,0 2 0,0-1 0</inkml:trace>
  <inkml:trace contextRef="#ctx0" brushRef="#br0" timeOffset="5">1582 125 8073,'7'0'449,"-1"0"0,-3 0 1,4 0-89,0 0 0,1 5 0,-1 1 0,0 4 26,0 3 0,2 0 0,-1 5 0,0 3 76,-2 3 0,0 3 0,0 4 0,-3 2-327,-2 1 1,-1-2 0,-1 3 0,-2-2-183,-3-2 46,-7-5 0,-37 10 0,-12-1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20580,'6'0'-59,"0"0"1,5 0-1,2 0 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49 372 20774,'-12'0'-1567,"0"0"3269,0 0-1566,5 0-8,1 0 1,17 0 36,6 0 0,-1 0 1,0 0-1,-1 0 23,2 0 1,-2 0 0,5 0 0,0 0-4,-1 0 0,3 0 0,-4 0 0,1 0-85,3 0 0,0 0 0,-1 0 1,-2 0-32,-1 0 1,0 0 0,-3 0 0,1 0-14,-1 0 1,-1 0 0,-2 0 42,0 0 0,1 0 1,-1 0-1,0 0 3,0 0 1,1 0 0,-1 0 0,0 0 84,0 0 1,2 0-1,1 0 1,3 0-70,1 0 0,-3 0 0,3 0 0,0 0-12,0 0 0,-4 0 0,3 0 0,-2 0-15,1 0 0,-1 0 0,-4 0 0,0 0-64,1 0 1,-1 0 0,0 0-20,0 0 1,1 0-1,-1 0 1,0 0 73,1 0 1,3 0 0,2 0-1,1 0 54,2 0 1,7 0-1,2 0 1,1 0 88,3 0 1,1 0-1,3 0 1,3 0-128,4 0 1,-3 0-1,1 0 1,-2 0-97,-1 0 0,5 0 0,-2 0 0,-1 0 17,0 0 0,3 0 1,-2 0-1,2 0-69,2 0 1,-2 0 0,-7 0 0,1 0 65,2 0 0,5 0 0,-2 0 0,1 0 53,0 0 0,0 0 1,5 0-1,1 0-22,-2 0 0,2 0 0,-7 0 0,1 0 1,0 0 1,-2 0 0,4 0 0,-4 0-34,-1 0 1,3 0 0,-2 0 0,-1 0-27,0 0 0,-1 0 0,-4 0 0,-1 0 36,1 0 1,0 0 0,0 0 0,1 0-8,3 0 0,-2 0 1,5 0-1,-1 0-11,1 0 0,-5 0 0,2 0 0,-3 0 6,-1 0 1,1 0 0,0 0 0,1 0 23,-4 0 0,-1 0 0,3 0 0,1 0-8,3 0 0,-3 0 0,3 0 0,-3 0-19,-1 0 1,-1 0-1,1 0 1,0 0-15,0 0 1,-5 0 0,1 0-1,1 0-50,1 0 1,2 0 0,-1 0 0,-2 0 41,-2 0 1,1 0-1,2 0 1,-2 0 12,-4 0 1,1 0 0,-2 0 0,1 0 46,1 0 1,0 0 0,2 0 0,-2 0-20,0 0 1,-2 0-1,4 0 1,1 0-29,-2 0 0,1 0 1,-5 0-1,1 0-21,0 0 0,-2 0 0,-3 0 0,-1 0-18,-2 0 0,0 0 0,5 0 1,-1 0 13,1 0 0,-5 0 0,1 0 0,1 0 16,1 0 1,1 0 0,1 0 0,-2 0 8,-3 0 1,3 0-1,-4 0 1,1 0 63,-4 0 1,2 0 0,-2 0 0,0 0 13,2 0 0,-3 0 0,4 0 0,-1 0-52,-3 0 1,2 0 0,0 0 0,-2 0 48,-2 0 1,0 0 238,-1 0-44,-5 0 31,-2 0 1,-4 0-93,4 0 0,-3 0-353,6 0 1,-3 0-23,3 0 0,-4 0-558,4 0 110,-5 0 0,8 0 430,-3 0 1,3 0 0,1 0-60,0 0 1,0 0 0,1 0 97,-1 0 1,0 0 0,0 0 0,1 0-85,-1 0 1,-4 0 0,0 0-316,2 0 1,-3 0-1190,1 0-1167,-5 0 2899,2 0 0,-43 0 0,-10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9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63 203 8231,'-18'0'1635,"1"0"0,5 0-301,0 0-1166,9 0 1,3 0 0,9 2-147,1 3 0,6-3 0,-5 4 0,5-2-120,1 2 1,1-4-1,-1 4 1,1-4-7,-1-2 1,-5 5 0,-1 1 247,3-2 1,-4 4-1,1 0 329,3 1 0,-6-3-187,-3 6 1,-3 0 0,-4 5 0,-3 0-318,-7 1 0,-4-1 0,-1 1 0,1-1-1135,5 1 0,-5-1 0,5 1 1166,-5-1 0,22-61 0,6-17 0</inkml:trace>
  <inkml:trace contextRef="#ctx0" brushRef="#br0" timeOffset="1">779 28 8231,'9'-2'1111,"-3"-4"1,-4 2 778,-2-7-1879,0 7 0,0 4 0,-2 12 0,-4 5 134,-5 6 1,-5 4 0,1 8 0,-1 2 133,-1 4 0,9-2 1,-9 7-1,1 1-7,0-2 1,1 3 0,1-7 0,5-2 51,1-2 0,2-10 0,6-4 0,0-4-411,0-1 1,2-8 0,4-5 0,5-3-252,5-2 1,1-2-1,1-3 1,-1-7-225,1-4 0,-1-1 0,1-1 0,-1 1-1056,1 0 1618,-9-9 0,7-40 0,-6-17 0</inkml:trace>
  <inkml:trace contextRef="#ctx0" brushRef="#br0" timeOffset="2">587 168 8813,'-16'-2'0,"3"-2"1225,1-2 0,10 0-594,2 6 0,8 0 0,9 0 0,1 0-511,-1 0 0,6 0 1,3 0-1,-1 0-120,0 0 0,37-7 0,4-3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1:59.9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198 146 9400,'0'-7'1610,"0"2"1,0 10-1501,0 4 0,-5 4 1,-4 4-1,-3 5-143,-1 3 0,-5 2 1,1 0-1,-1 3-473,-1 1 0,4-1 0,-2-5 0,2-3-751,2-4 1,6-8 1256,2-1 0,-2-6 0,-1 3 0</inkml:trace>
  <inkml:trace contextRef="#ctx0" brushRef="#br0" timeOffset="1">132 278 8140,'9'0'2349,"0"-1"-2325,1-4 0,6 2 0,3-6 0,1 1-271,-1 0 0,3-3 0,-3 3 0,0 1 283,0 3 0,-2-2 1,-3 1-1,-1 2 208,0 2 0,0 1 0,-1 1 52,-3 4 1,-4 2 0,-5 6-1,0 2 246,0 2 0,0 0 0,-1 5 1,-3 1-117,-5 2 1,1 7 0,0 3-1,-3 2-122,0-2 0,-2 3 0,-1-2 0,1 3-125,0 5 1,4-9 0,2 0 0,-1-7-1038,1-6 1,4-3-1226,-1-5 1,2-10 2082,2-8 0,12-51 0,3-22 0</inkml:trace>
  <inkml:trace contextRef="#ctx0" brushRef="#br0" timeOffset="2">475 80 11283,'9'6'-203,"0"3"-1033,1 2 1236,-4 3 0,18 11 0,-2 2 0</inkml:trace>
  <inkml:trace contextRef="#ctx0" brushRef="#br0" timeOffset="3">581 41 8101,'0'8'910,"0"1"1296,0 1-2206,6 2 0,31 19 0,12 4 0</inkml:trace>
  <inkml:trace contextRef="#ctx0" brushRef="#br0" timeOffset="4">818 199 11721,'2'-7'561,"2"1"1,5 1-1085,3 1 0,-3-1 1,-1 5-1,3 0 523,0 0 0,14 12 0,3 3 0</inkml:trace>
  <inkml:trace contextRef="#ctx0" brushRef="#br0" timeOffset="5">779 370 8159,'-13'0'1069,"0"0"240,-1 0 1,8 0-1142,6 0 0,8-1 1,8-2-1,2-1-198,-2 1 0,4 1 0,1 1 0,1-2 53,0-2 0,-5 1 1,4 3-1,-1-2-30,1-2 1,-5 1 0,2 4 0,-4 0 300,-1 0 0,1 0-31,-1 0 1,-6 6 0,-2 2 0,-4 6-15,-1 3 1,-1 4-1,-4 5 1,-4 2-356,-2 3 0,-1-2 1,2 6-1,1 0-946,-1-1 1052,-2 4 0,-1 8 0,-1 8 0</inkml:trace>
  <inkml:trace contextRef="#ctx0" brushRef="#br0" timeOffset="6">1333 252 8041,'-13'0'950,"6"0"1,2-2 0,10-1-908,3-1 0,4-1 1,3 4-1,2-2-188,5-1 0,3-5 0,0 4 0,-1 3 46,-2 0 1,-6 1 0,3-2-1,-2-2 217,1 2 0,0 2 270,-5 1 1,-2 1-1,-2 4 1,-4 4 95,-4 2 0,-1 2 1,-1 2-1,-2 3-264,-2 4 1,-5 3 0,1 1 0,-1 2-168,1 3 0,-3 2 0,4 7 0,-4 0-166,-1-1 1,4 1 0,2-2-1,-1-3-532,1-4 0,4-9 1,-1-5 644,2-2 0,8-25 0,1-6 0</inkml:trace>
  <inkml:trace contextRef="#ctx0" brushRef="#br0" timeOffset="7">1953 384 8041,'0'8'490,"0"1"1,0-4-1,0 3-38,0 3 0,0-4 0,-1 2 0,-2 2-94,-2 6 1,-3-1-1,2 4 1,-2 1-12,-2-1 0,-2-4 1,-1 2-1,0-3-159,0-2 0,0-4 1,-1-2-1,1-1-203,0-3 1,4-8 0,2-5-1,1-6-499,3-6 1,3-3-1,5-3 1,3-1-62,4-2 1,1 2 0,0 5-1,1 4 227,-1 1 0,4 3 0,2 7 0,1 4 723,-1 4 1,3 7 0,-3 4-1,0 6 15,0 6 0,-3 8 0,-6 0 0,-3 1 42,-1 1 1,-1-2-433,-5 5 0,6-18 0,1 1 0</inkml:trace>
  <inkml:trace contextRef="#ctx0" brushRef="#br0" timeOffset="8">2283 238 9534,'1'-7'708,"4"3"0,2-2 0,8 1 0,2 3-630,5 0 0,3-2 0,2-2 0,-1 0-611,1 0 0,-3 0 0,-2 3 1,-2-1 532,-1 1 0,-11-4 0,4-1 0</inkml:trace>
  <inkml:trace contextRef="#ctx0" brushRef="#br0" timeOffset="9">2468 1 8063,'-13'0'277,"4"0"0,0 0 122,-1 0 0,4 7 0,1 6 0,4 8-79,1 4 1,0 7 0,0 3 0,0 6-52,0 8 1,0 1-1,0 11 1,0 2-72,0 2 1,-2 5 0,0-1 0,-4-6-146,-2-9 1,5-8 0,-1-11 0,3-6-830,1-5 0,0-13-1345,0-11 2121,0-11 0,-6-63 0,-2-18 0</inkml:trace>
  <inkml:trace contextRef="#ctx0" brushRef="#br0" timeOffset="10">2402 357 8156,'-13'0'281,"-1"5"0,3 0 0,0 3-57,3 2 1,0 2-1,-2 2 1,1 4-135,-1 4 1,-2-1 0,-1 1-1,1 1-530,4 2 1,-4 0 0,4-2 0,0-4-1391,-1-4 1830,6 1 0,15-44 0,10-3 0</inkml:trace>
  <inkml:trace contextRef="#ctx0" brushRef="#br0" timeOffset="11">2415 397 8063,'13'-6'79,"0"4"0,1-2 153,-1 3 0,-2 2 0,0 3 0,-4 5 113,-1 3 1,4 1-346,-1 0 0,32-29 0,9-7 0</inkml:trace>
  <inkml:trace contextRef="#ctx0" brushRef="#br0" timeOffset="12">2586 344 8288,'-11'-1'0,"2"-4"340,5-4 0,4 2 1,4-2-1,5-1 201,2-2 1,7 0 0,1 2 0,2 3-575,2 1 0,1-3 0,-1 5 0,-1 1-160,1 1 0,-3 2 1,-3 0-1,-2 2-30,-2 2 0,-4-1 0,-2 6 0,-1 1 99,-3 2 0,-3 6 0,-4-1 0,-5 1-131,-3 1 0,-1-4 0,0 2 0,-1-1-1194,1 2 1449,0-4 0,-30 0 0,-6-8 0</inkml:trace>
  <inkml:trace contextRef="#ctx0" brushRef="#br0" timeOffset="13">2692 384 8097,'0'-9'260,"0"0"1,0 5-916,0-5 655,6 6 0,1 26 0,6 14 0</inkml:trace>
  <inkml:trace contextRef="#ctx0" brushRef="#br0" timeOffset="14">2666 502 7526,'8'-1'502,"1"-4"1,0-2-1,3-6-1769,-3 0 1267,2 5 0,-15-27 0,2-1 0</inkml:trace>
  <inkml:trace contextRef="#ctx0" brushRef="#br0" timeOffset="15">2692 357 8098,'-9'6'39,"2"3"134,1 3 1,0 1-1,3 1 1,-1 3 49,1 0 0,1 7 0,2-2 0,0 3-16,0 1 0,0-1 0,0-3 1,0-3 238,0 0 1,0-9-547,0 3 1,6-8-1,3-2-185,3-6 0,0-5 0,-2-6 0,-1-2 27,1-2 0,2-4 0,-1 4 1,0 2-45,-3 2 0,0 5 1,2 2 105,-1 1 0,-5-3 0,4 6-2,-3 4 0,0 1 198,-5 7 0,0 5 0,0 7 0</inkml:trace>
  <inkml:trace contextRef="#ctx0" brushRef="#br0" timeOffset="16">2930 265 8882,'0'-13'1245,"5"4"1,4 1-1893,3 3 1,-3-4-1,0 4-383,1 3 1,-3 0 701,2 2 1,-6 2 0,1 2-1,-2 5 328,-2 2 0,-2 3 0,-1-1 0,-3 0 0,-1 0 0,3 5 0,-5-1 0,0 0 151,2-3 0,-5-1 0,5 1 0,-2-3 572,0-2 1,5 1 0,-5-4 1125,-1 2-869,-2-6-954,-1 4 1,7-6 0,6 0-161,7 0 1,5-1-1,1-4 1,2-2-303,2 0 1,-2-3 0,3 4 0,-4-2-156,-1-2 1,5 3 0,0-1 0,-2 1 307,-2 0 1,-5 4-1,-1-3 1,-1 2 282,0-1 74,-4 1 1,2 5 367,-10 4 0,-1-2 1,-4 5-1,1 3 132,-1 0 0,-2 3 0,1-1 0,-1 0-196,-1 0 1,2 6 0,-6 2 0,2 1-160,2 0 1,-5 1 0,-1 6 0,-1 4-31,-4 0 0,1-3 1,1 1-1,4-4-689,4 0 1,2-7-291,3-2 1,6-11 0,10-8-1,8-11 790,4-8 0,15-21 0,7-8 0,5-4 0,0-1 0</inkml:trace>
  <inkml:trace contextRef="#ctx0" brushRef="#br0" timeOffset="17">3061 450 8421,'-8'5'428,"-1"4"1,6 3-1,-1 1 1,2 0 246,2 1 0,0 0 0,0 2 0,0 3-169,0 2 0,0-4 0,2 4 0,2 0-468,5-1 1,4-4 0,5 0-1,2-4-2084,1-3 2046,9-6 0,57-38 0,-31 9 0,1 0 0</inkml:trace>
  <inkml:trace contextRef="#ctx0" brushRef="#br0" timeOffset="18">3431 238 8624,'13'-8'950,"2"0"1,1 1-1058,1 0 1,7 2 0,-2-2-1,1 0-571,-1-1 1,2 4 677,-7-5 0,1 6 0,-5-3 0</inkml:trace>
  <inkml:trace contextRef="#ctx0" brushRef="#br0" timeOffset="19">3405 410 8070,'-14'0'797,"6"0"13,-1 0 0,7 0 1,4-2-515,9-2 1,9-3 0,6-6-1,0-1-375,1 1 1,-1 4-1,0 1 1,1-3-314,-1 0 0,-4-1 1,-1 3-1,-2 3 392,-3 0 0,-13 5 0,-5-5 0</inkml:trace>
  <inkml:trace contextRef="#ctx0" brushRef="#br0" timeOffset="20">3536 265 8070,'-8'12'205,"0"-2"1,2-1 256,4 1 1,-4 6-1,1 3 1,2 2-101,2 2 0,-1 3 0,-1 4 1,-1 2-195,1 2 1,2-1-1,-1 4 1,-1-3-276,-1-2 1,-1-7-1,7-9-638,2-6 1,4-4 0,5-7 0,0-5 744,0-7 0,12-47 0,3-18 0</inkml:trace>
  <inkml:trace contextRef="#ctx0" brushRef="#br0" timeOffset="21">3655 238 8070,'-9'6'299,"1"3"1,5 3 0,-3 2 0,1 3 186,1 0 0,0 7 1,2-2-1,-1 3-379,-1 1 0,-1-1 1,5-2-1,0-2-742,0-2 1,0-1 634,0-5 0,12-24 0,3-5 0</inkml:trace>
  <inkml:trace contextRef="#ctx0" brushRef="#br0" timeOffset="22">3879 172 8070,'-8'9'199,"-1"-1"0,0-1 280,2 0 0,-5 2 0,5 4 0,-2 0 0,0 1 1,2 0 0,-3 2-1,1 3-1603,-2 2 1,6-3 1123,0 4 0,10-6 0,2 3 0</inkml:trace>
  <inkml:trace contextRef="#ctx0" brushRef="#br0" timeOffset="23">3932 278 8074,'-4'9'477,"-2"-2"0,0 0 99,0 1 1,-4 2 0,1 6 0,-3 3-616,-1 2 1,0 1 0,0 4 0,0 1-364,0-1 0,4-1 1,1-3-1,3-5-1379,2-2 1781,1-2 0,31-35 0,8-8 0</inkml:trace>
  <inkml:trace contextRef="#ctx0" brushRef="#br0" timeOffset="24">3998 489 8219,'-1'13'274,"-4"1"0,2 0 0,-5 2 0,-3 3 299,0 2 0,-3 1 1,0 4-1,-2 1-688,-2-1 0,-4 0 115,5 1 0,-25 11 0,0 3 0</inkml:trace>
  <inkml:trace contextRef="#ctx0" brushRef="#br0" timeOffset="25">4328 344 8946,'0'-13'616,"2"4"0,3 0-579,9-1 0,0-2 0,7 0 0,-1 2-412,1 1 1,-5 5-1,3-3 1,-1 1-638,-1 3 1,1 0 1011,-5-1 0,0 2 0,-7-4 0,-6 8 0,-7 2 0,-5-2 0,-1 2-99,0-3 0,-1-1 0,3 2 0,0 1 131,3 1 1,3 6 0,-2-1-1,1 3 127,3 1 0,2 0 0,1 1 1,-2 0-27,-2 4 0,2 2 0,-2 7 0,2-1 49,2 1 1,-1 3 0,-2 1 0,-3-2-5,-1-1 1,2-3-1,-3-3 1,-3-4-31,0-4 1,2-6-1,0-4 1,-1-2 139,-2-2 1,0-8-1,2-3 1,3-7 77,1-3 0,-3 1 0,5-2 0,-1 4-15,-1 4 0,5 1 0,-3-1-504,2 1 0,8 6 0,3 2-485,3 4 1,2 1 0,2 0 0,3 0-1725,2 0 2362,1 0 0,57-18 0,13-4 0</inkml:trace>
  <inkml:trace contextRef="#ctx0" brushRef="#br0" timeOffset="26">4724 238 8132,'-7'6'613,"-4"-3"0,7 6 1,0 1-703,-2 2 0,4 1 0,-2 0 0,2 1 89,2-1 0,12 0 0,3 0 0</inkml:trace>
  <inkml:trace contextRef="#ctx0" brushRef="#br0" timeOffset="27">4829 93 8220,'0'13'802,"0"1"1,0 0-460,0 4 1,0 8 0,0 10 0,0 5-177,0 7 1,0 2 0,0 11 0,-1 2-161,-3 2 1,-2 2 0,-3-1 0,3-4-510,0-11 502,5-13 0,1-29 0,7-12 0</inkml:trace>
  <inkml:trace contextRef="#ctx0" brushRef="#br0" timeOffset="28">5173 727 8047,'5'13'0,"3"0"0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2:00.0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218 149 8186,'-6'-8'217,"1"1"1,1 1 303,2-1 0,0 2 1,0-1-1,-3-1 148,0-1 0,2-1 0,-2 0 0,0 0-255,0 0 0,-1 0 0,-2 0 0,1 0-536,1 0 1,0 2-1,-3 2 1,0 0-228,0 0 0,1 4 0,1 1 0,1 6-83,-1 5 1,2 4 0,0 3 0,1 1 108,2 2 1,1-1 0,1 4 0,0 0 304,0-1 1,4-2 0,2-5 0,2-2 53,1-1 0,3-5 0,0-5 0,0-2-54,1-1 1,-3-4 0,2-3 0,-3-3-70,-3-2 1,1-1 0,-4 2-146,-1-1 97,4 0 1,-5 12 0,2 6 0,-2 7 155,-1 4 0,0 6 0,0 3 0,0 6 114,0 3 1,0-3 0,0 6 0,-1 0 293,-2-1 0,-3-2 1,-3-1-1,0 0 55,0-6 0,0-1 1,0-6-1,-1-2 80,-2-3 0,2-4 0,-3-6 0,1-4-302,0-4 0,-1-4 0,2-6 0,-1-3-116,1-2 0,2-4 0,2-1 1,2 0-291,1 0 0,1 1 0,3 2 0,0 2-507,0 2 0,1 2 0,1 4 0,2 0-3626,1 0 4277,1 4 0,39-7 0,9 2 0</inkml:trace>
  <inkml:trace contextRef="#ctx0" brushRef="#br0" timeOffset="1">543 77 7770,'-1'-8'0,"-1"1"462,-1 1 0,-1 4 0,2-2 0,-2 1 109,-1 0 1,2 0 0,-3 5 0,-1 3-511,-1 4 0,-1 7 1,0 2-1,-1 6 6,-2 5 0,1 3 0,-1 4 0,2 0 167,1 1 0,0 3 0,0 1 0,1-1-41,2-4 0,-1-2 0,4-7 0,2-4-335,3-2 1,1-8 0,5-4 0,3-5-733,2-3 1,2-6 873,3-4 0,-3 4 0,-2-3 0</inkml:trace>
  <inkml:trace contextRef="#ctx0" brushRef="#br0" timeOffset="2">760 122 9979,'-6'-3'434,"0"0"0,3 0 0,-2 4 0,0 2-241,0 3 1,2 6 0,-3 4 0,-2 4 100,0 4 0,-2 3 0,-1 3 0,-1 4 105,1 1 1,1 1-1,2 0 1,2-1-208,3-2 1,2-7-1,1-8 1,0-5-224,0-3 0,4-5 1,2-2-1,2-3-292,1-3 1,1-5-1,1-4 1,1 0-495,-1-1 1,-1 2 0,-1-3 0,-2 1-2835,-1 2 3651,-4 1 0,-6-11 0,-6-3 0</inkml:trace>
  <inkml:trace contextRef="#ctx0" brushRef="#br0" timeOffset="3">633 303 8056,'-8'-4'0,"1"-1"1091,1 0 476,0-4 1,3 5-1567,6-2 1,3 2 0,9 4 0,1 0 196,1 0-198,1 0 0,41-4 0,9-1 0</inkml:trace>
  <inkml:trace contextRef="#ctx0" brushRef="#br0" timeOffset="4">922 104 8241,'6'-3'361,"0"0"338,1 1 1,-2 1 0,1 1-1,1 2-255,1 4 0,1 4 0,1 9 0,-1 3 35,0 5 1,-1 5-1,-2 7 1,-3 4-252,-2 1 0,-1 2 0,0 0 0,-1-2-834,-2-6 0,-2-4 0,-4-8 606,0-2 0,-25-38 0,-5-13 0</inkml:trace>
  <inkml:trace contextRef="#ctx0" brushRef="#br0" timeOffset="5">1329 312 9768,'9'0'65,"0"0"0,1 0 0,1 0 0,2 0-629,1 0 1,0 0 0,1 0 563,-3 0 0,-2 16 0,-1 4 0</inkml:trace>
  <inkml:trace contextRef="#ctx0" brushRef="#br0" timeOffset="6">1356 429 8231,'-9'0'1277,"0"0"1,6 0 0,5 0-1319,6 0 1,10-3 40,0 0 0,42-12 0,9 0 0</inkml:trace>
  <inkml:trace contextRef="#ctx0" brushRef="#br0" timeOffset="7">1871 248 8495,'-9'-8'0,"0"2"796,0 3 0,0 2 0,0 2-374,0 2 1,0 6 0,0 6 0,0 3-410,0 4 1,1 1-1,1 5 1,2 1-19,0 1 1,2 3 0,3-2-1,1-1 61,2-2 1,4 0 0,5-10-1,2-5-179,0-5 0,3-8 1,-1-7-1,2-4 46,0-4 0,1-7 1,-6-3-1,-1-3-244,-2-2 1,3-4 0,-7 2 0,-2-1 59,-2 0 0,-2 4 0,-1-2 0,-3 5 186,-5 5 1,-1 5 0,-5 10-1,0 3-392,1 2 467,-3 9 0,-1 42 0,-5 19 0</inkml:trace>
  <inkml:trace contextRef="#ctx0" brushRef="#br0" timeOffset="8">2395 285 8238,'0'6'0,"-1"0"0,-1 1 37,-1 1 0,-3 2 0,2 1 0,0 1 52,0-1 0,-3 3 0,2 0 1,-1 1-183,0 0 0,1-3 0,-2 2 0,1-1 229,-1-2 0,-1-2 0,-1-3 0,0-3 79,0-2 1,-1-1 0,1-2-16,0-4 0,4-1 0,2-8 0,2-2-202,1-3 0,4 1 0,2-3 0,3 1-7,4 0 1,2 1 0,5 5-1,1 3 42,-1 1 0,3 6 1,1 2-1,1 3 192,-1 3 0,-1 7 1,-4 9-1,-1 4 5,-4 3 0,-4 4 0,-3 0 0,-4-1-230,-2-1 0,-50 7 0,-11 2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2:00.0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-5778 1523 8157,'0'7'-13,"0"-1"1,0 1 232,0 1 1,1 1-1,2 1 1,3 1 158,2 1 0,4 4 1,1-1-1,-1 1-546,1-1 1,0 2-1,2-3 1,-2 0-656,0-2 0,-6-3 1,2-3 821,-1-3 0,-16-34 0,-3-9 0</inkml:trace>
  <inkml:trace contextRef="#ctx0" brushRef="#br0" timeOffset="1">-5669 1542 8157,'4'-6'-4,"3"0"0,3-2 98,2 0 1,4 2-1,-1 0 1,3-1 86,3-1 0,1-1 1,3 0-1,-2 1-234,0 2 1,1-1 0,-2 4 0,-1 1 40,-2 1 0,0 2 0,-7 3 31,-1 5 1,-5 0 0,-3 3 0,-2-2-53,-1-1 0,-4 3 0,-2 1 0,-2 2-358,-1 1 1,-1-3 0,-2-1 390,-3-2 0,-34-1 0,-10 0 0</inkml:trace>
  <inkml:trace contextRef="#ctx0" brushRef="#br0" timeOffset="2">-5534 1487 8157,'-4'9'270,"3"0"1,-2 0 0,2 0-50,1 1 1,0 2-1,0 1 1,0 1-505,0 2 0,0-2 0,0 1 283,0 1 0,-4 5 0,-1 2 0</inkml:trace>
  <inkml:trace contextRef="#ctx0" brushRef="#br0" timeOffset="3">-5561 1569 8157,'3'6'-180,"1"-1"-187,1-1 0,-3 3 0,2-2 367,0 0 0,-15 23 0,0 2 0</inkml:trace>
  <inkml:trace contextRef="#ctx0" brushRef="#br0" timeOffset="4">-5624 1677 8157,'4'-6'-45,"2"0"1,2 4-1,1-2 1,0 1 94,0 0-50,0 0 0,16 3 0,4 0 0</inkml:trace>
  <inkml:trace contextRef="#ctx0" brushRef="#br0" timeOffset="5">-5696 1813 8157,'1'-8'-572,"1"1"822,1 1 1,4 3-1,-1-3 1,2 1-211,1 0 0,4 2 1,2-3-1,2 0-755,1 1 715,-4-3 0,15-9 0,0-7 0</inkml:trace>
  <inkml:trace contextRef="#ctx0" brushRef="#br0" timeOffset="6">-5552 1686 8157,'-8'4'-263,"2"2"0,-1 2 0,3 2 0,0 1 397,0 1 1,0 3 0,2-2-1,-1 0-298,1 1 1,1 1-1,1-2 1,0 0-409,0 0 572,0-1 0,12-19 0,3-4 0</inkml:trace>
  <inkml:trace contextRef="#ctx0" brushRef="#br0" timeOffset="7">-5507 1686 8157,'0'9'-312,"0"0"0,0 0 403,0 0 1,0 1-92,0 2 0,-4 31 0,-1 10 0</inkml:trace>
  <inkml:trace contextRef="#ctx0" brushRef="#br0" timeOffset="8">-5642 1921 8157,'0'-9'792,"0"3"-556,0 0 1,4 1 0,2-1 0,3 2-215,3 0 0,-1 2 0,3-3 0,0 0-1249,0 0 1227,-3 3 0,14-6 0,-1 3 0</inkml:trace>
  <inkml:trace contextRef="#ctx0" brushRef="#br0" timeOffset="9">-5561 1921 8157,'-9'9'-469,"3"0"0,0 0 1,0 1 462,1 2 0,-2-2 0,3 2 0,0-2 6,0-1 0,1 3 0,3 0 0,-4-4 0,-1-3 0</inkml:trace>
  <inkml:trace contextRef="#ctx0" brushRef="#br0" timeOffset="10">-5434 1939 8089,'6'9'0,"-1"0"0,-1 0 0,19 0 0,2 0 0</inkml:trace>
  <inkml:trace contextRef="#ctx0" brushRef="#br0" timeOffset="11">-5136 1569 8173,'-5'0'683,"8"-3"0,7 0 1,3 0-1049,3-1 1,1 3 364,1-2 0,24-6 0,6-1 0</inkml:trace>
  <inkml:trace contextRef="#ctx0" brushRef="#br0" timeOffset="12">-4992 1523 8186,'-12'5'-172,"0"1"0,-1 3 1,2 3-1,-1 2 299,1 0 1,1 4 0,1-1 0,0 4-37,0 2 0,0 1 1,0 2-1,0-1-134,0-1 0,0-4 0,1 2 0,2-4-337,3-3 380,2-6 0,17-21 0,4-8 0</inkml:trace>
  <inkml:trace contextRef="#ctx0" brushRef="#br0" timeOffset="13">-4874 1605 8206,'0'9'-863,"0"-3"0,0 0 863,0 1 0,-12-7 0,-3-1 0</inkml:trace>
  <inkml:trace contextRef="#ctx0" brushRef="#br0" timeOffset="14">-4910 1659 8206,'-4'13'-48,"3"-3"1,-2 3 0,2 0 40,1 2 0,0 1 0,0 0 1,0-1 95,0 2 0,0 0 0,1 1 0,1 0-213,1 0 1,0 0-1,-3-1 1,-1-1 52,-2-1 0,-1-4 0,-4 1 0,0-2 238,-2-1 0,-3-1 1,1-2-1,-2-3 147,0-2 1,0-2-1,3-2 1,-1-4-15,1-4 1,4 0-1,2-3 1,1 0-146,2 0 0,1 2 0,2-2 1,2 1-312,3 2 0,2 2 0,1 2 0,1 2-602,2 1 1,-1-2 757,4 3 0,-8 0 0,1 3 0</inkml:trace>
  <inkml:trace contextRef="#ctx0" brushRef="#br0" timeOffset="15">-4684 1596 8270,'0'-9'0,"0"0"914,0 0 1,1 1 0,2 2-589,3 3 0,2 2 1,1 1-1,0 0-697,0 0 1,-3 7 0,-1 2 0,0 2-291,0 2 0,-3 1 0,1 4 1,-3 0 401,-3 0 1,1-3-1,-4 0 1,0 0 170,1-1 1,-2-1-1,3-5 1,-1-1 1055,-2-1-539,3-4 0,0 1 1,5-5-345,2-1 0,2 0 1,4 3-1,0 1-94,0 2 1,0 3 0,0 6-1,0 4-81,0 1 1,-1 1-1,-1 1 1,-2 1 33,-1 1 0,-2 3 0,-5-2 0,-3 0 47,-2 0 0,-2-1 1,-1-4-1,-2-2 69,-1-3 0,0-2 1,-2-4-1,2-3 75,1-2 1,0-6-1,4-5 1,1-3-92,2-1 1,1-3-1,3 3 1,-1-1-185,1 0 1,4 4 139,1-1 0,32-10 0,6-2 0</inkml:trace>
  <inkml:trace contextRef="#ctx0" brushRef="#br0" timeOffset="16">-4133 1469 8222,'0'-5'828,"1"1"0,2 5-828,3 2 0,2 18 0,1 8 0</inkml:trace>
  <inkml:trace contextRef="#ctx0" brushRef="#br0" timeOffset="17">-4251 1523 8251,'0'7'0,"0"-1"0,-1 1 0,-2 1 1,2 1 0,-2 0 0,2 1 34,1 2 0,-1 1 0,-1 3 0,-1-1 17,1 1 1,1-2 0,0 1 0,-1 0 178,-1-1 1,0-1 5,3-4 0,0-6-191,0-6 0,4-3 0,2-9 0,2 0-135,1 1 1,3-3-1,1 2 1,1-1-75,2 1 1,4-1 0,2 4 0,-2 1 83,-1 1 0,-1 5 1,0 2-1,-1 2-12,-2 1 0,-3 1 1,-6 3 90,-3 5 0,-42 44 0,-11 15 0</inkml:trace>
  <inkml:trace contextRef="#ctx0" brushRef="#br0" timeOffset="18">-4206 1749 8251,'0'-9'-9,"1"0"1,2 0 102,3 0 0,2 3 1,1 0-1,2 0-275,1 1 0,-1 1 0,3 4 181,-1 0 0,7 12 0,-1 3 0</inkml:trace>
  <inkml:trace contextRef="#ctx0" brushRef="#br0" timeOffset="19">-4206 1822 8251,'-5'-4'-22,"0"2"192,2-4 1,3 0 0,0-2 0,5 1 60,3 0 1,2 4 0,2-2 0,4 0-555,1 0 1,-2 3 0,-1-1 0,0 2 322,0 1 0,-3 12 0,2 4 0</inkml:trace>
  <inkml:trace contextRef="#ctx0" brushRef="#br0" timeOffset="20">-4269 1912 8316,'0'-9'240,"0"0"1,0 3-1,1 0 1,3-1 110,5-1 1,1 0 0,5 1 0,2 1-353,3-1 0,0 0 1,4 0-1,-1 1-1084,0-1 1,-6 3 1084,1 1 0,-2-2 0,2 0 0</inkml:trace>
  <inkml:trace contextRef="#ctx0" brushRef="#br0" timeOffset="21">-4124 1713 8251,'-4'10'3,"-2"1"0,-1 2 292,1 1 0,-2 1 0,2 4 0,-1 0 28,0 2 0,-1-1 0,2 4 0,-1 0-206,1-1 1,-2 3 0,2-3-1,-2 0-664,-1-2 1,1-6 0,1-2 546,1-3 0,8-42 0,-1-9 0</inkml:trace>
  <inkml:trace contextRef="#ctx0" brushRef="#br0" timeOffset="22">-4179 1930 8251,'10'0'172,"-1"0"0,0 1 0,0 2 187,0 3 1,0 2 0,1 2 0,2 1-166,3 1 1,2 0-195,1-3 0,28-16 0,7-4 0</inkml:trace>
  <inkml:trace contextRef="#ctx0" brushRef="#br0" timeOffset="23">-3862 1533 8451,'-5'4'552,"2"-3"0,6 2 1,3-1-1168,2 1 0,4-2 0,1 2 0,1-2 197,2-1 0,-3 0 1,-1 0-1,-2 0 418,-1 0 0,-4 1 0,-2 2 0,-2 3 0,-2 2 0,-3 1 0,-4 0 0,-3 0 0,-5 1 0,1 1 0,-2 1 205,-1-1 0,3-1 0,1-1 1,1-1 853,2-2 0,4 1-19,1-4 0,6 0 1,2-4-828,6-2 1,6 1-1,-1-3 1,0 0-469,0 0 1,2 2 0,-2-2-491,1 1 0,-3-2 1,1 3-1672,-2 1 2416,-1 1 0,-24 13 0,-6 3 0</inkml:trace>
  <inkml:trace contextRef="#ctx0" brushRef="#br0" timeOffset="24">-3835 1740 8251,'-3'9'-631,"-1"0"1,0 0 826,0 0 1,-2 1 0,2-1 0,0 0 132,0 0 1,-2 1 0,3 1 0,0 2-181,-1 1 0,2-2 1,-3 3-1,1 0 61,2-1 1,1 2-1,1-4 1,0-1-184,0-1 0,1 2 0,2 0-320,3-1 1,5-5 0,1-3 292,-1-2 0,27-49 0,6-12 0</inkml:trace>
  <inkml:trace contextRef="#ctx0" brushRef="#br0" timeOffset="25">-3754 1786 8251,'-4'9'74,"2"0"1,-3 0 0,0 1 204,0 2 1,2 2 0,-2 4 0,1 1-195,2 2 0,-2-1 0,0 3 0,0-1-611,0-2 0,0-1 526,1-1 0,-2-8 0,-4-1 0</inkml:trace>
  <inkml:trace contextRef="#ctx0" brushRef="#br0" timeOffset="26">-4007 1975 8157,'0'-9'191,"0"0"1,0 0-1,0 0 1,1 1 433,2 2 0,3-2 0,6 3 0,4-1 812,4 0-1437,3 0 0,65-23 0,-37 12 0,0 0 0</inkml:trace>
  <inkml:trace contextRef="#ctx0" brushRef="#br0" timeOffset="27">-3546 1523 8170,'-4'-5'199,"2"1"0,-4 4 432,-1 0 1,-1 4 0,-1 3 0,0 2-547,0 3 1,0 1 0,0 3-1,0-1-351,0 1 1,3-2-1,0 0 1,-1-1-93,2-2 0,1-4 266,4-1 0,1-4 0,2 1 0,4-3 103,5-3 1,1-2-1,3-4 1,-1 0-41,1 0 1,-3 3 0,0 1 0,-1 0-184,0 0 1,0 3 411,-3-1 0,-1 4 0,-2 4 79,-3 4 1,-6 3 0,-3 0 0,-2 4-41,-1 4 0,-1 0 1,-1 3-1,-1 0-86,1 0 1,0-2 0,0 1 0,-2 0-177,-1 2 0,3-2 0,-1-2 0,2-3-600,0-2 0,1-4 0,0 1-532,0-2 1155,0-5 0,-4-21 0,-1-9 0</inkml:trace>
  <inkml:trace contextRef="#ctx0" brushRef="#br0" timeOffset="28">-3691 1813 8170,'9'0'477,"0"1"0,0 2 0,1 4 494,3 4 0,2 7 1,5 6-1,2 2-921,1 1 0,2 0 1,4 0-1,2-1-50,1-2 0,21-5 0,9-6 0</inkml:trace>
  <inkml:trace contextRef="#ctx0" brushRef="#br0" timeOffset="29">-3040 1415 8420,'-6'-3'671,"0"0"1,0 0-1,-2 5 1,1 3-504,1 4 1,0 6-1,-3 0 1,0 2-487,0 1 1,3 3-1,0 0 1,-1-3-263,2-2 0,-2-5 470,4 1 1,4-6 0,6-4 0,3-4 131,3-4 0,2-2 1,-2-1-1,1 1 127,2 2 1,-3-2-1,-1 3 1,-2 0 255,-1 2 0,0-1-395,0 1 1,-4 1 0,-2 5-1,-3 3-207,-3 2 0,-2 5 0,-5 1 1,-1 1-213,-1 0 0,-3-1 409,3 1 0,0-2 0,3-4 0</inkml:trace>
  <inkml:trace contextRef="#ctx0" brushRef="#br0" timeOffset="30">-3140 1686 8336,'0'9'69,"-3"1"0,0 1 197,1 1 0,1 4 1,1-1-1,0 3-74,0 4 1,-1 2 0,-1 5 0,-1 1-201,1-1 0,1-1 0,1-1 0,0 0-259,0 0 0,0-4 0,0-2 0,0-5 267,0-4 0,4-18 0,1-5 0</inkml:trace>
  <inkml:trace contextRef="#ctx0" brushRef="#br0" timeOffset="31">-3131 1713 8264,'6'-4'61,"1"2"0,-3-3 0,1 0 168,2 0 0,1 2 0,1-3 0,0-1-219,0-1 1,3 0-1,1 1 1,1 1-307,2-1 1,-3-1 0,0 0-1,-1 2 172,0 3 1,0 2 0,-3 1-1,-1 1 217,-2 2 0,-1 2 1,-3 5-1,1 2 72,-1 3 0,-1 5 0,-1 2 0,0 1-128,0 2 1,-1 1-1,-1 3 1,-2 0-93,-1 1 1,0 0-1,-1-4 1,2-1-261,0-1 0,3-8 0,-2-1 315,2-4 0,-3-26 0,-1-6 0</inkml:trace>
  <inkml:trace contextRef="#ctx0" brushRef="#br0" timeOffset="32">-3040 1686 8264,'5'4'-412,"-2"2"309,-2 2 1,-1 1-1,0 0 1,0 1 355,0 2 1,0-1 0,0 3-254,0-1 0,-12 8 0,-3-2 0</inkml:trace>
  <inkml:trace contextRef="#ctx0" brushRef="#br0" timeOffset="33">-3067 1740 7951,'0'9'-652,"0"0"1,0 0 0,-1 1 697,-2 3 0,1-2 0,-4 3 1,-1 0 404,-1 0 1,0-3-1,1 1 1,2-2 1811,1-1-1817,1-4 1,11-8-447,4-6 0,44-50 0,12-11 0</inkml:trace>
  <inkml:trace contextRef="#ctx0" brushRef="#br0" timeOffset="34">-2778 1542 8250,'0'-9'-4,"0"-1"705,0 1 1,0 0-555,0 0 0,1 4 0,1 3-655,1 4 0,3 0 0,-3 4 1,-1 1 65,-1 1 0,-1 5 1,0 0-1,-1 1 333,-2 2 1,-1-2 0,-3 1 0,1 0 332,-1-1 0,-1 0 0,-1-4 1,1 0 2272,2-2-1851,-2-1 0,8-3 0,0-4-670,5-5 0,3-3 0,1 0 1,0 1-341,0 1 0,0 4 0,0-2 1,0 1-619,0 0 1,-3 0 284,0 3 1,-4 1 696,1 2 0,-26 30 0,-7 11 0</inkml:trace>
  <inkml:trace contextRef="#ctx0" brushRef="#br0" timeOffset="35">-2896 1822 8228,'-6'1'724,"0"2"1,5-2 0,1 1-332,5-4 1,4 0-1,2-4 1,2 0-408,2 1 0,0-3 1,3 2-1,0-2-240,0-2 0,0 1 0,0 0 0,-1 0 254,-2 0 0,6-4 0,-2-1 0</inkml:trace>
  <inkml:trace contextRef="#ctx0" brushRef="#br0" timeOffset="36">-2742 1659 8275,'0'9'66,"0"1"0,0 2 0,0 3 344,0 2 0,0 1 0,0 1 0,0 2 142,0 4 0,0 4 0,0 2 0,0 1-284,0 2 0,0-2 1,0-1-1,0-3-268,0-4 0,8-20 0,2-6 0</inkml:trace>
  <inkml:trace contextRef="#ctx0" brushRef="#br0" timeOffset="37">-2471 1776 8184,'3'-9'0,"1"0"0,1 0 1,-2 3 0,3 1-1,1 1 432,1 2 0,1 1 0,0 2 0,0 2-238,0 3 1,-3 2-1,0 2 1,0 1 155,-1 1 1,-1 2 0,-4-3 0,0 2-180,0 1 0,-1 0 0,-2 1 0,-3-2-653,-2 0 0,-4-3 1,-1 2 481,-1-2 0,-17-9 0,-7-2 0</inkml:trace>
  <inkml:trace contextRef="#ctx0" brushRef="#br0" timeOffset="38">-2399 1587 8184,'-4'5'37,"2"6"1,-4-2-1,0 2 374,1 2 0,-3 4 0,3 6 0,-1 2 28,0 3 0,0 2 1,-4 0-1,-1 1-775,-1 1 336,0-3 0,-13 14 0,-4-1 0</inkml:trace>
  <inkml:trace contextRef="#ctx0" brushRef="#br0" timeOffset="39">-2308 1641 8262,'6'4'267,"0"2"1,-3 2 0,3 1-1,1 1 489,1 2 0,2 2 0,1 4 0,2 1-255,1 2 1,-2-2 0,2 4-1,0-2-171,0 0 1,0 0 0,1-3 0,-3-1-793,-2-2 1,-4-3-1,-1-5-1616,-1-1 2078,-1-4 0,-11-14 0,-2-8 0</inkml:trace>
  <inkml:trace contextRef="#ctx0" brushRef="#br0" timeOffset="40">-2164 1650 6334,'27'-9'0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2:00.0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10352,'8'33'0,"2"7"0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2:00.0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79 154 8145,'-6'0'114,"0"0"503,-1 0 0,2 0 0,-1 0 255,-1 0 1,2-1-688,-1-2 1,4-2 0,-1-4 0,2 0-203,1 0 1,4 0 0,2 0 0,3 0-275,3 0 0,2 1 1,3 1-1,-1 2-96,0 1 1,-2 1-1,1 4 1,-3 3 191,-2 5 0,-2 2 0,-2 6 1,-3 3 141,-2 2 1,-5 2 0,-3 4 0,-4-1 25,-4 0 1,-2 0-1,-1-1 1,-1-2 95,1-3 0,0-3 0,1-4 0,2-4 376,3-3 1,3-6-280,3-1 0,4-1 0,7-5 0,5-1-52,3-1 1,2 2 0,3 1 0,0 0 50,0 0 0,1 3 0,-2-1 1,-2 4-37,-3 5 1,-2 1-1,-2 8 1,-2 1-17,-3 1 1,-4 2-1,-4 3 1,-5 2-264,-3 2 0,1-3 0,-3-2 0,-1-2-268,-2-1 1,0-3 0,0-2 0,1-3 417,2-5 0,6-27 0,5-8 0</inkml:trace>
  <inkml:trace contextRef="#ctx0" brushRef="#br0" timeOffset="1">387 326 8485,'0'-9'464,"0"0"1,4 3 0,2 1-1,2 0 10,1 0 0,4 2 1,2-2-1,3 1-416,3 2 0,-2 2 0,1 3 1,-3 4-7,-2 4 0,-5 3 0,-1 4 0,-5 1-188,-3 2 1,-2-1 0,-3 4 0,-4 0 135,-3 0 0,-45 6 0,-8-2 0</inkml:trace>
  <inkml:trace contextRef="#ctx0" brushRef="#br0" timeOffset="2">956 182 8122,'-8'-1'612,"2"-2"0,2 1 0,5-4 0,3 1-297,5 0 1,7-1 0,6-3 0,1-1-206,2-2 0,4 1 0,2-3 0,0 0-452,1 0 1,1 3 0,-4-1 0,-3 3-1895,-4 3 1528,-3-2 1,-10 11 0,-6-1 346,-7 2 1,-4 3 360,-1-4 0,0 4 0,0-2 0</inkml:trace>
  <inkml:trace contextRef="#ctx0" brushRef="#br0" timeOffset="3">1218 19 7813,'-4'-5'-71,"3"0"0,-3 3 907,0-1 1,2 1-1,-3 5-607,1 3 1,-2 2-1,2 2 1,-1 3-165,-2 5 1,2 4 0,-2 5-1,-2 2-263,-3 4 0,-5 3 1,-1 8-1,-4 2-41,-1 0 0,-3-1 0,2-3 1,-2-2-302,-1-3 1,8-13 0,4-7-101,4-8 0,6-10 640,2-8 0,18-32 0,5-12 0</inkml:trace>
  <inkml:trace contextRef="#ctx0" brushRef="#br0" timeOffset="4">1010 281 8265,'6'3'15,"0"0"0,-4 4 1,1 0-1,-1 4 385,1 4 1,-2 3 0,2 2-1,-1 2-213,1 1 1,-2 5 0,2 2-1,-2-1-319,-1-1 1,3-2-1,0-2 1,-1-3-1682,-1-2 1813,3-5 0,-3-17 0,3-8 0</inkml:trace>
  <inkml:trace contextRef="#ctx0" brushRef="#br0" timeOffset="5">1227 236 8265,'0'-9'922,"1"0"-292,2 0 0,2 4 1,4 2-839,0 2 0,0 1 0,0 0 0,0 0-500,0 0 1,-1 4-1,-2 2 1,-2 1 443,0-1 0,-3 2 1,2-2-1,-3 2 173,-3 1 1,1-1 0,-3-1-1,0-1 395,0 1 0,0-2 1,-2 1 196,1 1 0,4-2 0,-1 1 0,2 1-194,1 1 1,0 1 0,0 0-1,0 1-162,0 2 1,0 0 0,1 5 0,1 3-195,1 3 1,1-2 0,-2 3 0,1 1 75,-1 1 1,-1-2-1,0-2 1,1-2-256,1-3 1,0-5-228,-3 0 0,-1-6 1,-1-4-274,-1-4 0,-3-4 728,3-6 0,-16-22 0,-1-9 0</inkml:trace>
  <inkml:trace contextRef="#ctx0" brushRef="#br0" timeOffset="6">1164 498 8265,'-9'0'586,"3"0"2202,-1 0-1476,1 0 1,2-1-1319,4-2 0,7 2 0,7-3 0,1 1-2349,4 0 2355,3-4 0,28-8 0,11-3 0,5-5 0,1 1 0</inkml:trace>
  <inkml:trace contextRef="#ctx0" brushRef="#br0" timeOffset="7">1651 172 8265,'-9'0'0,"0"0"1105,0 0-463,0 0 1,6-1 0,6-1-416,8-1 0,9-4 1,5 2-1,2-2-452,3-2 0,-2 2 0,2-5 0,-2 2-2343,-1 1 2568,-4 4 0,-1-3 0,-4 3 0</inkml:trace>
  <inkml:trace contextRef="#ctx0" brushRef="#br0" timeOffset="8">1877 1 7234,'-6'3'462,"0"0"0,3 4 0,-2 0 0,0 4-114,0 4 1,-1 5 0,-3 2 0,-1 2-227,-2 4 0,1 0 0,-5 6 0,-2 0-248,-2 1 1,-2 1 0,1-1-1,-3-1-180,-3-1 0,1-4 1,2-3-1,4-8-368,4-8 1,3-5 0,4-5 673,0 0 0,24-69 0,6-16 0</inkml:trace>
  <inkml:trace contextRef="#ctx0" brushRef="#br0" timeOffset="9">1633 290 8265,'0'10'225,"0"1"217,0 1 1,1 4 0,1 0 0,1 4-203,-1 4 0,3 2 1,0 2-1,1 0-194,0 2 1,-1-2 0,2 1 0,-3-4-240,0-4 1,-2-6 192,4-3 0,-4-18 0,2-5 0</inkml:trace>
  <inkml:trace contextRef="#ctx0" brushRef="#br0" timeOffset="10">1796 380 9273,'4'-8'1094,"2"1"-1256,2 1 0,4 1 0,0-2 0,-1 1 162,-1-1 0,11-17 0,3-5 0</inkml:trace>
  <inkml:trace contextRef="#ctx0" brushRef="#br0" timeOffset="11">1904 281 8187,'0'-5'499,"0"2"0,0 6-398,0 3 1,-1 2 0,-1 2 0,-1 2-536,1 3 0,1-1 0,1 1 434,0 1 0,-8 33 0,-2 10 0</inkml:trace>
  <inkml:trace contextRef="#ctx0" brushRef="#br0" timeOffset="12">1796 552 8391,'-9'-6'0,"0"1"1046,0 1 1,4 0-306,2 1 1,3 2 0,4-2 0,5 2-243,5 1 1,4 0 0,3 1-1,4 1-551,4 1 1,0 1 0,5-2-1,0 1 52,1-1 0,61-1 0,-40-1 0,0 0 0</inkml:trace>
  <inkml:trace contextRef="#ctx0" brushRef="#br0" timeOffset="13">2374 182 8287,'-9'-4'1344,"5"-2"-848,4-3 1,8 4-1,8 1 1,3 1-475,2 0 0,8-4 0,-2 2 0,1-1-54,0 0 1,-2 0 0,-1-2 0,-2 1-880,-1 1 0,-2 1 0,-6-2-413,-5 1 0,-1 3 1324,-5-3 0,-20 4 0,-8-2 0</inkml:trace>
  <inkml:trace contextRef="#ctx0" brushRef="#br0" timeOffset="14">2645 46 7509,'-9'-8'274,"0"2"0,4 0-91,2 6 1,2-1-1,1 8 1,0 3-65,0 4 1,-1 3-1,-1 1 1,-1 1 17,1 2 0,-2 2 0,0 5 0,-1-1-84,-2 0 0,-2 1 1,-2 1-1,-2 1 2,-1-1 0,-1-2 1,-3-3-1,0-3 114,0-1 0,4-10 1,1-4-1,4-6-64,3-6 1,-1-4 0,4-10 0,2 0-120,3-1 0,4-3 0,5 3 0,3 2 17,0 3 1,0 3-1,2 5 1,-2 2 137,-1 3 1,2 4-1,-2 5 1,-1 7 253,-2 6 1,1 5 0,-6 6 0,0 5-237,-2 7 0,-3-2 0,-3 6 0,-4-1-999,-4-2 1,1-3 839,-2 3 0,-6-9 0,-1 1 0</inkml:trace>
  <inkml:trace contextRef="#ctx0" brushRef="#br0" timeOffset="15">2961 209 8267,'-6'0'0,"0"-1"137,-1-2 1,3 1-6,1-4 0,3 0 0,3-2 0,3 1-225,2 0 1,2 1-1,1-3 1,3 0-40,0 0 0,-3 3 0,1 1 0,-2 1 107,-1 2 1,0-2 63,0 1 0,-3 1 0,-1 5 0,-1 4-22,-2 4 0,-4 0 1,-2 4-1,-1 3-134,-2 2 1,-1 0 0,-1 3 0,0-1-40,0-2 0,0 2 1,-1 0-1,-1 0 256,-1 0 1,-2 2-1,3-2 1,-1 1 184,1-1 1,0-2-1,1-5 1,0-3 105,2-2 1,5-6 0,0-4-163,2-5 0,1-7 0,1-3 1,2-2-246,3-1 1,3-1 0,2 1 0,2 1-85,1 2 0,-2 2 0,2 4 0,1 0-1,-1 0 1,0 4 0,2 2 0,-2 4 94,-1 5 1,2 4-1,-3 8 1,-1 1 117,-1 2 0,-5-1 0,-2 5 0,-2 0-57,-1 1 0,0 0 1,-1-2-1,-2-3-48,-3-2 0,-2-4 0,-1-2 0,0-2-33,0-3 0,-1-5 0,-1 0 1,-1-3 16,1-3 1,2-2-1,2-4 1,1 0 28,-1 0 0,3 0 0,0 0 1,1 0-91,0 0 0,0 0 0,4 0 70,2 0 0,42-4 0,14-1 0</inkml:trace>
  <inkml:trace contextRef="#ctx0" brushRef="#br0" timeOffset="16">3585 272 8267,'6'1'-46,"0"2"0,-4-1 1,1 4-1,-2 2 239,-1 3 1,-1 0 0,-2 5 0,-3 2 24,-2 2 1,-2 5-1,-2-2 1,-3 1 73,-2-3 0,2-2 0,0-2 0,-2-1 109,0-1 1,3-8 0,2-1-136,2-4 0,5-10 0,2-5 1,2-5-586,1-3 1,5-7 0,4 0 0,4 0-115,1 0 0,3 5 1,-1 2-1,1 3 172,1 3 0,0 3 0,0 6 0,0 3 268,0 2 0,-3 10 1,-1 6-1,-1 7 425,-2 4 0,-2 1 0,-2 0 1,-2 0 198,-1 1-631,-1-1 0,5 12 0,2 3 0</inkml:trace>
  <inkml:trace contextRef="#ctx0" brushRef="#br0" timeOffset="17">3973 191 8267,'0'6'391,"0"0"1,0 2 52,0 3 1,0 3 0,0 5-1,0 3-139,0 5 0,0 1 0,0 5 1,0 1-161,0 1 1,0 2-1,0-2 1,0-3-576,0-5 0,0-5 0,0-7-2178,0-3 2608,0-6 0,-8-34 0,-2-12 0</inkml:trace>
  <inkml:trace contextRef="#ctx0" brushRef="#br0" timeOffset="18">4019 299 8217,'4'-5'843,"1"-2"1,4 4 0,1 1-219,2 1 1,0-2 0,5 0 0,2 1-355,0 1 1,0 1-1,-1 0 1,0 0-1100,0 0 1,-4 0 0,-2-1 0,-2-1-2374,-1-1 3201,-4 0 0,-9-17 0,-6-5 0</inkml:trace>
  <inkml:trace contextRef="#ctx0" brushRef="#br0" timeOffset="19">4199 127 8201,'-4'9'188,"3"1"0,-2 2 0,2 3 108,1 3 1,3 1 0,0 2 0,0 4-123,1 4 1,-2 0-1,3 4 1,-1 0 8,-2-1 0,-1 3 1,-1-5-1,-1-1-65,-2-1 1,-2-6 0,-5-3 0,-1-4-368,-1-2 1,-1-5 0,2-5 0,-1-3 230,1-3 0,1-3 1,1-5-1,1-2 379,2-1 1,1 0 0,3-2 0,-1 1 18,1-1 0,1 2 0,2 0 0,2 1 42,3 2 0,0 4 0,3 2-587,4 1 1,-1 0 0,1 4-1,-1 2-1115,0 1 1,3 2 1279,-3 4 0,36 36 0,7 9 0</inkml:trace>
  <inkml:trace contextRef="#ctx0" brushRef="#br0" timeOffset="20">4506 624 8113,'12'-3'0,"3"-3"0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2:00.0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182 18 8114,'-12'-4'578,"1"0"0,0 0 1,-1 4-1,2 2-362,3 1 1,-3 8 0,2 5 0,-2 1-285,-1 3 1,0 3 0,-1 3-1,2 5 96,3 1 1,-3 7-1,2 3 1,-1 3 91,2 4 1,2-4-1,5 3 1,0-4-52,0-2 1,1-5 0,3-11 0,5-3-318,4-5 1,1-6 0,5-9 247,1-1 0,12-42 0,3-11 0</inkml:trace>
  <inkml:trace contextRef="#ctx0" brushRef="#br0" timeOffset="1">306 244 8114,'-8'0'1503,"1"0"1,3-4-706,-4 0 0,6-5-791,-2 2 1,3-3 0,2-1-1,3-1-146,3 1 0,0 3 0,-1 1 0,0-2-30,1-1 1,-4 0 0,5 2 0,-1 3-313,0 0 0,-1 4 0,-2-3 338,3 3 1,-2 6 0,0 3-1,-1 2 101,0 1 0,3 0 1,-2 1-96,2-1 0,-4-1 0,5-3 26,1-3 0,1-2 0,0-4-34,-3-2 1,2-2-1,-4-6 1,0-3 52,0-4 0,3-1 0,-4 0 1,-1 1 133,2-1 0,-3 3 1,1 2-1,-1 3 801,-2 0-755,0 6 0,0 6 1,0 9-1,0 5-3,0 5 0,0 7 0,0 4 0,0 3-6,0 1 1,0 0 0,0 1 0,0 2 80,0 5 1,0 2-1,0 0 1,-2-2 59,-1 0 0,0-6 0,-3 1 0,0-6-57,-1-5 1,3-7 0,-2-4 0,0-2 111,0-2 0,2-5 0,-4-3 43,0-6 0,1-3 0,0-5 0,-2-1-142,-1 1 1,2 0-1,1 0 1,-2-1-135,-1 1 1,2 0 0,1-1 0,-1 1-131,2 0 0,0 1 0,3 1 0,0 1-411,0 0 1,2 1-1,1 0-1381,0-2 1880,0 4 0,45-15 0,12 1 0</inkml:trace>
  <inkml:trace contextRef="#ctx0" brushRef="#br0" timeOffset="2">645 300 8732,'0'-6'3973,"1"-3"-3871,3 5 1,-2 1 0,6 3-567,1 0 0,1 0 0,1 0-1233,0 0 1,1 1 1696,-1 3 0,0 17 0,0 9 0</inkml:trace>
  <inkml:trace contextRef="#ctx0" brushRef="#br0" timeOffset="3">679 413 8114,'-12'0'4264,"6"0"-4249,1 0 1,14 0 0,2 0-2500,2 0 2484,-1 0 0,40-10 0,9-2 0</inkml:trace>
  <inkml:trace contextRef="#ctx0" brushRef="#br0" timeOffset="4">1051 447 8085,'-11'-5'200,"0"3"1,0-5-1,1 1 329,2 0 1,-2 2-1,4-4 1,-1 0-105,4-2 0,0-2 1,1 1-1,-2 0-520,1-1 1,3 1 0,3-1 0,2-2 88,1-1 1,2 0 0,3 3 0,0 1-332,1 0 0,-1 4 0,1 4 0,2 0 63,1-1 0,0 4 0,-3-1 0,-1 5 260,0 2 0,-3 2 0,-1 3 0,1 2 155,-2 2 1,-1-2-1,-5 5 1,0 0-98,0-1 1,-1-2 0,-2 3 0,-2-1-321,-1 1 0,-1-4 0,-5 2 276,1 0 0,-15-8 0,-5 2 0</inkml:trace>
  <inkml:trace contextRef="#ctx0" brushRef="#br0" timeOffset="5">1345 52 8085,'6'5'1045,"1"-4"1,-5 4-785,2 0 0,1-3 1,-1 6-1,3 1-22,3 1 0,2 2 0,-1 3 0,0 4 75,1 3 1,-1 4-1,-1 2 1,-3 0-75,-3 4 0,-3 2 1,-1 2-1,0 2-586,0-2 0,-5-2 0,-3-3 0,-5-2-2349,-2-1 2695,-5-2 0,-33-8 0,-13-2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2:00.0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120 204 8157,'-12'0'284,"0"0"0,4 0 0,0 0 1039,-1 0 1,-2 0-773,-1 0 1,2-2-1,0 0 1,4-4-395,0-1 1,2-1 0,4-4 0,0-1-134,0-3 1,0 3 0,2-3 0,2 1-193,4-1 0,2 3 1,4-2-1,0 4-225,2 3 0,4 1 0,-2-1 0,-1 4 217,1 3 0,-2 2 1,-4 3-1,0 4 220,0 3 0,-6 2 1,-2 2-1,-2 3 165,-2 0 0,-2-2 1,-2 3-1,-4-2 58,-2-2 0,-2-2 0,-2 0 0,-2-1 4,-4 0 0,1-6 0,1-2 0,-1-2-130,0-2 0,5 0 0,-2-2 0,4-3-175,4-7 0,2-1 0,6-8 1,2 1-114,2 2 1,2-1 0,8 4 0,2-1-114,4 2 1,-2 6 0,1 2 0,0 2 142,-1 0 1,-3 1 0,1 6 0,-2 3 359,-2 0 0,-4 2 0,-2 4 0,0 2 205,-4 2 1,0-7 0,-4 3-1,-2-1-122,-4-1 0,-2-2 0,-4-1 0,0 0-355,-2-1 1,-2-3 0,3 1-1,-1-2-933,2-2 1,2-2 0,4-2-1792,4-4 2753,2 3 0,66-38 0,17-4 0</inkml:trace>
  <inkml:trace contextRef="#ctx0" brushRef="#br0" timeOffset="1">1347 240 8133,'-12'1'925,"0"3"1,0-3-388,0 3 0,0-2 1,0-2-1,0 0 79,0 0 1,0 0 0,0-2 0,0-2-106,0-4 1,0-2 0,0-2 0,0 0-356,0 0 0,5-5 0,3 0 1,3 0-289,1-1 1,0-3 0,0 2 0,1 1-255,3 1 0,4 4 0,7 2 0,1 2-13,-1 1 1,2 5-1,-1-1 1,0 4 381,2 4 0,-5 3 1,3 5-1,-3 0 194,-1 0 0,-1 2 1,-3 0-1,-3 2 121,1-1 0,-5 0 0,3-1 0,-4 2-65,-4-1 1,1-2-1,-5-2 1,-2-1-205,-5-2 1,2-4 0,-5 2 0,2 0-132,0-4 0,0 0 0,5-4 0,2-2 37,1-4 0,5-2 0,-1-2 0,3-1-132,1 1 1,5 0 0,3 0 0,3 0 10,1 0 1,0 6 0,0 0-1,0 2 389,0 0 1,0 0-1,0 6 105,0 2 1,-5-2 0,-3 6-1,-3 2-144,-1 0 0,0 2 1,0 0-243,0 0 0,-1-4 77,-3 0 0,-13-5 0,-9 3 0</inkml:trace>
  <inkml:trace contextRef="#ctx0" brushRef="#br0" timeOffset="2">1215 119 8263,'0'-12'441,"-4"4"1490,0 0-810,-5 0 1,7 0-501,-2 0-723,3 6 0,6-4 0,3 6 0,3 0-447,1 0 0,-3 0 0,2 2 549,3 2 0,11-3 0,0 4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2:00.0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155 855 8071,'-12'0'446,"4"0"0,0 1 68,-1 3 0,2-3 0,-1 3 37,-1-2 0,-2-2 0,-1 0-320,0 0 0,0-4 0,1-2 0,2 0-305,1-4 1,5 0-1,-1-2 1,3 0-77,1 0 1,0-5 0,0 1-1,1 2-136,3 0 0,3 2 0,5-1 0,0 0 36,0 1 0,0-2 0,0 10 1,1 2 292,3 0 0,-2 2 0,2 0 0,-3 0 140,-1 0 0,-4 6 0,-1 2 0,0 2 40,-1 2 1,-3 2 0,1 0 0,-3 2-53,-1-1 1,-5 2 0,-3 0 0,-3-3-23,-1 0 0,0-2 0,-1 0 0,-2-2-57,-1-2 0,0-2 0,3-6 0,-2 0-38,-1 0 0,0-2 0,5-2 0,2-4-182,1-2 1,5-6-1,-1-2 1,4 0-42,4-4 1,3 5-1,5-1 1,1 4-19,3 2 1,-2-3 0,2 8 0,-2 1 199,2 2 1,-6 2-1,2 2 1,-1 0 267,-1 0 0,1 6 1,-3 3-1,-4 4 179,-3 3 1,-1 0 0,0-4 0,-1 0-147,-3 0 1,-3 1 0,-5-1-1,0-2-614,0-2 0,0 2 0,0-6-2348,0-2 2648,0 0 0,11-45 0,2-11 0</inkml:trace>
  <inkml:trace contextRef="#ctx0" brushRef="#br0" timeOffset="1">131 831 8022,'-8'0'990,"0"0"1,0 0-589,-4 0 1,0 0-1,0 0-222,0 0 1,4-4 0,1-2-1,1 0-120,-1-4 0,4 4 0,-1-2 1,3-2-238,1-1 1,0-1 0,0-1 0,0-2-4,0-1 1,5 0-1,3 4 1,3 2 86,1 2 1,4-2 0,0 6 0,-1 2 113,-2 0 0,-1 2 0,0 2 1,0 2 247,0 4 0,-5 2 1,-3 4-1,-3 2 21,-1 4 0,0-2 1,0 1-1,-1 0-100,-3 0 0,-3-3 1,-5 1-1,0-2 30,0-5 0,-4-2 1,0 0-1,1-4-40,2-2 1,1-2 0,1-3 0,2-4-231,1-5 0,5-8 1,-1 0-1,3-1-237,1 1 1,5-2-1,3 5 1,3 0 75,1-1 0,4 4 1,0 6-1,-1 2 200,-2 1 0,1 4 0,-1-2 0,0 6 274,-2 5 1,-7 4 0,0 2 0,-3 4-69,-1 0 1,0-2 0,-1 3-1,-3 0-781,-4 0 0,-3-5 586,-1 2 0,-16-13 0,-4-4 0</inkml:trace>
  <inkml:trace contextRef="#ctx0" brushRef="#br0" timeOffset="2">2525 1264 8329,'-7'5'0,"1"-4"0,3 5 359,-1-1 1,-1-4 415,1 3 0,-3-2 0,-5-2-113,0 0 0,4 0 1,0-2-428,-2-2 0,0-2 1,-1-6-1,3 0-129,4 0 0,3 0 0,1 0 0,0-2-402,0-2 0,0 3 0,1-3 1,3 2-214,4 2 0,3 0 0,1 0 0,0 2 323,0 2 1,0-2 0,0 6 0,0 2 351,0 0 1,0 6 0,0 2-1,-1 0 82,-3 4 0,2 2 1,-3 2-1,0 2 138,-3-1 1,-3-2 0,-1-1-1,-1 0 37,-3 1 1,1-1-1,-5-2 1,-3 0-224,-3-2 0,0-6 0,-3 2 0,1-2-501,0-2 1,0 0 0,4-2-1114,0-2 1414,5-2 0,28-44 0,13-9 0</inkml:trace>
  <inkml:trace contextRef="#ctx0" brushRef="#br0" timeOffset="3">997 181 8272,'-12'0'-52,"-1"0"0,-2 0 0,-1 0 361,1 0 1,2-4 0,2-1 0,2-1 528,1 1 1,1-4-1,-1 1 1,4-3-717,3-1 1,5 0 0,1 0 0,3-1-381,6-4 0,-1 4 0,7-3 0,1 3 125,2 1 0,-3 5 1,-1 3-1,0 3-38,-1 1 1,-3 0-1,1 1 1,-2 3 598,-2 4 0,-4 3 0,-2 2 0,0 2 95,-4 1 0,-2 1 1,-4-2-1,-4 1-345,-2-1 0,-4-1 1,-1 0-1,-2-1-358,-2-2 0,5-6 0,-2 2 0,2-2-466,2-2 1,6-7 645,2-4 0,-3 2 0,0 1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2:00.0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205 12 9498,'-6'-5'163,"0"4"-163,6-5 0,0 38 0,0 9 0</inkml:trace>
  <inkml:trace contextRef="#ctx0" brushRef="#br0" timeOffset="1">193 145 7666,'-8'1'-339,"0"3"0,16 24 0,0 11 0</inkml:trace>
  <inkml:trace contextRef="#ctx0" brushRef="#br0" timeOffset="2">205 265 7095,'-24'84'0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2:00.0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18 241 8147,'-7'0'49,"-4"0"1,26-16 0,0-4-1</inkml:trace>
  <inkml:trace contextRef="#ctx0" brushRef="#br0" timeOffset="1">54 61 8137,'-12'0'16,"5"0"1,13-27-1,7-6 1</inkml:trace>
  <inkml:trace contextRef="#ctx0" brushRef="#br0" timeOffset="2">54 193 8137,'-7'0'379,"1"0"-1267,2 0 888,2 0 0,8-16 0,7-4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2:00.1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114 232 8326,'-1'-15'115,"-3"0"1,3-1 0,-4 2 0,1-1 531,0 1 0,-5 2 0,3 0 0,-1 1-125,-1 0 0,0 3 0,-3 2-634,0 1 0,5 2 0,1 7 0,1 4-90,0 2 1,-1 6-1,3 3 1,-2 1-131,1-1 1,3 2-1,3-3 1,1-1-51,-2-2 0,4-2 0,2-2 299,2 0 1,1-4-1,0-3 138,1-3 1,-2-2 0,-1-2 0,-3-2-223,-1-1 1,4 3 23,-2-1 1,-1 3-1,1 4 85,-2 4 0,-1 2 0,-4 9 0,0 0-41,0 4 0,0-1 0,0 9 1,0 0 80,0-1 1,0 4 0,0-3 0,-2 1 161,-2-1 0,2-2 0,-4-7 0,-1-2 276,1-4 1,2-4-1,-3-3-44,-2-4 1,-1-4-1,-1-5 1,1-7-83,2-5 0,-2-4 1,4-2-1,-2 0-190,1 1 1,3-1 0,-2 2-1,1 1-164,2 1 0,2 5 0,1-1 0,0 3-363,0 0 0,1 2 0,3 1 0,4 3-1668,2 1 2091,1 1 0,40 4 0,11 0 0</inkml:trace>
  <inkml:trace contextRef="#ctx0" brushRef="#br0" timeOffset="1">419 6 8373,'-11'0'21,"-1"-3"0,1 0 399,0 4 0,-1 4 0,2 8 0,2 3-207,0 7 0,4 1 0,-2 7 0,0 4-227,-1 5 0,5 1 0,-2 1 0,3 3-40,1 3 0,0 1 1,1-5-1,3-4-263,3-6 0,3-5 0,2-9 1,-1-4 316,0-5 0,21-57 0,4-12 0</inkml:trace>
  <inkml:trace contextRef="#ctx0" brushRef="#br0" timeOffset="3">701 63 8330,'1'-6'395,"3"2"1,-1 3-1,3 2-150,-1 3 1,4 6 0,-2 7 0,3 3 59,2 4 1,-1 10 0,-1 1 0,-1 4-69,-2 4 1,0 4 0,0 2 0,-3 0-224,-3 1 1,-2-4 0,-3-1 0,-3-6-1851,-3-4 1836,-7-1 0,-30-5 0,-14-2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2:46.2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159 137 8334,'-5'-11'30,"-2"-1"0,2 5 0,0 0 1,1 1 584,0 0 1,0-2-1,4-3-322,0 0 1,0-1 0,2 2 0,1 1-197,5 2 1,2 3 0,1-2 0,2 1-11,2 2 1,-2 2 0,2 1 0,-3 1-194,0 3 0,-1 4 0,-1 5 0,-2 4-41,-5 0 0,-1 2 0,-2 4 0,-2 1-40,-1 2 0,-5-2 0,-6 1 0,-1-3 52,1-3 1,0-2 0,1 2 0,-2-4 43,1-2 1,1-3 890,2-3-542,4-2 0,15-10 0,8-1 23,3 0 0,0 1 1,0 5-1,-3 1-23,1 3 1,-5 2 0,3 5 0,-3 2-46,-5 2 0,-2 3 0,-5 4 0,-1 1-15,-3 0 0,-7 1 1,-8 1-1,-2 1-555,-2-1 1,0-2-1,1-3 1,-2-2-1016,-3-2 0,4-2 1372,-4-7 0,-7-27 0,-1-11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2:46.9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28 8342,'0'-11'753,"-4"4"69,0-1 0,0 7 1,5 1-325,3 6 0,6 5 0,7 5 1,-1 2-175,0 4 0,5 0 0,-3 2 1,5 2-43,3 0 0,-2 2 0,3-3 1,-3 1-138,-2-1 0,0-1 0,-2-2 1,-4-3-609,-3-4 1,1-3 0,-8 0-2779,0-1 215,-1-5 3026,-5-6 0,-5-36 0,-1-13 0</inkml:trace>
  <inkml:trace contextRef="#ctx0" brushRef="#br0" timeOffset="200">351 6 8364,'-11'0'1281,"0"1"-369,-1 3 1,5 3 0,-1 10-1,-2 4-358,-4 4 0,0 12 0,-4-1 0,-3 5-414,0 0 1,0-1 0,2 2 0,4-4-1300,2-3 0,3-4 1159,2-4 0,-2-1 0,4-8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2:51.4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84 81 8347,'-9'-8'-617,"4"2"0,0 1 0,2-2 1385,1 0 0,1 2 0,1-1 1,0 0-265,0-2 1,1 3-1,2 0 1,5 1-343,2 2 0,5-1 0,-2 0 1,1 2-175,-1 3 0,-2 3 0,0 6 0,-2 1-84,-1 1 1,-3 0 0,-2 4-1,-3 1-154,0 1 1,0-2 0,-3 4 0,-4-2 60,-3 1 0,0-1 1,-3-3-1,0-2 113,0 0 0,3-6 1,-1-1-1,2-2 263,0-4 1,5-1-6,1-2-1,3-3 1,3-2 0,2 0 134,3 2 0,3 3 0,1-1 0,0 2-60,0 1 1,2 1 0,-3 3-1,-1 3-22,-1 3 1,-3 5-1,-2-1 1,0 2-30,-2 0 1,-3 2 0,-4 0-1,-3 3-537,-1 0 1,-4-3-1,-1 1 1,-2-4 331,0-1 0,-34-18 0,-8-3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2:54.8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51 50 8306,'0'-8'0,"0"-1"0,1 1 668,2 0 1,-2 2 0,5 2 0,0 0-399,2 2 1,0 2 0,1 3 0,1 2-329,2 3 1,-1 1 0,-3 1 0,-1 2 0,0 1 0,-3 2 0,0 0 0,-2-1 0,-2 0 0,-2 1 0,-2 1-364,0 0 1,-2-3 0,-2-2-1,0-2 1,-1-1-123,1-3 0,2 2 645,1-4 0,3-2 0,-1-3 22,2-4 0,6 2 0,2-1 0,4 1 227,-1 2 1,2 1 0,-1 1 0,-1 0 176,-1 0 0,-1 4 0,0 3 0,-3 2-118,-2 2 0,-2 4 0,-3-1 0,-2 0-592,-5 0 0,-5 1 0,0-4 0,-4-1-670,-1-1 0,-1-1 852,4-3 0,-19-16 0,-5-7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2:55.7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16 8702,'-3'-6'418,"1"1"0,0 3 0,5 0 0,2 4-23,2 3 1,2 6-1,-1 3 1,1 3 81,2 2 1,2 2 0,3 4 0,-1 0-329,-1 0 1,-1 1 0,4 0 0,0 0-389,-1-2 0,0-5 1,-2 0-1,-3-5-254,-2-3 1,-4-4 492,-2-2 0,-6-21 0,-2-4 0</inkml:trace>
  <inkml:trace contextRef="#ctx0" brushRef="#br0" timeOffset="216">208 32 8271,'-5'0'104,"-1"1"1,0 2 558,-2 2 0,2 3 0,-2 1 0,-1 3 6,0 5 1,-4 3-1,-1 5 1,-1 2-541,-2 3 1,0-2 0,1 3 0,0-3-1236,2-4 0,2-5 1106,4 1 0,3-36 0,2-9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2:52.5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125 117 8340,'-5'-10'22,"-1"-1"0,1 2 0,-1-2 0,1 2 373,2 1 0,-4 2 0,3 0 0,-2 1-102,1 0 0,-1-1 1,-2 3-1,-1 1-161,1 1 0,0 2 0,0 2 0,2 3-185,0 1 1,2 6 0,-2 3-1,3 2-108,3 0 1,0 0 0,0-1-1,0 0-36,0 3 1,0-7 0,3 1 0,3-4-61,1-1 0,4-4 0,1 0 0,0-2 72,0-4 0,-1 0 1,-2-5-1,-1-1 100,0-3 0,0 3 0,-2-1 0,-1 1 158,-2-1 1,1 4-25,-1 1 0,-2 4 0,2 4 1,-3 6-8,0 4 1,0 3 0,0 1 0,0 3-15,0 2 0,0 2 0,0 1 0,-2 0 219,-1 0 0,-4-1 1,2-2-1,-2-1 112,-2-1 1,1-3 0,0-1 0,-1-3 69,1-4 0,0-4 0,-1-3 0,1 0 9,0-2 0,2-8 0,2-3 0,-1-3-142,0-3 1,1-3 0,-2-3 0,3 1-159,3 0 0,0-2 1,0 2-1,0 2-284,0 0 0,0 4 0,0 1 1,3 1-689,3 2 0,1 4 0,1 1 0,2 2 834,1 1 0,16 16 0,9 4 0</inkml:trace>
  <inkml:trace contextRef="#ctx0" brushRef="#br0" timeOffset="366">333 50 8359,'-1'-8'0,"-1"0"250,-1-1 0,-2 4 1,1 0-1,-1 1 703,-1 3 0,-1 0 0,-2 2-745,1 1 0,0 7 0,0 5 0,2 2 24,0 4 1,4 1 0,-3 4 0,1 0 65,2 0 1,1 3-1,1 2 1,0 0-305,0 1 0,1-5 0,2 2 0,3-2-439,1-1 1,2-5-1,1-3 1,2-5-514,-2-3 0,2-4 1,-1-3 957,-1-1 0,-1-30 0,-1-8 0</inkml:trace>
  <inkml:trace contextRef="#ctx0" brushRef="#br0" timeOffset="752">408 100 8359,'5'-8'391,"1"-1"0,-1 1 1,4 0 608,-1 0 0,0 3 1,0 3-793,1 4 1,-2 3-1,-1 6 1,-4 1-255,-1 1 1,-1-2-1,0 2 1,0 2-189,0 1 0,-2-2 0,-2 0 1,-1 0-199,-1 2 0,-1-3 1,1-2-1,0-2-129,0 0 0,1-4 524,0 1 1,3-5 0,-1-1 461,2-5 0,2 0 0,2 1 0,2 0 131,3 2 1,0 1-1,0 1 1,1 0 189,-1 0 1,0 5-1,0 2-339,-3 3 1,-1 4 0,-4-2 0,0 1-305,0 2 0,-3-2 1,-1 1-1,-3 0-545,-2-1 1,-2 1 0,1-4 0,-1-1-761,0-3 1,2-1 0,1 0 0,1-3 1201,1-4 0,6-21 0,5-8 0</inkml:trace>
  <inkml:trace contextRef="#ctx0" brushRef="#br0" timeOffset="1033">599 0 7892,'8'9'176,"0"-1"402,1 0 0,-4 4 0,1 3 1,0 4-144,2 3 1,-3 3 0,1 2 0,-1 5 210,0 3 0,-1 2 0,-2 1 1,1-2-425,-1-1 0,-5-6 1,-2 0-1,-3-2-1684,0-3 0,-3 0 1462,0-8 0,-23-7 0,-2-1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2:58.4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76 8391,'0'-9'732,"0"5"1,7 7 0,1 6 0,2 3-559,2 3 0,1 1 1,4 3-1,-1 1-385,1 1 0,0 1 0,2 3 0,-1-1-179,-2-2 1,0-1 0,-5-5 0,-2 0 389,-3-2 0,-6-13 0,-4-7 0</inkml:trace>
  <inkml:trace contextRef="#ctx0" brushRef="#br0" timeOffset="200">208 1 8291,'-8'0'175,"0"1"1,2 2 312,0 2 0,1 5 0,-4 3 0,1 3 85,0 4 1,-2 4 0,-1 4-1,-2 2-526,-3 3 1,-1 0 0,1 0 0,0 0-569,2-3 521,2-1 0,4-16 0,-1-1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2:57.7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13 8259,'-5'-4'673,"1"2"6,1-3 1,3 4-462,0 1 0,4 7 1,4 7-1,1 2 17,2 1 0,0 0 0,1 2 0,1 4-193,0 1 1,-2 0 0,2-1 0,0-2-570,0-1 0,-3 2 0,1-3 1,-1-3-1518,-2-4 2044,-3-3 0,2-1 0,-2 0 0</inkml:trace>
  <inkml:trace contextRef="#ctx0" brushRef="#br0" timeOffset="184">162 21 8320,'-9'0'123,"1"0"1,2 4 0,1 2 0,-2 2 337,0 3 1,-1 3-1,-1 5 1,1 4-477,0 4 0,-1 0 0,-2 3 0,-1 2-278,0 0 0,1 0 1,0-1 292,2-4 0,4-4 0,2-3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3:05.8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194 195 8449,'0'-19'35,"0"4"0,-1 0 1,-1-1 431,-1 2 1,-4-4 0,1 4 0,-2 0 218,-2 1 1,1 0-1,-1 1 1,-1 0-378,-2 2 0,-2 5 1,1 2-1,1 2-333,0 1 0,1 4 0,2 3 0,1 6-226,0 5 1,1 5 0,1 3 0,4 0-79,2-1 1,1-4-1,1 3 1,2-2-33,4-1 1,2-5 0,3-2 0,4-3 97,1-3 0,1-5 0,0 0 1,-2-3 176,0-3 1,-2-2 0,1-4 0,-2 1 66,-3 1 1,-2-1 0,-1 3-10,0 0 0,-5 2 1,1 7-1,-2 5 122,-1 6 1,-1 6 0,-1 5 0,-1 5 89,1 5 1,-3 2 0,2 6-1,1 0 169,1 1 1,-2 3-1,-1-2 1,0-4 93,0-3 1,-3-5 0,1-1 0,-2-3 145,2-7 0,-2-4 0,2-11-271,-2-2 0,-2-4 0,1-7 0,0-5-199,0-4 0,-1-5 0,1-6 0,1-2-195,2-4 0,1 1 0,3-3 1,-1 1-60,1 3 1,-1 1-1,1 3 1,-1 5-433,1 3-683,1 4 0,2 8 1245,2 2 0,-2 6 0,4 2 0</inkml:trace>
  <inkml:trace contextRef="#ctx0" brushRef="#br0" timeOffset="571">610 38 8417,'-6'-6'-177,"0"1"338,-2 0 1,0 2 0,-1 5 0,-1 4 460,-3 3 0,3 7 0,-3 2 0,0 4-309,1 5 0,0 0 0,3 7 1,0 3-71,3 2 1,-1 7 0,4-1-1,1 5-92,1 4 0,5-5 0,3 1 0,4-7-671,5-5 0,4-3 0,3-9 0,-1-6 520,1-8 0,31-51 0,6-17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3:14.4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276 15 7993,'-5'-8'803,"-1"2"0,-2 6 0,-1 7 0,-1 3-863,-3 2 0,-1 6 1,-5-1-1,1 4-4,-1-1 1,1 3-1,-2 0 1,0 0 49,-2 3 1,2-7-1,3-1 1,3-4 516,1-3-15,5 0 1,6-6-1,7-2-169,4-2 0,6-1 0,2 0 0,2 1 59,3 2 0,-1 2 1,-2 5-1,-1 2-275,1 0 0,-4 1 1,-1 0-1,0 1-414,-3 0 1,-1 0 0,-1-4-1,-2 0 311,-1-1 0,-4 3 0,2-7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3:15.2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139 19 8397,'-3'-7'290,"0"1"1,-1 4 77,0-1 0,-1 2 0,-4 2 0,0 2-128,0 3 0,-1 7 0,1 3 0,-1 5-38,-2 3 1,1 4 0,-1 3 0,3 3-3,3 2 0,-2 0 1,5 0-1,1-2-158,1-3 1,8-6 0,4-6 0,2-6-96,3-6 1,3-6 0,1-5-1,3-7-47,1-6 0,-4-3 1,2-4-1,-3-3-188,0-3 0,-5 2 1,-2-3-1,-1 2-72,-2 1 0,-4 4 1,-2 0-1,-3 2 201,-3 1 0,-2 3 0,-5 2 0,-3 5 250,-2 4 1,-6 3 0,0 5 0,0 2-152,2 3 0,0 2 0,1 2 0,0 2-1060,3 0 1120,2 0 0,32-19 0,8-4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3:15.6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267 19 8342,'0'-9'1763,"-1"4"-1297,-2 2 0,-2 2 1,-4 2-213,-1 2 1,-3 3 0,-2 6-1,-4 4 12,-2 1 0,1 2 1,-1-1-1,1 0-102,2 1 1,-3 1-1,3 0 1,3-3-62,4 1 1,3-5-1,1-1 1,1-1 84,2-2 0,2 0 0,5 0 48,4 1 1,2-1 0,2-1 0,2-1-4,2-1 0,-3 1 1,2 3-1,1 1-243,-1 1 0,-3 1 1,3-4-1,-2 1-779,0 3 1,1-3 0,-3 2 0,1-2 788,2 0 0,15-1 0,2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3:16.4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258 139 8417,'-13'-17'0,"-2"0"196,-3 0 0,3 1 0,0 6 0,1 2 164,0 3 1,-1 3-1,0 5 1,3 5-221,1 3 0,3 1 1,1 6-1,2 1-62,1 1 1,1-1-1,3 0 1,1-2-128,2-2 0,2 2 0,5-6 0,1-3-116,2-4 0,3-3 0,0-1 0,1-1-19,2-2 0,-1-3 0,-1-5 0,-1-2 41,-4-2 0,1 3 0,0-2 0,-3 0-96,-3 3 253,1 1 1,-7 6 0,3 4 0,-3 7 77,-1 7 0,-4 2 0,0 9 0,0 2-33,0 3 0,1 2 0,3 5 1,0 0-37,0 0 1,0-3-1,0 0 1,0 0 11,0-1 1,-1 2-1,-1-6 1,-2-1 180,-1-2 0,-2-6 1,-5 1-1,0-5 171,1-4 1,-3-5-1,1-4 1,0-2 30,-1-1 1,-1-4-1,2-3 1,-1-2-133,1-3 1,0-2 0,1-6 0,0-1-93,1 0 0,0-1 0,2 5 0,1 1-18,2 0 1,-2 2 0,1-2-332,-1 4 0,0 2-667,2 1 0,3 3 0,7 3-667,5 2 1,6-2 0,6-1 1488,4-1 0,34-5 0,10-5 0</inkml:trace>
  <inkml:trace contextRef="#ctx0" brushRef="#br0" timeOffset="317">637 56 8506,'-9'-7'-39,"0"1"1,-1 4 0,1-1-1,0 2 453,0 1 0,-1 2 0,1 4 0,0 7 181,0 3 1,-1 7 0,1 1 0,0 4-339,0 3 0,1 2 1,1 3-1,4 1 5,2 0 1,2 0 0,2-1 0,5-2-433,3-3 1,0-3 0,5-4 0,0-4-1268,1-7 1,2-2 1436,-1-8 0,17-20 0,4-9 0</inkml:trace>
  <inkml:trace contextRef="#ctx0" brushRef="#br0" timeOffset="733">849 139 8791,'10'-9'514,"-1"3"1,0 1-1,0 3-171,1-1 0,-1 1 0,0 5 0,-1 3-301,-2 2 0,0 2 0,-4-1 0,1 0-184,-1 0 1,-2 4 0,-3 0 0,-3 0-287,-3 1 0,0-1 1,0-2-1,0 3 128,-1 0 0,1-4 0,1 1 1,1-4 217,1 0 0,3-3 415,-4-1 0,6-2-4,1-1 0,4 0 1,7 0-1,0 0 28,1 0 1,1 0 0,-4 0-1,0 1 53,0 2 0,1 3 0,-2 6 1,-2 1-154,-3 1 1,1-1-1,-1 1 1,-2 0-313,-3 1 0,-3 0 0,-5 3 1,-2-3-477,0-3 1,-4-1 0,0-2 0,0 0-1108,1 0 1,-2-4 1637,5-2 0,12-26 0,6-8 0</inkml:trace>
  <inkml:trace contextRef="#ctx0" brushRef="#br0" timeOffset="1152">1173 9 8430,'9'-4'0,"1"3"0,1-2 0,2 2 232,-2 1 1,0 1-1,1 3 1,1 5 316,1 6 1,2 3 0,1 4-1,0 3-94,-2 5 0,-4 1 0,2 5 0,-4 2-124,-3 0 1,-2-1-1,-4-2 1,-2 0-134,-4 3 1,-1-6 0,-9 3 0,0-3-471,-2-1 1,-1 0 271,-3-4 0,11-7 0,-1-3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3:13.1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65 8509,'-4'-5'-102,"2"-3"0,-2 3 0,1-1 379,0-1 344,0 5 1,7-1-1,2 7 1,4 6-282,2 4 1,3 4-1,6 4 1,1 3-44,2 1 1,1 5 0,2 1 0,1 1-188,0 2 1,0 1-1,-2-1 1,-1-1-318,-4-3 1,-4-6 0,-3-5 0,-2-3-1757,-3-5 621,0-2 1,-9-6 998,0-4 1,-17-33-1,-7-12 1</inkml:trace>
  <inkml:trace contextRef="#ctx0" brushRef="#br0" timeOffset="216">323 65 8514,'-6'-5'697,"0"3"0,-1 4-336,-1 4 0,-2 4 0,0 6 0,-2 5-199,-4 5 1,-2 6 0,-3 3 0,-1 3-29,-2 2 0,1 4 0,-3-2 0,3 0-438,4-2 1,-1-6 0,8-5 0,2-6-2459,3-4 2762,3-11 0,8-33 0,1-16 0</inkml:trace>
  <inkml:trace contextRef="#ctx0" brushRef="#br0" timeOffset="683">536 19 8341,'1'-8'-112,"2"2"1,-1 2-1,5 4 666,3 0 1,1 5-1,3 4 1,0 5-34,1 4 0,0 4 0,3 4 1,-3 4-230,-3 4 0,-2 2 0,-4 3 0,-3 3-312,-2 0 1,-8-3-1,-4 1 1,-3-2-167,-6-1 0,1-5 1,-5-1-1,2-3-939,1-4 1,2-2 1124,0-7 0,-3-30 0,-2-12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3:42.2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123 11 8144,'-5'-6'424,"-1"1"1,-5 5-15,-1 0 1,5 1 0,0 3 0,-2 3-179,-1 3 1,0 6-1,1 3 1,3 2-38,1 1 0,-2 7 1,2 4-1,0 6-67,0 1 1,1-1 0,4-3 0,0 1-247,0-1 0,1-2 0,3-6 0,4-4-306,2-4 0,1-10 1,1 0-1,2-4 424,1-4 0,4-25 0,-1-8 0</inkml:trace>
  <inkml:trace contextRef="#ctx0" brushRef="#br0" timeOffset="233">235 201 7921,'-7'5'484,"2"-3"1,5 6-1,0 0-112,0 2 0,-3 2 1,-1 0-1,1 2-455,2 0 0,1 6 1,0-2-1,0-1-932,0-2 1,0-1 1014,0 0 0,0-16 0,0-1 0</inkml:trace>
  <inkml:trace contextRef="#ctx0" brushRef="#br0" timeOffset="383">223 33 8836,'45'56'0</inkml:trace>
  <inkml:trace contextRef="#ctx0" brushRef="#br0" timeOffset="583">368 212 8144,'0'11'0,"0"0"0,0 1 218,0-1 1,0 4-1,0-1 1,0 1 160,0 1 1,0-3 0,0 2 0,0-3-903,0-1 1,0 0-1,0 1 523,0-1 0,0-50 0,0-11 0</inkml:trace>
  <inkml:trace contextRef="#ctx0" brushRef="#br0" timeOffset="846">357 78 8144,'0'-11'1537,"0"6"-1537,0 5 0,10 30 0,3 12 0</inkml:trace>
  <inkml:trace contextRef="#ctx0" brushRef="#br0" timeOffset="972">525 156 8281,'0'11'1839,"0"1"-1284,0-1 0,0 4 0,1 1 0,1 1-667,2 3 1,0-3 0,-3 2-1,2 0-871,0-2 0,1 3 0,-4-5 983,0-2 0,-5-30 0,-1-9 0</inkml:trace>
  <inkml:trace contextRef="#ctx0" brushRef="#br0" timeOffset="1097">525 67 8356,'-5'-6'1560,"4"1"-1560,-4 5 0,24 15 0,6 3 0</inkml:trace>
  <inkml:trace contextRef="#ctx0" brushRef="#br0" timeOffset="1333">770 56 8258,'10'11'800,"-2"0"0,0 0 0,-3 0 0,0 2-238,0 2 0,4 0 0,-3 6 0,2 3-278,-1 4 0,-5 2 1,3 3-1,-1 1-715,0-1 0,0-1 1,-6-2-1,-1-3 431,-5 1 0,-56 5 0,-16 7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5:17.2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25 8188,'-7'-6'1747,"2"4"22,5-6-1589,0 5 1,5-2-1,3 5 1,3 0-226,1 0 1,0 0-1,1 0 1,0 0-496,3 0 0,-6 0 1,2 0 539,-1 0 0,5 5 0,3 2 0</inkml:trace>
  <inkml:trace contextRef="#ctx0" brushRef="#br0" timeOffset="182">36 158 8188,'-8'0'1668,"0"0"1,6-1-1090,-3-3 0,10 2 0,3-3 0,2 1-744,2 0 0,1 0 1,0 4-1,2 0-776,1 0 0,0 0 941,-4 0 0,0 5 0,1 2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5:14.7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206 183 8188,'0'-13'194,"-4"1"1,0 0 0,0 0 371,-1 0 1,2-4 0,-5 0-1,0 1-153,1 1 0,-3 2 1,1 0-1,-1 0-321,-2 0 0,-1 5 0,1 3 0,0 3-129,0 1 1,0 1-1,1 3 1,2 6-168,1 4 1,4 5 0,-3 7 0,2 1-152,2 1 0,2 2 0,2-3 0,2 1 75,1-1 0,5-6 0,-1-2 0,3-1 124,1-3 1,0-3-1,0-4 1,2-4 152,2-3 0,-3-4 0,3-3 0,-2-6 51,-2-2 1,0-5-1,0-1 1,-1-2 29,-3 2 0,2 1 1,-6 5-37,-2-3 1,4 4 0,-2 9 0,1 7 0,-2 13 0,1 5 0,-1 6 1,-2 0 0,-1 6 0,0 2-33,0 4 1,0-2-1,0 4 1,0-4 162,0 0 1,-4 2 0,-3-1-1,-2-3 230,-5 0 1,-1-6-1,3 0 1,-1-4 63,-3-1 1,2-5 0,-2-4 0,3-4-64,0-3 1,1-5 0,0-1-179,0-4 1,1-5 0,2-5 0,1 0-227,-2-1 0,4-3 0,-1 0 0,0 1-342,0 2 1,5 1 0,-2 0-334,2 0 1,2-1 0,0 1-754,0 0 1427,0 5 0,54-41 0,14-6 0</inkml:trace>
  <inkml:trace contextRef="#ctx0" brushRef="#br0" timeOffset="598">728 37 8188,'-11'-8'470,"3"0"1,-3 5 0,3-1-23,-3 3 1,-1 1 0,0 0 0,0 1-307,0 3 1,0 4-1,-1 8 1,3 5-63,2 2 1,-3 2 0,4 3 0,-1 6 22,0 5 0,5 3 0,-1 5 0,3 0-34,1 3 1,1 1 0,3-2-1,4-2-248,3-3 1,5-7 0,2-9 0,1-4 178,2-4 0,45-61 0,12-21 0</inkml:trace>
  <inkml:trace contextRef="#ctx0" brushRef="#br0" timeOffset="1464">958 207 8188,'-8'-2'864,"0"-2"1,5 2 0,0-6-649,6-2 0,0 5 1,5 1-1,3 1-106,3-1 1,0 3 0,2-3-1,-2 2 65,-2 2 0,0 6 0,0 2-279,0 3 0,-5 1 0,-3 0 0,-3 1-196,-1 3 1,0-2-1,-1 3 1,-3 0 196,-4-1 0,-3 4 0,-1-4 0,0-2 258,0-5 0,-1 0 0,3-3 0,0-1 865,2 1-695,0-2 1,3-6 0,5 0 0,6-2-189,5 1 1,1 1 0,2 2 0,1 0-15,1 0 0,0 0 0,-4 2 0,0 2 26,0 4 0,-5 3 0,-2 1 0,-1 1-86,0 3 0,-1-1 0,-7 5 0,-4 1-553,-3-2 1,-5 3-1,-1-3 1,-2 0-691,-3-3 1,3 0 1179,-1-3 0,0-9 0,-4-11 0</inkml:trace>
  <inkml:trace contextRef="#ctx0" brushRef="#br0" timeOffset="1914">1309 73 8188,'0'-12'460,"5"4"1,0 2-157,2 0 1,1 2 0,4 4 0,0 1-15,0 3 1,6 9-1,0 8 1,3 6 141,-1 5 1,-4 3 0,3 3-1,-2 3 166,-2 3 1,-7 3-1,-4 2 1,-4-1-447,-4 1 1,-4-5 0,-7-1-1,-2-2-922,-2-6 1,3-6 0,-3-9 769,1-3 0,-14-20 0,0-5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08:18.5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174 244 8189,'-7'-14'88,"1"3"1,-1-3-1,3 0 1,0-2 276,0 2 1,-2-3-1,0 3 1,-2-2-58,-1 2 1,1 1-1,-1 4 1,0 2-469,1 1 1,-1 2-1,0 5 1,0 3-68,1 5 1,0 7-1,1 7 1,2 2 26,2 1 1,0 1 0,3-1 0,0 0 27,0 0 1,3-1 0,0-2-1,2-4 125,2-3 1,1-3 0,1-6 0,2-1 29,1-3 1,-1-3-1,-1-4 1,1-4-78,0-2 1,1-6-1,-4 3 1,1-2-54,0 1 0,-3 4 0,-1 0 60,2 4 1,0 5 0,-1 2 0,-2 6 46,0 7 0,-4 6 0,3 3 0,-2 3 14,-1 3 0,0 1 0,0 3 0,0-1 158,0 1 0,-4-3 0,-1-1 0,-3-2 134,-1-1 1,0 2 0,-2-2 0,-2-3 9,0-4 0,1-3 1,-2-1-1,-1-5 103,2-3 0,-1-4 0,4-7 0,-2-3-53,1-4 1,2-7-1,1 0 1,2-1-315,3-2 1,2 1 0,1-2 0,0 1-273,0 1 1,1 3 0,2 1 0,4 3-496,4 0 755,-2 2 0,46-6 0,7-1 0</inkml:trace>
  <inkml:trace contextRef="#ctx0" brushRef="#br0" timeOffset="499">644 26 8122,'0'-8'-446,"-4"0"1,-2 2 280,-1 3 0,-2 2 1,0 3-1,0 4 575,-3 5 1,2 6-1,-1 3 1,1 3-312,1 3 0,1 4 0,0 5 0,1 5 205,1 2 0,4 3 0,-1 0 0,3 3-26,3 0 0,3-4 0,6 0 1,3-6-555,5-5 1,2-4 275,4-6 0,23-25 0,6-10 0</inkml:trace>
  <inkml:trace contextRef="#ctx0" brushRef="#br0" timeOffset="936">801 131 9018,'8'9'0,"2"4"331,2 4 0,2 5 0,6 5 0,4 2-97,1 2 1,5 6 0,1 1 0,-1-2-111,-1-3 1,-2-4-1,-4-6 1,-4-4-543,-3-3 1,-4-4-1,-3-4 418,0-2 0,-9-6 0,0-5 0</inkml:trace>
  <inkml:trace contextRef="#ctx0" brushRef="#br0" timeOffset="1185">1096 183 8189,'-8'3'-115,"-1"0"1,0 3-1,1 1 1,-2 4 517,-2 3 0,2 4 0,-5 3 0,0 5-220,-2 5 0,-1 4 1,-1 2-1,-2 0-138,2 0 1,2-5 0,2-3-1,3-3-84,3-3 39,4-5 0,13-29 0,6-9 0</inkml:trace>
  <inkml:trace contextRef="#ctx0" brushRef="#br0" timeOffset="1602">1357 61 8189,'4'5'-122,"1"-1"1,4-3-1,0 3 546,3 4 1,1 3-1,5 6 1,-1 6-101,1 4 1,-2 7 0,0 8 0,-4 3-195,-2 5 1,-3 0-1,-8-1 1,-3-3-63,-5-5 1,-6-2 0,-6-5-69,2-2 0,-15-2 0,-3-4 0</inkml:trace>
  <inkml:trace contextRef="#ctx0" brushRef="#br0" timeOffset="2138">1905 339 8189,'1'-4'237,"2"1"0,2 2 0,4 1 1,0 0-94,3 0 0,-1 0 1,2 0-1,1 0-44,-1 0-100,-2 0 0,9 11 0,-1 4 0</inkml:trace>
  <inkml:trace contextRef="#ctx0" brushRef="#br0" timeOffset="2283">1931 453 9709,'9'0'306,"0"0"0,3 0 0,4 0-306,3 0 0,46-4 0,14-1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2:58.9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101 1 7464,'-5'1'498,"2"3"0,2 5-477,1 5 1,-3 5 0,0 3 0,0 6 139,-2 8 1,3 4-1,-4 6 1,-1-1 7,-1 1 0,-1 0 0,0-1 0,0 0-142,0-3 1,3-5 0,1-8 0,0-4-849,3-7 821,1-8 0,10-38 0,1-13 0</inkml:trace>
  <inkml:trace contextRef="#ctx0" brushRef="#br0" timeOffset="400">219 192 8331,'0'-9'0,"0"0"0,0 0 0,1 0 77,2 0 1,2 1 0,5 1 0,0 1-22,2-1 1,2 2-1,4 2 1,1 2-47,-1 1 0,-1 5 1,-2 5-1,-4 4-63,-4 3 1,-3 5 0,-5 3-1,-2 1-4,-3 1 0,-3 1 0,-3-1 0,-3 0 121,-2 1 1,-2-2 0,1-2-1,0-2 240,0-3 1,0-5 0,3-2 416,3-2 1,5-4 0,2-4-489,1-4 1,5 1 0,6-4 0,4 2-356,4 0 1,3 0 0,0 2 0,0-1-449,0-1 0,1 0 1,-1 3 569,0 0 0,21 0 0,4 0 0</inkml:trace>
  <inkml:trace contextRef="#ctx0" brushRef="#br0" timeOffset="869">621 56 8335,'1'5'-710,"1"-1"908,1 0 1,4 2 0,0 6 0,4 4-47,4 5 1,3 2-1,3 5 1,0 3-97,-1 2 1,0 3-1,-2-1 1,0 0-61,0-2 0,-4-8 0,-2-1 1,-4-6-354,-2-3 0,-3-7 0,2 1-736,-1-1 1093,-1-4 0,-7-24 0,-1-10 0</inkml:trace>
  <inkml:trace contextRef="#ctx0" brushRef="#br0" timeOffset="1102">885 56 8335,'-6'3'-107,"0"0"1,1 4 0,-2-1 0,1 3 90,-1 3 1,-2 3 0,0 7 0,-1 2 145,-2 2 0,-1 6 1,-3 1-1,-1 4-61,-2 2 0,1-1 1,-4 1-1,0-2-3,1-4 0,0-1 0,5-7 0,2-4-66,5-6 0,6-16 0,-1-5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3:07.1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10 456 8303,'-5'0'63,"1"0"1,5 0 0,3 0 14,5 0 1,1 0-1,4 0 1,0 0 24,0 0 1,1 0 0,1 0 0,-1 0-134,1 0 0,0 0 0,1 0 0,-3 1-426,-1 2 1,-1-2 455,-3 2 0,-4-2 0,-1-1 0</inkml:trace>
  <inkml:trace contextRef="#ctx0" brushRef="#br0" timeOffset="835">466 201 8431,'0'-9'-24,"0"4"0,1 5 0,2 6 0,4 3 196,4 3 1,3 5 0,4 5 0,1 2 4,-1 1 1,4 4 0,1 4 0,2 0-104,-1 2 1,-4 2 0,2-4 0,-4-1-30,-3-1 0,-2-7 0,-5-4 0,-1-4-295,0-3 1,-5-6-498,1-1 0,-2-5-452,-1-1 1199,-4 0 0,-6-29 0,-4-1 0</inkml:trace>
  <inkml:trace contextRef="#ctx0" brushRef="#br0" timeOffset="1118">758 210 8390,'-7'0'129,"1"0"-12,-1 0 1,2 1 0,-1 2 0,-1 4-30,-1 4 0,-4 3 0,0 6 0,0 1 12,2 3 0,-2 7 0,-1 2 0,0 3 10,0 0 1,-4-1 0,2 0 0,-2-3-155,-1 0 0,1 0 0,1-5 1,5-7-776,4-6 819,3-8 0,24-63 0,6-19 0</inkml:trace>
  <inkml:trace contextRef="#ctx0" brushRef="#br0" timeOffset="1835">967 64 8335,'-8'-9'359,"2"0"1,2 0 19,4-1 1,0 1-1,1 1-227,2 2 0,2 2 1,4 4-1,0 0-207,1 0 1,-1 0 0,0 1 0,-1 2-53,-2 3 1,1-1 0,-4 1 0,0 1-91,1 2 0,-3 1 0,2 1 1,-2 1-36,-1-1 0,-3-1 1,-1-1 194,-1 1 0,0-1 0,-2-1 1,2-1 44,1-1 1,0-4 0,2 2 32,-1 0-16,0-3 0,7 4 0,2-3 0,2 1 124,1-1 0,0 2 0,0 0 0,0 1 69,0 3 1,-2 0 0,-2 1-129,-1 0 1,-1 3 0,-3 0-1,-1-1-84,-2-1 0,-6 3 0,-6-1 0,0-1-319,0-1 1,1-4-1,-2-1 1,1-1 312,2-2 0,-7-17 0,1-5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3:10.1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1 311 9005,'9'0'164,"1"0"1,1 0 0,2 0-314,1 0 1,5 0 0,2 0 0,-2 0-205,-3 0 0,2 0 1,-4 0-1,0 0 353,-2 0 0,-10 0 0,-3 0 0</inkml:trace>
  <inkml:trace contextRef="#ctx0" brushRef="#br0" timeOffset="167">119 247 8347,'0'9'-41,"0"0"0,0 2 0,0 0 1,0 2-215,0 1 1,0 1 0,0 3 0,0 1 254,0-1 0,0 8 0,0 3 0</inkml:trace>
  <inkml:trace contextRef="#ctx0" brushRef="#br0" timeOffset="884">721 101 8347,'-4'-9'125,"0"0"0,-3 0 0,1 0 230,-1 0 0,-1 0 0,-2-1 0,2 1-149,2 0 1,-5 3-1,2 1 1,-1 1-409,0 2 0,1 1 0,0 2 0,-1 3-70,1 5 1,0 1-1,1 5 1,1 1 22,1-2 1,4 3-1,-1-3 1,2 1 147,1 1 0,0-5 0,1 1 0,2-2 117,3-1 1,2-3-1,1-1 1,0-1 32,0-2 1,4-5-1,0-3 1,0-2-139,0-1 1,-1 0-1,-3 0 1,0 1-27,1 2 0,-4-1 112,0 4 0,-4 1 1,1 5 106,-2 3 0,-4 6 0,-1 4 0,-1 4 57,-2 5 0,-1 1 0,1 1 0,2 1-40,1-1 1,-3 3 0,2 1 0,-1-2-122,0 0 0,4-3 0,-1-3 0,2-4-921,1-2 921,0-10 0,8-23 0,2-15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3:19.3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24 329 8317,'-6'0'170,"0"0"1,3 0 612,-3 0-674,4 0 0,6 0 0,7 0-195,2 0 0,4 0 0,-4 0 0,0 0-302,0 0 1,2 0-1,-3 0 1,0 0 387,-2 0 0,3-9 0,1-1 0</inkml:trace>
  <inkml:trace contextRef="#ctx0" brushRef="#br0" timeOffset="199">106 237 8317,'-5'6'-16,"1"-1"1,1 1 66,0-1 1,0 2-1,3 4 1,0 2 121,0 1 1,0-2 0,0 3 0,0-1-185,0 0 1,0 0 0,0 2-1,0-1-311,0-2 1,0 2 321,0-3 0,0-4 0,0-4 0</inkml:trace>
  <inkml:trace contextRef="#ctx0" brushRef="#br0" timeOffset="650">353 0 10316,'9'4'130,"0"2"0,0 3 0,0 3 1,1 0-354,2-1 0,-1 2 1,4 0-1,-2 1-1082,-2 3 1305,3-4 0,13 8 0,6-2 0</inkml:trace>
  <inkml:trace contextRef="#ctx0" brushRef="#br0" timeOffset="969">699 18 8218,'-9'0'-151,"0"0"271,0 0 0,-1 5 0,-2 1 0,-1 2-211,-1 1 1,2 0 0,-2 1-1,0 1 37,-1 1 1,3 1 0,-2-4 0,1 0 89,2 0 0,2 0 1,2-1-1,1-1 310,2-1 0,-2-3-129,3 3 0,0 0 0,3 4 0,1-1 50,2 0 1,-2 4 0,2 2-1,-1 2-102,1 2 0,-2 0 0,2 2 0,-2 3-108,-1-1 0,0 5 0,-1-2 0,-1-2-205,-1-1 1,0-3 0,2-3 0,-1-3-1154,-1-1 1301,0-5 0,7-28 0,1-11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3:12.1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9 228 7985,'-3'-6'-116,"0"0"1,0 3 2270,3-3-2105,0 4 0,0-1 0,1 7-10,2 5 0,2 1 0,4 5 0,0 2 56,1 0 1,2 2-1,1 1 1,0 3-123,0 0 0,2 0 0,-1 2 0,-1-1-30,0-2 0,2 2 1,-3-2-1,-1-2-114,0-1 1,-2-5 0,-1-1 0,-2-3-1512,-3-1 486,2 0 1195,-4-4 0,-13-25 0,-8-11 0</inkml:trace>
  <inkml:trace contextRef="#ctx0" brushRef="#br0" timeOffset="217">164 255 7641,'-9'0'13,"3"5"0,0 2 0,-1 4 107,-1 4 1,-1 3 0,0 4 0,-1 2-134,1 2 0,0 2 1,-1-1-1,-1 0 38,-1 1 1,0-1 0,2-1 0,1-1-85,0-4 0,4-6 0,2-3 59,2-2 0,5-21 0,1-5 0</inkml:trace>
  <inkml:trace contextRef="#ctx0" brushRef="#br0" timeOffset="1728">347 91 8381,'-6'-9'0,"0"0"0,1 0-91,0 0 1,3 0 126,-1 0 1,3 0 0,3 2 0,3 2 0,3 0 0,0 1-18,0 0 0,1 1 0,1 3 0,1 1-90,-1 2 0,-2 2 1,-1 5-1,-3 2-1,-1 0 1,-1 4-1,-3-1 1,0 1-20,0 0 0,-3 1 0,-1-2 0,-1 1 74,-3-1 1,3 2-1,-1-5 301,-1-1 1,-1-1 1393,-1-1-1548,4-4 1,1-2-1,5-5 1,1-2-149,1-1 1,4 3-1,-1-1 1,2 2-996,1 1 1013,-4 0 0,16 8 0,-1 2 0</inkml:trace>
  <inkml:trace contextRef="#ctx0" brushRef="#br0" timeOffset="2667">593 456 9436,'4'-5'317,"1"1"0,5 4 1,2 0-408,4 0 1,-2 0 0,2 0 0,2 0 89,2 0 0,22-4 0,2-1 0</inkml:trace>
  <inkml:trace contextRef="#ctx0" brushRef="#br0" timeOffset="4073">1131 173 8322,'0'-9'147,"0"4"0,0 3 1,0 7-1,-1 6-35,-2 6 1,-1 0 0,-3 7 0,2 2-84,1 0 0,-3 5 1,0 2-1,-1 0-44,-1 1 0,0-1 0,1 2 0,1 0-334,1-2 0,1-7 0,-2-3 0,2-6-623,1-5 972,1-6 0,3-30 0,0-11 0</inkml:trace>
  <inkml:trace contextRef="#ctx0" brushRef="#br0" timeOffset="4083">1277 201 7313,'-4'9'208,"2"0"0,-4 1 0,0 2-232,1 4 0,-2 0 0,2 0 0,1-1-53,0 1 0,1-2 0,3-2 0,0-2 75,0-1 1,1-3 0,2-1 121,3-1 0,4-1 1,1-2-1,1 1 188,-1 1 0,2 1 0,-1-1 0,-1 2-43,0 0 1,-3 4 0,-1-3 0,-2 3-151,-1 3 0,-1-2 1,-4 3-1,-2 0-288,-3 3 1,-5-2 0,-2 0-1,-2-1-348,-1-2 1,2-1-1,0-1 1,1-3-1267,1-3 1787,2-2 0,1-54 0,0-13 0</inkml:trace>
  <inkml:trace contextRef="#ctx0" brushRef="#br0" timeOffset="4084">1268 210 8446,'6'-9'0,"0"0"124,1 0 0,1 0 1,1 3-1,0 3-16,1 2 1,3 1 0,1 1-109,0 2 0,19 15 0,2 6 0</inkml:trace>
  <inkml:trace contextRef="#ctx0" brushRef="#br0" timeOffset="4200">1614 219 10052,'4'9'0,"2"1"361,3 2 0,1 4 1,1 4-1,2 2-337,1 1 0,-2 2 0,3 2 0,-1 1-116,0-1 1,-3-1 0,1-1-1,-2-4-309,0-2 0,-4-5 0,-1-2-1382,-1-1 1783,-1-6 0,-7-22 0,-1-8 0</inkml:trace>
  <inkml:trace contextRef="#ctx0" brushRef="#br0" timeOffset="4417">1788 228 8390,'-9'0'-112,"-1"1"392,1 2 0,0 2 1,0 5-1,0 3 105,0 2 0,-1 3 0,-2 3 0,-4 5-413,-1 3 1,-1 3-1,-1 5 1,-2-1-268,0 1 1,3-6 0,5-3 294,2-6 0,21-43 0,10-12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3:25.3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1 337 8081,'0'-9'87,"0"0"1,0 3 0,1 1 321,2 1 0,2 1 0,5 3 0,2 0-199,3 0 1,3 0 0,0 0 0,0 0-95,0 0 1,-3 0 0,1 0 0,-1 0-1111,-1 0 994,-1 0 0,-12 4 0,-2 1 0</inkml:trace>
  <inkml:trace contextRef="#ctx0" brushRef="#br0" timeOffset="53">119 237 8298,'0'9'-268,"0"0"1,-3 4-1,0 0 1,0 2 655,-1 4 0,3-1 0,-2 4 0,2-3-421,1-1 33,0 0 0,12 1 0,3-1 0</inkml:trace>
  <inkml:trace contextRef="#ctx0" brushRef="#br0" timeOffset="615">511 0 7311,'4'6'0,"0"0"500,1 1 0,1 4 0,4 3 0,1 0-498,1 2 1,1 1 0,-2 1-1,2 1-516,-2-1 1,0 0 513,1 0 0,-6-7 0,2-3 0</inkml:trace>
  <inkml:trace contextRef="#ctx0" brushRef="#br0" timeOffset="903">803 55 8408,'-9'0'-119,"0"0"0,0 1 0,0 1 0,-1 2-65,-2 1 1,1 1 0,-2 3-1,1 0 166,0 0 1,0 0 0,3 1 0,1-1-31,1 0 0,-1 0 1,3 0 255,0 0 1,0-3-1,3 0 199,-1 1 1,0 2 0,3 0-96,0 0 0,-3 0 1,0 1-1,1 2-32,1 3 0,1 1 1,0 1-1,0 3-94,0 2 0,0 1 0,0 2 0,-1 2-161,-2 2 0,2-4 0,-2 3 0,2-3-573,1-3 1,0-1 0,0-3 547,0-3 0,4-14 0,1-7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3:23.7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4 228 8279,'-1'-5'294,"-2"2"0,3 2 207,0 1 1,5-3 0,6 0 0,3 1-575,0 1 0,2 1 1,4 0-1,1 0 73,0 0 0,30 12 0,8 4 0</inkml:trace>
  <inkml:trace contextRef="#ctx0" brushRef="#br0" timeOffset="655">579 165 8343,'-9'-10'49,"0"1"0,0 0 1,3 0 415,3 0 0,-1-3 0,1-1 0,2 0-452,3-1 1,0-1 0,5 3-1,2 1-214,3 1 1,1 2 0,-1 2 0,2 2-13,0 3 1,0 1 0,-2 2 0,0 4 75,-1 3 0,-4 7 0,-2 1 0,-1 4-18,-2 3 0,-2 0 1,-3 3-1,-3 0 28,-2-3 0,-1 1 0,0-2 1,-1-1 138,-3 0 0,2 3 1,-4-5-1,0-2 343,1-2 1,-3-8-1,5 2 1,1-3 933,1-2 1,5-2-964,2-6 0,2 1 1,2-4-1,3-2-313,5 0 0,1 0 1,4 1-1,1 1-125,-1-1 0,-2 3 1,2 1-1,-1 2-420,-2 1 1,3 0-1,-2 1 1,-1 2-373,-1 3 0,2-1 904,0 1 0,13 4 0,-1 5 0</inkml:trace>
  <inkml:trace contextRef="#ctx0" brushRef="#br0" timeOffset="966">989 311 8343,'-9'0'-18,"0"-1"0,0-3 160,0-2 0,1-2 0,0-1 0,3 0 48,1 0 1,-2-4-1,2-2 1,0-3-441,0 0 1,1-1 0,3-1 0,1-2 120,2 2 1,2 4 0,4 2 0,1 0 144,3 3 0,-2 4 1,4 2-1,1 1-28,1 2 0,2 2 0,-1 3 1,-1 3 197,-2 2 1,2 5 0,-5 3 0,-1 1 2,-1 1 0,-2 0 0,-2 1 0,-3-1-28,-2 0 1,-1 0 0,-1 1 0,-3-1-221,-5 0 0,-4-3 0,-6-1 0,-2 1-126,0-1 0,-4-3 185,0 1 0,-25-18 0,-8-5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3:31.5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465 46 8512,'-9'9'-77,"3"-1"1,1 0 0,0 1 39,0 1 1,3 1 0,-2-1 0,3 1-755,1 1 0,0 0 791,0-2 0,5-5 0,0-1 0</inkml:trace>
  <inkml:trace contextRef="#ctx0" brushRef="#br0" timeOffset="1">447 64 7886,'4'-5'-407,"-2"-2"0,4 3 467,1-1 1,4 3 0,2-2-1,1 1-35,3 0 1,0-3-1,1 2 1,0 0-7,1 0 0,-1 0 0,0 2 0,-1-1-24,-1 0 0,-3 2 0,-4 1 0,0 0 49,0 0 0,-4 1 120,-2 3 1,-3-3 0,-2 3 0,-2 0 119,-1 2 0,-1-1 0,-2 1 0,1 1-66,1 1 1,0 4 0,-3 1-1,2 2 12,1 1 1,1 2-1,-2 3 1,1 5-10,-1 3 0,2 1 0,-1 6 0,-1 2-135,-1 3 1,0-2-1,0 4 1,2 1-200,-1 0 0,3-5 1,1-5-1,2-4-1075,1-7 0,1-8 1188,2-6 0,2-24 0,4-10 0</inkml:trace>
  <inkml:trace contextRef="#ctx0" brushRef="#br0" timeOffset="1492">9 356 8180,'-5'-1'367,"2"-2"0,3 2 1,3-2-291,3 2 1,2 1 0,1 0 0,1 0-158,2 0 1,0 0 0,3 0 0,1 0-47,1 0 0,-2 0 1,1 0-1,0 0-956,1 0 1082,-3 0 0,-5-8 0,-5-2 0</inkml:trace>
  <inkml:trace contextRef="#ctx0" brushRef="#br0" timeOffset="1829">109 247 8555,'-5'6'-98,"2"0"1,2 1 155,1 1 1,0 1 0,0 0 0,0 1 200,0 3 0,0 0 0,0 3 0,0-1-302,0 1 0,3-1 0,0-1 0,0 0 43,1 0 0,-7-3 0,2 2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3:52.300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9 36 9014,'0'-6'-192,"0"0"1,0 3 479,0-2 0,0 2 62,0-3 0,4 4-153,2-1 1,-1 2 0,1 1-94,1 0 1,1 0 0,0 1-62,-2 2 0,2-1-31,-3 4 1,0-1 0,1 4 66,1 0 0,-3 0 0,-1 0-28,-2 0 1,-1 0 0,0 0-85,0 0 1,0 2 0,-1 1-1,-1 0-60,-1 1 0,-3-2 0,2 4 0,-1 1 50,-1 0 1,1-1 0,0 0 0,0 1 122,0 1 0,2 0 1,-3 1-1,0 1 101,1 2 0,-2-2 0,3 2 0,0 1-17,0 2 0,1 1 0,3 1 0,0 0-44,0 0 1,0-1-1,0 5 1,0-3-98,0-4 1,1 2 0,1-4 0,2-1-211,1 2 0,0-6 0,2 1 0,-1-3 94,1-3 0,-2-2 0,1 0-863,1 0 1,0-4 425,2-2 1,-3-2 0,-1-2 277,-1-2 1,-1 1 0,-2-4 12,2-1 1,-2 2 112,2-1 1,-2 3 372,-1-2-18,-4 3 1,-1-1-186,-4 6 1,4 2 0,1 2 0,1 1-41,0 1 0,-2-2 1,2 6-1,1 0 6,1 2 0,-2 1 0,0 3 0,1 3 14,1 5 0,-2 0 0,0 6 0,1 2 33,1 2 0,-2 4 1,0 4-1,1 2 46,1 0 1,1 0-1,0-2 1,0-1 8,0 1 1,0-2-1,0-1 1,0-4-42,0-1 1,0-1-1,0-3 1,0-2-75,0-5 1,0-1 0,0 1 0,0 0 24,0 0 1,0-5-1,0 3 1,-1-5-150,-2-1 0,2-3-472,-2 0 0,1-8 599,-1-1 0,-6-12 0,-5-4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3:56.8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36 276 8482,'-9'-3'-87,"1"-1"143,2-1 0,-1 2 0,4-3 390,1-1 1,1 2-1,3-1 1,3 1-356,4 0 1,6-3-1,1 2 1,4-2-278,3-1 1,0 3 0,1 0-1,0-1-142,2-1 1,1-1 0,-2 0 0,-1 1-121,-3-1 0,0 1 1,-4 1-1,-3 2 127,-3 1 0,-6 2 1,-3 5 294,-4 3 1,-3 5-1,-5 2 1,-2 0 128,-2 3 1,0 4 0,0 1 0,1 0 313,2 0 0,1-1 0,1 4 0,1-1-21,-1 0 0,4 3 1,2-2-1,2 1-203,1 2 1,4 2 0,2-2 0,2-2-206,0-2 0,5-6 1,2-7-1,1-3-462,-1-4 1,2-2 473,-3-1 0,7-39 0,2-11 0</inkml:trace>
  <inkml:trace contextRef="#ctx0" brushRef="#br0" timeOffset="217">490 9 8641,'0'9'153,"0"0"0,0 0-812,0 0 0,2 0 659,1 0 0,24-5 0,3 0 0</inkml:trace>
  <inkml:trace contextRef="#ctx0" brushRef="#br0" timeOffset="460">578 0 8482,'-4'1'-386,"1"2"1,2-2-1,1 3 1</inkml:trace>
  <inkml:trace contextRef="#ctx0" brushRef="#br0" timeOffset="800">756 116 8560,'-5'0'-40,"2"0"0,6 0 0,3 0 154,2 0 1,5-1 0,2-1 0,2-2-578,1-1 1,-1-1 0,1-3-1,-1 0 230,-2 0 1,-2 2 0,-5 0 0,1 1 232,0-1 0,-4 2-3,-2-1 1,-3 4 0,-3 0-1,-3 4 120,-2 4 1,-1 3 0,1 2 0,-1 1 156,0 2 1,1 1 0,1 3 0,1 1 24,-1 1 1,2 0-1,-1 4 1,0 1-35,1 0 0,-3 2 0,4 0 1,-1 0-160,2 3 1,-1-6 0,1-1 0,1-4-297,1-4 0,5-3 1,2-6-122,2-3 0,1-7 0,2-5 0,2-6-542,1-5 1,-3 1 852,1-5 0,9-20 0,3-7 0</inkml:trace>
  <inkml:trace contextRef="#ctx0" brushRef="#br0" timeOffset="1051">961 303 8402,'-3'15'0,"-1"-1"-69,-1 2 1,2-1-1,-3 1 1,-1 1 4,-1-2 0,-1 1 1,0 1-1,-3-1 261,-3-1 1,-3-1-1,-2 3 1,-1-2 134,-2-3 0,2-3 0,-2-2 0,3-2-35,3-1 1,0-2 0,6-5 0,2-4-204,2-4 1,5 0 0,-1-5 0,3-2-345,3-1 1,6-3 0,5 2-1,2-1-20,2 2 0,-2 0 1,8 2-1,1 2 236,1 3 1,0 3 0,0 4 0,-1 2 181,-2 2 1,-2 8 0,2 6 0,-2 7-59,-5 7 1,-3 0 0,-7 6-1,-3 0-187,-2-2 97,-1 0 0,-20 4 0,-4 1 0</inkml:trace>
  <inkml:trace contextRef="#ctx0" brushRef="#br0" timeOffset="1867">1388 107 8402,'-5'-1'3,"2"-2"62,2-3 0,1 1 0,1 0 0,1 0-165,1 0 1,4 2-1,-1-3 1,2 1-7,1 0 0,-1-2 0,1 4 0,0 0 15,0-1 0,-3 3 0,-1-1 50,-1 4 1,-1 3 0,-3 4 0,0 1 15,0 1 1,-4 3 0,-2 5 0,-2 2 4,-1 2 0,0 0 1,-1 1-1,0 0 63,-2-2 0,-3 5 1,2-2-1,0 1 103,0 0 0,2-5 0,2-1 0,0-4 594,0-1-672,4-8 1,2-3 0,6-11 0,4-4-105,4-3 0,3 0 1,3 0-1,1 0-100,0 0 1,0 6 0,-1 0-1,1 3-28,0 3 1,0 1 0,-1 2 0,-2 2 168,0 3 0,-7 6 0,0 3 0,-3 3 52,-3 3 1,-1-2-1,-2 4 1,-3 0 0,-5 0 0,0-4 0,-4 1 0,1-3-52,-3-2 1,1-7 0,0 1-1,1-3 84,2-1 0,-2-1 1,2-5 50,0-2 1,4-3 0,2-4-1,1-2-86,2 1 0,1-2 0,1 1 0,1 1-174,2 1 0,-1 2 0,4 3-986,1 2 1105,1-2 0,36 0 0,10-4 0</inkml:trace>
  <inkml:trace contextRef="#ctx0" brushRef="#br0" timeOffset="2267">1770 347 8402,'-8'-1'-224,"3"-2"1,-2 1 0,4-4 796,1-1 1,2 2 0,3 0 0,4-1-382,3 1 1,1-3 0,4 3-1,0 0-279,-1 2 0,3 2 0,-4 1 0,1 1 23,-2 2 0,-2-1 0,-2 5 0,-1 2-26,-1 2 0,-4 3 1,1-1-1,-3 1 20,-3 2 0,-2-2 0,-4 0 0,0-1-74,0 1 1,-3-3 0,0 1 0,1-2-65,2-1 0,0-4 1,0-2-1,0-3-91,0-3 1,3-2 0,1-6-1,1-3 299,2-4 0,17-65 0,5-14 0</inkml:trace>
  <inkml:trace contextRef="#ctx0" brushRef="#br0" timeOffset="2417">1833 196 8261,'-6'4'-52,"0"2"0,4 2 1,-2 2-1,1 1 376,0 4 0,-4 2 0,2 1 1,-1 1-244,0 1 0,1 0 0,-2 4 1,1 0-147,-1-2 1,3 3 0,-1-4 0,1-1-440,2-2 1,1-4 0,2-3 503,2-4 0,25-50 0,11-17 0</inkml:trace>
  <inkml:trace contextRef="#ctx0" brushRef="#br0" timeOffset="2683">2011 249 8315,'8'5'221,"1"2"0,-1-3 0,-1 2 243,-1 4 1,0 0 0,3 5 0,0 1-585,0 4 0,0-1 1,-1 2 119,1-2 0,8 2 0,2 2 0</inkml:trace>
  <inkml:trace contextRef="#ctx0" brushRef="#br0" timeOffset="2850">2464 9 8315,'-5'1'-490,"1"1"-38,0 1 1,3 1 527,-2-1 0,-6 22 0,0 8 0</inkml:trace>
  <inkml:trace contextRef="#ctx0" brushRef="#br0" timeOffset="3136">2340 107 8315,'-3'9'-79,"0"0"1,0 0 187,-1 0 0,3-1 1,-2 2-1,2 1 238,1 1 1,0 4 0,0-2 0,0 1-183,0-1 1,1-2-1,2 2 1,3-1-124,2-2 0,1-2 1,0-2-1,2-2-144,1-1 0,3 1 1,-2-2-1,0 0-7,-1 1 1,3 0-1,-3 3 1,-1-1 417,-1 1 0,-1 2 0,0 2 0,-1 2 34,-2 0 1,-3-1 0,-6 3 0,-3 1-272,-2 1 0,-5 1 0,-2-1 0,-2 1-495,-1 0 0,1-4 0,-1-1 423,0-1 0,0-21 0,1-3 0</inkml:trace>
  <inkml:trace contextRef="#ctx0" brushRef="#br0" timeOffset="3267">2749 516 8576,'4'9'894,"-2"-3"-894,4 0 0,0 0 0,2 3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4:10.1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0 8458,'-4'5'0,"-5"35"0,-5 4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4:08.7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54 187 8347,'6'-8'178,"0"2"0,0 1 1,3 3-67,0-1 1,0 0-1,0 1 1,0-1-501,3 1 0,-2 1 0,2 0-356,-2-2 744,-1 2 0,-12-11 0,-3 2 0</inkml:trace>
  <inkml:trace contextRef="#ctx0" brushRef="#br0" timeOffset="253">108 54 8347,'-5'1'54,"2"2"0,2 2 1,1 4-1,0-1 37,0 1 0,0 4 0,0 2 0,0 3-103,0 3 1,0-2 0,1 5 0,1 1-38,1 0 0,0-1 0,-3-1 0,0-1 14,0-3 0,-1-1 1,-1-2-1,-2-3 19,-1-3 0,-1 0 0,-3-7 0,0-1 103,0-1 1,0-2-1,0-2 82,0-3 1,2-2 0,0-1 0,2 0 242,1 0 0,0 0 0,2 0-300,-1 0 0,0 3 0,4 2 0,1-1-369,1 0 0,5 0 0,0-2 0,3 1-1330,3-1 1587,1 3 0,42-24 0,11-1 0</inkml:trace>
  <inkml:trace contextRef="#ctx0" brushRef="#br0" timeOffset="437">348 63 8366,'-1'10'-21,"-1"0"0,-1 2-43,1-1 0,0 2 1,0 0-1,-1 1-281,1 2 345,1-4 0,1 5 0,0-3 0</inkml:trace>
  <inkml:trace contextRef="#ctx0" brushRef="#br0" timeOffset="671">463 0 8351,'0'18'12,"0"-3"0,0 0 1,0 1 264,0 0 0,1 4 0,1 2 0,1 4 63,-1 1 0,-1 0 0,-1 7 0,0 2-182,0 5 0,-1 1 0,-2 1 0,-2-3-388,0 0 0,-1-2 0,3-4 230,1-4 0,5-13 0,1-9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4:04.4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0 366 8486,'0'-9'-141,"0"-1"1,1-1 0,2-1-102,3 1 0,-1 1 0,2 0 0,2 0 233,2-2 1,1 0 0,-3 4 0,0 1 37,0 1 0,-1 4 1,1 0-1,-1 4 78,-2 4 0,1 6 1,-3 3-1,0 2 344,0 0 0,2 1 0,-2 0 1,0-1-95,0-2 1,3 0-1,-1-3 1,1-1-280,2-1 0,1-4 0,2-1 0,3-1-347,2-2 269,1-5 0,35-46 0,9-14 0</inkml:trace>
  <inkml:trace contextRef="#ctx0" brushRef="#br0" timeOffset="594">837 1 8463,'-9'3'0,"0"1"-271,0 1 0,-3 1 0,-1 4 1,0 1 662,1 4 1,-3 2-1,3 2 1,0 2-156,-1 2 1,3 3 0,-2 1 0,2-1-17,2 1 1,2 4-1,1 1 1,0 3-91,0 1 1,3-1-1,-1 1 1,2-1-211,1 1 1,4-8 0,2-6 0,3-5-155,3-5 0,-2-6 233,5-3 0,8-26 0,5-7 0</inkml:trace>
  <inkml:trace contextRef="#ctx0" brushRef="#br0" timeOffset="783">952 259 8413,'-6'6'-1,"1"0"1,1 1-50,2 1 1,-2 1-1,2 3 1,-1 3 56,-1 2 1,3 1 0,-2 0-1,1-1 34,-1 1 0,2 3 1,-2 0-1,2-3-283,1-2 1,0-3 241,0-4 0,8-55 0,2-15 0</inkml:trace>
  <inkml:trace contextRef="#ctx0" brushRef="#br0" timeOffset="1859">961 99 8412,'-1'-5'-886,"-2"2"0,2 3 886,-2 3 0,22 26 0,6 9 0</inkml:trace>
  <inkml:trace contextRef="#ctx0" brushRef="#br0" timeOffset="1860">1112 259 8412,'0'12'-135,"0"1"0,0-1 141,0 1 0,0 0 1,0-1-1,0 2 325,0 0 0,-1 4 0,-1-2 0,-1 0-442,1 1 1,1 0 0,1 0 0,-1 0-676,-2-2 0,2-2 786,-1-4 0,1-24 0,1-6 0</inkml:trace>
  <inkml:trace contextRef="#ctx0" brushRef="#br0" timeOffset="1861">1139 125 8575,'-4'-4'-98,"3"0"0,13 23 1,8 6-1</inkml:trace>
  <inkml:trace contextRef="#ctx0" brushRef="#br0" timeOffset="2149">1308 277 8364,'0'14'-3,"0"1"1,0-2 0,-1 0 55,-2 0 0,2 3 0,-2-1 0,2 1 79,1 2 0,0 0 0,-1-1 1,-1-1-311,-1-2 1,0-3-1,3 1-550,0-2 728,0-5 0,0-5 0,0-5 0</inkml:trace>
  <inkml:trace contextRef="#ctx0" brushRef="#br0" timeOffset="2150">1326 81 8329,'-5'-4'-1417,"1"4"1417,4 0 0,20 24 0,4 9 0</inkml:trace>
  <inkml:trace contextRef="#ctx0" brushRef="#br0" timeOffset="2151">1539 19 8375,'5'9'-322,"3"2"0,-1 2 0,3 2 512,2 4 0,0 1 1,-2 5-1,0 4 252,2 2 1,-1 1 0,-4 5 0,-2 0-181,-1 2 1,-5 1 0,-5-3 0,-3 1-345,-3-4 1,-2 1-1,-3-7 82,-1-2 0,-39-7 0,-11-6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4:03.0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214 0 8512,'-9'0'464,"3"0"-11,0 0 1,0 0-1,-3 0-504,1 0 1,2 4 0,0 3 0,-1 3-168,-1 2 1,-4 4 0,0 0 0,0 2 125,-1 3 0,4 4 0,-3-2 0,1 4 129,-1 3 1,2 1 0,-2 5 0,3 0 126,3-1 1,-1 1-1,5-1 1,0 1-51,1-1 0,2-4 0,1-4 0,4-6-334,2-6 0,2-2 1,2-5-1,2-2 220,0-3 0,26-38 0,4-9 0</inkml:trace>
  <inkml:trace contextRef="#ctx0" brushRef="#br0" timeOffset="267">365 249 8512,'-5'4'0,"-2"1"0,3 4 0,0 0 38,1 0 0,-3 3 0,3 1 0,0 0-57,-1 3 1,2 2-1,-3 2 1,1 1-137,2-2 0,1-1 0,0-3 0,-1-3 155,-1-2 0,-8-25 0,1-6 0</inkml:trace>
  <inkml:trace contextRef="#ctx0" brushRef="#br0" timeOffset="400">356 89 8512,'-5'0'-593,"9"20"1,6 5-1</inkml:trace>
  <inkml:trace contextRef="#ctx0" brushRef="#br0" timeOffset="885">623 18 7928,'9'0'688,"-3"4"1,0 2 0,1 3-419,1 3 1,1 3 0,0 5 0,-1 5-75,1 4 0,-3 2 1,-1 5-1,-1 0-178,-2 3 0,-2-1 1,-3 2-1,-4 0-171,-4-3 0,-1 0 0,-4-3 0,1-1-285,-1-3 0,2-7 0,0-3 438,2-4 0,-12-35 0,0-12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4:18.1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49 41 8811,'10'4'324,"2"5"1,2 3-130,4 6 1,3 3 0,2 4 0,4 4 13,3 5 0,0 4 1,5 7-1,-4 1-98,-3-2 1,1-5-1,-7-4 1,-3-4-80,-3-3 0,-3-7 1,-5-8-674,-1-4 0,-5-6-1125,2-6 1766,-8-3 0,-16-33 0,-8-7 0</inkml:trace>
  <inkml:trace contextRef="#ctx0" brushRef="#br0" timeOffset="383">417 9 7406,'-1'-6'566,"-1"4"0,-3 4-478,-1 5 0,-1 4 0,-4 4 0,-3 6 55,-4 6 1,-5 8 0,-3 4 0,-1 3-11,-2 3 0,-5 3 0,-1 5 0,1-1-79,1-3 0,6-2 0,2-6 0,4-3-352,4-3 1,3-8 297,7-6 0,26-75 0,10-23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4:22.1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158 242 8222,'0'11'0,"0"-1"83,0 1 1,-1-1-1,-1 2 1,-3 1-21,-1 1 1,1 5 0,-5-2-1,1 3-47,-3 1 1,-1-3-1,3-2 1,-1-1 149,1-2 1,-1-4-1,1-4 1,-1 0-141,1-3 0,0-3 0,3-5 0,4-5-86,2-5 0,2-2 0,2-6 0,4 0-224,3 0 1,1 1 0,2 0 0,2-1 49,2 4 1,-3 4 0,3 5 0,1 2 246,-2 2 0,4 2 0,-2 8 1,0 2 227,0 6 0,-3 10 0,-5 0 0,-2 3-40,-1 1 1,-5-3 0,2 3-1,-3-3-315,-1-1 1,0-1-1,-1-2 114,-3-4 0,-6-31 0,-7-7 0</inkml:trace>
  <inkml:trace contextRef="#ctx0" brushRef="#br0" timeOffset="1">527 63 8264,'0'7'121,"0"0"0,-3-3 0,-1 3 0,2 2-31,1 4 0,1 3 0,0 7 1,0 2-51,0 7 0,0 1 0,-2 5 0,0 2-18,-1 1 1,-1-3-1,4-3 1,0-4-349,0-3 0,0-3 0,0-7-400,0-4 0,0-9 726,0-5 0,5-42 0,1-15 0</inkml:trace>
  <inkml:trace contextRef="#ctx0" brushRef="#br0" timeOffset="300">569 105 8264,'5'-10'-482,"0"-1"0,3 2 363,-1 2 0,-4-1 1,4 3 72,2-1 0,-4 4 1,2-2 74,2 3 0,-5 2 1,1 2 216,0 0 1,-3 5 0,4-1-115,-1 3 0,-2 0 0,-3 1 1,0-1-47,0 1 0,0 1 0,0 2 0,0 3-33,0 3 1,0 1 0,0 0 0,0 0-100,0 0 0,0 4 0,0 0 0,0-1-212,0 2 0,0-5 1,0 1-1,0-4-771,0-3 1029,0-1 0,-14-18 0,-4-3 0</inkml:trace>
  <inkml:trace contextRef="#ctx0" brushRef="#br0" timeOffset="434">580 327 8264,'-4'-7'-162,"1"0"1,-1 3-219,4-3 0,1 5 227,3-2 1,-2 4 152,5 4 0,0 34 0,4 14 0</inkml:trace>
  <inkml:trace contextRef="#ctx0" brushRef="#br0" timeOffset="666">569 474 7767,'74'-42'0</inkml:trace>
  <inkml:trace contextRef="#ctx0" brushRef="#br0" timeOffset="1683">780 84 8284,'0'-7'548,"1"0"-106,3-1 0,-2 2 1,5-1-622,1-1 0,1 2 1,2 0-1,0 0-453,-1 1 1,1 2-1,-1-1-11,1-1 0,-1 4 643,1-3-19,-5 3 0,-3 5 0,-5 0 0,-3 1 90,-1 0 0,3 2 0,-3-3 369,1 2 0,2-2-140,3 3 0,0-4 0,0 4-425,0-4 1,3 2 0,2-2-39,1 0 0,-4 2 0,2-2 65,-3 5 1,-1-3 0,0 2-112,0 2 0,0 0 0,-1 1 117,-3 1 0,-2 0 1,-3-1-1,1-1 107,1-2 1,1 3 0,-2-4-1,1 1 101,-2 0 0,4-4 0,-3 4 35,0 1 1,2-3 0,1 0 0,-1-2 301,0 1-516,4-1-1010,-3 2 920,5-4 1,0 5-1,-1-4 153,-3 2 0,2 3 0,-5-2 57,-1 0 0,-2-1 0,0 2 773,-1-2 0,4 0 438,0-4-1190,5 0 0,-2 0 0,8 0 0,3 0-131,2 0 1,2-4-1,-1 0 1,2-1-112,2 0 0,1-2 1,4 3-1,-1-2-77,0-2 0,2 2 0,0 0 0,-1 0 39,-2 0 1,0 3 0,0-3 0,-3 1-140,-2 3 0,-1 0 494,-1-2 112,-4 3 1,-3-4 0,-6 5 141,-4 0 1,-1 1 0,-1 3-185,2 3 1,2 2-1,-2 3 1,2 1-84,0 1 1,4 5 0,-2-2 0,1 3-15,2 1 1,0 5-1,0 2 1,0 4 69,0 3 0,0-3 1,0 5-1,0-2 31,0 0 0,0-1 0,0-6 0,0-5-235,0-4 1,0-4-314,0-4 0,0-7 1,-1-4-1,-1-7-223,-2-5 0,-4-4 0,1-2 1,-2 0 136,-2-1 0,-3 3 0,-1-2 0,0 1 407,0 0 0,-3-1 0,4 4 0,0 0 0,-1-2 0,3 8 0,-1-2 0,4 2-231,2 2 1,3-2 1642,-3 4-1055,5 0 1,5 9 0,8 1-326,1 0 1,-1 0-1,0-4-32,-1 2 0,34-6 0,7-3 0</inkml:trace>
  <inkml:trace contextRef="#ctx0" brushRef="#br0" timeOffset="2033">1380 221 8450,'-10'0'349,"4"0"-349,1 0 0,19 19 0,4 4 0</inkml:trace>
  <inkml:trace contextRef="#ctx0" brushRef="#br0" timeOffset="2166">1391 411 8984,'42'0'0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4:19.8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285 95 9432,'-7'2'28,"0"1"1,-1 4-6,-2 2 1,-4 2 0,-1 1-1,-1 2 134,-3 3 1,-1 0 0,-1 0 0,0 2-13,0 1 0,0-3 0,1 0 0,2-2 39,4-2 1,3-3 0,1-1 136,3-2-407,3-5 1,5 3-1,2-5 27,4 0 1,6 0-1,2 1 1,1 1 139,-1 2 0,4 3 1,-3-3-1,1 2-33,1 2 0,-2-2 0,3 1 0,-1 1-100,0 2 1,-2-3 0,-2 0 0,-3 1-365,0 1 0,-4 1 1,-1-2-1396,-2-1 1811,0-5 0,-18-11 0,-4-9 0</inkml:trace>
  <inkml:trace contextRef="#ctx0" brushRef="#br0" timeOffset="1956">717 116 8112,'-11'0'-124,"2"-1"1,1-1 1010,1-2 0,0-4-746,-4 1 0,5-2 1,3-2-209,2 1 1,2-1 0,2 1 0,4 0 119,3 3 0,5-1 0,1 3 0,2 1-68,-1-1 0,-3 2 0,3 3 0,-1 1-65,1 2 0,-6 3 0,1 6 0,-4 2-30,0 3 1,-3 3 0,-1 1-1,-3 0-26,-1 1 0,-5 2 0,-3 1 0,-5-1-28,-5 2 0,1-4 0,-3 3 0,-2-3 234,-1-1 0,2-6 0,4-3 0,3-5 279,2-2 1,2-2 0,0-4-72,3-2 0,4-3 0,7-5 0,6 2-202,3 2 1,7-1 0,-1 4 0,5 2-25,-1 1 1,-1 1 0,-2 0 0,-1 1-133,-1 2 1,-6 4 0,1 6 0,-3 2 64,-3 2 0,-6 4 1,-1 3-1,-6 1-16,-3 1 0,-7-1 0,-1 2 0,-4-4-268,-4-5 0,3-5 1,-4 1-1,2-2 299,-1-2 0,-23-36 0,-2-11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4:52.4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307 23 8019,'0'-7'1931,"-1"1"-1742,-3 0 0,1 3 1,-4 4-1,-2 3-190,-1 3 1,-3 5 0,-2 2 0,-4 2 1,-3 2 0,0 5 0,-1 3 0,0 0 79,0-2 0,0-3 0,2 0 0,2-4 45,4 0 1,2-2 567,1-4-653,6-4 0,2-2 0,8-5 0,4 0-44,2 0 0,3 0 0,0 0 0,4 0 223,1 0 1,-3 4 0,3 1 0,-2 1-108,-2 3 0,3 1 1,-1 2-1,1-1-96,-1 0 1,-2 1-1,-5-2 1,-2-1-939,2-2 1,1 1 921,2 3 0,-11-4 0,-2-2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4:44.1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290 53 8266,'-5'-6'-35,"-2"2"0,-3 8 0,-3 4 0,-1 3 24,-1 4 0,-2-1 0,2 4 0,-4 0 44,-3-1 1,0 2-1,-1 3 1,1-2 145,3-1 0,-1-5 0,5 0 0,2-4 936,4-2-834,-1-6 0,10 3-203,0-5 1,6 0-1,8 2 1,3 0 77,1 2 1,-3 4 0,3-3-1,-1 1-108,1 3 1,-3 1 0,3 0-1,-1-1-172,-4-1 0,1-1 0,0 5-427,2-1 0,-3 1 0,-4-2 551,-1-3 0,-16-22 0,1-10 0</inkml:trace>
  <inkml:trace contextRef="#ctx0" brushRef="#br0" timeOffset="576">838 42 8287,'-11'0'0,"-1"1"0,0 2-8,-4 0 1,4 5 0,-4-3 0,4 3-7,0 4 1,1 5 0,0 7 0,-1 1 88,1 2 0,-1 8 1,1 0-1,0 1 199,-1 4 0,6-5 0,2 2 1,3-5-83,1-6 1,6-7-1,5-5 1,7-5-169,4-5 1,-2-8 0,2-6 0,3-6-124,3-7 0,-3-8 0,1 1 0,-5-3-172,-2-1 1,-4-2 0,2-1-1,-3-1-46,-4 2 0,-6 0 0,-1 3 1,-3 3 207,-3 3 0,-5 9 1,-7 6-1,-4 4-86,-3 3 195,-1 6 0,-20 26 0,-5 10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4:38.4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183 81 8963,'-2'-7'692,"-1"4"1,1 3 0,-1 3 0,0 6-609,-1 5 1,2 4 0,-6 6 0,-1 3-66,-1 3 0,-1 8 0,-1 5 1,0 4-186,-4 3 1,2 3 0,-3-4 0,0-2-278,3-4 1,5-8 0,3-10-1117,1-5 1559,1-8 0,9-43 0,2-13 0</inkml:trace>
  <inkml:trace contextRef="#ctx0" brushRef="#br0" timeOffset="450">331 275 8251,'-4'-12'-177,"0"1"0,2 0-198,1-1 0,1 1 0,1-1 0,1 1 593,2-1 0,9 1 0,-2 0 0,3 1-165,3 2 1,-3 3-1,3 5 1,1 1-74,0 3 1,-5 4 0,-1 7 0,-4 4 2,-3 2 1,-1 3 0,-5 2-1,-3 2-39,-4 1 0,-2-3 0,-3 4 0,-1-1 110,-1 0 1,-5-4 0,1 2 0,-3-4 110,-1-4 1,1 1-1,0-5 1,3-2 943,4-4 1,2-4-243,2-5 0,6 0 0,6-1-972,9-3 1,3 2 0,6-1-1,1 1-494,2 2 0,0-3 0,3-1 599,1 1 0,44 17 0,15 5 0</inkml:trace>
  <inkml:trace contextRef="#ctx0" brushRef="#br0" timeOffset="1300">765 69 9600,'11'12'435,"0"4"1,1 3-1,1 4-217,2 4 0,3 3 0,3 7 0,1 2-127,0 2 1,-5-4 0,6 1 0,-3-4-435,-2-4 1,-2-3 0,-4-8 0,-2-4-2049,-3-2 960,-2-7 1431,-5-1 0,-10-25 0,-2-5 0</inkml:trace>
  <inkml:trace contextRef="#ctx0" brushRef="#br0" timeOffset="1583">1073 81 8308,'-8'0'-131,"0"0"0,0 0 148,-3 0 0,4 1 1,-1 3-1,-1 3 248,-1 4 1,-1 1 0,-2 5 0,-1 6-329,-1 6 0,-5 4 0,2 2 0,-1 3 49,0 4 0,0-3 0,-3-1 1,3-2 68,4-2 1,2-5-1,2-3 1,1-6-830,2-5 774,3-7 0,5 2 0,0-4 0</inkml:trace>
  <inkml:trace contextRef="#ctx0" brushRef="#br0" timeOffset="1900">1244 332 8410,'5'-7'1235,"1"2"0,6 5-1505,-1 0 0,4 0 270,1 0 0,39 5 0,7 2 0</inkml:trace>
  <inkml:trace contextRef="#ctx0" brushRef="#br0" timeOffset="2850">1826 286 8320,'-12'-11'-15,"1"-1"1,0 2 0,0 0 218,4-1 1,-2 2-1,5-6 1,2 1 19,0-2 0,2 2 1,0-3-1,2 0-132,1 3 1,8 2-1,5 0 1,0 2-96,1 2 1,2 3 0,-3 5 0,1 2-132,-1 1 1,3 8-1,-3 5 1,-4 3 21,-3 5 1,-4 0-1,-5 7 1,0 2 34,0 3 1,-1-4 0,-3 2 0,-3-1-38,-4 0 0,-1-2 0,-2-2 0,-1-1 140,1-3 0,-3-2 0,1-4 0,-1-4 206,1-2 1,1-7 0,3-2 265,1-3 0,4-6 1,4-2-177,1-4 0,4 0 0,1 1 1,5 1-192,2 1 0,5 2 0,1-2 0,-1 5-206,1 1 1,-3 2 0,2 0-1,-2 0-357,-2 0 0,4 2 0,1 1 1,-2 4-1226,-2-1 1657,5-1 0,11-5 0,7 0 0</inkml:trace>
  <inkml:trace contextRef="#ctx0" brushRef="#br0" timeOffset="3233">2271 503 8292,'-12'0'0,"1"0"195,-1 0 0,1-1 1,0-2-1,-1-1 213,1 2 1,-1-5 0,1 0-1,0-3-348,-1-2 0,5-4 1,0-3-1,2-3-372,3-1 1,0-3 0,4-1-1,3 2 63,6 1 1,2 1 0,6 0 0,1 2 168,2 2 0,0 3 0,1 9 0,0 3 57,0 3 0,0 2 1,-2 4-1,-2 6 151,-3 7 1,-4 4 0,-2 1 0,-1 1 124,-1 2 1,-6 0 0,1 3 0,-6-1-86,-4-3 0,-7-1 0,-3-1 0,1 0-284,-1 0 0,-3-6 0,1-1 1,-2-5-256,-2-3 1,4-3 370,0-5 0,15-31 0,0-7 0</inkml:trace>
  <inkml:trace contextRef="#ctx0" brushRef="#br0" timeOffset="3550">2613 366 8292,'5'-8'186,"3"1"0,6 4 0,1-1 0,0 3-508,2 1 1,-4 0 0,5 0 321,-1 0 0,18 5 0,2 2 0</inkml:trace>
  <inkml:trace contextRef="#ctx0" brushRef="#br0" timeOffset="3717">2739 229 8263,'-4'15'-66,"0"2"1,1 1-48,2 2 0,0 1 0,-2 2 0,-1 0 553,2 0 1,1 0-441,1 0 0,15 9 0,4 4 0</inkml:trace>
  <inkml:trace contextRef="#ctx0" brushRef="#br0" timeOffset="4350">3081 24 8363,'1'-7'156,"3"4"1,-2 1 0,6 2 0,1 2 16,1 1 1,3 4-1,1 5 1,2 2-198,2 2 0,-3 0 1,3-2-1,-2 1-658,-2-1 682,4-1 0,5 3 0,6 2 0</inkml:trace>
  <inkml:trace contextRef="#ctx0" brushRef="#br0" timeOffset="4717">3537 1 8363,'-11'0'0,"-1"0"0,0 0-71,-4 0 1,3 5 0,-5 4-1,0 4-7,0 2 0,-1 4 1,-2-3-1,0 2 23,2 2 1,2 1 0,-2-1 0,3-2-91,4-2 1,4-4 153,1-5 41,4-4 1,-1 2 96,8-5 0,-1 0-14,4 0 1,-4 1 0,0 3 0,0 3 32,1 4 1,-3 4 0,3 1 0,-3 2 168,-1 2 1,0 3 0,0 2-1,0 3-242,0 1 1,0-2 0,0 2 0,0-1-446,0-2 1,0-2 0,0-3 0,0-2 351,0-4 0,10-27 0,3-9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5:04.0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17 500 8238,'-11'-5'935,"5"4"1,6-3-658,7 3 1,4 1-1,4 0 1,4 0-339,3 0 1,-3 0 0,0 0 0,1 0-295,2 0 1,1 0 353,0 0 0,15 10 0,3 3 0</inkml:trace>
  <inkml:trace contextRef="#ctx0" brushRef="#br0" timeOffset="581">542 238 8238,'-1'-6'0,"-2"1"1297,-1 0-1025,0 3 1,9-2-1,3 8 1,2 4-44,2 2 0,3 6 1,1 5-1,1 3-70,-1 2 1,5 6 0,-4 0 0,2 3-151,0 3 0,-1 4 0,1-4 1,-4-1-202,-2-1 0,-2-4 1,1-2-1,-2-8-850,-2-5 0,-2-8-837,-2-2 1879,-3-9 0,9 1 0,-4-11 0</inkml:trace>
  <inkml:trace contextRef="#ctx0" brushRef="#br0" timeOffset="831">838 272 8270,'-11'0'-154,"0"-4"1,-1 1 582,1 0 1,-1 7-1,1 3 1,0 5-222,-1 3 0,1 3 0,-2 6 0,-1 3-204,-1 3 1,-7 8-1,1 4 1,-5 2-43,1 2 1,1-2-1,2-2 1,2-4-198,1-2 1,6-9 234,2-4 0,5-30 0,6-14 0</inkml:trace>
  <inkml:trace contextRef="#ctx0" brushRef="#br0" timeOffset="1665">1112 78 8271,'-5'-11'35,"4"3"0,-3 1 335,3-2 0,1 2 0,0 0-147,0-2 1,5 4 0,3 1-1,3 2-104,4-2 1,-2 2 0,2 0-1,-2 3-128,-2 3 1,-1 5-1,-1-2 1,-3 4-40,0 0 0,-3 6 1,-3 0-1,-1 2-142,-3 0 1,-2-1 0,-5 1 0,-1-2-81,1-1 0,-1-3 1,1 1-1,-1-5 89,1-6 0,3 2 192,1-1 1,6-1 0,1-6 128,6-1 0,4 1 0,1 1 1,1 0 92,-1-2 0,1 1 0,-1 6 0,1 2-54,-1 1 1,-5 2 0,-2 3 0,-3 1-206,-1-1 0,-5 6 0,-4 0 1,-5 2-668,-5 0 0,-2-5 693,-2 2 0,-30-9 0,-8-2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5:07.0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10 114 8297,'-6'-1'780,"2"-3"0,4 3 0,5-3-564,7 3 1,-1 1-1,5 0 1,1 0-246,2 0 0,-1 0 0,-1 0 0,1 0-274,0 0 1,-4 0 0,1 0 0,-2 0-776,-2 0 1,1 0 1077,-1 0 0,-20-21 0,-5-4 0</inkml:trace>
  <inkml:trace contextRef="#ctx0" brushRef="#br0" timeOffset="188">147 0 8297,'-6'11'-447,"2"1"462,3-1 0,-1 5 1,0 0-1,-2 2 250,2 2 1,0 3 0,2 2 0,-1 3-405,-3 1 0,3-7 139,-3 1 0,18-3 0,5 3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5:08.8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183 275 7886,'-1'-12'-682,"-2"1"1091,0-1 0,-1 5 1,4-1-1,-1-1 136,-3-1 1,1 3 0,-3-1 0,0 0-342,-1 2 0,3-4 0,-3 4 0,-2-1-241,-1 3 1,2-1 0,1 2 0,-2 1-171,-1 5 1,-6 1 0,2 6 0,3 2 58,2 1 0,1 5 0,-2 1 1,3 1-14,3-1 1,3 3 0,1-5 0,0 1 118,0-3 1,1 2 0,3-3 0,3-3 7,3-2 1,6-6 0,0 0 0,1-1-48,-1-2 1,3-5-1,-2-3 1,-1-2-55,1-2 0,-3 1 1,-6 0-1,-1-1 139,-2 1 1,-1 3 106,-4 1 0,-2 9 1,-1 3-1,-5 8 152,-2 6 0,-3 6 0,0 3 1,1 1-35,2 3 0,2 1 1,-1 2-1,3 1-120,1-2 0,-3 2 1,4-10-1,2 0-231,1-2 0,1-3-819,0-2 941,5-7 0,11-38 0,8-12 0</inkml:trace>
  <inkml:trace contextRef="#ctx0" brushRef="#br0" timeOffset="502">423 275 8496,'-1'-7'466,"-3"3"0,4 3-77,0 1 1,1 5-1,7 4 1,2 4-83,4 2 0,0 5 0,5 1 1,0 3-98,-2 2 0,5 6 0,-3-3 1,1 2-187,-1-1 1,2-5 0,-6 1 0,-1-5-556,-2-2 1,-4-5-1,-2 1-1972,-1-2 408,-1-7 2095,-4-6 0,-10-26 0,-3-11 0</inkml:trace>
  <inkml:trace contextRef="#ctx0" brushRef="#br0" timeOffset="673">662 286 8395,'-11'0'10,"0"4"0,0 1 0,3 1 264,0 3 1,0 6 0,-3 4 0,0 3-70,-1 1 0,-1 5 0,0 2 1,-4 3-198,-1 1 0,4 0 0,-2 1 1,1-2 41,-1-3 1,1 0 0,5-7 0,2-5-2267,5-4 2216,1-8 0,18-26 0,3-12 0</inkml:trace>
  <inkml:trace contextRef="#ctx0" brushRef="#br0" timeOffset="1073">788 69 8472,'4'-11'0,"0"-1"-9,-2 1 0,4 0 1,2 0 416,2 4 1,2 2 0,-1 5 0,-1 1-459,-2 3 0,-3 3 1,-5 7-1,0 3-104,0 1 0,0-3 0,0 3 0,-1-1-12,-3 1 0,-3-3 0,-4 3 0,0-1 184,-1-4 1,1 4 0,-1-3 0,1-3 593,0-2 0,-1-1 438,1 3 0,6-4-710,5-4 1,6-1-1,8-2 1,2 0-430,2 0 1,0-2 0,2 0 0,-1-2 88,1 1 0,7-8 0,2-2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5:11.8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5 434 8259,'-5'0'929,"7"0"-388,8 0 0,2 0 0,6 0 0,0 0-754,0 0 0,2 0 0,5 0 213,2 0 0,40 5 0,7 2 0</inkml:trace>
  <inkml:trace contextRef="#ctx0" brushRef="#br0" timeOffset="585">656 161 8351,'0'-8'212,"0"0"1,0 7 73,0 1 0,-4 6 0,0 10 0,0 4-223,-1 5 1,3 4 0,-6 6 0,-1-1-105,-1 0 1,3 5-1,-1 3 1,-2 3-139,-4 0 1,5-4 0,-2-4 0,2-6-1642,2-4 1820,2-3 0,20-37 0,4-8 0</inkml:trace>
  <inkml:trace contextRef="#ctx0" brushRef="#br0" timeOffset="918">850 183 8351,'5'-11'-829,"-4"3"1062,3 1 0,-3 5 1,-1 2-1,-1 7-99,-3 3 0,-2 6 0,-4 3 0,1 3-220,1 1 1,0 0 0,-3-1 0,1 1-14,2 0 1,-1-4 0,6-1 0,0-2 49,2-2 0,1-1 45,0-2 0,5-4 0,4-3 1,3-3 204,4-1 1,0 0 0,-2 0 0,1 1 164,-1 3 1,-1 2 0,-3 7-241,-2 2 1,-3-2-1,-5 3 1,-1-1-108,-3 1 0,-3 4 1,-4-2-1,0-1-262,-1-1 1,-3-4 0,0-2-1,1-2-1253,1-4 1496,-3-3 0,-7-52 0,-6-12 0</inkml:trace>
  <inkml:trace contextRef="#ctx0" brushRef="#br0" timeOffset="1035">815 229 8351,'6'-8'103,"1"1"1,3 4 0,2-1 0,-1 3-193,1 1 0,4 0 0,3 0 89,3 0 0,21 20 0,5 6 0</inkml:trace>
  <inkml:trace contextRef="#ctx0" brushRef="#br0" timeOffset="1401">1215 206 8876,'0'-1'1017,"5"6"0,3 11-681,2 2 1,2 3 0,4 5-1,3 5-188,2 2 1,-2 2-1,0 2 1,1 1-236,2-1 1,0-2 0,-3-3-1,-4-4-522,-3-6 0,-5-6 0,-2-2-833,0-5 1442,-4-4 0,-11-46 0,-9-10 0</inkml:trace>
  <inkml:trace contextRef="#ctx0" brushRef="#br0" timeOffset="1601">1489 149 8351,'-12'6'54,"1"3"0,-1-2 1,1 2 349,0 3 1,-1 7 0,0 0 0,-2 4-136,-2 4 0,-4 6 1,1 6-1,-2 2-263,-2 2 0,0 1 0,0 2 0,2-2-407,1-2 401,-1-3 0,13-10 0,-2-1 0</inkml:trace>
  <inkml:trace contextRef="#ctx0" brushRef="#br0" timeOffset="2494">1785 400 8157,'-6'-7'442,"2"-1"40,3-1 0,2 4 0,3 1 0,4 3-522,2 1 0,5 0 0,1 0 1,2 0-183,2 0 0,1 0 0,-1 0 0,-1 0-484,1 0 1,-2 1 705,1 3 0,-5 2 0,3 6 0</inkml:trace>
  <inkml:trace contextRef="#ctx0" brushRef="#br0" timeOffset="2520">1934 263 8330,'-11'12'106,"4"-1"0,1 2 1,3 2-1,-1 4 59,2 3 1,-3 0-1,1 1 1,1 1-181,2 3 1,1-3 0,0 1 0,0-4-811,0-6 825,0-3 0,10-36 0,3-9 0</inkml:trace>
  <inkml:trace contextRef="#ctx0" brushRef="#br0" timeOffset="2650">2276 58 8351,'-8'4'-393,"2"1"273,1 1 1,-3 2 0,3 4 0,-1 2 311,-3 2 0,3 3 0,-1-3 0,2 1-439,3-1 1,0-1 246,2-3 0,-5-1 0,-1 0 0</inkml:trace>
  <inkml:trace contextRef="#ctx0" brushRef="#br0" timeOffset="2984">2265 92 7443,'11'-1'367,"0"-2"0,2-2-399,2-1 1,-1 2-1,4-2 1,-2 1 99,-2 2 0,3-2 0,-2 0 182,-1-1 0,-1 3 254,-2-1 1,-5 4-242,-2 4 1,-3 2 0,-2 6 0,-3 1-242,-3 2 1,-3 3 0,0 6 0,1 2 109,1 5 0,0 5 1,-3 4-1,0 0 22,-1 3 1,-3 2-1,0 2 1,1 0-62,1-2 1,2 2 0,1-9 0,2-2-715,4-5 0,3-4 621,1-8 0,20-53 0,6-18 0</inkml:trace>
  <inkml:trace contextRef="#ctx0" brushRef="#br0" timeOffset="3735">2835 366 8576,'-5'-1'431,"5"-3"0,6 3 1,8-3-1,3 3-386,0 1 0,2 0 0,4 0 0,-1 0-482,-3 0 1,2 0 0,-3 0-1,0 0 437,-3 0 0,-7 0 0,-3 0 0</inkml:trace>
  <inkml:trace contextRef="#ctx0" brushRef="#br0" timeOffset="3901">2972 263 8466,'-8'0'-365,"2"2"0,1 1 483,2 5 1,-2 3 0,1 5-1,2 3 21,1 2 0,-3 2 1,0 0-1,2 1-403,0 2 1,2-1-1,0 1 264,0-2 0,0-6 0,0-2 0</inkml:trace>
  <inkml:trace contextRef="#ctx0" brushRef="#br0" timeOffset="4284">3223 1 10467,'5'11'409,"-2"4"1,4 2 0,1 1-278,-2 2 0,4 3 0,-1 2 0,4 2-494,2-2 1,0-5 0,-3-1 361,-1 2 0,0 5 0,1 3 0</inkml:trace>
  <inkml:trace contextRef="#ctx0" brushRef="#br0" timeOffset="4634">3611 69 8430,'-12'0'0,"1"2"-162,0 1 1,-2 0 0,-1 3-53,-1-1 0,-2 4 0,3-1 0,-2 2 203,-2 1 1,0 1 0,-1-1 0,3 1 97,-1-1 0,5 0 1,-2 1 98,5-1 0,3-1 0,3-1 76,-1-1 1,2-6 0,4 3 0,3-1 80,2 0 0,-4 4 1,4-3-1,-2 1-57,-3 3 1,3 5 0,-1 2-1,-1 2-99,-2 2 1,-1 2 0,0 2 0,0 3-133,0 3 0,-4 3 0,-1 1 0,0 0-221,0 1 1,-3-1 0,3-1 0,0-4-2263,0-6 2428,1 0 0,4-36 0,0-2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6:05.3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0 8341,'-8'0'460,"-1"0"1,6 2-461,-1 2 0,14 26 0,4 10 0</inkml:trace>
  <inkml:trace contextRef="#ctx0" brushRef="#br0" timeOffset="35">19 229 8379,'-8'-2'-314,"3"-1"314,-1-1 0,10-23 0,-2-1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6:02.6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153 399 7512,'0'13'33,"-4"1"0,-2 1 0,-1 2 9,-3-1 0,-1-1 0,-2 1 0,1 1 97,-1-2 1,2-1 0,1-2 0,1-4-53,-1-4 1,-1-2 0,0-4-164,2-2 0,4-7 0,5-8 0,1 0-55,3-4 0,3-1 0,6-1 1,1 1 80,3 3 0,-1-2 1,3 6-1,1 2 103,0 1 1,-3 7-1,4 2 1,0 5 141,-1 5 1,-2 3-1,-7 9 1,-2 4-48,-5 3 0,-3 6 0,-1-1 0,0-1-316,0-1 0,0-3 0,0-3 0,-1-2 168,-3-1 0,-3-43 0,-6-6 0</inkml:trace>
  <inkml:trace contextRef="#ctx0" brushRef="#br0" timeOffset="266">546 196 8510,'-6'-7'494,"5"9"1,-5 9-1,2 6-543,0 3 1,0 5 0,4 6 0,0 0-232,0 0 1,0 3-1,0-5 1,0 1-89,0 1 1,0-9-1,0 2-609,0-4 977,0-3 0,0-4 0,0-1 0</inkml:trace>
  <inkml:trace contextRef="#ctx0" brushRef="#br0" timeOffset="550">571 158 8336,'2'-7'-219,"1"2"0,1-1 80,-1-3 1,-1 2 0,3 0 448,3 2 0,-1-4 1,2 4-419,0-2 0,3 4 0,0-1 162,1 2 0,-5 2 0,0 2 0,-1 0 135,0 3 0,-3 5 0,3-2 1,-1 5-103,-4 4 0,0-2 1,-2 6-1,0 0-75,0-1 0,0 5 0,0-2 0,0 2-287,0-1 0,-4-1 0,-1 2 0,1 0-459,-2 1 1,5-6 733,-3-4 0,-15-7 0,-2-3 0</inkml:trace>
  <inkml:trace contextRef="#ctx0" brushRef="#br0" timeOffset="1548">597 348 8336,'0'-8'0,"0"0"0,0-2-22,0-2 1,0 4 198,0-1 1,1 7-213,3-3 1,2 10 0,4 3 34,-2 3 0,-5 64 0,3 15 0</inkml:trace>
  <inkml:trace contextRef="#ctx0" brushRef="#br0" timeOffset="1584">597 526 8328,'5'-13'-1344,"-2"6"1344,6 3 0,-7-3 0,4 0 0</inkml:trace>
  <inkml:trace contextRef="#ctx0" brushRef="#br0" timeOffset="1585">850 108 8846,'0'-7'-38,"6"1"0,1 4 0,1 0 38,1-3 0,33-10 0,13 1 0</inkml:trace>
  <inkml:trace contextRef="#ctx0" brushRef="#br0" timeOffset="1586">964 19 8423,'-12'-7'82,"3"0"314,1 2 0,-1 5-321,-3 0 1,5 6-1,2 8 1,3 2-233,-3 1 0,4 5 0,-3-1 1,2 2-59,2-2 1,0 1 0,0-5 0,0 0-444,0 2 0,0-5-105,0 3 731,0-9 1,0-4 0,0-8 0,2-3 161,2 0 0,-3-4 0,5 4 1,0-2 8,2 1 1,-1 5-298,2-1 158,-7 2 0,-13 36 0,-10 8 0</inkml:trace>
  <inkml:trace contextRef="#ctx0" brushRef="#br0" timeOffset="1587">723 399 8423,'-8'0'-60,"0"-1"41,-2-3 0,4 1 419,2-6 0,2 5 0,5-3 0,4 1-483,6 4 0,9-4 0,2 2 0,5-1-35,-1 0 1,0 3 0,0-2 0,3 1-199,2-1 1,-5 3 0,0-5 0,-4 2-209,-3 0 1,-4-5 523,4 5 0,-17-17 0,0 0 0</inkml:trace>
  <inkml:trace contextRef="#ctx0" brushRef="#br0" timeOffset="1683">1053 247 8348,'-8'0'-103,"-1"0"13,-1 0 0,3 0 1,-1 0 282,-2 0 1,3 1 0,0 4 0,1 3-63,3 3 1,2 8 0,1 2 0,0 4-34,0 5 0,0-2 0,0 6 0,0 2-30,0 5 0,0-1 0,0 0 0,0-3-737,0-3 1,4-10 0,0 0 668,-1-4 0,-30-32 0,-8-10 0</inkml:trace>
  <inkml:trace contextRef="#ctx0" brushRef="#br0" timeOffset="1800">800 488 8348,'0'-7'1216,"1"3"-1216,3 8 0,31 14 0,13 9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6:01.3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900 64 8309,'-6'-7'-405,"3"1"0,-5 6 790,-2 0 1,3 0 0,-2 1 0,-2 4-340,-4 3 0,-5 5 1,-6 5-1,0 6-34,-4 4 1,2 7 0,-4-2 0,-1-1 193,1-2 0,5-4 0,0 0 421,5-1 0,8-9-442,1-4 0,7-7 0,10-1 0,5-3-194,2-1 0,8 0 1,2 0-1,3 2 68,1 2 0,0 3 1,1 6-1,-1 1-133,0 3 1,-1-3 0,-3 4-1,-2-1-216,-1 0 1,-5 1 0,1-2 0,-4 1-1469,0-2 1758,-5-1 0,-16-13 0,-10-2 0</inkml:trace>
  <inkml:trace contextRef="#ctx0" brushRef="#br0" timeOffset="391">1140 64 9368,'13'12'315,"0"7"0,1 3 0,3 5 9,4 2 0,8 11 1,4-1-1,1 4-230,-1 0 1,4 2 0,1-5-1,-5-6-288,-5-6 1,-9-1-1,-2-11-1711,-3 0 1027,-1-8 1,-7-2 877,-6-6 0,0-6 0,-6-1 0</inkml:trace>
  <inkml:trace contextRef="#ctx0" brushRef="#br0" timeOffset="608">1521 38 8398,'-9'0'44,"1"2"215,-2 2 1,0-1 0,0 7 0,2 4 23,-2 5 1,-3 7-1,-4 5 1,-2 5-84,-1 5 0,-4 11 0,3-1 0,-3 1-396,-1 0 0,1 2 0,1-5 196,2-8 0,0-19 0,-5-10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6:25.8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27 382 8177,'-11'0'1137,"4"0"-448,-1 0 1,7 0-593,1 0 0,5 0 0,6 0 0,0 0-313,0 0 0,5 0 0,2 0 0,1 0 216,0 0 0,45-5 0,8-1 0</inkml:trace>
  <inkml:trace contextRef="#ctx0" brushRef="#br0" timeOffset="615">508 163 8169,'0'-7'0,"-1"1"-238,-2 1 358,1-3 1,-1 11-1,6 1 1,6 6 364,4 4 0,-1 3 1,4 6-1,0 3-355,2 3 1,-1 3 0,2 2 0,0 1-231,2 1 1,-1 1 0,-1-4 0,-5-2-317,-2-1 0,-1-1 0,-1-7-1554,-3-5 992,-2-4 978,-5-7 0,-14-40 0,-5-15 0</inkml:trace>
  <inkml:trace contextRef="#ctx0" brushRef="#br0" timeOffset="833">749 196 8180,'-5'-9'476,"-2"1"-202,-3 5 0,3 3 0,0 4 1,-2 7-121,-1 6 1,-2 9-1,-1 3 1,-2 4-78,2 3 0,-4 3 0,-1 6 0,-3 1-228,-1 2 0,4-1 0,1-4 0,2-4-467,6-6 0,-1-10 618,6-9 0,20-36 0,8-9 0</inkml:trace>
  <inkml:trace contextRef="#ctx0" brushRef="#br0" timeOffset="1419">946 54 8227,'0'-11'125,"0"4"1,1-1 138,3 0 0,2-1 0,5 2-142,0 4 1,0 3 0,-1 3-166,-3 4 0,-1 3 0,-4 1 0,2 0-110,-2 0 1,-4 4-1,-3 0 1,-1 1-125,-2 0 0,-2 2 1,-1-4-1,1-3 122,3-3 1,-2-1 0,5 3 1108,-3-3-652,5 3 0,-2-9 0,8 3 0,3-3 25,3-1 1,1 0 0,0 0 0,0 1 7,0 3 1,-1 2-1,-3 5-372,-4 0 0,-1 4 0,-4-1 0,-1 0-707,-4-2 0,-4 2 0,-3 1 744,0-2 0,-35-10 0,-4-5 0</inkml:trace>
  <inkml:trace contextRef="#ctx0" brushRef="#br0" timeOffset="1815">1231 437 8552,'-6'-5'723,"2"4"0,9-3-302,6 3 1,3 1 0,6 0 0,-2 0-508,1 0 1,2 0-1,1 0 1,0 0-2556,0 0 2641,-5 0 0,3-15 0,-3-3 0</inkml:trace>
  <inkml:trace contextRef="#ctx0" brushRef="#br0" timeOffset="1981">1373 306 8227,'0'11'-331,"0"0"1,-1-1-1,-2 3 1,0 1 785,0 4 0,1 4 0,-1 3 0,0 1-72,0 2 1,2 0-384,1 2 0,0 11 0,0-1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6:37.1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349 11 8301,'-5'-6'139,"-1"1"0,-5 5 125,0 0 0,-1 5 1,-1 2-1,-3 4-194,-1 4 0,-1-2 0,-4 5 1,0 2-116,0 1 1,0 0-1,0 1 1,0 0 63,0 0 0,2-4 1,0-1-1,3-1 451,1-2 1,7-6-129,5-1 0,4-4 0,4 0-99,3-1 1,8 1 0,3 2 0,2 1-140,2 3 1,3 0 0,-2 2 0,-3 2-288,1 1 0,0-2 0,-1 3 1,-1-3-412,-5-1 1,-2 0 0,-1 0 593,0 0 0,-19 0 0,-6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6:36.1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302 21 7806,'-7'0'577,"-1"0"-513,0 0 1,-3 5-1,-2 2 1,-3 4-129,-1 4 0,-1-2 0,-4 5 1,0 1 59,0-2 1,0 3 0,0-1 0,1 0 215,3-1 0,0-2 0,6-5 0,2-1 689,0-3-784,5 3 0,5-9 1,8 3-1,3-3 34,3-1 0,0 0 1,3 1-1,0 3-25,0 3 1,0 3 0,2 1 0,-2 0-183,-1 0 0,2 3 0,-3 1 1,-2-2-394,-1-1 1,-4-1 0,-1 0 0,0 0 448,-1 0 0,-6 0 0,-6 0 0</inkml:trace>
  <inkml:trace contextRef="#ctx0" brushRef="#br0" timeOffset="433">740 98 8091,'-11'-8'-51,"0"1"0,0 5 0,0-2 0,0 3 185,0 1 0,0 1 0,-1 4 0,-1 5-90,-2 3 0,0 8 1,4-1-1,0 6 109,1 2 0,0 1 0,3 4 1,3-1 38,3-3 0,2 0 0,4-6 0,6-4-221,6-2 0,5-7 0,2-6 1,1-4-84,0-4 0,-2-3 0,-1-8 0,0-3-137,-1-3 0,-3-5 0,-4-4 0,-3-1-3,-4-2 1,2-3 0,-6 0 0,-1 3 173,-5 3 1,0 6 0,-7-2 0,-3 4 143,-3 4 1,-1 7 0,-3 8 0,2 4-67,-1 6 0,3 34 0,0 18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6:30.8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175 186 8232,'0'-11'53,"0"0"0,0 0 0,0 1 0,0-1 277,0 0 1,-3 0 0,-1 0 193,2 0 1,-4 0-1,-2 1-419,-1 3 1,-4 2 0,0 5-303,-2 0 1,0 5-1,1 3 1,0 6-83,0 4 1,3 0 0,3 3 0,2 2 77,1 0 0,-2 0 0,3-1 0,1 0 90,2 0 0,1-4 1,1-1-1,3-1 25,3-3 1,3-5 0,1-5 0,1-2-17,3-1 1,-3-2-1,4-4 1,-3-6 40,-2-4 0,2 1 0,-5-2 1,0 0 88,0 0 0,0 8 0,-4-2 258,-2 1 0,-1 6 1,-1 4 40,0 6 0,-1 10 0,-1 6 1,-3 6-36,-1 4 0,3 4 0,-1 2 1,0 1-187,0 2 0,-1 0 0,3 1 0,-2-5-78,2-3 0,-3 0 1,1-9-1,2-5-570,1-4 542,1-4 0,9-30 0,4-7 0</inkml:trace>
  <inkml:trace contextRef="#ctx0" brushRef="#br0" timeOffset="411">405 132 8276,'0'-11'-84,"0"0"355,0 0 0,0 6 0,0 5-168,0 6 0,5 9 0,3 4 0,6 5 15,4 6 1,-1 1 0,1 3-1,3 3-97,3 3 1,1 7 0,3 4 0,-2 2-118,-1-2 1,-7-3 0,-4-5 0,-1-4-125,-2-7 1,-2-5-1,0-10-312,-2-6 0,-4-6 1,0-9 531,-2-3 0,-5-17 0,-3-5 0</inkml:trace>
  <inkml:trace contextRef="#ctx0" brushRef="#br0" timeOffset="412">690 219 8049,'-11'1'-726,"1"3"887,3 3 0,-3 4 0,3 5 0,-3 5-24,-1 3 0,0 8 0,-1 0 1,-3 7-249,-3 4 1,1-1-1,0 0 1,0-3 18,0-2 1,4-1-1,-1-7 1,4-6-1104,3-7 1195,5-7 0,11-38 0,10-7 0</inkml:trace>
  <inkml:trace contextRef="#ctx0" brushRef="#br0" timeOffset="413">799 66 8316,'11'-12'0,"0"-2"0,0 0 39,0 0 0,0 7 1,0 4-1,0 1 86,0 2 1,-1 2 0,0 1-1,-2 6-155,-5 4 1,2 0 0,-1 4 0,-3 0-163,-4 0 0,1 2 0,-5 1 1,-2-1 162,-1-5 0,0 0 0,-1-1 0,1 2 137,3-2 0,-3-5 0,3-2 1,-3 1 600,-1-1 1,4-4 427,-1 2-1374,6-3 1,-2-2 0,9-2 0,5 0-1389,3 0 1625,7 2 0,50 16 0,19 3 0</inkml:trace>
  <inkml:trace contextRef="#ctx0" brushRef="#br0" timeOffset="454">1138 504 8316,'-7'-6'-4,"1"1"104,1 0 1,3 4 246,5-3 0,8 3 0,7 1-347,3 0 0,32-2 0,13-1 0,6 0 0,0 0 0</inkml:trace>
  <inkml:trace contextRef="#ctx0" brushRef="#br0" timeOffset="1006">1806 143 8272,'-6'4'226,"-3"4"1,4 6-1,0 6 82,0 4 0,-2 8 0,2 5 0,-1 3-459,-2 5 0,-2 4 0,-1 5 0,0-3-41,0-4 1,4-3-1,1-4 1,1-6-1121,3-7 1312,0-7 0,7-28 0,1-6 0</inkml:trace>
  <inkml:trace contextRef="#ctx0" brushRef="#br0" timeOffset="1628">1981 230 8324,'0'-7'-93,"-1"1"566,-3 1 0,1 2-304,-4 7 1,3 3 0,-3 7-1,-1 2-228,-2 1 0,3 4 1,-1 5-1,1-2-188,1-1 0,0-1 0,3-1 0,0-3 49,0-3 1,7 1-1,3-3 1,3-2 193,1-3 1,1-4 0,2 2 0,1 0 178,2 0 0,-3-3 0,-1 2 0,-3-2 189,-3 1 0,-1 4 1,2 0-151,-5 1 0,-3 2 0,-3 0 1,-5 0-412,-2 0 0,-2 1 1,-1 2-1,-3 0-408,-1 0 1,0 0-1,-1-2 605,3-2 0,-16-40 0,-5-8 0</inkml:trace>
  <inkml:trace contextRef="#ctx0" brushRef="#br0" timeOffset="1629">1959 208 8399,'11'-5'236,"0"-2"0,1 2 0,2 2 0,3 1 709,1 2 1,2 2-946,-2 1 0,27 32 0,8 13 0</inkml:trace>
  <inkml:trace contextRef="#ctx0" brushRef="#br0" timeOffset="1938">2429 143 8388,'2'-7'390,"1"4"0,2 10 0,4 5 0,-1 5-184,4 6 1,-1 4 0,5 7 0,-1 3-165,-1 3 0,4 2 0,-3 2 0,-2 1-78,0 2 1,-3-3 0,0 0 0,-3-6-92,-3-4 0,1-11 1,0-5-1,0-5-654,0-2 0,-1-6 1,-1-5 780,1-6 0,-1-52 0,-3-14 0</inkml:trace>
  <inkml:trace contextRef="#ctx0" brushRef="#br0" timeOffset="2121">2692 219 8388,'-11'0'-59,"0"0"0,4 0 0,-1 1 0,0 3 596,-2 3 1,-2 8 0,-1 4-1,-3 6-500,-1 4 0,-1 4 1,-4 3-1,0 4-305,0 3 0,-4 1 0,1-1 0,2 0 268,3-3 0,0-7 0,3-6 0</inkml:trace>
  <inkml:trace contextRef="#ctx0" brushRef="#br0" timeOffset="2604">2965 405 8374,'-6'-5'365,"3"4"0,6-3 0,5 3-397,1 1 0,6 0 0,1 0 0,0 0-191,-1 0 0,5 0 0,-3 1 0,0 2 223,-3 0 0,4-4 0,-1-5 0</inkml:trace>
  <inkml:trace contextRef="#ctx0" brushRef="#br0" timeOffset="2887">3119 285 7922,'-5'7'-144,"-3"0"1,4-3-1,-1 3 1,1 2 444,0 1 0,-3 4 1,4 2-1,-1 1-298,-1 2 1,4 2-1,-4 1 1,1 0-1307,1 0 1303,-1-5 0,14-1 0,2-6 0</inkml:trace>
  <inkml:trace contextRef="#ctx0" brushRef="#br0" timeOffset="2998">3370 110 8377,'-1'-6'31,"-3"2"1,-2 8 0,-3 4 0,0 4-81,2 3 1,1 4 0,-3 0-1,2 2-291,-2 5 1,5-4 0,0 1 339,3-4 0,1-10 0,0 1 0</inkml:trace>
  <inkml:trace contextRef="#ctx0" brushRef="#br0" timeOffset="3269">3359 132 8377,'11'0'-132,"0"-2"-198,0-1 0,0 2 0,0-4 253,0 0 0,1 4 0,2-3 0,0 1 92,0 0 1,-6 2 0,-1-4-1,2 1 246,1 0 0,-3 1 334,0 3 0,-4 1-226,0 3 0,-2 2 1,-1 5-1,-1 1-136,-2 2 1,0 3-1,-4 5 1,0 1-120,0 3 0,-2 3 0,1 8 0,-1 3-52,-2 2 0,-4 7 1,1 1-1,-1 1-439,-1 0 1,5-5 376,0 2 0,5-23 0,6-6 0</inkml:trace>
  <inkml:trace contextRef="#ctx0" brushRef="#br0" timeOffset="3720">3786 394 7970,'0'-11'-20,"0"4"1,1 1 408,3 1 1,3 1 0,8 4 0,3 0-466,3 0 0,2 0 0,1 0 0,2 2-274,-2 1 0,-2-2 1,-3 3-1,0-1 350,0 0 0,-18-16 0,-3-1 0</inkml:trace>
  <inkml:trace contextRef="#ctx0" brushRef="#br0" timeOffset="3887">3950 252 6725,'-6'5'320,"2"2"1,0 3 0,0 2 0,0 3 83,-1 3 0,4 4 0,-2 4 0,1 6-267,2 3 1,0 5 0,0-3 0,0-3-590,0-4 1,0 1 451,0-6 0,20-19 0,4-8 0</inkml:trace>
  <inkml:trace contextRef="#ctx0" brushRef="#br0" timeOffset="4322">4169 77 8405,'1'-5'649,"3"5"1,3 6-243,3 4 0,6 6 0,1 2 0,1 3-668,0 0 0,0 1 1,3 0-1,-1 1-777,-2 3 0,-1-4 1038,1 0 0,-7-5 0,-6-6 0</inkml:trace>
  <inkml:trace contextRef="#ctx0" brushRef="#br0" timeOffset="4656">4552 132 8391,'-1'-10'329,"-3"3"1,-2 7 0,-5 7 0,0 3-396,0 1 0,0 1 0,-1 1 0,-1 2-64,-2-2 0,1 3 0,3-2 0,0-1-224,0-5 0,3 2 0,2-3 231,2 3 0,0 1 268,4 0 1,1-2 0,2 0 0,1-2 118,2 2 0,-2 2 0,2 2 0,0 3 6,0 1 0,-3 1 1,0 4-1,-1 1-60,-2 3 1,0 0-1,0 4 1,0-4-297,0 1 1,0-4 0,0 3 85,0-3 0,-5-16 0,-1-3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6:38.3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181 56 8365,'-2'-11'487,"-1"0"1,0 5 0,-3 3-355,1 6 1,-2 4 0,2 8 0,0 3-43,0 2 1,-3 7 0,1 2 0,-2 4-130,2 4 0,-3-2 0,2 5 0,-5 1-58,-1 2 1,-1 4 0,4 0 0,0-5-317,0-4 1,5-5 0,1-4-422,1-4 1,4-11 832,0-7 0,14-68 0,9-18 0</inkml:trace>
  <inkml:trace contextRef="#ctx0" brushRef="#br0" timeOffset="217">235 231 8365,'16'-11'-113,"-3"1"1,6 1 0,-1 3 31,-1 2 1,2 0-1,-5 5 1,-3 4 329,-3 6 1,-5 1 0,0 6-1,-1 3-280,-2 3 0,-5-1 1,-3 4-1,-3-1 25,-3-1 0,0 4 0,-3-3 0,0-2 117,0-1 0,3-1 0,-3-1 0,1-3 240,3-3 1,-3-3-1,1-1 1211,2 0-1371,6-5 0,3-1 1,8-5-1,3 0-195,3 0 0,2 0 0,2 0 1,3 0-450,0 0 0,4 0 0,-4 0 453,0 0 0,47-5 0,8-1 0</inkml:trace>
  <inkml:trace contextRef="#ctx0" brushRef="#br0" timeOffset="584">651 110 8342,'0'-7'81,"0"0"1,1 4 0,3 1 350,3 4 1,3 6-1,1 7 1,1 6-327,3 3 0,-2 7 0,4-2 0,0 4-157,0 3 0,-2-1 0,2 4 0,-2-1-384,-1-3 0,-2-1 1,-1-2-1,-1-4-563,-3-6 1,1-5 997,-4-6 0,-5-20 0,-5-4 0</inkml:trace>
  <inkml:trace contextRef="#ctx0" brushRef="#br0" timeOffset="800">914 77 8342,'-8'8'-200,"2"-1"1,0 2 629,0 0 0,-1 7 1,-4 2-1,0 4-199,0 4 0,-5 3 1,-2 7-1,-3 6-204,-1 4 0,-1-1 0,-1 4 0,-3-2-138,-1 0 0,5 0 1,0-9-1,5-5 111,2-6 0,11-18 0,6-6 0</inkml:trace>
  <inkml:trace contextRef="#ctx0" brushRef="#br0" timeOffset="1254">1275 362 8400,'-10'-1'821,"3"-3"1,2 2-275,5-6 0,1 6 0,3-2-640,3 3 1,6 1-1,3 0 1,1 1-775,3 3 1,-3-2 866,1 6 0,34-1 0,13 4 0</inkml:trace>
  <inkml:trace contextRef="#ctx0" brushRef="#br0" timeOffset="1750">1691 274 8263,'-7'-14'0,"4"-1"-20,2 2 1,1 1 0,0 0 0,1-2 291,2 0 0,4 0 1,3 6-1,1 2-342,0 1 0,0 1 1,0 4-1,0 0-123,0 0 1,0 6 0,-1 4 0,-3 5 162,-3 2 1,1-3-1,-2 4 1,-2 2-106,-3 0 0,0 4 1,-6 0-1,0 1 46,-2 0 1,-1-2-1,-1-1 1,-1 0 161,-2-1 1,-4 1 0,2-1 0,-2-3 417,1-3 1,5-3 0,-2-2 381,3-3 1,3-2-574,6-5 0,5-5 0,13-1 0,3 0-296,3 2 1,1-1 0,-1 2-1,0 0-403,-3 2 0,2 2 0,-4 2 1,-1 2 398,1 1 0,13-4 0,1 3 0</inkml:trace>
  <inkml:trace contextRef="#ctx0" brushRef="#br0" timeOffset="2116">2063 570 8202,'-11'-6'4,"0"-4"1,0 4 0,-1-1 349,-3-1 1,6 1-1,-1-5 1,1-1 105,3-2 0,0-1 1,3 2-1,0-5-635,0-1 1,2-2 0,1 0 0,0 0-228,0 0 1,5 0 0,3 0 0,5 2 222,1 1 1,9 0-1,-1 4 1,1 2 92,0 1 1,-1 6 0,0 2 0,1 3 293,3 1 0,-7 6 0,2 4 0,-4 4 75,-4 3 0,-4 3 1,-3 4-1,-1 2-138,-3-2 0,-5-1 0,-5 0 0,-3 1-238,-3 2 0,0 0 0,-4-5 0,-3 0-646,-3-3 739,1 3 0,-62-4 0,-10 5 0</inkml:trace>
  <inkml:trace contextRef="#ctx0" brushRef="#br0" timeOffset="2517">2500 384 8214,'1'-10'0,"2"2"103,0 0 1,2 2 0,-2-2-1,2 2 209,1 1 0,5 1 0,4 4 1,2 0-479,3 0 0,-3 0 1,1 0-1,0 0-1010,-1 0 0,-1 4 1176,-5-1 0,-5 1 0,-1-4 0</inkml:trace>
  <inkml:trace contextRef="#ctx0" brushRef="#br0" timeOffset="2684">2621 220 8233,'-4'11'0,"0"0"92,2 0 1,-3-1 0,1 3 0,2 1 52,1 4 1,-3 3 0,0 1 0,2 0-1192,1 0 1046,1 0 0,5 14 0,1 4 0</inkml:trace>
  <inkml:trace contextRef="#ctx0" brushRef="#br0" timeOffset="3135">2818 1 8442,'4'7'99,"4"0"1,-2-3 0,1 3-1,2 2 265,0 1 0,3 2 0,2 1 1,0 3-420,0 1 1,2-2 0,-1 3 0,1 0-1466,0-1 1520,-6 4 0,4 1 0,-2 6 0</inkml:trace>
  <inkml:trace contextRef="#ctx0" brushRef="#br0" timeOffset="3469">3200 77 7374,'-10'0'92,"-1"0"0,0 0 1,0 0 27,0 0 1,0 2 0,0 1 0,0 5-211,0 1 1,-4-1-1,1-1 1,0 1-27,2 2 1,1 1 0,0 0 279,0 0 0,4 0-26,0 0 0,4-4 0,0 0 0,2 2 54,1 1 1,3-2-1,1 2 1,0 3 166,0 3 1,-1 2 0,3 4 0,-1 1-116,-3 3 0,-1 2 0,-1 5 0,0-1-212,0 1 0,0-1 1,0-2-1,0-2-935,0-1 0,-3-3 903,-1-5 0,-4-28 0,2-10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7:35.8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92 98 8408,'-8'-2'-43,"0"-1"0,2-3 0,1 1 181,2-1 1,2-2 0,1 1-1,1-1 264,2 1 1,2-3 0,5 0-1,2 3-260,3 1 0,2 2 0,2-1 0,-1 2-192,0 2 1,0 2 0,-3 2 0,0 3-49,0 3 0,-6 2 0,-2 5 1,-3 2-65,-2 2 0,-5 2 0,-5 0 0,-4-1-4,-2-1 1,-2-1-1,-1 2 1,-3-2 151,1 0 0,1-5 0,3-4 1,0-3 92,3-2 0,2-2 72,5-6 0,2 2 0,7-4 1,3 0-157,5 1 1,2 0 0,2 4-1,1 0 117,0 0 0,1 2 0,-3 2 1,-1 4-23,-1 3 0,-3 2 1,-5 4-1,-3 2 168,-1 3 0,-7 3 0,-5-2 0,-5 1-114,-4 2 1,-5 1 0,-2-2 0,0-4-505,2-2 0,1-4 0,3-3 0,1-2 360,5-5 0,10-18 0,6-8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7:31.7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107 22 8211,'-4'-4'-1150,"3"-3"2209,-1 2-736,-2 1 1,3 3 0,-2 5-1,3 4-237,3 3 1,-1 4 0,5 4 0,1 1-14,1 3 1,2 1 0,1 4 0,1 2-67,-1 2 1,1 4 0,2-1-1,0 3-103,0 2 0,-3-5 0,-2-3 0,-2-6 43,0-5 0,-4-2 0,-1-6-936,1-3 989,-3-3 0,2-4 0,-3 1 0</inkml:trace>
  <inkml:trace contextRef="#ctx0" brushRef="#br0" timeOffset="301">310 44 8315,'-3'-4'0,"-2"1"28,-2-1 0,-1 4 0,1 0 388,-1 5 1,1 6 0,-2 4 0,0 4-388,-1 3 1,-3 8-1,-1 4 1,-2 5-58,-1 3 0,-4 4 0,1 1 0,-3 0 13,-2-1 0,2-5 0,1-4 0,4-7-1072,5-6 1087,2-5 0,40-64 0,10-16 0</inkml:trace>
  <inkml:trace contextRef="#ctx0" brushRef="#br0" timeOffset="882">574 225 8315,'-4'0'301,"0"0"1,4-1 0,1 0-408,2-2 0,1 1 0,3 2 0,1 0-171,-1 0 1,4 0-1,-1 1 277,-1 1 0,13 6 0,2 3 0</inkml:trace>
  <inkml:trace contextRef="#ctx0" brushRef="#br0" timeOffset="1065">596 323 8315,'-5'0'1056,"0"0"1,5 0-967,0 0 0,4 0 0,5 0 1,2 0-946,1 0 855,0 4 0,40 0 0,9 3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7:33.7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106 91 8267,'-8'-1'170,"1"-1"1,0 0 0,1-3 0,2-1 125,1 0 0,0 1 0,3-1 0,0 1-87,0-2 1,1-1-1,2 1 1,2 0-304,1 2 1,5-1-1,2 3 1,0 0-60,0-1 1,1 2-1,-2 3 1,0 2 59,1 4 1,-4 2 0,1 3 0,-2 2-42,-3 0 0,1 2 0,-4 2 1,-1 1-133,-3 0 1,-2 3 0,-4-3 0,0 1 128,-2 0 0,-2-3 0,-3 0 0,0-4 297,0-3 1,3-2-1,1-2 188,1-1 1,5-5 0,0 0-124,3-4 1,4-2 0,2 1-1,4 0-12,3-1 0,2 2 0,2 2 0,0 1 57,0 1 0,-3 1 0,0 2 0,-1 4 43,-2 2 0,0 4 0,-3 0 1,-1 2-165,-2 3 1,-6-2-1,-3 5 1,-3-1-161,-3-1 1,-5-1-1,-2-3 1,0 0-773,-2 1 1,-3-4 0,0-1 782,2-3 0,-11-8 0,1-9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7:38.6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158 212 8244,'0'-4'1223,"0"1"-1055,0 6 1,-1 1-1,0 4 1,-3 2-199,0 3 1,2 1 0,-3 1 0,-1 1 91,-1 2 0,-1-1 0,-1 3 0,-2 0 36,-1-1 1,2-1 0,-3-3 0,1-3-55,0-2 0,1-2 0,4-4 0,-1-4-25,1-4 1,2-4-1,3-3 1,1-3-228,1-3 1,1-4 0,1 1 0,3-1-163,2 1 0,1-1 0,0 1 0,1 1 70,1 1 1,4 6-1,-2 1 1,2 1 173,-2 0 0,2 3 0,-1 5 0,0 2 332,0 2 1,0 6 0,-3 4 0,-1 3 52,-3 3 0,0 1 0,-3 5 1,0-1-435,1 0 1,-2 1-1,-2-5 175,0 1 0,-7-5 0,-1-5 0</inkml:trace>
  <inkml:trace contextRef="#ctx0" brushRef="#br0" timeOffset="433">460 137 8634,'0'7'365,"0"1"1,0 3-218,0 4 0,0 2 1,0 6-1,0 2-274,0 1 0,0 3 1,0-1-1,0 0-85,0 0 0,0-3 1,0-5-1,0-3-1361,0-4 1572,0-5 0,0-32 0,0-9 0</inkml:trace>
  <inkml:trace contextRef="#ctx0" brushRef="#br0" timeOffset="699">513 114 8255,'0'-5'-425,"0"1"1,2 0 265,1-1 1,0 4-1,-1-2 1,3 2 182,-1-2 1,3 2 0,-2-1 3,1 4 0,-1 0 1,0 3-1,0 1 196,0 0 0,-1 4 1,-3 1-1,2 1 155,-1 1 1,-1 3 0,1 0-1,0 3-226,0 0 1,-1 0 0,-1 2 0,-1-1-343,-1 1 0,1-1 1,-3-1-1,2-1-639,-1-1 0,-2-4 828,3-3 0,-4-2 0,2-1 0</inkml:trace>
  <inkml:trace contextRef="#ctx0" brushRef="#br0" timeOffset="816">505 317 8382,'0'-7'-5,"0"-1"1,0 1 26,0-1 1,1 2 0,1 1-288,3 2 0,0 2 0,0 2 265,1 2 0,0 24 0,2 10 0</inkml:trace>
  <inkml:trace contextRef="#ctx0" brushRef="#br0" timeOffset="899">520 431 7992,'38'-16'0</inkml:trace>
  <inkml:trace contextRef="#ctx0" brushRef="#br0" timeOffset="1349">746 84 9039,'-3'0'-293,"3"0"1,3-1 0,5-1 292,-1 0 0,14-7 0,4 0 0</inkml:trace>
  <inkml:trace contextRef="#ctx0" brushRef="#br0" timeOffset="1618">799 1 8344,'0'7'-91,"-1"1"1,0 0-1,-2-1 190,1 1 0,1 0 0,1 1 1,-2 2-287,-1 1 0,0 0 0,1 1 0,-1-1-45,-1 2 0,0-2 0,-2-1 0,2 0 138,0-2 1,1-1 0,1-2 31,0-1 1,-1-4 0,4-1 84,2-4 1,-2-2-1,4 0 1,1 1-25,1-1 1,0 2-1,1 0-181,-1 0 1,1 2 181,0 2 0,-14 30 0,-4 7 0</inkml:trace>
  <inkml:trace contextRef="#ctx0" brushRef="#br0" timeOffset="1817">641 317 8344,'-8'0'109,"1"0"1,-1 0 592,1-3 1,0 1-319,2-3 0,2 4 1,7-2-1,3 2-451,5-2 0,3 1 0,3-3 0,2 0-153,1 1 0,2-2 0,0 3 0,-2-1-420,0-2 0,0 2 1,-4 0-1,0-1 162,-1 1 0,-4 2 0,-2-3 478,-2 2 0,-7-13 0,-2-1 0</inkml:trace>
  <inkml:trace contextRef="#ctx0" brushRef="#br0" timeOffset="1983">882 204 8344,'-8'0'-18,"2"1"163,1 2 0,0-2 0,4 5 1,-2 2 80,2 1 0,0 5 0,1 1 0,0 2-110,0 2 1,0 5 0,0 3 0,-1 0-127,-2 1 0,3 0 1,-3 2-1,2-1-107,1-1 0,-2-5 0,-1-4 1,2-1-265,0-4 0,1-2 0,-1-5-1311,-2-2 1692,3-2 0,-17-26 0,0-7 0</inkml:trace>
  <inkml:trace contextRef="#ctx0" brushRef="#br0" timeOffset="2116">724 408 8653,'90'-15'0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7:47.642"/>
    </inkml:context>
    <inkml:brush xml:id="br0">
      <inkml:brushProperty name="width" value="0.08571" units="cm"/>
      <inkml:brushProperty name="height" value="0.08571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181 15 8323,'-2'-5'-422,"-1"0"1,-3 4 791,1-2 1,-2 2 0,0 1 0,-1 1-151,1 2 0,-1 1 1,0 4-1,-1 2-160,-1 3 1,-3 1-1,2 2 1,0 1-14,0 0 1,1 4-1,0 0 1,0 3 40,1 4 1,3 4 0,2 1 0,1 1-50,1-1 0,2 3 1,2-1-1,2-1-129,3-1 0,-2-3 0,6-3 1,1-4-477,3-2 1,0-8 565,3-3 0,21-19 0,5-7 0</inkml:trace>
  <inkml:trace contextRef="#ctx0" brushRef="#br0" timeOffset="400">279 91 7607,'0'-8'122,"0"4"0,0 4 0,1 5 1,1 3 84,3 2 1,3 2 0,1 6 0,2 2 9,1 2 0,0 1 1,3 2-1,1 4-148,2 3 0,-2-1 1,1 1-1,-3-2-401,-2-2 1,-2-2-1,0-4 1,-3-3-1353,-2-4 1684,2-7 0,-16-38 0,-1-12 0</inkml:trace>
  <inkml:trace contextRef="#ctx0" brushRef="#br0" timeOffset="805">505 76 7995,'-7'5'0,"-1"0"-98,1 1 1,-1 0-1,0 3 1,0 2 537,-2 4 1,1 4 0,-4 6 0,0 3-294,-1 1 0,-2 4 1,-1 2-1,-1 0-337,2 0 0,0-3 0,1 0 0,3-5-622,2-4 0,2-4 812,3-4 0,5-16 0,4-5 0</inkml:trace>
  <inkml:trace contextRef="#ctx0" brushRef="#br0" timeOffset="901">663 468 8323,'0'5'0,"0"0"0,0 1 0,7-23 0,1-5 0</inkml:trace>
  <inkml:trace contextRef="#ctx0" brushRef="#br0" timeOffset="1317">874 46 8077,'-4'0'-807,"2"3"1,1 2 1164,1 2 1,2 1 0,2 2 0,0 3-336,2 1 1,1-2 0,0 1-1,1 0-226,-1 2 0,2-3 1,0 0 202,1-1 0,17-25 0,1-7 0</inkml:trace>
  <inkml:trace contextRef="#ctx0" brushRef="#br0" timeOffset="1600">1131 53 8422,'-5'0'-9,"0"0"0,-1 1 39,-1 1 0,-1 0 1,-2 4-1,-3 1-12,-1 3 1,-2 4-1,-1 0 1,-1 3-199,-1 0 1,2 0-1,-1-1 1,3-2-97,3-3 0,2-1 294,5-2 1,2-4 15,6-1 0,1-5 1,3-1-1,1 2 123,-1 0 1,1 2-1,-1 1 88,1 3 1,-3 5-1,-1 3 1,-1 2 8,-1 3 1,-1 1 0,-1 3-1,0 1-216,0 0 1,0 2 0,-1 0-1,-1-1-231,0 0 1,-1-3-1,1-1 1,-1-5 192,2-4 0,0-3 0</inkml:trace>
  <inkml:trace contextRef="#ctx0" brushRef="#br0" timeOffset="2313">1312 76 8422,'5'0'-494,"0"0"392,1 0 0,-2 3 1,1 2-1,1 2 606,0 0 0,4 5 1,1 3-1,0 4-222,0 3 1,2 7 0,-3 1-1,-2 2-246,-2 1 1,-3 1 0,-4 5 0,-4-1 1,-5 0 0,-4-2 0,-2-6 0,-1 0-545,0-3 0,-3 1 507,2-5 0,7-9 0,5-8 0</inkml:trace>
  <inkml:trace contextRef="#ctx0" brushRef="#br0" timeOffset="2534">1824 196 7220,'-4'4'-47,"0"0"1,2 4 0,0 3 263,0 4 1,1 2 0,1 5 0,0 2-117,0 2 0,-1 2 0,0 2 0,-2-1-216,1-1 0,-1-2 1,1-5-1,0-1-1200,1-2 1315,1-5 0,7-23 0,1-7 0</inkml:trace>
  <inkml:trace contextRef="#ctx0" brushRef="#br0" timeOffset="2716">1915 309 8367,'10'-11'17,"0"1"1,0 2-1,-2 2 1,1 2 199,1 1 0,4-2 0,-2 2 0,0 1-353,1 2 0,-3 0 0,2 0 1,1 0 135,-1 0 0,-5 0 0,-4 0 0</inkml:trace>
  <inkml:trace contextRef="#ctx0" brushRef="#br0" timeOffset="2980">2043 151 7786,'0'8'0,"0"-1"-286,0 1 1,0 3 0,0 1 0,0 2 496,0 1 0,0 4 0,1 1 0,0 2-130,2 0 0,-1 3 1,-2 1-1,-1-2-58,-1-1 1,0 2 0,-3-2-1,-1-3 29,-4-3 1,2-1-1,-3-6 1,1-2 97,0-2 0,-3-3 0,3-3 0,1 0 98,1-3 0,1-1 0,1-4 0,2 1-1,1-1 0,0-2 1,3 0-1,0 1-208,0 1 1,1 1-1,2 1 1,2 1-752,5-1 712,1-1 0,41-10 0,9-3 0</inkml:trace>
  <inkml:trace contextRef="#ctx0" brushRef="#br1" timeOffset="3434">2382 181 9499,'8'-2'209,"-1"-1"-101,1 1 0,2-1 0,4 0 0,3-1-12,3-2 0,4-1 0,2 0 0,0-1-320,0 0 1,2-2 0,-4 0 0,-2 1-172,-4 1 390,-2 0 1,-14 1-1,-4-1 1</inkml:trace>
  <inkml:trace contextRef="#ctx0" brushRef="#br0" timeOffset="3751">2653 30 7015,'-5'1'559,"1"2"0,0 3-459,0 3 1,-2 3 0,-3 4-1,-2 1-152,-1 3 1,-1 3-1,-4 2 1,-2 3-63,0 1 0,-3 1 0,-4-1 0,2-1-36,1-3 0,1-2 0,2-3 1,3-3 5,4-4 1,3-6 0,5-8 12,2-6 1,5-4 0,2-4-1,2 0 65,2 0 1,2 0-1,0 0 0,0 1 87,-1 1 0,2 2 0,-1 4 0,-1 0 193,-1 2 1,0 2-1,-1 3 1,0 3 96,-2 2 1,1 5-1,-3 3 1,1 4-98,-1 3 1,0 2 0,-3 1 0,2 2-277,1 0 1,-1 1 0,-2-3 61,0 0 0,0 5 0,0-5 0</inkml:trace>
  <inkml:trace contextRef="#ctx0" brushRef="#br0" timeOffset="4507">2661 241 8518,'0'-7'-26,"0"2"0,0 0 1,-1 0-194,-1 1 0,1 0 68,-2 1-319,2 2 1,4 4 407,-1 4 1,3 0 0,-2-2 51,-1 1 0,1 0 1,-1 2 181,0 0 0,-1-1-64,-1 1 0,2-1-133,1 1 1,2-3 0,-2 0-10,2 1 1,-3-2 0,2 1-1,0 1 22,1 0 0,-4 2 1,2 0-1,-2 2 4,-1 3 0,0 1 1,0 1-1,0 1-2,0 2 0,-4-2 0,0 4 0,-1-2-3,0-1 0,1-2 0,-2-2 0,2-1-76,0-1 0,-1-4-19,0-5 0,0-4 0,1-3 0,0-3 108,0-2 0,1 2 0,-2-3 0,-1 1 0,0 0 0,-2 0 0,1 2 0,0 1-11,2-1 1,-2 1 0,2 2 0,-1 0 359,-2 2 1,3 0-1,0 1 1543,-1-1-1424,3 1 0,0 2 0,7-1-681,3-1 0,4 1 0,5-3 0,1 1 213,4-2 0,24-8 0,12-4 0,4-2 0,1 1 0</inkml:trace>
  <inkml:trace contextRef="#ctx0" brushRef="#br1" timeOffset="4750">3023 174 9203,'7'-3'52,"1"1"1,-1-1-103,1 0 1,3 2-1,2-2 1,4-1-24,3-1 1,2 1-1,0-1 1,1 0-329,0 1 1,-2-3 409,-1 2 1,-4-5-1,-6-2 1</inkml:trace>
  <inkml:trace contextRef="#ctx0" brushRef="#br0" timeOffset="5117">3234 38 8087,'-4'0'-92,"0"3"1,3 3 0,0 3 212,-2 4 0,-3 5 1,0 2-1,-3 1-234,-3 2 1,-3 4 0,0 2 0,-3 3 7,-2 0 0,-2-2 0,-1-2 0,2-3-99,1-2 0,1-4 1,5-5-1,1-6 57,3-4 1,5-5 0,3-4-1,1-5 147,1-4 0,3-3 0,2-1 0,1 0 0,-1 0 0,2 2 0,-2-1 0,2 4 35,0 3 0,0 2 0,-1 0 0,-1 1 225,1 2 0,-2 2 0,1 4 0,0 1 137,-1 3 1,3 3 0,-3 2 0,1 3-91,0 4 1,-3 0-1,3 3 1,-1 1-320,0 1 0,-2 1 0,0 1 0,-1 1-216,-1 0 1,-1-2-1,0-1 1,-2-3 227,1-4 0,-2-33 0,0-12 0</inkml:trace>
  <inkml:trace contextRef="#ctx0" brushRef="#br0" timeOffset="5516">3241 332 8214,'-3'-4'91,"0"0"221,-2 1 0,2 1 1,6-2-400,2 1 0,4-2 0,2 1 0,0 0-331,-1-2 1,3 0 0,-2-1 0,0 1 154,0 1 0,-1 0 0,-4-2 0,0 0 263,-1 2 0,-3-2 0,0 2 0,-1-2 0,-2 3 0,0 1 0,-3 0-21,0 1 1,2-1 0,-2 4 0,0 2 189,3 2 0,-3 1 0,2 3 1,0 0-85,1 1 1,-1 3 0,-1-1-1,1 1-98,2-1 0,0 2 0,-1 2 0,-1 2-131,0-1 0,-3-1 1,1-1 143,0 0 0,-11 3 0,-5 2 0</inkml:trace>
  <inkml:trace contextRef="#ctx0" brushRef="#br0" timeOffset="5710">3211 468 8380,'-7'0'-27,"-1"0"1,1 0 0,-1 0 831,0 0 1,3 0-531,0 0 0,7 0 1,1 0-1,3 0-134,4 0 0,2-1 0,4-1 0,1-1-185,0-1 1,4 1 0,-1-2 43,2-1 0,31-7 0,7-3 0</inkml:trace>
  <inkml:trace contextRef="#ctx0" brushRef="#br0" timeOffset="6352">3731 46 8575,'-6'0'-40,"0"3"1,1 3 490,-1 3 1,2 6-1,-1 6 1,-1 3-91,-1 4 1,3 4 0,0 1 0,2 1-142,-1-1 0,1 2 0,2-3 0,0-3-510,0-6 1,3-4-1,3-8 1,4-3-1337,5-5 1626,0-2 0,44-24 0,6-7 0</inkml:trace>
  <inkml:trace contextRef="#ctx0" brushRef="#br0" timeOffset="6467">3980 121 8575,'-4'-1'-604,"1"-1"771,2-3 1,2 1 0,3 1 0,2 0-318,4 1 1,3-1 0,0 3-1,3 0 150,2 0 0,16 0 0,2 0 0</inkml:trace>
  <inkml:trace contextRef="#ctx0" brushRef="#br0" timeOffset="6650">4146 46 8509,'-8'0'1,"1"0"1,-1 3 0,1 2 0,-1 2 229,1 3 1,-1 2-1,0 4 1,-2 2-60,-3 2 1,1 2 0,0 4-1,-2 1-343,0 2 1,-3 4 0,1-1 0,3-3-1563,1-3 1733,6-9 0,9-13 0,5-9 0</inkml:trace>
  <inkml:trace contextRef="#ctx0" brushRef="#br0" timeOffset="6766">4176 196 8509,'12'0'-561,"-1"-2"1,-4-1 0,1 2-299,-1 0 859,1 1 0,-1-4 0,1 0 0</inkml:trace>
  <inkml:trace contextRef="#ctx0" brushRef="#br0" timeOffset="7052">4229 226 8436,'1'12'0,"0"-1"-480,2 0 0,-1-2 0,-2 3 0,0 0 433,0-1 1,-1 2-1,0 2 1,-3-1 317,0-1 0,-1 1 0,-2-1 0,-1 0 10,1 0 0,-1-3 0,0-2 0,-2-1 63,0-2 0,-2-2 1,2-3-1,1-1-110,0-1 1,2-3 0,0-2 0,2-1-102,2 1 1,3-3 0,0 0 0,0 1-200,0 0 1,0 2 0,0 0-79,3 2 0,-1 2 1,5 2-1,1-1-479,1 0 0,2-1 0,0 3 623,0 0 0,25 0 0,9 0 0</inkml:trace>
  <inkml:trace contextRef="#ctx0" brushRef="#br0" timeOffset="7300">4432 211 8411,'5'8'-208,"0"-1"1,-2 1 0,2-1 0,0 2 523,-1 1 1,2-1-1,-3 4 1,1-1-471,2 0 0,0 2 1,0-2-1,-1 0-146,1-2 1,-2-2-1,1 0 300,1-1 0,1-16 0,0-4 0</inkml:trace>
  <inkml:trace contextRef="#ctx0" brushRef="#br0" timeOffset="7416">4583 234 8048,'3'10'0,"1"0"0,1-1 0,21 6 0,4 1 0</inkml:trace>
  <inkml:trace contextRef="#ctx0" brushRef="#br0" timeOffset="7801">4832 430 8367,'-1'-8'-329,"-2"1"0,3-1 0,-3 1 1,2-1 402,1 1 0,0 2 0,1 0 0,2 0-102,2 0 1,1 0 0,2 2 0,0 1-237,2 2 0,-1 0 0,1 0 0,-2 3 295,0 2 1,-1-1-1,0 1 1,-1 1 269,-1 1 1,-4 0 0,2 1-1,-2-1-113,-1 1 1,0-1-1,-1 1 1,-2-1-895,-2-2 706,-1 1 0,-32-18 0,-7-2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7:42.0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234 38 8326,'3'-6'-94,"-1"1"0,2 4 0,-2-2 158,3 2 0,0 1-122,0 0 1,-1 1 0,1 2 57,-3 2 0,-44 48 0,-13 14 0</inkml:trace>
  <inkml:trace contextRef="#ctx0" brushRef="#br0" timeOffset="183">1 347 7984,'0'-8'-175,"0"3"0,1-1 500,1-2 0,6 0 0,4-3 1,3 0-371,3-1 1,2-2 0,5-1 0,3-1-427,1 1 0,1 0 0,0 0 471,1 0 0,5-3 0,3-1 0</inkml:trace>
  <inkml:trace contextRef="#ctx0" brushRef="#br0" timeOffset="514">197 294 6525,'7'-4'0,"18"-3"0,3-5 0</inkml:trace>
  <inkml:trace contextRef="#ctx0" brushRef="#br0" timeOffset="515">197 354 6345,'45'-7'0</inkml:trace>
  <inkml:trace contextRef="#ctx0" brushRef="#br0" timeOffset="733">204 452 8419,'-2'5'-445,"-1"0"479,1-3 1,1 1-16,-2-3 1,3-1 0,-2-1-1,3-3-46,1-2 1,4-3-1,-1-1 1,2 0 7,0 0 0,3 0 1,0 3-1,0 0-185,-2 1 0,2 2 0,0 0 0,-1 2 85,0 3 0,-5 1 0,-2 3 0,-1 5 61,-1 2 0,-1 1 0,-1 3 0,-3 0-27,-2 1 1,1-2-1,0-2 85,1-2 0,13-35 0,1-9 0</inkml:trace>
  <inkml:trace contextRef="#ctx0" brushRef="#br0" timeOffset="916">506 38 8419,'-8'3'-234,"2"-1"0,0 3 1,1 0-84,-1 2 0,2 1 1,-1 0 316,-1 2 0,-8 15 0,-2 7 0</inkml:trace>
  <inkml:trace contextRef="#ctx0" brushRef="#br0" timeOffset="1219">393 218 7409,'2'-5'290,"1"0"0,3 3 0,-1-3 0,2-1-468,3-1 1,-1 0-1,3 0 1,0 1 1,0 1 0,-2 1 0,1-1 1,0 2-31,-1-1 1,-3 4 196,-2 0 0,-2 4 1,-3 3-1,0 1 66,0 3 1,-5-2 0,-3 3 0,0 1 0,-1-1 1,1 2 0,-1-2-1,-1 0 117,0 1 0,2-4 1,1 1-1,-1-2 70,0 0 1,2-1-1,0 0 9,1-2-400,3-2 0,0-3 0,4 0 0,3 0-218,2-3 1,0-1-1,1-3 1,0 1 363,-1 1 0,21-16 0,4-8 0</inkml:trace>
  <inkml:trace contextRef="#ctx0" brushRef="#br0" timeOffset="1451">581 249 8396,'-4'3'-464,"-3"-2"1,3 2 757,0 0 1,-3-1 0,2 3 0,-2 1-37,0 1 1,-1 4-1,0 1 1,-2 2-95,-3 1 1,-1 4 0,-2 0 0,0 1-124,-2 0 0,0 0 1,3 2-1,1-2-299,1-5 0,5-5-755,3-5 0,4-2 1013,1-6 0,34-34 0,11-13 0</inkml:trace>
  <inkml:trace contextRef="#ctx0" brushRef="#br0" timeOffset="1617">536 369 8396,'-3'8'-1126,"0"-1"1259,-1 1 1,-1-1 0,-3 1-173,1-1 0,-1 1 1,1-1-1,-1 2-145,1 1 0,-1-3 0,1 1 0,0 0-198,2-3 382,-2-2 0,13-20 0,-1-8 0</inkml:trace>
  <inkml:trace contextRef="#ctx0" brushRef="#br0" timeOffset="1766">574 422 8396,'7'5'-271,"0"0"0,-1 0 112,-1-1 0,0 3 0,2-3 0,2 1 1278,1 0-1119,-2 0 0,13-1 0,-1 0 0</inkml:trace>
  <inkml:trace contextRef="#ctx0" brushRef="#br0" timeOffset="2285">966 22 9106,'0'11'0,"0"2"-9,0 1 1,-3 1 0,1 0 0,0 1 8,1 2 0,1 8 0,0 5 0</inkml:trace>
  <inkml:trace contextRef="#ctx0" brushRef="#br0" timeOffset="2466">815 166 7974,'-4'-5'-342,"-1"3"607,2 1 0,0 2 0,4 1 1,1 3-432,3-1 1,5 2-1,3-4 1,1 0-480,1-1 0,1-1 645,2 0 0,34-27 0,13-7 0</inkml:trace>
  <inkml:trace contextRef="#ctx0" brushRef="#br0" timeOffset="2603">1071 120 8413,'-3'8'0,"-2"0"0,-1-1-125,1 1 1,-2-3 0,2 0 0,-2 3 10,0 1 0,-1 1 0,1-2 0,-1-1 103,1 1 1,0 2 0,1 0 10,1-1 0,-10 23 0,-5 5 0</inkml:trace>
  <inkml:trace contextRef="#ctx0" brushRef="#br0" timeOffset="2850">837 331 8413,'-3'-4'739,"2"0"-637,-1 2 0,5 0 0,5-3 1,3-1-277,4-1 1,2 0-1,2-1 1,0 2 18,2 1 0,-2-2 0,0 3 1,-1-1-2,-4 3 1,-2 1-1,-5 2 1,0 1 134,-2 3 1,1 3-1,-4 2 1,-2 3 83,-2 4 1,-4-1 0,1 2 0,-2-2-183,0 2 1,-1-2 118,1 2 0,-11-3 0,-2 1 0</inkml:trace>
  <inkml:trace contextRef="#ctx0" brushRef="#br0" timeOffset="3047">898 384 8413,'-4'-7'-62,"0"2"-18,4 0 1,1 0 0,2 0 0,2 3-231,1 1 0,4 1 310,0 0 0,10 17 0,1 4 0</inkml:trace>
  <inkml:trace contextRef="#ctx0" brushRef="#br0" timeOffset="3175">920 467 8081,'-6'1'32,"0"1"394,1 0 1,4 1-427,1-3 0,37 0 0,12 0 0</inkml:trace>
  <inkml:trace contextRef="#ctx0" brushRef="#br0" timeOffset="3960">1305 188 8407,'-8'0'403,"1"0"0,3-1 0,4 0-443,5-2 1,5 0 0,6 0 0,3-4-182,3-2 1,6-5 0,2 2 0,1-3-254,0 0 1,1 0 0,-1-1 473,-2-1 0,-7 1 0,0-3 0</inkml:trace>
  <inkml:trace contextRef="#ctx0" brushRef="#br0" timeOffset="4036">1576 15 8407,'-7'0'-78,"-1"-3"0,1 1 1,-1 0 74,0 1 1,3-1 111,0-1 0,1 2-114,-1 3 0,2 2 0,3 5 0,0 1-62,0 2 0,0 3 0,0 1 0,-1 0-18,-2 2 1,0 5-1,-3 0 1,0 1 43,-2 2 1,0-2 0,-2 1-1,0-2 125,0 0 1,-3-4 0,3-2-18,1-4 0,0-5 1,3-7-1,1-2 37,2-4 0,2-5 0,2-3 0,2-2-85,2-3 0,1 3 0,2-3 0,0 3-45,2 2 1,-1 2-1,2 5 1,-1 1 11,0 2 0,0 4 0,-3 4 0,0 5 89,-2 3 1,1 6 0,-4 2 0,-1 4 53,-3 5 0,-2 0 1,-4 4-1,-1-2-311,-1 1 0,0-4 0,2-4 0,1-4-1124,2-4 1306,-1-4 0,8-39 0,-1-13 0</inkml:trace>
  <inkml:trace contextRef="#ctx0" brushRef="#br0" timeOffset="4900">1817 83 7943,'0'-5'-69,"0"0"0,4 1 0,1-2 0,1 1 101,2 2 0,-1-2 1,2 2-1,0-1 27,1 1 1,0 0 0,-2 1-1,-1-1 67,1 2 1,-1-1-104,1 0 0,-4 2 0,-1 0 46,-3 4 0,-3 3 0,-2 1 0,-2 1-143,0 1 1,-1 4 0,0-3 0,-1 2 15,-1-1 0,-1 2 0,2 3 0,-2 1 40,-1 1 0,-1 1 0,-2 3 0,0 0 68,0 3 1,2-2 0,-1 3 0,1-2 82,2-3 1,2-4 0,1-5 58,1-3 1,3-6 0,1-4-1,3-5-133,3-4 1,1-3 0,4-4-1,1-1-50,1 0 1,4-1 0,-2 3 0,3 0-140,3 0 1,-2 2-1,2 1 1,-3 2-59,0 4 1,3-1 0,0 4-1,-2 2 98,0 0 0,-4 4 0,-2 3 0,-2 3 77,0 4 0,-4 2 1,-1 2-1,-2 0 99,-1 0 1,-1 0 0,-2 0 0,-2 0 1,-2 0 1,-3-2 0,0-2 0,0 0-72,-1 0 1,1-3 0,-4-1-1,2-4-37,2-2 1,-1 0 0,4-4 0,-1-2 113,1-2 1,3-1 0,1-2-1,2 1-46,1-1 1,0 0-1,1 1 1,2 0-1,2 2 0,1-1 0,2 3 0,-1 0-255,1-1 0,0 2 207,2 2 0,26-7 0,8-1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8:03.6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66 196 8315,'-5'-4'765,"1"-1"0,5 0 0,2 5 0,3 6-919,2 2 0,1 2 0,2 2 0,0 1 154,2 2 0,7 42 0,0 13 0</inkml:trace>
  <inkml:trace contextRef="#ctx0" brushRef="#br0" timeOffset="200">10 485 8351,'-5'4'635,"1"-2"1,4 4-226,0 1 1,4 2-1,2 1 1,2 2-367,2 4 0,0-2 0,1 2 0,3-1-600,0 0 0,-1-1 0,1-3 556,0-2 0,2-18 0,-1-12 0</inkml:trace>
  <inkml:trace contextRef="#ctx0" brushRef="#br0" timeOffset="567">420 401 8392,'0'9'-110,"0"0"1,0 1 0,0-1 0,0 0 62,0 1 1,-1 0 0,-2 1 0,-3 2 478,1-2 0,-4 3 1,1-1-1,-5 1-279,-1-1 1,2-1 0,-1-3 0,1-2-9,-1-1 1,1-4-1,2 0 1,1-5-155,0-6 0,4-5 0,1-4 0,3-2-98,1-2 0,6 2 1,2-4-1,4 1-174,3 2 1,0 3 0,4 1-1,0 3 171,-1 0 1,2 6 0,1 5 0,1 2 382,2 1 1,-4 8 0,-1 6-1,-3 4-96,-3 4 0,-3 5 0,-5-1-177,-1 1 0,-17 19 0,-8-1 0</inkml:trace>
  <inkml:trace contextRef="#ctx0" brushRef="#br0" timeOffset="1315">1053 0 8529,'-9'0'-102,"2"3"1,2 2 0,0 1 558,0 4 1,-1 2-1,-4 6 1,1 5-166,0 3 1,-1 7 0,0 3 0,-1 4-306,-2 3 1,-3 0 0,0 5 0,-1 1-55,-2 0 0,0 1 1,1-5-1,0-1-154,3-4 0,-2 0 0,6-7 0,2-10-377,5-7 1,3-11 597,1-5 0,17-37 0,4-14 0</inkml:trace>
  <inkml:trace contextRef="#ctx0" brushRef="#br0" timeOffset="1465">1044 131 7867,'0'9'-781,"0"1"0,0 2 781,0 0 0,4 38 0,1 6 0</inkml:trace>
  <inkml:trace contextRef="#ctx0" brushRef="#br0" timeOffset="1898">997 326 6498,'9'0'-245,"-2"0"0,-1 1 245,1 2 0,-2 3 0,1 3-15,2 0 1,-4 1 0,0-1 35,0 0 0,-3 0-122,2 1 35,-2-5 212,-1-1 1,-1-4 165,-2 0 1,2 1 0,-3 2-217,0 3 1,2 3 0,-3 0-1,-1 0-72,1 1 0,-1 0 1,-3 2-1,-1 3-174,1-1 0,0 1 1,-1-4-1,1 2 228,0-2 0,0-2 0,-1-2 1,2-3 1919,2 0-1388,-3-3 1,8 2-490,-2-6 1,10 2-1,2-2 1,2 2-54,3 1 1,-3 3-1,5 1 1,0 1-285,2 2 1,-3-1 0,0-1 0,-1 0-423,1 0 0,0-3 638,4 1 0,4-6 0,0-2 0</inkml:trace>
  <inkml:trace contextRef="#ctx0" brushRef="#br0" timeOffset="2281">1193 159 8325,'0'-10'-426,"0"4"174,0 0 0,4 4 0,2-1 1,2 2 52,2 1 0,-4 0 1,0 0-1,1 0 199,1 0 0,-1 0-1,-1 0 0,-4 1 0,1 2 60,-2 3 0,-2-1 0,-1 1 0,-2 2 158,-1 0 1,2 1-1,-4 1 1,0 0 29,-1 2 0,2 0 0,-1 3 0,0 2-58,-1 0 1,2 3-1,0 2 1,-1 3 21,2 2 1,-3 0-1,3 1 1,0-1-174,1-2 1,3 0 0,1-5-1,0-4-437,0-1 1,1-7-1321,3-5 1719,1-6 0,8-48 0,2-15 0</inkml:trace>
  <inkml:trace contextRef="#ctx0" brushRef="#br0" timeOffset="2482">1239 261 8479,'9'0'0,"1"0"-173,-1 0 1,0 0 0,1 0 167,-1 0 1,-1 4-1,0 2 1,-3 3 154,-1 0 0,-1 1 0,-3 2 0,0 1-70,0 2 0,0-3 0,0 4 0,0-1-298,0 0 1,-3-1 0,-1-2 0,-1 0 217,-3-1 0,-17-9 0,-5-3 0</inkml:trace>
  <inkml:trace contextRef="#ctx0" brushRef="#br0" timeOffset="2784">1239 401 8479,'-4'-10'208,"3"1"-155,-2 0 0,3 4-197,3 2 0,1 3-111,2 3 1,2-1 0,-5 4 0,-1 1 121,-1 1 1,-1 2 0,0-1 0,0 0 89,0 1 0,0-1 0,0 0 140,0 1 1,0-4-1,-1-1 81,-2-1-199,2 3 0,-4-1 192,5 3 0,0-3 1,0 0 27,0 2 1,-3 0 0,0 1 0,0 2-70,-1 1 0,2-1 1,-4 4-1,0-2-131,0-1 1,-1 1 0,3-1-1252,-1 0 1252,3-2 0,10-29 0,8-8 0</inkml:trace>
  <inkml:trace contextRef="#ctx0" brushRef="#br0" timeOffset="2864">1304 559 8462,'5'5'0,"-1"4"0,3-3-65,-1 2 1,0 1 64,4 1 0,-1-1 0,0 0 0</inkml:trace>
  <inkml:trace contextRef="#ctx0" brushRef="#br0" timeOffset="3386">1509 336 8384,'-5'0'200,"2"0"0,6 0 0,4-1-293,5-3 1,-1 3-1,5-2 1,-1 2-223,0 1 0,1-1 0,-2-1 315,0-1 0,2-8 0,2 0 0</inkml:trace>
  <inkml:trace contextRef="#ctx0" brushRef="#br0" timeOffset="3631">1621 233 8384,'-8'1'0,"0"1"0,3 2-235,1 2 1,-2-2 0,3 4 0,0 3 165,-1 3 0,3 1 0,-3 4 0,3 1 11,1 1 0,-3 0 0,0 4 0,0 0-2,-1-1 1,2 1 0,-3-3 0,0-1 38,-1-2 0,4-4 1,-2-4-1,0-3 66,-2-5 0,1-2 123,-2-1 1,5-1 0,-1-2 0,2-4 328,1-1 1,0-1 0,0-1-304,0 1 0,1 1 0,2 1 1,4 1-237,1 2 1,2 0 0,2 2 41,0-1 0,54-50 0,11-9 0</inkml:trace>
  <inkml:trace contextRef="#ctx0" brushRef="#br0" timeOffset="3865">1733 252 8594,'0'-10'140,"0"1"1,1 0 205,2 0 0,5 0 1,6 2-1,0 1-516,3-1 1,1-1 0,3 1 0,1 2-607,-2 1 776,0 1 0,-6 15 0,0 4 0</inkml:trace>
  <inkml:trace contextRef="#ctx0" brushRef="#br0" timeOffset="4115">1761 336 8571,'-10'9'-8,"1"0"1,0 2 144,-1 1 0,5-2 588,2 3-746,2-7 1,5-3-1,2-6 1,2-3-7,-2-3 0,2 0 1,-2 0-1,3 0-34,0-1 1,0 2 0,0 1 0,-2 2-446,-1 0 1,0-1 320,4 3 1,-2 1-36,-2 5 1,-3 5 0,-5 6 219,-1 0 0,-37 31 0,-7 10 0</inkml:trace>
  <inkml:trace contextRef="#ctx0" brushRef="#br0" timeOffset="4298">1686 578 8571,'-9'-1'638,"0"-2"0,3 1-458,3-5 1,3 1 0,3-2 0,5 1-498,3 0 0,2-2 0,4-3 0,0-1-98,2 0 0,0 1 0,2-2 0,-4-1 415,-1 1 0,-1-35 0,4-11 0</inkml:trace>
  <inkml:trace contextRef="#ctx0" brushRef="#br0" timeOffset="4556">1798 112 8571,'-3'-6'-507,"0"0"876,-5 4 0,7-1 0,-1 7 0,4 5-71,5 5 1,4 8-1,2 3 1,2 2-42,1 1 1,3 5 0,2 4 0,1 6-82,-2 2 0,3 1 0,-1-2 0,-1-1-332,2-2 0,-7-6 0,-1-8 0,-3-7-882,-3-7 1,-1-8-307,-2-5 1344,-1-4 0,-10-46 0,0-12 0</inkml:trace>
  <inkml:trace contextRef="#ctx0" brushRef="#br0" timeOffset="4684">2049 364 8167,'-9'0'-27,"0"1"1,-1 2-1,1 3 490,0 2 1,-1 7 0,1 3-1,-1 6-528,-3 3 0,2 4 0,-3 1 0,-1-1-210,1-2 1,2 1-1,0-7 1,1-2 274,2-6 0,12-45 0,3-12 0</inkml:trace>
  <inkml:trace contextRef="#ctx0" brushRef="#br0" timeOffset="5215">2012 159 8564,'-4'5'-512,"3"3"512,-2-2 0,18 15 0,6 4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8:20.7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66 8019,'-5'1'-134,"1"3"1,3 5 413,1 6 0,0 3 0,0 4 0,0 4-308,0 4 0,0 3 1,0 5-1,0 2 46,0 0 0,0-1 0,0-4 1,0-2-8,0-5 0,0 0 1,0-9-1,0-4-545,0-4 1,1-7 533,3-4 0,-3-79 0,1 28 0,0 0 0</inkml:trace>
  <inkml:trace contextRef="#ctx0" brushRef="#br0" timeOffset="353">28 103 8404,'1'-5'442,"2"2"-418,4 2 0,2 0 0,3-1 0,4-3-144,1 0 0,7-1 1,3-4-1,3-2 3,0 0 0,-1 0 1,-1 5-1,-1 1 37,-2-1 1,-2 3-1,-6 1 1,-1 2-2,-4 1 1,-3 4 0,-2 2 0,-4 2 150,-2 1 1,0 4 0,1 0 0,1 2 56,-1 1 0,-1 2 0,-1 1 0,0-1 75,0 1 1,0 4 0,0 0 0,0 2 61,0 0 1,0 0-1,0 4 1,0 1-127,0 1 1,0-1 0,0-5 0,1-4-172,2-1 1,-2-1 0,2-2-722,-2-1 1,-1-8 360,0-8 1,-24-29 0,-7-11 0</inkml:trace>
  <inkml:trace contextRef="#ctx0" brushRef="#br0" timeOffset="550">93 177 8981,'0'10'-510,"5"-1"0,1 0 0,2 1 510,1-1 0,21 4 0,6 2 0</inkml:trace>
  <inkml:trace contextRef="#ctx0" brushRef="#br0" timeOffset="820">196 205 7767,'-9'0'-1275,"2"0"1266,1 0 1,4 1-58,-1 3 0,6-3 1,2 3-1,1-1-37,1 0 0,-1 0 0,3-3 0,1 0 103,-1 0 0,0 0 0,0-1 0,1-2 0,-1-1 0,0-2 196,1 2 0,-4 3 144,0 1 1,-4 1 0,1 3 0,-2 2-151,-1 2 0,-1 2 0,-1 2 0,-2 1-185,-1 2 0,-1 0 0,-4 4 0,0-1-119,-2 1 1,1 0-1,-1-2 1,2 0-291,0-2 0,-2 0 404,-1 0 0,-11-9 0,-1-8 0</inkml:trace>
  <inkml:trace contextRef="#ctx0" brushRef="#br0" timeOffset="934">187 317 7817,'9'4'-306,"0"0"0,0 4 0,-2-3 686,-1-1 0,-1 3-380,1-1 0,11 15 0,-2 4 0</inkml:trace>
  <inkml:trace contextRef="#ctx0" brushRef="#br0" timeOffset="1134">38 550 8129,'1'-6'55,"2"1"0,4 0 346,4 3 1,5 0-1,6 0 1,3-1-785,5 1 0,0 1 0,4 1 383,-2 0 0,36-8 0,6-3 0</inkml:trace>
  <inkml:trace contextRef="#ctx0" brushRef="#br0" timeOffset="1673">755 233 8404,'0'7'33,"0"-1"0,-1 0 1,-1 3 191,-2 1 1,1-1 0,2 0 0,-1 2-88,-1 1 1,-4-1 0,0 5-1,-4 0 238,-1 2 0,-4 1 0,4-2 0,0-1-147,-2-4 0,4-3 0,-3-2-318,3-4 0,5-6 0,1-5 1,1-3-151,-1-4 0,2-3 0,5-1 0,3 0-87,-1-3 0,3 2 0,-2-1 0,3 1-50,0 1 0,3 2 0,2 1 0,-1 4 481,1 1 1,1 6 0,-1 2-1,-1 3 196,1 3 0,2 7 0,-1 5 0,-1 4-98,-2 2 1,-1 2 0,-2 3-1,-1-1-465,-1 1 262,1-4 0,-19 10 0,-1-4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8:19.4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56 8283,'-5'4'0,"1"2"147,0 3 1,2 1 0,-1 3 0,2 2-65,1 3 1,0 4 0,0 3 0,0 2-200,0 1 1,0 1 0,0 1 0,0 0-83,0-3 0,0-3 0,1-7 0,1-1-259,2-4 0,0-6 457,-1-2 0,2-37 0,4-8 0</inkml:trace>
  <inkml:trace contextRef="#ctx0" brushRef="#br0" timeOffset="150">121 103 8292,'15'0'124,"-3"0"1,3 0 0,-1 0 0,2 0-19,-1 0 1,-2 0 0,1 0 0,1 0-674,-1 0 1,-2 0 0,0 0 566,-2 0 0,-4-4 0,-2-2 0</inkml:trace>
  <inkml:trace contextRef="#ctx0" brushRef="#br0" timeOffset="433">242 0 8292,'-1'10'-148,"-2"-1"0,2 1 0,-2 2 1,2 1-70,1 2 0,0 0 1,0 4-1,0 0 435,0 3 0,1 1 0,1 3 0,1-1-116,-1 0 0,-1 2 1,-1 1-1,-1-1 50,-2-2 0,-2-3 1,-4-7-1,0-2 26,-1-3 0,4-2 1,0-2-1,-1-3-15,-2-6 0,0-3 0,1-6 0,0-3-129,2 1 1,4-4 0,-1 3-1,2-3 56,1 0 1,0 3-1,0 3-102,0 1 1,1 3-1,2 2 1,3 3-267,3 2 0,0 1 0,0 1 0,2 1 278,1 1 0,23 21 0,10 2 0</inkml:trace>
  <inkml:trace contextRef="#ctx0" brushRef="#br0" timeOffset="1034">485 354 8292,'-1'6'660,"-3"1"1,3-4-661,-2 3 0,2-4 0,1 2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8:23.6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249 0 9305,'-9'5'618,"2"5"1,1 4-474,-1 4 0,-2 2 1,0 4-1,0 5-137,-1 3 1,-3 3-1,-2 6 1,0 2-81,-1 3 0,1-1 0,-4 0 1,1-3-112,-1 0 1,3-3-1,3-6 1,2-5-751,2-5 441,6-8 1,2-10 491,4-8 0,5-4 0,-3-2 0</inkml:trace>
  <inkml:trace contextRef="#ctx0" brushRef="#br0" timeOffset="193">221 140 8483,'4'-5'-469,"-2"1"0,4 4 192,1 0 1,-2 1-1,2 2 277,0 3 0,1 6 0,6 19 0,0 9 0</inkml:trace>
  <inkml:trace contextRef="#ctx0" brushRef="#br0" timeOffset="389">155 354 8414,'-4'0'258,"4"0"1,8-3-1,4-1-916,-1-1 1,0 1 0,-2-1 657,0 1 0,1 9 0,-1 6 0</inkml:trace>
  <inkml:trace contextRef="#ctx0" brushRef="#br0" timeOffset="1026">202 373 8483,'0'6'-1061,"0"0"1,-1-4 1527,-2 1 1,3-2-595,0-1 1,4-1-50,5-2 0,-3 2 0,1-3 85,0 0 1,-2 3 30,1-2 1,-3 2 310,4 1-67,-5 0 0,2 4 1,-4 2-92,0 2 0,0 5 1,-1 0-1,-1 1-23,-1-1 0,0 4 1,3-2-1,0 4 41,0 2 0,-2-2 1,0 1-1,-1-4 12,1 1 0,0-3 0,0 1-194,-1-2 0,-1-1 1,1-6-154,-3-3 1,0-3 0,1-3 0,0-4-51,0-5 0,2 1 0,-3-4 0,-1 1 274,2-1 0,-2 3 0,3-3 0,-1 2-28,-3 2 1,3 0-1,0 2 1,0 1 76,0 1 0,3 2 1,-3 3 225,1-1 1,3 4 0,-2 5-272,2 3 0,2 0 0,2 0-694,4 1 690,5-5 0,36-9 0,12-7 0</inkml:trace>
  <inkml:trace contextRef="#ctx0" brushRef="#br0" timeOffset="1053">351 475 8221,'0'6'-97,"0"0"0,0 1 97,0 2 0,0-12 0,0-3 0</inkml:trace>
  <inkml:trace contextRef="#ctx0" brushRef="#br0" timeOffset="1190">481 177 7669,'0'5'-297,"0"28"1,0 4 0</inkml:trace>
  <inkml:trace contextRef="#ctx0" brushRef="#br0" timeOffset="1573">453 307 7298,'-6'9'1883,"0"-3"-1754,4-2 1,2-4 0,6 0-900,2 0 0,2 0 0,-1 0 770,0 0 0,-3 4 0,-2 1 0</inkml:trace>
  <inkml:trace contextRef="#ctx0" brushRef="#br0" timeOffset="1574">398 447 8303,'-7'0'428,"1"0"1,5 0-1,1 0 1,5-1-349,4-2 0,1 1 0,1-4 0,3-1-358,0 2 1,2-3 0,2 2 0,1-2-243,0-2 1,-1 2-1,1 1 520,-1 1 0,13-21 0,4-9 0</inkml:trace>
  <inkml:trace contextRef="#ctx0" brushRef="#br0" timeOffset="1849">556 177 8379,'0'9'0,"0"1"0,0 0 3,0 2 0,0 3 0,0 4 0,0-1 367,0 1 1,0 5-1,0 3 1,0 4-88,0 2 0,0 1 0,0 4 1,0 2-255,0 4 0,0-6 0,0-3 0,-1-5-87,-2-6 0,2-7 58,-2-5 0,2-31 0,1-7 0</inkml:trace>
  <inkml:trace contextRef="#ctx0" brushRef="#br0" timeOffset="2588">910 56 8484,'6'0'0,"0"0"306,1 0 1,-1 1 0,-1 2-328,-1 3 0,-1 7 1,-3 2-1,-1 3-18,-2 1 1,-2 0 0,-5 2 0,0 2-108,-2 0 1,0-1-1,-2 2 1,-1-1 230,1-3 1,2-3 0,0-3 283,2 0 0,4-7-165,3-7 0,6-4 0,4-6 0,2-2-186,3 0 0,2-4 0,2 4 0,-1 1-253,-2 0 1,3 3 0,-4 2-16,0 3 0,-3 3 0,-3 3 0,-3 3 151,-2 2 1,-5 6 0,-2 1 0,-2 3 119,-2 0 0,1 1 0,-1-1 1,-2-3-2,0-2 1,3-3-1,3-1 1,1 0 2,0 1 1,3-4-24,-1 0 0,10-12 0,3 0 0</inkml:trace>
  <inkml:trace contextRef="#ctx0" brushRef="#br0" timeOffset="3184">714 587 8484,'-3'-4'-186,"0"4"1,0 1 0,3 5 441,0 1 0,1 1 0,2 2 0,3-1-515,2 0 1,2 1-1,-1-2 1,1-1-1159,3-1 1417,-3-4 0,8 3 0,-4-5 0</inkml:trace>
  <inkml:trace contextRef="#ctx0" brushRef="#br0" timeOffset="3185">817 531 8421,'1'6'0,"1"0"5,1 2 1,1-1-1,-2 0 1,2-1-172,1 2 0,-2 0 1,4 1-292,0 0 0,0-2 0,0-2 457,0-1 0,-1-5 0,3-4 0</inkml:trace>
  <inkml:trace contextRef="#ctx0" brushRef="#br0" timeOffset="3480">882 531 8421,'6'-6'-821,"0"0"43,1-2 1,-1 4 957,0 1-180,0 2 0,3 13 0,1 4 0</inkml:trace>
  <inkml:trace contextRef="#ctx0" brushRef="#br0" timeOffset="3689">1189 93 8421,'-4'-9'33,"2"0"1,-3-1 207,1 1 1,-4 4 0,2 2-135,-2 2 1,-2 1-1,1 1 1,-1 3-317,-3 5-1,-1 2 1,-5 4 0,1 2-46,-1 0 1,0 1 0,2-2 0,1-1 101,4-2 1,2 0 0,1-4 257,3 0 0,3 0 0,5-2-107,1-1 1,4-4 0,0 2 0,1 0-49,1 3 1,-3-2 0,0 1-1,-1 1 24,0 1 0,-3 5 0,2 0 0,-1 1 9,0-1 1,0 3-1,-3-3 1,0 1 30,0-1 0,1 0 1,2-4-1,0 0-107,-1 0 0,2-2 3,-1-1 0,3-5 0,-3-1 0,-1-5 92,-1-4 1,0-1 0,1-2 0,2-3-16,-2 1 0,-1-4 1,0 3-1,1-3 54,1-1 1,3 4 0,-2 0 0,1 1-94,3-1 0,0 4 1,1 0-1,1 2-23,-1 3 1,-3 4 0,0-1 0,0 3-20,0 3 1,-2 3 0,-4 7 0,0 2 25,0 3 0,-1 0 0,-1 1 0,-2-1 68,-2-3 0,0 2 0,-3-4 0,0 1 117,-1-1 1,2-4-1,1-3 230,1-2 0,3-2 0,0-5-244,2-3 0,2-4 0,1-1 1,3-2-103,0 2 1,-2 1 0,2 0 0,0 2-39,0 2 0,-2-2 132,4 1 46,-5 3 0,2 4 0,-4 6 0,0 3-83,0 0 1,0 5 0,0 1 0,0 3-24,0 0 0,0 2 0,0 2 0,0 2 30,0 3 0,0-2 0,0 0 0,0 1-27,0 1 0,0 1 0,0-1 0,-1-4-217,-2-4 1,2-1-1,-3-6-199,-1-1 1,0-4-1,-3-5 20,2-4 1,-3-4 0,3-3 357,-2 0 0,-22-34 0,-5-7 0</inkml:trace>
  <inkml:trace contextRef="#ctx0" brushRef="#br0" timeOffset="4039">975 587 7654,'-4'-5'281,"3"-1"483,-2 3-844,2 2 0,1-2 75,0 6 1,0-1 0,-1 5 0,-2 0 33,0 1 0,-3 1 0,3 1-966,1-1 937,1-4 0,55-38 0,13-13 0</inkml:trace>
  <inkml:trace contextRef="#ctx0" brushRef="#br0" timeOffset="4249">1236 456 8421,'-10'6'-454,"1"1"1,0-3 0,-1 0 664,1 0 0,0 3 0,-2-1 0,0 0-61,-1 0 0,-1-1 1,4 3-1,0-3 268,-1-1 0,4 3-59,0-1 0,1 3 1,-2 0 19,4 0 1,6-3 0,4 1-1,1 0-251,1 1 0,5-2 1,1 1-1,3 0-1173,0 1 1,4-2 1044,0 0 0,45-12 0,9 0 0</inkml:trace>
  <inkml:trace contextRef="#ctx0" brushRef="#br0" timeOffset="5002">1664 75 8858,'-5'0'879,"2"0"0,6 1-1499,3 2 0,-1-1 0,1 4 620,2 1 0,-17 39 0,-2 10 0</inkml:trace>
  <inkml:trace contextRef="#ctx0" brushRef="#br0" timeOffset="5089">1580 252 8544,'-6'0'-11,"0"0"235,-2 0-121,4 0 1,1 0-1,6-1 1,4-2-250,1 0 1,2-3 0,2 2 0,0 0-104,-1 0 0,3-4 0,-2 3 0,0-1-177,-2 0 0,-1 4 0,0-2 426,-3 0 0,0 4-134,-6 0 0,1 4 0,-7 5 0,-1 0 279,-2 1 1,1-1-1,1-1 1,2-1 192,0 0 1,-1-1-1,3 3-242,1 0 0,1-2 1,2-2-1,2-1-52,3-2 0,3-1 1,0-1-1,0-1-46,1-2 0,-1 1 0,0-3 1,1 0-125,-1-1 1,-3 4-82,0-1 1,-5 3-78,-1 3 1,-5 4 283,-7 5 0,-36 23 0,-12 10 0</inkml:trace>
  <inkml:trace contextRef="#ctx0" brushRef="#br0" timeOffset="5216">1450 484 8544,'-10'9'-423,"1"-2"406,0-1 1,4-5 604,2-1 1,10-4-1,5-5 1,6-1-481,4 1 0,-2-1 0,5-2 1,1 0-241,1 1 1,0 0-1,-1 2 1,-3 1-334,0 1 0,3 0 1,-3 3 464,-3-1 0,-14 19 0,-13 3 0</inkml:trace>
  <inkml:trace contextRef="#ctx0" brushRef="#br0" timeOffset="5463">1617 503 8544,'0'9'-195,"0"1"1,0-1 403,0 0 1,1 1 0,3-1 264,2 0 1,-1-1-467,1-1 1,-3-3-107,3-4 0,0-1 0,0-2 0,-3-4 27,-2-1 1,2-4 0,0-1-1,-1 2-43,-1 1 1,0 0 0,1 1-770,1 0 640,5 3 1,-7 3 0,2 6 0,-2 4-34,-1 1 1,0 1-1,0 1 276,0-1 0,-8-8 0,-3-2 0</inkml:trace>
  <inkml:trace contextRef="#ctx0" brushRef="#br0" timeOffset="5871">1915 224 8544,'-9'0'-197,"3"-3"0,0-1 707,-2 2 0,4 0-184,1-1 0,3 2 0,3-3 1,3 1-735,3 0 0,0 0 0,0 3 0,1 0 32,-1 0 1,0 3 0,0 1 0,-2 1 196,-1 2 0,-4 2 0,1 0 1,-2 0 60,-1 1 0,0-1 0,0 0 0,-1-1 529,-2-1 1,1 1 875,-4-2-839,4-2 0,-1 0-362,6-4 1,2 0-1,4 0-63,1 0 0,-1 0 0,-1 1 0,-1 2-116,0 0 1,-5 4 0,1-1 0,-2 2-135,-1 2 0,-4 0 1,-3 1-1,-1 2-179,-1-2 1,-5 0 0,0-3 0,-2-1 247,1-1 1,4-4 0,-3 1 0,2-3 157,-1-3 0,4-3 0,3-6 0,-1 1 0,-2-2 0</inkml:trace>
  <inkml:trace contextRef="#ctx0" brushRef="#br0" timeOffset="6286">1832 261 8075,'0'9'210,"0"0"0,1 2 0,2 1 1,2 4 151,0 1 1,3 6 0,-1 2 0,1 2-97,1 1 0,0 4 1,0 2-1,-2 3-157,-1 4 0,-4-3 0,1 1 0,-2-4-551,-1-4 0,-3-2 0,0-3-675,1-4 1117,1-9 0,-7-37 0,-3-13 0</inkml:trace>
  <inkml:trace contextRef="#ctx0" brushRef="#br0" timeOffset="6706">2288 270 8493,'-5'1'596,"2"2"0,2-1 0,1 5 0,0 1-640,0 3 0,1 0 0,2 1 0,3-2-567,2 0 1,1-1-1,1 0 1,-1 0-29,0-3 0,1 1 0,-1-4 607,0-1 0,1-2 1,-1-2-1,-1-2 48,-2-1 1,3-1 0,-4-4 0,1 1 443,0 0 1,-3 2-186,4 1 1,-5 5 0,0 1 0,-4 5-109,-5 4 1,-4 4-1,-2 3 1,-2 1 11,-1 2 0,1 1 0,0 0 1,-1 2 225,2-1 1,0-2-1,6-1 1,2-3 80,3-2 0,2-3 1,2-2-1,3-1-729,5-4 1,4-2 0,7-1 0,2 0 242,3 0 0,43-29 0,12-7 0</inkml:trace>
  <inkml:trace contextRef="#ctx0" brushRef="#br0" timeOffset="7355">2753 224 8493,'0'-7'-66,"1"2"0,2 0-97,0 0 0,4 3 0,-1-1 0,3 1 399,4-1 1,1 0 0,5-2 0,0 0-1104,-1 0 867,1 3 0,12-15 0,3 2 0</inkml:trace>
  <inkml:trace contextRef="#ctx0" brushRef="#br0" timeOffset="7460">2930 140 8493,'-8'1'0,"1"1"-95,1 1 1,-1 4 0,-2-1 0,0 3 68,-1 0 1,1 1 0,0 3 0,0 2-76,-1 3 1,1 4 0,0 0 0,-1 1 125,1 0 0,-3 3 1,-2-1-1,1 1-13,-1-2 1,2 1 0,3-5 0,0-4-155,3-1 1,3-7 0,6-5 0,4-4-286,5-5 427,2 0 0,50-57 0,-26 27 0,0 0 0</inkml:trace>
  <inkml:trace contextRef="#ctx0" brushRef="#br0" timeOffset="7534">3079 270 7496,'-5'4'-434,"0"-3"0,2 2 434,-3-2 0,-15-9 0,-4-2 0</inkml:trace>
  <inkml:trace contextRef="#ctx0" brushRef="#br0" timeOffset="7705">3014 261 8480,'-9'0'-174,"3"4"1,0 2 0,2 2 196,2 2 0,-2 0 0,1 2 0,1 1 30,1 1 0,1 2 0,1 3 0,1-1-126,1 1 0,3-1 1,-2 2-1,1 1-42,-1 1 1,-1-1-1,-3-2 1,-1 0 126,-2-1 0,-2 0 0,-5-2 1,1-2 248,0-4 1,-2 0 0,0-6-1,-2-2 82,2-1 1,2-5 0,2-4 0,0-2-50,0-2 1,2-5 0,0 1-1,1-1-303,2-2 1,-3 5 0,2 0 0,1 2-365,1-1 0,2 4 1,2 4-1,4 0-1373,1 0 1746,1 3 0,63-15 0,14 1 0</inkml:trace>
  <inkml:trace contextRef="#ctx0" brushRef="#br0" timeOffset="8255">3312 233 8480,'-5'-9'660,"-2"-1"0,5 2-246,3 2 0,0-1 0,5 3 1,1 2-306,1 1 1,5 1 0,-1 0-1,0 1-282,-2 3 0,-2 1 0,-1 4 0,-3 0-173,0 1 0,-3 2 0,1 1 0,-3 1 24,-2-1 0,-4 3 0,1-4 0,0 0 254,0-2 0,1-4 0,-2-1 479,0 0-329,5-2 0,-1-3 1,6 0-10,3 0 0,3 0 0,0 1 0,0 3-140,1 5 0,-1 2 0,0 4 1,0 3-143,-3 2 1,-2 1-1,-4 4 1,0 1 125,0 1 0,-4 0 0,-2-3 0,-4-2 83,-2-2 1,0-3 0,-3-1 0,-2-5 197,0-4 1,1-2-1,1-5 1,-1-1 149,2-3 0,1-5 0,6-6 0,2-4-185,1-3 1,1 3 0,3-3-1,0 3-239,0 4 1,1-2 0,2 5 0,3 0-346,2 2 0,2 5 1,-1 2-1,1 2 421,3 1 0,34 25 0,13 6 0</inkml:trace>
  <inkml:trace contextRef="#ctx0" brushRef="#br0" timeOffset="8588">3657 680 8317,'-10'-3'0,"1"0"272,0 1 0,-1 0 0,2-2 1,1-1 103,1 0 0,4-3 0,-1 1 0,2-4-375,1-1 0,1-1 0,2 4 1,3 0-184,2-1 0,5 2 1,0 1-1,0 2 98,1 1 1,-1 1 0,-1 4 154,0 2 1,0 2-1,-6 5 87,-3 3 1,-2-3 0,-2 3-1,-1 0-1347,-1-1 1189,-5 1 0,-26-12 0,-11-2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8:33.621"/>
    </inkml:context>
    <inkml:brush xml:id="br0">
      <inkml:brushProperty name="width" value="0.08571" units="cm"/>
      <inkml:brushProperty name="height" value="0.08571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177 103 8344,'-4'-7'-109,"-3"1"1,2 4 0,-1-1 579,-1 2 0,2 1 0,-2 0 0,0 1-479,-1 2 1,-1 3-1,-1 6 1,1 1-5,0 2 0,-1 1 1,1 5-1,0 2 171,-1 0 1,1 2 0,1 3 0,1 1-82,0 2 1,4-1 0,-2 5 0,1 4 3,2 3 0,2 3 0,3-2 0,3-3-353,2-1 0,6-6 0,1-4 0,3-8 271,1-8 0,24-40 0,7-14 0</inkml:trace>
  <inkml:trace contextRef="#ctx0" brushRef="#br0" timeOffset="1167">298 345 8567,'-5'0'627,"2"-1"1,7-1 0,4-3-662,3 0 0,7 2 0,0-3 0,3-1-472,3-2 0,-3 0 1,0 1-1,-2 1 88,-3 0 0,0 2 0,-4-2 0,-3 2 418,-2 1 0,-5-4 0,-2 4 0,-6-2 0,-2 3 0,1 1 0,1 0-4,-1-1 0,-1 0 0,-1 4 0,2 2 232,1 3 0,3 3 1,-3 3-1,0 1-203,0 2 0,-1 0 0,3 4 0,0-1-219,0 1 0,-3 1 0,4 0 0,0 3 7,-1 1 1,0 1-1,-3 2 1,1-1 186,-2-2 0,0-2 0,-1 1 0,0-2-36,3-4 0,-2-6 101,2-1 0,2-6 1,0-7-1,3-4 376,1-5 0,5 1 0,1-5 0,2 1 173,1 0 1,1-1 0,-1 3-1,1 2-577,3 1 0,-2 0 0,4 1-37,-2 0 0,33-9 0,4-2 0</inkml:trace>
  <inkml:trace contextRef="#ctx0" brushRef="#br1" timeOffset="1501">698 0 10108,'0'2'64,"0"4"1,-4 30-1,-1 4 1</inkml:trace>
  <inkml:trace contextRef="#ctx0" brushRef="#br1" timeOffset="2900">614 168 8990,'-5'-10'-7,"2"1"1,2 3 0,1 0 241,0-2 0,4 1 1,2 0-1,3 2-564,0 1 0,0-3 1,1 3-1,-1 0 328,0 0 1,13-3 0,3 2 0</inkml:trace>
  <inkml:trace contextRef="#ctx0" brushRef="#br1" timeOffset="3028">652 177 8941,'-3'9'-204,"-1"1"0,1-1 0,3 0 218,0 1 1,1-5-40,3-2 0,1-2 1,4-1-1,-1-1-152,-2-2 0,3 1 0,-3-4 0,2-1-93,2 2 1,-1-2 282,0 4 0,-33 29 1,-8 10-1</inkml:trace>
  <inkml:trace contextRef="#ctx0" brushRef="#br0" timeOffset="3029">549 335 8535,'-9'0'-8,"3"0"1,1-1 405,0-2 0,2 1 0,4-4-175,2-1 0,6 2 0,4-2 1,2 0-193,1-1 0,3 0 0,2 0 1,0 2-126,0-1 1,-1 3 0,-2 0 0,1 0 93,-1 1 0,-3 4 0,-2 5 0</inkml:trace>
  <inkml:trace contextRef="#ctx0" brushRef="#br0" timeOffset="3030">614 354 8501,'0'9'-334,"0"1"0,0-4 0,0 0 610,0 1 1,4-2-1,0 1-338,1-2 1,-2-1-1,2-4 1,0-1 0,0-1 1,1-5 0,1 2-1,-1-2-61,1-1 1,1-1 0,-1 2 0,-2 1-166,-1 1 1,3 4 0,-1-3 114,-1 1 0,-1 4 127,-4 0 1,0 4 0,-1 6-1,-2-1-19,-3 0 1,0 1 0,0-1 63,-1 0 0,-1 0 0,-2-3 0,5-2 212,1-4 4,4 0 0,0 4 0,-1 2 1,-1 2 10,-1 2 0,-4 0 1,0 3-1,-1 2-211,-1 3 1,-4 0-1,1 1 1,0 1-33,-2 1 0,4-1 1,-4 2-1,3-4-344,2-2 1,-2-3 359,8-3 0,12-14 0,7-2 0</inkml:trace>
  <inkml:trace contextRef="#ctx0" brushRef="#br0" timeOffset="3031">708 494 8501,'0'10'0,"-1"1"0,-2 3 241,0 0 1,0 2 0,3 1 0,0 0 186,0-1 1,1-2 0,2 3-1,4-3-217,1-1 0,4 0 0,2-5 0,0-2-631,3-3 420,5-1 0,43-52 0,-25 19 0,-1 0 0</inkml:trace>
  <inkml:trace contextRef="#ctx0" brushRef="#br0" timeOffset="3301">968 149 8531,'3'9'0,"0"1"72,0-1 1,2 0 0,0 2 0,1 0 81,0 2 1,1-1 0,1-2 0,-1 2-613,-1 0 0,0 0-1232,4-2 1228,-1-1 1,-4-5 461,-2-4 0,-5-4 0,-2-5 0,0-1 0,0 1 0,1 0 0,2 0 0,-1-2 55,-1-1 0,-1 1 0,4-1 1,0 1 183,0-2 1,2 3 0,1-3-1,3 3 7,2 1 1,5 0 0,0-2 0,2 0-126,5-2 0,3 1 1,6 4-1,1 0-86,1 2 0,-1 4 1,-5-1-1,-4 2-84,-1 1 0,-5 4 0,-4 2 0,-4 3-138,-4 0 0,-3 3 1,-3 2-1,-3-1-428,-2 1 1,-3 1 614,-1-2 0,-31 7 0,-12 0 0</inkml:trace>
  <inkml:trace contextRef="#ctx0" brushRef="#br0" timeOffset="3567">1164 131 7565,'-5'1'1096,"1"2"-940,-1 3 1,4 2 0,-2 1-1,2 2-181,1 1 0,0-1 0,0 2 0,0-1-333,0 1 0,0-1 0,0-2-951,0-1 1309,0 0 0,-3-5 0,0-4 0,1-5 0,1-3 0,1-1-251,0-1 1,0 1-1,1 0 348,2-1 1,-1 4 0,4 1 51,2 1 0,-3 1 0,1 3-295,1 0 146,1 0 0,-11 25 0,-3 6 0</inkml:trace>
  <inkml:trace contextRef="#ctx0" brushRef="#br0" timeOffset="3884">1061 326 8456,'0'-9'46,"5"3"0,1 0 0,2 1-214,1 0 0,2 2 1,0-2-1,1 0-27,0-1 0,1 3 0,0-2 0,-2 0 64,-1 0 0,0 3 1,-1-2-1,0 0 7,1 1 1,-1-1-1,0 2 43,1-1 0,-5 1 286,-2 5 1,-3 1-1,-3 3 1,-4 1 150,-5 2 1,1-1 0,-5 5 0,0-2-119,-2 1 1,0 3 0,-1-1 0,0 0-130,1 1 0,-1-1 0,0 5 0,1 1-327,-1 0 0,4 2 1,-2-2-1,-1 1-198,1-2 0,-3-1 0,8-4 54,0-2 1,6-8 0,4-6-232,4-7 593,8-6 0,41-58 0,-18 29 0,-1 0 0</inkml:trace>
  <inkml:trace contextRef="#ctx0" brushRef="#br0" timeOffset="4552">1248 326 8494,'12'-5'-11,"2"2"0,-1 2 183,0 1 1,3 0-1,-4 0 1,1 0-14,0 0 1,-2 0 0,1 1 0,-2 1-890,0 1 0,-4 1 730,0-1 0,-16 7 0,-2 4 0</inkml:trace>
  <inkml:trace contextRef="#ctx0" brushRef="#br0" timeOffset="4553">1155 391 8429,'-4'10'23,"1"-1"0,1 0 274,1 0 1,0 2 0,-1 0 0,-1 3-235,1 0 1,1 2 0,1 2 0,0 1-329,0 0 0,0-2 0,0 0 0,0-3 265,0 0 0,4-10 0,1-5 0</inkml:trace>
  <inkml:trace contextRef="#ctx0" brushRef="#br0" timeOffset="4554">1304 391 8429,'0'13'102,"0"-1"1,0 4 0,0-3 0,0 3 375,0 3 0,0 1 0,0 5 1,0 1-717,0 0 238,0-2 0,12 16 0,3-1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8:39.5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0 336 8246,'0'-7'120,"1"1"127,2-1 0,2-1 0,6-2 0,0 2-400,2 2 1,3-2-1,1 1 1,2-1 152,3-1 0,12-5 0,0 0 0</inkml:trace>
  <inkml:trace contextRef="#ctx0" brushRef="#br0" timeOffset="290">168 205 8246,'-10'10'0,"1"-1"0,0 0-118,-1 1 1,4-1 0,1 0 0,0 0 220,0 1 1,3-1 0,-1 0 0,2 1-200,1-1 0,0-3 1,1-1-1,2 0 52,3-3 1,2-1 0,1-1 0,1 0 116,-1 0 0,0 3 1,1 0-1,-1-1 5,0-1 0,-2 3 1,-1 1-1,0 1-54,-1 1 1,2-1-1,-4 3 1,1 0-237,0 1 0,-3 2 0,2 1 0,-3-1-703,-3 2 915,2-4 0,-24 3 0,-1-3 0</inkml:trace>
  <inkml:trace contextRef="#ctx0" brushRef="#br0" timeOffset="503">233 382 8286,'-14'0'-22,"4"1"1,-3 2-1,0 2 184,1 1 1,-4 5 0,3-1 0,-2 4 100,-1 2 0,2 2 0,2 1 0,2-1-17,0 1 1,4-1-1,1 1 1,1-1 67,2-3 0,1 2 0,2-6 0,2-2-163,3-1 1,6-6 0,4 1 0,3-3 231,2-3 0,7-3-383,6-7 0,44-22 0,11-10 0</inkml:trace>
  <inkml:trace contextRef="#ctx0" brushRef="#br0" timeOffset="1241">820 0 8318,'-10'5'-337,"2"-3"1,1 3-1,1 1 651,-2 2 1,-1 1-1,-2 7 1,-3 4-261,0 4 1,-2 2-1,-2 3 1,-1 2-296,0 4 0,-2-2 0,-1 1 0,0 1 194,-1 1 1,1-3 0,-3-2 0,4-3 78,4-3 0,1-3-185,4-7 0,3-6 0,6-10 153,2-8 0,20-28 0,12-14 0,0-4 0,0-1 0</inkml:trace>
  <inkml:trace contextRef="#ctx0" brushRef="#br0" timeOffset="1720">810 140 8357,'0'-9'154,"1"4"1,2 0 299,4 1 0,-2 3 0,1-2-483,1 2 1,2 5 0,0 2 28,0 3 0,0 17 0,1 4 0</inkml:trace>
  <inkml:trace contextRef="#ctx0" brushRef="#br0" timeOffset="1721">708 326 8357,'0'-9'-268,"0"0"0,0 2 0,1 2 166,2 1 1,2 0 0,4 2 101,1-1 0,11 4 0,4 4 0</inkml:trace>
  <inkml:trace contextRef="#ctx0" brushRef="#br0" timeOffset="1993">708 373 7537,'0'9'-738,"0"-3"1,0 1 700,0 0 1,0 1 0,0 2 0,0 2 94,0 0 0,0 4 0,0-3 0,0 2 226,0 1 0,0-1 1,0-1-1,0 0-24,0-3 0,0-1 0,0 0-321,0-1 1,0-3-26,0 0 0,-1-3-150,-2 0 0,1-5 1,-4-3 314,2 0 1,-2 2 753,3-3-483,0 0-236,3-4 0,0 4-3,0 0 0,1 4-65,2-1 0,-1-1 0,3 0 0,0-2-41,1-1 1,-3 0 0,3 0-1,1 0 3,1 0 1,5-1 0,0-1 0,1-1-3,-1 1 1,1 4 0,-3 1 0,1 1 77,0-1 1,-2 2 0,-2 6 0,-1 2 93,-4 2 0,-2 2 0,-2 3 0,-2 1-111,-4 1 0,-4 2 1,-2-1-1,-2 0-379,-1 0 0,1-2 0,1-3 312,0-2 0,6-2 0,4-7 0</inkml:trace>
  <inkml:trace contextRef="#ctx0" brushRef="#br0" timeOffset="2150">1052 243 8753,'10'-7'613,"0"2"1,2 0-566,4 0 1,-2 2 0,2-3 0,1 1 119,0 0-168,-2 3 0,-6 2 0,-5 5 0</inkml:trace>
  <inkml:trace contextRef="#ctx0" brushRef="#br0" timeOffset="2526">1043 354 8516,'-9'5'1608,"5"0"-1355,4-5 0,4 0 1,6 0-1,3-1-488,2-3 1,0 2-1,0-4 1,1-1-1313,-2-1 1547,4 2 0,13-27 0,8-3 0</inkml:trace>
  <inkml:trace contextRef="#ctx0" brushRef="#br0" timeOffset="2757">1173 131 8357,'-1'14'-141,"-2"-1"0,2 1 0,-2 2 0,2 1-26,1 2 0,1 1 1,1 1-1,1 4 459,-1 2 0,-1 1 0,-1 1 1,0 1-207,0 1 0,0 6 0,-1-3 0,-2-3 63,-3-4 1,-2-4-1,-2-5 1,1-4 65,0-5 0,0-3 0,-1-6 0,2-1 120,2-3 0,-1-2 0,2-5 0,1-2-53,0 2 0,1-2 1,3-1-1,0 1 106,0-1 0,0 2 0,1 3-451,2-1 1,2 1 0,6 0 0,1 0 62,4 3 0,26-6 0,8 1 0</inkml:trace>
  <inkml:trace contextRef="#ctx0" brushRef="#br0" timeOffset="3533">1388 270 8361,'0'-9'376,"1"4"1,2 1-396,3 0 1,6 3 0,5-2 0,4 2-250,3 1 0,3 0 1,1 0 267,0 0 0,17-9 0,3-1 0</inkml:trace>
  <inkml:trace contextRef="#ctx0" brushRef="#br0" timeOffset="3534">1630 159 8361,'-15'0'-350,"3"0"0,1 0 1,2 0-1,0 1 639,0 2 1,-1 2 0,1 5 0,0 3 12,-1 2 1,-2 4-1,-2 3 1,1 2-199,0 3 1,-4 1 0,1 1 0,0 1-85,0 1 0,0-1 0,3-5 0,3-4-596,3-5 1,4-3-150,6-7 0,6-10 725,7-9 0,34-36 0,10-11 0</inkml:trace>
  <inkml:trace contextRef="#ctx0" brushRef="#br0" timeOffset="3600">1695 289 8361,'6'0'-627,"0"0"1,-3 0 462,4 0 219,-5-4-40,2 3 0,-5-3-18,-2 4 1,1 1 0,-4 3-1,2 4-94,2 4 1,1 1-1,1-1 1,-1 4-55,-2 2 1,2 3-1,-2 2 1,2 0 139,1 0 1,-3 1 0,-1-1 0,-2 0 223,-1 0 0,-1-2 1,-1-3-1,-1-2 410,1-4 0,0-6 1,-2-3-1,0-2-7,-1-1 1,0-4 0,5-3-1,2-4-372,1-5 1,-3-2-1,4 1 1,1 0-198,1 2 0,1 0 0,0-1 0,1 1-496,2 2 1,3 0 0,4 5-1206,2 2 0,0-1 1654,3 4 0,-8-1 0,2 4 0</inkml:trace>
  <inkml:trace contextRef="#ctx0" brushRef="#br0" timeOffset="3743">1863 410 8424,'3'6'412,"0"1"1,1-1 0,-2 3-441,1 0 1,4 1 0,-2-1 0,2 0-1015,-1 1 1,0-2 1041,3-2 0,17-31 0,4-11 0</inkml:trace>
  <inkml:trace contextRef="#ctx0" brushRef="#br0" timeOffset="4030">1993 401 8332,'9'9'-6,"-1"0"6,-1 1 0,30 7 0,4 3 0</inkml:trace>
  <inkml:trace contextRef="#ctx0" brushRef="#br0" timeOffset="4245">2272 131 8332,'10'0'-69,"-1"1"1,0 2-1,0 2 592,1 0 0,2 7 1,2-2-1,0 3 2,3 4 1,-1 5 0,1 3-1,-3 2-187,0 5 0,-6 4 1,-6 5-1,-4 2-217,-4 1 0,-8 5 1,-4 0-1,-6-1-1661,-3-4 1540,-1-6 0,-49-6 0,-14-4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8:51.022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8571" units="cm"/>
      <inkml:brushProperty name="height" value="0.08571" units="cm"/>
    </inkml:brush>
  </inkml:definitions>
  <inkml:trace contextRef="#ctx0" brushRef="#br0">0 174 23034,'12'0'-269,"1"0"1,-1 0 0,0 0 304,0 0 1,1 0 0,0 0 0,2 0-29,2 0 1,0 0 0,0 0 0,2 0 73,0 0 1,5 0 0,0 0 0,3 0 71,0 0 1,4 0 0,3 0 0,6 0-98,5 0 1,-1 0-1,1 0 1,-1 0-48,0 0 1,4 0 0,-3 0-1,1 0-37,-1 0 1,1 0-1,-3 0 1,0 0 47,4 0 1,0 0-1,2 0 1,0 0 19,0 0 1,5 0 0,-1 0 0,0 0 35,1 0 0,-2 0 0,5 0 0,3 0 23,4 0 1,-1 0-1,1 0 1,-4 0-83,-3 0 0,2 0 0,5 0 1,3 0-12,1 0 0,-3 0 0,5 0 0,1 0 9,1 0 1,-1 0-1,1 0 1,4 0-9,3 0 1,3 0 0,4 0 0,-2 0-5,-2 0 0,7 0 1,-2 0-1,4 0 6,5 0 1,-5 0 0,-1 0-1,-2 0 15,2 0 0,3 0 0,4 0 0,-3 0-13,-4 0 1,2 0 0,2 0 0,3 0-16,1 0 0,-5 0 1,-2 0-1,0 0 3,4 0 0,-3 0 0,-1 0 0,-2 0 4,-4 0 0,-1 0 0,5 0 0,1 0 30,-2 0 0,-1 0 1,-1 0-1,1 0 31,3 0 1,-1 0 0,2 0 0,-2 0-10,-5 0 1,3 0 0,5 0 0,0 0-60,4 0 1,-9 0-1,-1 0 1,-2 0-7,1 0 0,-2 0 1,-1 0-1,-1 0 11,-2 0 0,-4 0 0,7 0 0,1 0-9,2 0 1,-5 0 0,-1 0 0,0 0 11,3 0 1,0 0-1,1 0 1,0 0 28,-4 0 1,-3 0-1,-1 0 1,3 0 11,4 0 0,-3 0 1,-3 0-1,-4 0 1,-2 0 0,1 0 1,5 0-1,2 0-9,-2 0 0,-1 0 1,-3 0-1,0 0-18,2 0 1,-7 0 0,6 0-1,0 0-18,-1 0 1,-3 0 0,-1 0 0,-1 0 42,-3 0 0,-1 0 1,-2 0-1,2 0-22,2 0 1,-3 0 0,-1 0 0,-5 0-9,-2 0 1,-1 0-1,6 0 1,1 0-6,-1 0 0,-2 0 0,1 0 0,0 0 4,0 0 0,-3 0 1,-1 0-1,1 0 4,2 0 1,-1 0-1,0 0 1,-2 0 0,-2 0 1,-2 0 0,-2 0 0,-2 0-7,-1 0 0,-1 0 1,1 0-1,-3 0-19,0 0 0,-3 0 0,2 0 0,-3 0 13,-2 0 0,1 0 0,0 0 0,0 0 59,0 0 1,-1 0 0,1 0-1,-1 0 18,-4 0 0,4 0 0,-5 0 0,2 0 32,0 0 1,-6 0-1,1 0 1,-2 0-79,-1 0 0,-2 0 1,-1 0-1,-3 0-81,-1 0 0,-2 0-377,-4 0-936,-5 0 653,-2 0-447,-5 0 1151,0 0 1,6 0 0,1 0-1</inkml:trace>
  <inkml:trace contextRef="#ctx0" brushRef="#br1" timeOffset="1681">12485 1 8326,'-12'0'-273,"-1"0"0,2 1 1,2 2 444,1 1 1,0 6-1,-5-2 1,1 3-82,0 1 1,1 6-1,1 2 1,2 3-265,-1 2 0,-2 1 1,-2 1-1,1 2 173,0-2 0,0 15 0,-1 3 0</inkml:trace>
  <inkml:trace contextRef="#ctx0" brushRef="#br1" timeOffset="1964">12620 50 8419,'-11'1'0,"1"2"0,2 3-65,-1 0 1,-2 8 0,-3 6 0,-1 5-444,-1 4 508,-1 2 0,-6 38 0,-3 9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5:24.1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24 304 8160,'-7'-1'0,"1"-2"241,1-1 162,3 0 0,-2-2-394,8-2 1,3 1 0,8-2-1,0-1-51,2-1 0,5 3 0,-2-1 0,1 1 37,0 1 1,1-3-1,3 6 1,-1 1 19,-3 1 1,2 2 0,-7 0 0,0 2 43,-2 2 0,-3 4 0,-2 9 0,-5 4-82,-3 3 1,-6 2 0,-4 1 0,-2 1-203,-2 1 1,-1 2 0,-1-3 0,-4 3-115,0 2 0,3-5 1,-1 0-1,3-4 339,2-3 0,5-33 0,1-5 0</inkml:trace>
  <inkml:trace contextRef="#ctx0" brushRef="#br0" timeOffset="383">519 165 8194,'0'7'361,"0"-1"1,5-6 0,5-2-508,6-2 0,-2 1 0,3-4 0,-3 2-319,-2 2 1,1 0-1,0 0 465,-1-1 0,1 5 0,0 6 0</inkml:trace>
  <inkml:trace contextRef="#ctx0" brushRef="#br0" timeOffset="532">544 266 8194,'-13'0'1695,"1"0"-1701,5 0 1,7 0 0,8 0 0,3 0-578,2 0 1,4 0 0,0 0 582,-2 0 0,22-11 0,4-3 0</inkml:trace>
  <inkml:trace contextRef="#ctx0" brushRef="#br0" timeOffset="833">633 102 8194,'-5'12'-98,"1"1"0,0 1 1,4 2-1,0 2-82,0 2 0,0 1 0,0 4 1,0 0 158,0 1 0,4 3 0,0 2 0,-1 0 10,-1 0 0,-2-1 0,0-5 1,-2 1 193,-2-1 0,1-1 1,-5-3-1,-2-5 125,-1-7 1,-2-3 0,0-6-52,1 0 0,0-10 1,2-2-1,3-4-140,2-2 0,1 2 1,4-3-1,0 0-90,0 4 0,0 1 0,1 1-123,3 0 0,2 5 0,4 1 0,-2 1-174,2 3 0,1 2 0,2 1 270,0 0 0,27 6 0,8 1 0</inkml:trace>
  <inkml:trace contextRef="#ctx0" brushRef="#br0" timeOffset="1032">848 102 9349,'-7'5'-49,"2"2"1,5 6 0,0 0 48,0-1 0,-6 24 0,-1 4 0</inkml:trace>
  <inkml:trace contextRef="#ctx0" brushRef="#br0" timeOffset="1266">937 0 8040,'7'6'755,"-3"2"-421,-2 4 1,2 6 0,0 3 0,-1 4-194,-2 5 0,-1 4 0,0 9 1,0 7-126,0 3 1,-1 6-1,-3-2 1,-3-1-98,0 0 1,-5-2-1,5-8 1,0-6 80,3-9 0,14-41 0,4-20 0</inkml:trace>
  <inkml:trace contextRef="#ctx0" brushRef="#br0" timeOffset="1398">1241 545 8240,'0'13'-3,"0"0"3,0-1 0,17-33 0,4-8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5:32.807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64 152 9106,'-7'-5'711,"4"5"-525,6 7 0,0 5 1,5 5-1,3 4-112,5 3 1,-1 7 0,7 3 0,0 3-130,2 1 1,3 1 0,1 2 0,2 1-148,-2-1 1,-3-6-1,-4-4 1,-4-2-400,-3-5 1,-3-12-244,-2 1 844,-3-9 0,-23-38 0,-4-15 0</inkml:trace>
  <inkml:trace contextRef="#ctx0" brushRef="#br0" timeOffset="350">317 203 8353,'-5'7'-120,"-2"4"1,-4-2 0,1 2 20,1 2 0,1 1 0,-5 1 0,0 5 234,1 4 0,-2 0 0,-2 10 0,-2 2 19,-2 5 1,-1 0 0,-4 6 0,1-1 25,3-1 0,-2-3 0,6-8 1,3-4-200,4-3 19,5-13 0,44-88 0,-14 22 0,-1-1 0</inkml:trace>
  <inkml:trace contextRef="#ctx0" brushRef="#br0" timeOffset="1098">596 51 8526,'-4'-9'691,"0"1"0,0 4-452,4-5 1,1 2-1,3-1-277,5 4 1,2 2-1,2 2 1,-1 0-106,1 0 0,-4 2 0,-1 0 1,0 4-48,0 1 0,-1 2 1,-5 3-1,3 1-21,-3 0 1,0 1 0,-4 1 0,0 2 18,-3-1 1,-3-2 0,2-2 205,-1 1 1,-1-2-1,-3-1 212,2-1 172,-2-7 0,9-2-93,-2-8 1,8 2-155,5 2 0,2 3-48,2 1 0,-6 5 0,-3 4-104,-3 2 0,-2 2 0,-3-1 0,-5 1-711,-2 0 1,-2 4 711,1 0 0,-18 11 0,-4-2 0</inkml:trace>
  <inkml:trace contextRef="#ctx0" brushRef="#br0" timeOffset="1564">875 431 8384,'-7'0'618,"2"0"0,19 0 0,3 0-1054,0 0 1,2 0 0,-2 0 435,-1 0 0,26 6 0,6 1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5:35.755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229 223 8171,'-4'-12'-349,"-2"-1"422,-1 0 1,4 5 0,-2-1 0,0 0 676,1-3 0,-4-5 0,2 0 0,0 2-373,1 1 1,-5 3 0,2 1-1,-4 1-453,0-1 0,-1 5 0,0 1 0,1 2-207,-1 2 1,0 10-1,1 4 1,-1 3-22,0 1 0,6 5 0,2-2 0,0 3-22,1 1 1,0 1 0,5-2 0,2-3 195,1-4 0,8-3 0,-1-3 0,6-3 2,2-3 1,1-4-1,3-2 1,-4-4-104,0-3 0,2-3 0,-4-2-23,-2 0 0,-2 1 321,-5-1 1,-2 3 0,-7 6 155,-4 8 1,-2 7 0,-5 6 0,-1 6 78,0 5 1,1 4 0,-1 7-1,0-1-151,1 0 0,3-5 1,2 1-1,1 0-98,4-2 0,0-1 0,2-5 0,0-2-766,0-3 713,0-9 0,17-28 0,4-13 0</inkml:trace>
  <inkml:trace contextRef="#ctx0" brushRef="#br0" timeOffset="383">381 198 9166,'7'13'245,"3"-1"0,-4 2 0,2 5-127,6 6 0,-1 2 0,5 7 0,1 2-9,2 5 0,-2-1 0,1 2 0,0-4-255,0-4 1,-5-3-1,1-7 1,-5-3-708,-3-4 0,-4-9 853,5-4 0,-12-64 0,2-18 0</inkml:trace>
  <inkml:trace contextRef="#ctx0" brushRef="#br0" timeOffset="601">660 223 8272,'-13'0'-218,"1"0"446,-1 0 0,5 0 0,-1 2 0,-1 2 168,-1 4 0,-2 5 1,1 4-1,-1 4-295,0 3 1,-1 7-1,-3 3 1,-2 3-69,-1 1 0,-4 0 0,4-2 0,0-2 90,4-4 1,3-8 0,3-4-700,2-3 576,5-6 0,25-54 0,14-11 0</inkml:trace>
  <inkml:trace contextRef="#ctx0" brushRef="#br0" timeOffset="969">787 33 8272,'8'-11'7,"1"2"1,-1 0 0,3 6-81,-2 4 0,1 1 1,-6 6-1,-1 2-172,-2 1 0,-1 3 1,0 2-1,0 1 210,0-2 1,-5 3-1,-2-1 1,-2-1 146,1-2 1,3-1 0,-3-2-1,0-1 693,0-2 1,1-4 306,3 5 0,1-6-695,-5 1 1,11-3-1,1-1-865,6 0 1,3 0 0,-1 0 447,1 0 0,22 6 0,6 1 0</inkml:trace>
  <inkml:trace contextRef="#ctx0" brushRef="#br0" timeOffset="1566">1129 426 8272,'0'-12'493,"0"4"0,2-1 0,2 4 1,4 3-355,4 0 1,4 2 0,3 0 0,0 2-427,4 2 0,-3-3 1,-1 3-1,1-2 287,0-2 0,-5 11 0,4 3 0</inkml:trace>
  <inkml:trace contextRef="#ctx0" brushRef="#br0" timeOffset="1732">1307 299 8272,'0'13'-14,"-5"0"1,1 1 0,1 3 98,2 4 1,-3-1 0,0 1-1,-1 1-288,0 2 0,3 6 203,-2-1 0,-3-10 0,0-8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5:41.271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405 115 8189,'-7'0'416,"-3"1"0,5 2-395,-2 1 1,2 6 0,-3-1 0,-3 2 5,-5 2 0,-4 5 1,-5 5-1,-2 3-130,-2 4 0,-4 5 0,-3-1 1,0 1-95,3-1 0,6-4 0,2-9 0,6-4-203,5-3 0,7-9 284,3-5 0,4-5 0,4-8 131,5 0 0,-4 5 0,1 1 1357,-1 1-693,-3 2 0,9 4-494,-2 0 0,-2 0 1,0 1-1,0 2-53,0 1 1,3 1 0,5-4-1,3 2 8,2 1 0,1 6 0,5-3 1,-1 3-110,0 3 0,1-2 0,-1 8 0,0 1-128,1 0 1,-6 0 0,-4 2 0,-3-2-1124,-4-2 1220,2-1 0,-10-38 0,5-9 0</inkml:trace>
  <inkml:trace contextRef="#ctx0" brushRef="#br0" timeOffset="600">747 1 8808,'-7'1'1534,"5"4"-1346,4 3 0,7 5 1,6 2-1,4 2-317,0-1 0,-2 2 1,4-1-1,1 0-444,-3 1 1,5-3-1,-4 5 573,0-1 0,4 9 0,-5-2 0</inkml:trace>
  <inkml:trace contextRef="#ctx0" brushRef="#br0" timeOffset="933">1191 26 8992,'-12'0'135,"-1"4"0,0 2 0,0 1-333,1 3 0,-1 3 0,-1 2 0,-1 2-52,-2-1 0,-2-1 0,4 1 0,-2 0 246,1 0 0,4-6 1,2-2-1,3 2 171,1 1 0,-2-2 1,4-1 227,1 2 1,1-3-1,2 2-144,0 1 1,5 1 0,-1 1 0,-1 3-56,-2 1 1,-1 4-1,0 6 1,0 0-107,0 4 0,0-2 0,0 4 0,0-1-353,0-2 0,0-3 0,0 0 0,0-2-1769,0-3 2032,0-3 0,11-33 0,3-8 0</inkml:trace>
  <inkml:trace contextRef="#ctx0" brushRef="#br0" timeOffset="1673">1800 140 8395,'-13'0'252,"5"0"0,-1 0 0,-1 2-168,-1 2 1,-2 3-1,1 6 1,-2 1-251,-3 3 0,1-2 1,-5 6-1,-1 2 197,-2 1 0,-2-3 1,1 0-1,1 0 254,3-1 1,-2 2-1,6-6 1,2-3 1381,1-4-1396,7-6 1,2 3 0,10-6 0,3 0-268,3 0 0,8 4 0,2 2 0,3 1 49,1 3 1,1 1-1,-1 2 1,0 1 7,1 3 1,-5-3 0,-2 4 0,0-1-353,-4 0 0,-1 1 0,-1-2 291,0 1 0,-1-1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5:38.409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140 1 8293,'-11'1'547,"1"3"-443,2 5 1,3 8-1,-2 4 1,0 4-201,0 5 1,3 2 0,-3 7 0,0 4 93,0 3 0,0 4 0,-3-1 1,1-1-32,0-2 1,2-5-1,0 0 1,1-7-253,3-9 285,2-5 0,18-58 0,4-13 0</inkml:trace>
  <inkml:trace contextRef="#ctx0" brushRef="#br0" timeOffset="215">318 89 8346,'0'-8'0,"0"-1"833,0 0-671,0 3 1,0 2-1,-2 8 1,-1 4-346,-1 4 0,-4 5 0,2 1 1,-1 0 13,-3 0 0,5 4 0,-1-5 0,2-2 28,-1-1 1,1-1 0,4-1 90,0 1 0,2 0 0,2-1 182,4 1 0,4-6 0,2-1 0,1-2 129,2 0 0,4 6 1,-4-1-177,-1 2 0,-4 6 0,-3 0 0,-5-2-87,-3-1 1,-2 3 0,-3 1-1,-5 1-270,-2-1 0,-6 0 0,-1-4 1,-1 1-201,1-4 1,-3-7 0,4 0 471,2-2 0,-5-70 0,0-16 0</inkml:trace>
  <inkml:trace contextRef="#ctx0" brushRef="#br0" timeOffset="312">343 89 7597,'6'-7'354,"-4"2"0,7 5 1,1 0-526,1 0 1,3 1 170,3 3 0,-9-2 0,4 3 0</inkml:trace>
  <inkml:trace contextRef="#ctx0" brushRef="#br0" timeOffset="629">698 77 9227,'6'17'0,"2"1"415,3 2 1,2 5 0,1 6 0,2 1-178,0 4 1,6 4 0,-4 3-1,0-4-330,1-4 1,-3-4-1,-3-5 1,0-2-364,-1-3 1,-3-4 454,-1-9 0,-22-42 0,-1-15 0</inkml:trace>
  <inkml:trace contextRef="#ctx0" brushRef="#br0" timeOffset="845">951 51 8382,'-12'0'-629,"-1"0"680,0 0 0,1 6 0,-1 4 1,0 5 500,1 6 1,-5 9 0,-1 4-1,-2 4-554,-3 4 1,-1 3-1,-1 6 1,0 0-272,-1-1 1,7-5 0,0-2 272,1-4 0,-2-35 0,-5-8 0</inkml:trace>
  <inkml:trace contextRef="#ctx0" brushRef="#br0" timeOffset="1462">1294 356 8522,'-7'-6'432,"-5"4"0,12-3 0,0 5 0,8 0-355,3 0 0,3 0 0,3 0 0,3 0-346,-1 0 0,5 0 269,-3 0 0,31 5 0,9 3 0</inkml:trace>
  <inkml:trace contextRef="#ctx0" brushRef="#br0" timeOffset="1711">1763 89 8354,'-11'2'0,"1"1"0,3 2 204,1 2 1,0-3 0,4 6 0,-4 3-308,-1 2 0,4 4 0,-1-4 1,2 4-45,2 0 1,0-3 146,0 1 0,0-3 0,0-2 0</inkml:trace>
  <inkml:trace contextRef="#ctx0" brushRef="#br0" timeOffset="2029">1776 77 7713,'12'5'-639,"-3"-3"0,-1 2 739,2-3 1,1-1 0,2 0 0,0 0 58,-1 0 1,1-4-1,0-2 144,-1-1 0,1 3 263,0-4 447,-1 5-820,1-3 0,-7 12 0,-5 2 0,-4 4-105,0 0 1,-2 2 0,-1 3 0,-1 6-47,-3 5 1,3 0 0,0 6 0,0 1-33,0 2 1,-1 6 0,-5 3 0,0-1-250,1-3 0,-1-3 0,0-1 239,1 0 0,10-22 0,4-6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5:48.255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27 340 8141,'-6'-7'2565,"-1"1"-2477,-5 6 1,10 0 0,7 0 0,4 0-161,4 0 1,5 0-1,2 0 1,1 0-297,0 0 0,-1 0 368,1 0 0,20 0 0,0 0 0</inkml:trace>
  <inkml:trace contextRef="#ctx0" brushRef="#br0" timeOffset="450">585 48 8184,'0'-12'0,"0"-1"0,0 4 250,0 1 0,-2 5 0,0 0-128,-3 6 1,-3 8 0,4 8 0,0 2-85,-2 6 1,3-1-1,-4 8 1,1 1-3,4 2 1,-5 3 0,0 2 0,-2 3-25,1 0 0,1 3 0,-3-6 0,1-1-375,-1-2 1,3-6 0,0-5-901,2-5 1263,0-11 0,11-63 0,1-19 0</inkml:trace>
  <inkml:trace contextRef="#ctx0" brushRef="#br0" timeOffset="784">686 188 8184,'6'-13'-8,"2"0"1,-1 1-1,2-1 1,1 2 231,1 2 0,2-1 0,-1 6-139,1 1 1,-2 8 0,-1 3 0,-3 5-224,-1 4 0,-2 2 0,-4 7 0,0-1 120,0 0 1,-4 2 0,-2 1 0,-1 2 24,-3-2 0,-2-1 0,-4-2 0,-1 1 178,2-1 1,-4-1 0,1-3-1,0-4 301,0-3 0,2-1 0,6-2 1717,2-3-1841,-1-2 1,9-6 0,7 0-452,7 0 1,9 0-1,-2 0 1,4 0-709,5 0 1,-3 0-1,2 2 797,-2 2 0,32 8 0,9 8 0</inkml:trace>
  <inkml:trace contextRef="#ctx0" brushRef="#br0" timeOffset="1320">1168 112 7977,'0'-13'994,"0"7"1,0 6-959,0 7 0,1 6 0,4 4 1,3 4 68,3 3 0,2 1 0,0 1 1,-1-1-31,1 1 1,0-1 0,1 2 0,0-1-240,-1 0 1,2 2-1,-6-7 1,0 2-387,0-2 0,1 1 0,-5-6 0,1-4 550,0-2 0,-8-29 0,-5-4 0</inkml:trace>
  <inkml:trace contextRef="#ctx0" brushRef="#br0" timeOffset="1548">1409 124 8191,'-8'0'-80,"-1"2"168,-1 2 1,3-1 0,-1 5-1,-1 2 473,2 1 0,-5 8 0,0 2 0,-3 4-388,-1 5 1,-3 2 0,-3 8 0,-2 2-33,-1 4 0,0 2 1,-1-1-1,1-6-394,0-6 1,6-1 252,7-9 0,44-87 0,-7 16 0,-1-1 0</inkml:trace>
  <inkml:trace contextRef="#ctx0" brushRef="#br0" timeOffset="1998">1713 365 8191,'-12'0'348,"3"0"328,1 0 0,6-1-452,2-3 1,2 2-1,6-2 1,3 3-301,5 1 1,-2 0 0,3 0 0,-2 0-1137,2 0 1,-3 0 1211,3 0 0,3 0 0,0 0 0</inkml:trace>
  <inkml:trace contextRef="#ctx0" brushRef="#br0" timeOffset="2165">1827 251 8191,'-7'17'0,"2"0"19,-1-2 0,5 4 1,-4-1-1,3 2 177,-3 2 1,4 1 0,-3 1-1,2-2-622,2 1 426,0 4 0,0-8 0,0 7 0</inkml:trace>
  <inkml:trace contextRef="#ctx0" brushRef="#br0" timeOffset="4515">2271 315 8199,'-13'-9'0,"1"1"0,-2-1-56,-3 2 1,7-4 0,-1 2 0,2-2 316,2-2 0,4 1 0,-1-2 0,4-2-255,4-1 0,5 5 0,8 3 0,2 1-46,1 1 1,4 1 0,-3 6 0,3 0 73,1 0 0,-1 6 0,-1 4 0,-3 4-5,-2 3 1,-5 5-1,-6-1 1,-2 3-26,-2 2 0,-1-1 0,-4 0 1,-2 1-82,-5-1 0,-3 2 1,-4-1-1,-2 1 7,-2-3 1,-1-7 0,-4 0 0,-1-3 167,1-1 0,5-6 0,2-3 1631,0-3-1281,4-1 1,1-1 0,10-2 0,6-1-457,5 1 0,8-2 0,2 0 0,2 2-265,2 2 0,-2 1 0,0 1 0,0 2-357,-1 2 0,-3 3 0,1-2 630,-3 1 0,27-21 0,7-2 0</inkml:trace>
  <inkml:trace contextRef="#ctx0" brushRef="#br0" timeOffset="4915">2791 213 8189,'-13'-7'0,"2"1"90,2 1 0,-2 3 0,3 0 1,-4 3 232,0 3 0,-1 10 0,2 0 0,1 5-149,2 3 1,3 2 0,-2 2 0,2 0-139,2 4 0,3-3 0,3 2 0,4-2-81,4-2 0,0-6 0,9-5 0,0-6-56,-1-2 1,1-3-1,3-8 1,-4-3-44,0-3 0,-2-8 1,-5-2-1,0-3-126,-4-1 0,2-2 0,-6-1 1,-1-3 30,-2-1 0,-1 3 0,0 0 0,-1 4 278,-3 3 1,-8 8 0,-6 7-1,-2 2 67,-2 2 1,2 8 0,0 7-107,2 3 0,1 47 0,4 7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9:15.854"/>
    </inkml:context>
    <inkml:brush xml:id="br0">
      <inkml:brushProperty name="width" value="0.05" units="cm"/>
      <inkml:brushProperty name="height" value="0.05" units="cm"/>
      <inkml:brushProperty name="color" value="#F6630D"/>
    </inkml:brush>
    <inkml:brush xml:id="br1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18 1 28846,'-6'0'-2636,"1"0"1618,3 0 961,-2 0 78,4 0 0,7 0 1,2 0-23,4 0 1,-2 0-1,1 0 1,-2 0 36,-2 0 0,2 0 0,1 0 0,1 0 53,-1 0 1,2 0-1,2 0 1,2 0 7,1 0 0,0 0 0,2 0 0,2 0-37,0 0 0,2 0 0,3 0 0,2 0 29,0 0-125,1 0 0,0 0 0,3 0 188,1 0-257,2 0 0,-1 0 1,1 0 93,-1 0 1,0 0 0,1 0 0,-1 0 95,1 0 1,-1 0 0,0 0-1,2 0-38,1 0 1,1 0-1,3 0 1,-4 0-64,-2 0 0,1 0 0,0 0 0,2 0-22,-2 0 0,2 0 0,1 0 0,0 0-59,2 0 1,-2 0 0,-1 0 0,-1 0 9,1 0 1,1 0 0,0 0 0,5 0 111,0 0 1,0 0 0,-1 0 0,0 0-11,1 0 1,-1 0 0,0 0 0,2 0-23,1 0 0,2 0 0,3 0 0,-2 0 30,-3 0 1,-1 0 0,-1 0 0,2 0-41,3 0 0,1 0 1,0 0-1,-1 0 19,-2 0 1,3 0 0,-2 0-1,1 0-10,0 0 0,-2 0 1,1 0-1,0 0 2,0 0 0,-6 0 0,2 0 0,-1 0 58,2 0 0,0 0 1,4 0-1,-3 0-38,-4 0 1,1 0 0,-2 0 0,2 0-23,3 0 0,-2 0 1,3 0-1,-3 0-33,-1 0 0,-3 0 0,0 0 0,-1 0-15,0 0 0,-1 0 1,1 0-1,0 0 24,1 0 0,-7 0 1,0 0-1,-1 0 5,-2 0 1,-1 0 0,1 0 0,1 0-15,-1 0 0,-1 0 0,2 0 1,2 0-19,0 0 1,-2 0 0,-2 0 0,0 0 0,-1 0 1,2 0-1,-3 0 1,2 0 15,-2 0 1,0 0 0,-2 0 0,1 0 17,-1 0 0,0 0 1,-3 0-1,-2 0 41,-2 0 0,-1 0 0,2 0 1,0 0 9,-3 0 1,1 0 0,-1 0 0,4 0-48,1 0 1,-2 0 0,1 0 0,-2 0-23,2 0 0,-2 0 0,0 0 0,-2 0-47,-2 0 0,-5 0 0,2 0 0,-1 0 62,1 0 0,-5 0 0,2 0 99,-1 0 0,-1 0 0,2 0 60,0 0 1,0 0 0,0 0-62,0 0-188,-1 0 0,-2 0-17,0 0 339,-4 0 0,6 0-207,-2 0 1,2 0-1,1 0-198,0 0 0,-4 0 1,1 0-1111,1 0 1303,-3 0 0,-20 0 0,-8 0 0</inkml:trace>
  <inkml:trace contextRef="#ctx0" brushRef="#br1" timeOffset="2733">2877 177 8185,'0'-6'0,"0"0"425,0-1 0,-1 2 0,-1-1 191,-1-1 0,-3 3 0,3-2 0,1 0-295,-2 1 0,2-2 0,-4 3 0,-1 0-346,-1 0 0,-1 0 1,0 2-1,0-1-13,1 1 1,-2 1 0,-1 1 0,-1 1-105,1 2 0,1 3 1,2 5-1,-1 2 12,0 1 0,4-3 1,1 4-1,1 1 76,0 1 0,0 1 1,4 2-1,1 2 20,1 0 0,4 2 0,-2 2 0,1 1 31,0-1 1,-1 1-1,1 0 1,-3-1-26,1 1 1,-3-5 0,2-2 0,-2-4-250,-1-5 0,3-1-95,0-1 0,-1-4 0,-5-3 372,-3-4 0,-21-50 0,-7-16 0</inkml:trace>
  <inkml:trace contextRef="#ctx0" brushRef="#br1" timeOffset="2880">2629 345 8411,'-8'0'1235,"3"-1"-4,2-2 0,4 2-1051,5-2 1,0 3 0,9 2 0,1 1-623,1-1 0,1 2 0,2-1 442,1-1 0,35-5 0,6-2 0</inkml:trace>
  <inkml:trace contextRef="#ctx0" brushRef="#br1" timeOffset="3216">3045 150 8185,'-4'-8'92,"0"2"0,-2 1 420,0 1 1,3 1 0,-2 2-1,0-1-59,0-1 0,0 4 1,-2 6-1,1 3-275,-1 1 1,1 8 0,-1 0 0,2 1-58,1 2 0,-2 3 0,2-1 0,0 4-21,0 1 0,1-2 0,3-4 0,2 1-630,4-1 1,0 0 0,6-4 0,-1-3-2075,0-3 2604,-1-1 0,19-27 0,-1-5 0</inkml:trace>
  <inkml:trace contextRef="#ctx0" brushRef="#br1" timeOffset="3565">3098 221 9283,'4'9'699,"-2"4"0,5 2 1,2 1-479,2 2 0,5 3 0,-2-1 1,3 1-197,1 1 0,-3-7 0,-1 3 1,1-2-45,-1-3 1,-2 0 0,-5-5-1950,-2-2 1968,1-2 0,-9-47 0,-2-11 0</inkml:trace>
  <inkml:trace contextRef="#ctx0" brushRef="#br1" timeOffset="3747">3267 248 8209,'-9'0'-200,"0"0"0,0 0 1,0 0 777,0 0 0,4 4 1,-1 2-1,-1 1-154,-1 2 1,-4 5-1,0 3 1,1 3-381,2 3 1,-3-2 0,0 2-1,1 1-378,1-2 1,5 0 0,2-5 0,2-2 333,1-4 0,16-24 0,4-8 0</inkml:trace>
  <inkml:trace contextRef="#ctx0" brushRef="#br1" timeOffset="4015">3399 177 8209,'9'0'692,"-3"0"0,0 0-48,1 0 0,0 5 0,0 3 0,-1 3-176,1 3 0,-1 5 1,1 4-1,-2 3-289,-1 1 0,-1 2 0,-3 1 0,-1-2-639,-2 0 0,-2-2 1,-4 1 459,1-1 0,-21-3 0,-4-1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6:44.5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 0 8297,'-14'11'0,"-4"0"0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6:43.2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0 219 8254,'0'-7'153,"1"1"0,3 0 81,3 0 1,4 2 0,4-3-1,4-1-145,6 2 1,-1-2-1,4 4 1,0 2-158,0 0 0,-4 2 1,1 3-1,-6 3 56,-4 5 1,-4 4-1,-4-1 1,-4 4 169,-1 3 0,-8 5 0,-5 2 0,-6 1-166,-4 1 1,-1 4 0,0-6-1,0 0-183,0-2 1,2-3 0,2-3 190,3-1 0,13-38 0,3-12 0</inkml:trace>
  <inkml:trace contextRef="#ctx0" brushRef="#br0" timeOffset="324">405 132 8346,'1'-6'0,"2"1"33,0 0 0,6 4 1,-2-3-185,3 3 1,-3-3-1,1 0 1,0 2-285,2 1 1,-1 2 434,-1 3 0,-18 36 0,-8 13 0</inkml:trace>
  <inkml:trace contextRef="#ctx0" brushRef="#br0" timeOffset="665">405 219 8346,'-7'0'477,"0"0"0,5 0 0,1-1-519,4-3 0,6 3 0,1-4 1,3 2-425,1-1 1,-1 0-1,0 4 466,2 0 0,19-9 0,1-4 0</inkml:trace>
  <inkml:trace contextRef="#ctx0" brushRef="#br0" timeOffset="691">525 22 8328,'0'12'0,"0"2"0,0 0-129,0 0 0,0 3 0,0 1 1,0 3 273,0 0 1,0 5-1,0 1 1,0 1-31,0 2 0,-3 2 1,-1 1-1,1-2 60,-2-2 1,2-2 0,-4-6 0,-2-2 4,0-1 1,1-9 0,1-2 0,-1-4-40,-2-3 1,0-2 0,2-1 0,2-6-122,1-4 0,-3 0 1,5-6-1,0 1-144,2 1 0,1-2 0,0 4 0,1 2 11,3 0 1,-2 3 0,6 0-1,1 1 30,5 2 0,-2 5 0,4-2 0,0 3 83,2 1 0,41-5 0,12-1 0</inkml:trace>
  <inkml:trace contextRef="#ctx0" brushRef="#br0" timeOffset="832">679 66 8319,'-4'7'13,"0"1"0,1-1 1,3 4-1,0 1 22,0 3 1,0-2-36,0 5 0,-5-9 0,-1 0 0</inkml:trace>
  <inkml:trace contextRef="#ctx0" brushRef="#br0" timeOffset="1065">799 0 8388,'0'11'46,"0"0"1,0 0 250,0 0 0,0 5 1,0 2-1,0 4 301,0 4 0,0 6 0,0 8 0,-1 4-322,-3 4 0,2 3 1,-6 6-1,1 1-386,1-1 1,-2-7-1,3-7 1,0-9-1059,0-7 1168,1-9 0,-1-2 0,-1-5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6:47.565"/>
    </inkml:context>
    <inkml:brush xml:id="br0">
      <inkml:brushProperty name="width" value="0.08571" units="cm"/>
      <inkml:brushProperty name="height" value="0.08571" units="cm"/>
      <inkml:brushProperty name="color" value="#FF0066"/>
    </inkml:brush>
    <inkml:brush xml:id="br1">
      <inkml:brushProperty name="width" value="0.11429" units="cm"/>
      <inkml:brushProperty name="height" value="0.11429" units="cm"/>
      <inkml:brushProperty name="color" value="#FF0066"/>
    </inkml:brush>
  </inkml:definitions>
  <inkml:trace contextRef="#ctx0" brushRef="#br0">32 251 8342,'-11'0'121,"0"0"587,5 0 1,2 0 0,8 0-641,3 0 0,4 3 0,4 1 0,3-1-276,2-2 1,6 0-1,-1 1 1,0 2 207,-2-2 0,23 5 0,6-1 0</inkml:trace>
  <inkml:trace contextRef="#ctx0" brushRef="#br0" timeOffset="574">612 10 8388,'-2'-6'118,"-1"2"0,-2 9 0,-2 5 1,2 6 3,0 4 1,4 1 0,-4 8 0,1 3-11,0 3 1,-4 4-1,1 6 1,-2 1-96,2 2 1,-3-1 0,4-4 0,-1-3-111,-1-4 1,6-4 0,-2-7-1189,3-6 1281,1-11 0,10-37 0,2-14 0</inkml:trace>
  <inkml:trace contextRef="#ctx0" brushRef="#br0" timeOffset="733">677 163 8388,'12'-7'-291,"2"1"1,0 0 112,0 0 0,2 3 0,-2 0 0,-1 1 480,0 2 1,-2 5 0,-2 4 0,0 3-276,-2 3 0,-4 3 0,0-2 0,-3 1 66,-3 2 1,0 1 0,-4-1 0,-3-1 27,-3 2 0,-1-3 0,-4 1 1,0 0 74,1-1 1,0-1-1,3-6 1,1-2 463,3-1 0,-1-3-240,4 3 0,3-4-619,4 1 0,7-3 0,7-1 0,4 0-203,3 0 0,6 5 402,2 2 0,61 22 0,-37-11 0,0-1 0</inkml:trace>
  <inkml:trace contextRef="#ctx0" brushRef="#br0" timeOffset="1333">1104 43 8509,'0'-11'263,"-5"5"1,7 2 0,0 8-1,4 4-21,6 6 1,0 3 0,6 6 0,2 2-106,0 5 1,2 2 0,1 4-1,2 1-153,0 2 0,0 1 0,-6 4 0,-1-3-287,2-4 1,-8-7-1,-1-11 1,-3-5-1605,-2-2 1907,-1-6 0,-5-25 0,0-11 0</inkml:trace>
  <inkml:trace contextRef="#ctx0" brushRef="#br0" timeOffset="1566">1421 65 8489,'-11'0'-6,"-1"5"1,-1 2 0,-2 4 160,2 3 0,-1 1 0,1 6 0,-3 3-29,-1 3 0,-1 2 0,-3 5 0,2 1-101,1 2 1,-1 0-1,-1-1 1,0 0-72,2-1 0,8-5 0,1-6 1,3-5-1023,3-4 1068,2-8 0,30-36 0,8-14 0</inkml:trace>
  <inkml:trace contextRef="#ctx0" brushRef="#br0" timeOffset="1882">1629 284 7948,'-5'0'1283,"5"0"-1415,6 0 1,5 0 0,3 0 0,1 0-413,2 0 1,1 0 543,0 0 0,-2 0 0,-6 0 0</inkml:trace>
  <inkml:trace contextRef="#ctx0" brushRef="#br1" timeOffset="2068">1749 141 8756,'0'11'0,"-1"0"-216,-2 0 1,1 0-1,-2 1 1,0 3 600,0 3 0,-1 4 0,3 2 0,-2 3-184,2 1 1,1-2-204,1 3 0,0 10 0,0 6 0</inkml:trace>
  <inkml:trace contextRef="#ctx0" brushRef="#br0" timeOffset="2616">2111 207 8541,'-7'-11'-147,"-1"0"0,3 0 0,0-1 255,0-3 0,2 3 0,4-2 0,3 2 220,3 1 1,4 0 0,3 1 0,3 3-406,0 3 1,4 3 0,-3 2 0,2 3 88,-2 3 1,-2 8 0,-5 3 0,-1 2-99,-3 2 0,-2 4 0,-5 1 0,-2-1-97,-1 1 0,-3 2 0,-6-3 0,-2-1 30,0 2 1,-6 0 0,2 2 0,-3-5 239,-1-4 1,2-3 0,0-5 0,3 0 591,1-2 1,2-7-293,3 1 0,6-4 1,5-4-1,6-2-190,4 0 1,6-2-1,2 3 1,3 0-573,0 0 1,1 2-1,0 3 1,0 0-1627,0 0 2001,0 0 0,34 9 0,8 3 0</inkml:trace>
  <inkml:trace contextRef="#ctx0" brushRef="#br0" timeOffset="2966">2537 437 8447,'-16'-5'72,"4"2"0,-2-4 1,2 0 214,1 1 1,0-5 0,1 1 0,1-3-17,2-1 0,5-3 0,-2-1 0,3-3-695,1 0 0,5-1 0,2 0 0,4 0 141,4 0 1,-2 5-1,5 2 1,2 3 177,0 1 0,3 2 1,2 1-1,0 5 155,0 1 1,-2 7-1,-1 4 1,-2 3 187,-2 3 0,-2 5 0,-6 1 1,-3 3-41,-3 1 1,-3 3 0,-2-1 0,-4 1-394,-6-2 1,-2-3 0,-8-1 194,-2 0 0,-23-10 0,-10-2 0,-4 1 0,1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6:55.098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306 1 8456,'-8'0'-305,"1"1"217,-1 2 1,-2 3-1,0 5 1,0 0 44,-1 0 1,3 4 0,-7 1 0,2 0 139,-2-1 1,2 4 0,-5-4 0,-2 1 107,0 0 0,-1 2 0,2-3 0,1-2 198,3-1 1,0-4 0,4-2 716,0-1-772,5-2 0,2-3-523,8 0 1,2 0 0,5 0-1,0 1 172,0 3 0,0 1 1,0 3-1,0 0 168,0 0 1,0 2 0,0 1-1,0 0-93,0 0 1,0 0 0,-1 0 0,1-2-278,0-1 1,0 1 0,-1-1 204,-3 1 0,13 2 0,-2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7:13.079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14 32 8224,'-2'-11'0,"-2"1"578,0 2 1,3 5-365,-1 3 1,4 4 0,3 6 0,1 1 9,1 3 1,0 2 0,1 2-1,1-1-370,0 0 1,3 0 0,-2-1 0,1 1-1284,2-2 1429,0-3 0,17-2 0,4-3 0</inkml:trace>
  <inkml:trace contextRef="#ctx0" brushRef="#br0" timeOffset="335">325 60 8309,'-7'3'-207,"0"1"0,0 1 32,0-1 1,-3 2 0,-2 3 0,-2 1 241,-3 1 1,2 1 0,-4 2 0,-1 0-73,0 0 0,2-1 0,2-1 0,3-3-292,4-4 423,4-1 0,3-4 0,3-1 3,2-2 1,2 3 0,0-3 125,1 2 1,1 5 0,0 3 0,0 2-8,-3 2 1,2 3-1,-3 4 1,0 0-34,0 4 1,0 3 0,-3 3 0,0 0-107,0 1 0,0-1 0,-1 1 0,-1 0-460,0 0 1,-3-3-1,3-8 1,-1-1 350,0-2 0,-1-32 0,-3-9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7:15.262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290 7 8406,'-1'-4'578,"-2"2"-353,-1 1 0,-3 4 1,0 2-1,-4 3-233,-3 4 0,-1 0 1,-3 7-1,0 0-8,0-1 1,-1 5-1,-2-2 1,0 0 26,-1-1 1,4-3 0,2-2 0,1-2 318,1-1 0,3-3 929,1-4-993,6-2 0,1-3 1,6 0-392,4 0 1,1 1 0,3 1 0,0 3 216,0 1 1,3 2-1,3 1 1,-1 3-144,-1 2 0,-1-3 0,0 1 0,0 1-208,0 0 1,0-1 0,-3-1 0,-1-1 258,-2-1 0,5-8 0,2-1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7:16.529"/>
    </inkml:context>
    <inkml:brush xml:id="br0">
      <inkml:brushProperty name="width" value="0.08571" units="cm"/>
      <inkml:brushProperty name="height" value="0.08571" units="cm"/>
      <inkml:brushProperty name="color" value="#FF0066"/>
    </inkml:brush>
  </inkml:definitions>
  <inkml:trace contextRef="#ctx0" brushRef="#br0">20 184 8527,'4'-3'23,"-1"2"0,1 1 0,2 6 0,3 3 285,2 5 0,4 4 1,4 7-1,2 3-94,3 4 1,1 4 0,4 1 0,-2 0-184,-1 0 0,-2-1 1,-3-4-1,-2-4-163,-3-3 1,-4-8-1,-3-5-454,-4-4 1,1-6-308,-4-2 1,0-3 892,-5-4 0,-10-22 0,-6-6 0</inkml:trace>
  <inkml:trace contextRef="#ctx0" brushRef="#br0" timeOffset="250">296 212 8527,'-7'1'-602,"0"1"766,-1 3 0,-1 5 0,-1 2 0,-1 5 51,-2 4 1,-3 3-1,-1 5 1,-1 2-206,-2 2 0,2 1 0,0 0 1,0-2-39,0-1 1,0 1 0,-1-3 0,3-2-269,4-4 1,0-4 0,5-5 295,3-3 0,6-13 0,2-7 0</inkml:trace>
  <inkml:trace contextRef="#ctx0" brushRef="#br0" timeOffset="1033">550 42 8506,'0'-7'0,"0"0"219,0 0 0,1 1 0,1 0 0,1 3 36,1-1 1,1 2 0,2 2-1,0 1-216,0 1 1,-1 3 0,0 4 0,-2 1-124,-1 1 0,-1 1 1,-2 2-1,0 0-46,0 0 0,-3 0 0,-1 0 0,-1 0-118,1 1 1,-1-4 0,-2-2-1,0-1 237,0-1 1,-1-1 460,1-1-343,3-2 1,4-3 0,5 0-1,2 0 132,3 0 1,-2 0 0,1 0 0,-1 0-119,-1 0 0,0 4 0,-1 2 1,-1 3-153,-3 0 0,-2 2 1,-2 1-1,-3 1-192,-4 1 0,-1 0 0,-3 0 0,-2-2 223,0 0 0,-28-13 0,-7 0 0</inkml:trace>
  <inkml:trace contextRef="#ctx0" brushRef="#br0" timeOffset="1466">876 446 8481,'-5'-2'-132,"1"-1"0,2 0 558,0 1 0,2 1 0,2-1 0,3 1-168,4 1 1,2 0-1,4 0-258,2 0 0,29 6 0,11 2 0</inkml:trace>
  <inkml:trace contextRef="#ctx0" brushRef="#br0" timeOffset="2878">1591 184 8120,'0'-10'0,"-1"-1"-101,-1 0 1,-2 0 0,-1 2 0,-1 0 541,-1 0 0,-1 1 0,-2 2 0,0 1-93,-2 3 0,-4 2 0,0 2 0,-1 4-491,0 2 0,2 3 0,0 3 0,1 1 75,2 2 0,4-1 0,-1 2 0,3 0-32,1 0 1,3-2-1,1 0 1,2-2 38,4-2 1,2-2 0,3-3 0,2-3 3,4-1 0,1-3 1,3-1-1,-2-3-135,-1-3 1,2-4 0,-2 1 0,-2-1 20,-3 1 0,0 1 0,-4 3 1,-3 0 91,-1 1 0,-2 5 293,-4 3 1,-5 5 0,-3 8 0,-1 4 273,-2 2 1,2 1-1,0 3 1,1 2-128,2 2 1,-3 1 0,3 2 0,1-2-402,1-2 1,2-2 0,-1 0 0,1-3-576,1-1 615,0-4 0,19-14 0,4-3 0</inkml:trace>
  <inkml:trace contextRef="#ctx0" brushRef="#br0" timeOffset="2923">1853 198 8422,'7'6'138,"0"4"1,1 2-1,2 4 1,3 3 76,3 5 1,5 6-1,-1 3 1,-1 1-61,-1 2 1,-2-2-1,-2-1 1,-3-3-182,-1-3 1,-5-6 0,0-5 0,0-4-547,-1-2 0,0-6 57,-2-1 1,-1-3-1,2-3 515,0-1 0,-2-18 0,2-5 0</inkml:trace>
  <inkml:trace contextRef="#ctx0" brushRef="#br0" timeOffset="2955">2058 219 8474,'-7'4'-246,"0"-1"0,0 5 0,-1-1 328,1 0 1,-2 4-1,-2 3 1,-2 5 268,-2 4 0,0 2 0,0 3 0,-1 1-290,0 2 0,-3-1 1,2 2-1,2-4-201,3 0 0,1-5 0,4-1 1,1-6-1131,1-3 1270,2-6 0,6-4 0,1-3 0</inkml:trace>
  <inkml:trace contextRef="#ctx0" brushRef="#br0" timeOffset="3299">2213 99 8466,'0'-11'116,"4"0"1,0 2 0,3 0 114,0 0 1,1 1-1,0 2 1,2 1-248,-2 3 0,3 2 0,-3 3 0,-1 4-274,-1 4 1,-5 3 0,2 1 0,-3 0 179,-3 2 0,-1 2 0,-3-3 0,-2 0-5,-1-1 0,0-2 0,2 0 0,-3-2 318,0-1 1,3-1-1,-2-4 1,2-1 889,1-1 0,3 0-760,-1-3 0,4-1 0,1-1 1,5 0-616,3 0 1,4 2 281,5 0 0,-9-4 0,2 1 0</inkml:trace>
  <inkml:trace contextRef="#ctx0" brushRef="#br0" timeOffset="3733">2567 410 8473,'0'-7'23,"1"3"0,1 2 1,4 1 396,3 1 1,2-2 0,4 0 0,1 0-672,3 1 1,1 1 0,1 1 0,-2 1-611,-3 0 861,-1 0 0,-1 1 0,0 1 0</inkml:trace>
  <inkml:trace contextRef="#ctx0" brushRef="#br0" timeOffset="4335">2723 297 8473,'-7'7'-13,"0"0"1,1 1 0,0 2 15,1 2 0,1 4 0,-3 3 1,-1 1 153,1 2 0,3 0-157,-1 1 0,3-10 0,-1-1 0</inkml:trace>
  <inkml:trace contextRef="#ctx0" brushRef="#br0" timeOffset="4433">3112 127 8483,'-1'4'-178,"0"-1"1,-2 1 150,-1 0 0,1 6 0,-1 2 0,-2 4 496,0 3 0,-1 5 0,0 2 0,0 4-283,0 3 0,0 3 0,-1 1 0,1 0-105,-3 0 1,1-3-1,-2-3 1,0-1-157,0-2 1,5-8-1,0-2-436,2-4 1,2-7-1,5-6 511,1-2 0,31-60 0,8-17 0</inkml:trace>
  <inkml:trace contextRef="#ctx0" brushRef="#br0" timeOffset="4749">3275 191 8094,'-7'1'78,"0"1"0,-1 5 0,-1 5 0,-1 2 25,-1 3 0,0 0 0,-1 2 1,3-3-80,1-1 1,1-1 0,1-2-99,1-3 1,3-2 0,4-2 0,3-3 96,1-1 1,4-1-1,2 1 1,1 0 150,1 2 1,1 2 0,-1 0-1,-1 2 88,-1 2 1,0 0-1,-3 2 1,-2 0-15,-1 0 1,-5 1-1,1 2 1,-4 0-302,-2 0 0,-6 0 0,-2 1 0,-1-2-215,-1-1 1,0 0 0,-1-3 0,-1-2-772,-1-1 0,3-5 1039,3 2 0,2-28 0,-1-6 0</inkml:trace>
  <inkml:trace contextRef="#ctx0" brushRef="#br0" timeOffset="5357">3247 255 8483,'11'0'-616,"2"-3"0,-1 1 616,1 1 0,45 0 0,12 1 0</inkml:trace>
  <inkml:trace contextRef="#ctx0" brushRef="#br0" timeOffset="5395">3622 191 8041,'7'3'-133,"0"3"0,1 2 605,1 4 1,2 5 0,4 2-1,2 4-367,2 3 0,-2 2 0,0 2 0,0 1-184,-1-1 1,0-1-1,-4-2 1,-1-4-240,0-4 1,-2-5-1,-2-3 1,0-5 317,0-2 0,0-27 0,0-9 0</inkml:trace>
  <inkml:trace contextRef="#ctx0" brushRef="#br0" timeOffset="5583">3912 177 8483,'-7'2'48,"0"1"0,0 1 213,0 2 0,-4 1 0,0 2 0,-4 4 38,-1 3 0,-2 5 1,-3 5-1,-1 1-137,1 2 0,0-1 1,0 0-1,0 1-103,2-1 0,2-3 1,4-1-1,2-3-359,4-2 0,0-3 1,6-4 299,2-2 0,33-34 0,13-8 0</inkml:trace>
  <inkml:trace contextRef="#ctx0" brushRef="#br0" timeOffset="5933">4103 375 9284,'8'0'722,"1"0"1,3 0-723,1 0 0,42-3 0,11-1 0</inkml:trace>
  <inkml:trace contextRef="#ctx0" brushRef="#br0" timeOffset="6298">4535 156 8438,'-7'0'29,"-1"0"0,2 3 0,1 2 0,1 1 327,1 1 1,0 3-1,3 1 1,0 2-876,0 1 1,0-4 518,0 4 0,0-4 0,0 0 0</inkml:trace>
  <inkml:trace contextRef="#ctx0" brushRef="#br0" timeOffset="6649">4528 170 8418,'7'-1'0,"0"0"-178,0-2 1,0 1-1,0 1 1,1-1-190,1 0 0,-1 0 0,2 2 0,0 0 297,-1 0 0,1-1 0,-1-1 0,1 0 69,-2 0 0,0 2 0,-1 0 0,0 0 127,0 0 0,0-1 0,-2-1 1158,0 0 204,-1 0-1231,0 2 0,-3 3 0,-4 1 0,0 3-5,0 0 0,-3 1 1,2 1-1,-3 4-1,0 2 0,2 3 0,0 5 0,-2 1-13,-2 4 0,-1 4 0,1 4 0,0 2-131,0 2 1,-1 1 0,0 0 0,0 0-253,-1 0 1,5-4 0,4-7-1,1-3-1394,1-4 0,0-2 1539,0-5 0,13-12 0,2-9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9:11.9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1 20549,'-6'0'-153,"0"0"1,5 0 676,1 0 1,4 0 0,6 0-408,2 0 0,-1 0 0,3 0 0,-1 0 20,1 0 0,-2 0 0,3 0 1,0 0-98,2 0 1,1 0-1,-1 0 1,1 0 0,0 0 0,1 0 0,0 0 0,3 0-27,1 0 1,-1 0 0,3 0-1,-1 0 42,4 0 0,-2 0 0,3 0 0,-4 0 10,-1 0 0,-1 0 0,1 0 1,-1 0-48,-1 0 1,-5 0 0,-2 0 0,1 0-20,0 0 0,2 0 0,-1 0 0,-1 0 11,-2 0 1,4 0 0,3 0 0,-1 0 22,2 0 0,-2 0 0,3 0 1,2 0 34,0 0 0,2 0 1,0 0-1,-1 0-3,1 0 0,0 0 0,2 0 0,1 0-23,2 0 1,-3 0 0,4 0 0,0 0 36,1 0 0,1 0 0,-2 0 1,0 0 10,0 0 1,3 0 0,2 0-1,2 0-29,1 0 0,2 0 1,-2 0-1,3 0-8,4 0 0,-7 0 0,1 0 0,-1 0-2,0 0 1,3 0 0,2 0 0,1 0-20,-4 0 1,1 0 0,-3 0-1,4 0 51,2 0 1,-1 0 0,4 0-1,0 0-48,0 0 0,2 0 0,-3 0 0,1 0 3,0 0 0,0 0 1,3 0-1,2 0-11,1 0 0,-5 0 0,2 0 0,-2 0 31,-2 0 1,6 0 0,-2 0 0,0 0-33,-1 0 0,-4 0 1,-3 0-1,2 0-25,3 0 1,-1 0 0,-1 0-1,-1 0 1,0 0 0,1 0 0,0 0 0,1 0-11,0 0 1,3 0 0,-2 0 0,2 0 26,1 0 0,-3 0 0,-3 0 0,-2 0 1,-1 0 0,1 0 1,-2 0-1,-3 0-11,-5 0 1,0 0 0,-6 0 0,1 0-40,0 0 0,-5 0 0,2 0 0,-2 0-2,1 0 0,3 0 0,1 0 0,-2 0 19,0 0 1,-2 0 0,1 0-1,-1 0 19,1 0 0,-3 0 0,-2 0 0,1 0 0,-1 0 1,-1 0 0,2 0-1,-2 0-27,-1 0 0,-4 0 1,-2 0-1,-1 0-55,1 0 0,-6 0-271,1 0 352,-2 0 213,-2 0 21,-2 0-666,-3 0 1,-19 0 0,-6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19:21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327 98 8346,'0'-9'0,"0"0"246,0 0 0,0 0 0,-1 0 0,-1 1 1491,-1-1 1,-4 0-1338,1 0 1,-2 1 0,0 2 0,-1 3-406,0 2 0,0 1 1,0 0-1,0 1-118,0 2 1,1 2 0,-1 5-1,0 1-17,0 1 1,3 0 0,0 0 0,0 2 19,1 0 1,1 3 0,2-3 0,-1 3 151,1 1 0,1 0 1,1 2-1,0 2-36,0 0 1,0 3 0,0 3-1,0 3-69,0 0 1,1-2-1,1-1 1,1-2-471,-1-2 1,1-5-1,0 1-2576,-1-4 3119,-1-4 0,-12-22 0,-4-6 0</inkml:trace>
  <inkml:trace contextRef="#ctx0" brushRef="#br0" timeOffset="184">26 328 8258,'-6'-9'235,"0"0"0,4 3 1,-2 1-1,1 0 316,0 1 1,1 2 0,5-1 0,4 2-212,4 1 0,3 0 0,5 0 0,0 0-807,2 0 0,3 0 0,0 0 0,3 0 467,2 0 0,3 0 0,3 0 0</inkml:trace>
  <inkml:trace contextRef="#ctx0" brushRef="#br0" timeOffset="484">539 89 8241,'-1'-6'547,"-2"0"156,-2-1 1,0 3 0,-1 1-149,-1 2 1,-1 2 0,-1 2-495,0 3 1,3 6 0,0 4 0,0 3-157,-2 5 0,0 2 1,1 0-1,1 2-49,-1 1 1,3 1 0,1 3-1,2 1-119,1-4 1,2 0 0,3-2 0,4-3-765,1-3 1027,4-5 0,23-28 0,10-10 0</inkml:trace>
  <inkml:trace contextRef="#ctx0" brushRef="#br0" timeOffset="784">601 177 8279,'1'9'232,"1"0"108,1 0 0,4 3 1,-1 1-1,2 0 240,1 3 1,1 1 0,1 0 0,4 2-271,2 2 1,0-3 0,-2 3-1,-1-2-385,-1-1 0,0-2 0,-3-1 1,1-3-2757,-3-2 2831,1-5 0,-16-41 0,1-13 0</inkml:trace>
  <inkml:trace contextRef="#ctx0" brushRef="#br0" timeOffset="967">787 169 8273,'-9'3'337,"1"3"1,-1 3-1,0 2 1,0 2 204,0 1 1,0 0-1,0 4 1,0 1-353,-3 1 0,2 2 1,-3 3-1,1-2-481,1 2 1,-1-3-1,3 0 1,1-3 290,2-5 0,14-15 0,7-5 0</inkml:trace>
  <inkml:trace contextRef="#ctx0" brushRef="#br0" timeOffset="1285">929 115 8114,'9'0'770,"-3"0"1,-1 0 0,1 1-227,-1 2 0,3 3 0,-2 6 0,2 3-68,1 2 1,0 4 0,-1 4 0,0 3-63,-2 5 1,1 2 0,-4 3 0,-1 0-528,-1-1 1,-5-4 0,-3-4-1,-4-1 113,-3-2 0,-54-7 0,-14-2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21:41.853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108 297 8259,'-5'-2'187,"1"0"316,-1-1 0,4-1 0,-3 2 1352,0-1-1597,3 0 1,-2 3-1,6 1 1,4 3 136,5 5 0,-1 5 1,6 6-1,2 2-86,2 3 1,5 2 0,-2 1 0,1 0-92,0 1 1,-3-2 0,2-2 0,-1-3-156,-2-2 1,-2-2 0,-3-3-608,-4-2 1,-6-6-1924,-2-1 932,-3-3 0,-2-3 1535,-3-7 0,-1-18 0,-4-5 0</inkml:trace>
  <inkml:trace contextRef="#ctx0" brushRef="#br0" timeOffset="316">381 268 9638,'-9'1'1704,"-2"2"1,0 5-1349,-2 3 1,-4 5 0,1 6 0,-4 4-200,-2 4 1,-3 7-1,2 5 1,0 1-29,0 2 1,-2 0 0,4-1 0,2-5-729,2-3 1,7-9 0,0-8-596,6-6 1,4-6 0,3-6-602,3-6 0,3-6 1795,0-8 0,9-33 0,2-9 0</inkml:trace>
  <inkml:trace contextRef="#ctx0" brushRef="#br0" timeOffset="531">221 212 8401,'9'0'-1824,"-3"0"1824,-2 0 0,-17 17 0,-2 3 0</inkml:trace>
  <inkml:trace contextRef="#ctx0" brushRef="#br0" timeOffset="698">52 466 7959,'-10'0'-477,"1"0"1,2 0-1,1 0 3584,-1 0-2969,-1 0 1,3 0 0,5 0-139,6 0 0,35 0 0,11 0 0</inkml:trace>
  <inkml:trace contextRef="#ctx0" brushRef="#br0" timeOffset="864">466 381 8395,'-3'6'180,"-2"0"497,0-2 1,0 0-692,-1-1 1,-2-1 0,5 5 13,1 0 0,-16 35 0,-3 9 0</inkml:trace>
  <inkml:trace contextRef="#ctx0" brushRef="#br0" timeOffset="981">268 748 8395,'-4'5'51,"2"0"-46,-5-5-5,5 0 0,19-25 0,9-7 0</inkml:trace>
  <inkml:trace contextRef="#ctx0" brushRef="#br0" timeOffset="2063">899 315 8420,'-4'7'31,"0"-2"0,-1-1 581,-2-2 0,1 2 1665,0-1-1905,0 1 1,1-5 0,2-3 0,2-2-368,1-2 0,5-6 0,3-2 0,4-1-208,-1-2 0,3 0 0,-1 0 1,1 0-455,-1 1 0,0 0 0,-4 2 0,1 4 181,-1 1 1,0 5-1,-2 1 1,-2 1 412,-1 6 1,1 5 0,-3 7 0,1 3 217,-1 3 1,-1 1 0,-1-2 0,0-1 5,0-3 0,3 2 0,1-4-125,1-2 0,2-5 0,2-4-107,1-4 0,-1-7 0,0-7 0,0-2-153,-3 0 0,2-5 0,-2-1 0,0-2 110,0 1 0,-3 1 0,3-1 0,-2 3 121,-2 2 1,-1 6 0,-1 1 121,0 3 0,0 6 0,0 4 0,0 5 61,0 3 1,0 6-1,0 2 1,0 4 15,0 2 0,0 4 0,1 1 0,1 2-66,1 2 0,0 6 1,-3 1-1,0 5-26,0 7 1,0 3 0,0 5-1,0 2 53,0-1 0,0-2 0,0 0 0,-1-3 216,-2-4 1,2-4 0,-3-9 0,0-3 10,-3-2 0,3-5 0,1-5 0,1-7 64,-1-3 1,1-7-112,-5-2 1,4-3 0,-3-3-1,-1-4-55,-2-5 1,-1 2 0,-2-4 0,0 2-322,0-1 0,-1 0 1,0 1-1,1 0-424,-2 0 0,4 2 0,-3 0 0,4 0-459,2-3 0,-1 3 0,3-3 0,0 3-750,1 0 0,3 0 1662,1-3 0,0 7 0,0-2 0</inkml:trace>
  <inkml:trace contextRef="#ctx0" brushRef="#br0" timeOffset="2481">1407 428 8470,'0'5'2304,"3"-1"-1378,0-8 1,1 3 0,-1-2-899,4 2 1,1 1-1,1-1-469,1-2 1,-1 2-1,1-2 1,-1 2-2271,0 1 2711,-3 0 0,2 17 0,-3 3 0</inkml:trace>
  <inkml:trace contextRef="#ctx0" brushRef="#br0" timeOffset="2792">1426 522 8366,'-10'0'1561,"1"0"0,2 0-627,1 0 1,5 0-1251,1 0 0,5 0 1,8 0 315,3 0 0,47 5 0,14 0 0</inkml:trace>
  <inkml:trace contextRef="#ctx0" brushRef="#br0" timeOffset="12149">2019 556 8425,'-11'0'946,"0"0"179,5-4-992,1 2 0,11-2 0,4 4 1,4 0-60,3 0 0,1 0 1,5-2-1,1 0-201,1-2 1,1 1 0,-6 2 0,-1-2-187,-1 0 1,-5-1 0,2 4 0,-3 0 312,-1 0 0,-29 0 0,-8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21:54.716"/>
    </inkml:context>
    <inkml:brush xml:id="br0">
      <inkml:brushProperty name="width" value="0.11429" units="cm"/>
      <inkml:brushProperty name="height" value="0.11429" units="cm"/>
      <inkml:brushProperty name="color" value="#F6630D"/>
    </inkml:brush>
  </inkml:definitions>
  <inkml:trace contextRef="#ctx0" brushRef="#br0">108 21 9236,'7'-4'-939,"1"1"1,-5-2 1899,4 1 1,-5 3-603,-2-2 1,-2 7-1,-5 7 1,0 6-194,1 4 0,-2 5 0,3 3 1,-1 2-15,-3 2 0,3 7 0,-1 4 0,-1 0-194,-2 1 0,-1-2 1,2 1-1,0 1-187,2-2 1,1-3-1,-1-11-630,3-4 1,3-9 858,1-9 0,5-31 0,1-17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21:59.382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130 184 8386,'-7'-6'-829,"0"1"593,-2 0 0,0-1 0,-1-4 817,3-1 1,2 4 0,5-1 0,0 0-419,0-2 1,0-4 0,1 0 0,2 0-98,0 2 0,6 1 1,-1 1-1,4 0-57,2 3 0,1-2 0,-4 6 0,0 0-99,-1 2 1,1 7 0,-1 4 0,-2 5 67,-1 6 0,-4-1 0,0 9 0,-3 0-19,-3-1 0,0 5 0,-4-3 0,-1-1 4,-2-1 1,-4 1-1,-2-3 1,0-1 115,1-2 1,-4 0 0,2-8 0,0-3 453,3-4 0,-2-3 0,1-5 153,2 0 0,6-1 0,3-3-422,3-3 1,2 1 0,3-1-1,3-1-243,3 2 0,6-2 0,2 3 0,2 0 17,2 0 1,-4 2 0,0 3 0,0 0-183,-1 0 1,2 0 0,-5 1 0,-1 3-364,-1 3 1,-2-1 0,-3 1 0,-2 0-797,0-1 1,-4 4-676,3-3 1978,-3-2 0,4-19 0,1-11 0</inkml:trace>
  <inkml:trace contextRef="#ctx0" brushRef="#br0" timeOffset="1067">520 141 8433,'0'-11'-843,"0"0"626,0 0 0,0 4 0,1 0 884,2-1 1,0 1-1,4 1 1,1 2-312,2 1 0,6 2 1,2 1-1,2 0-38,2 0 0,-4 1 0,0 3 0,0 4-166,-1 6 0,-2 1 1,-5 4-1,-3 1-227,-3 2 0,-3 0 0,-2 3 1,-3-1-208,-3 2 1,-4-2 0,-3 3-1,-4 0 9,-3-3 0,0-5 0,-1-2 0,0-1 33,1-3 1,4-2 0,2-4 0,3-4-163,2-1 1,4-4-235,2-1 636,8-8 0,40-44 0,15-15 0</inkml:trace>
  <inkml:trace contextRef="#ctx0" brushRef="#br0" timeOffset="1388">855 152 8467,'-1'-8'-229,"-3"2"373,-3 2 0,-3 0 1,0 4-1,-1 1 571,0 3 0,0-1 1,0 7-1,2 2-422,1 0 0,0 4 0,3-1 0,0 2-41,1 2 1,0 1 0,4-1 0,0-1-44,0 1 0,1-2 0,3 0 1,3 0-264,3-1 1,0-2-1,2 0 1,2-3-291,0-4 0,4-2 0,-2-5 1,1 0-2434,2 0 2777,1 0 0,50-53 0,-29 20 0,0 0 0</inkml:trace>
  <inkml:trace contextRef="#ctx0" brushRef="#br0" timeOffset="1850">1201 249 8649,'0'-11'1353,"1"2"-1055,3 1 1,2 0 0,5 4 0,1 2-459,2 1 1,-2 1 0,4 0-1,-2 0-679,1 0 839,-1 0 0,7 5 0,2 1 0</inkml:trace>
  <inkml:trace contextRef="#ctx0" brushRef="#br0" timeOffset="2000">1331 141 8460,'-7'5'247,"0"2"1,3 6 0,-2 3 0,0 1 146,0 2 0,4 1 0,-2 2 0,3-1-595,1 1 1,0 0 200,0-1 0,19 11 0,5 1 0</inkml:trace>
  <inkml:trace contextRef="#ctx0" brushRef="#br0" timeOffset="2617">1656 206 7698,'-5'-11'0,"-1"0"-69,0 0 0,-3 3 0,6-2 1,0-2 709,2 0 1,1-1-1,1 0 1,3-2-385,3 2 1,4-3-1,2 2 1,2 2-114,-2 4 0,0-1 1,0 6-1,2 0-259,-2 2 0,-1 6 0,-1 3 1,-2 5 47,-1 5 1,-4 4 0,-4 3 0,0 3-90,0 0 0,-3 2 0,-2-5 0,-1 0 14,-2 2 1,-3-5 0,-2 4 0,-2-3 121,2-2 0,-3-3 0,2-2 1,1-3 379,1-3 0,1-7 0,0 1 389,0-3 0,5-2 0,3-3-171,1-3 0,4 1 1,1 0-1,6 1-257,4 3 0,-1-3 0,3 1 1,0 2-304,-1 1 0,4 1 0,-3 0 0,-1 0-1015,2 0 1,-3 3 0,5 1 996,1-2 0,16 0 0,5-2 0</inkml:trace>
  <inkml:trace contextRef="#ctx0" brushRef="#br0" timeOffset="3000">2078 368 8242,'-11'1'330,"0"2"24,0 0 0,0 1 0,2-5 0,0-3 144,2-3 1,1-3 0,-1-1 0,2-1-116,0-2 1,4 1 0,-3-5 0,3-2-557,1 0 1,1-2-1,3 1 1,3-2-66,3-2 0,5 5 0,2 0 0,1 3-13,0 4 1,0 6 0,3 3 0,-2 3 176,-1 1 0,-5 5 0,2 3 0,-3 5 308,-1 5 0,-2 3 0,-2 0 0,-3 1 37,-3 0 1,-2 3 0,-3 0 0,-3-1-402,-2-1 1,-3-6 0,-3-3-1,-3 0-1022,-2 0 0,2-6 1152,0 3 0,-15-22 0,-7-2 0</inkml:trace>
  <inkml:trace contextRef="#ctx0" brushRef="#br0" timeOffset="3722">2521 130 8318,'-3'7'-208,"-1"0"1,0-3-1,4 3 1,0 2 804,0 0 0,0 3 0,0 3 0,0 2-213,0-1 1,0 6 0,0-2-1,0 4-387,0 1 0,0-3 0,0 0 1,0 0-437,0-1 0,0-3 1,2-1-1460,1-1 1898,-2-2 0,9-32 0,-4-7 0</inkml:trace>
  <inkml:trace contextRef="#ctx0" brushRef="#br0" timeOffset="3800">2586 260 8283,'6'-11'72,"4"1"0,-3 2 1,3 1 493,0-2 0,2 1 1,2 0-1,1 2-103,2 1 1,0 1 0,2 4-1,-1-1-645,1-3 1,-3 3 0,0-3 0,-2 3-229,1 1 0,-5 1 0,-2 2-1728,0 0 2138,-3 1 0,-15-9 0,-8-1 0</inkml:trace>
  <inkml:trace contextRef="#ctx0" brushRef="#br0" timeOffset="4117">2781 76 7407,'0'11'576,"0"0"0,0 3 0,0 2 0,1 2-342,3 4 0,-3 1 0,4 5 0,-2 0-93,1-1 0,-1 2 1,-3 4-1,0-2-17,0-2 0,-4-3 0,-4-4 0,-1-2-63,-2-2 1,0-2 0,0-7 0,1-1 72,-1-5 0,-4-2 0,1-2 1,2-2 68,3-5 0,0-5 0,3-2 0,0-1 46,2 0 1,3 1 0,1 2 0,0-2-14,0 2 0,0 1 0,1 2 0,3 2-228,3 1 1,3 4 0,0 0-1,1 1-363,0 2 1,4 0-1,-1 0 1,0 0-1042,2 0 1,0 4 0,3 1 1395,-1 1 0,43 15 0,15 8 0</inkml:trace>
  <inkml:trace contextRef="#ctx0" brushRef="#br0" timeOffset="4233">3116 422 8286,'6'11'217,"3"-4"1,-5 0 175,3 2 0,-5-3 1,3 1-394,0 1 0,1 12 0,4 2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22:17.38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49 140 8328,'-4'6'328,"1"-1"1495,-4-5-1453,5 0 0,-2 0 1,8 0-1,4 0-61,5 0 1,0-5 0,5-1 0,3-1-165,3 0 0,-1 1 0,2-3 0,-2 2-312,-1-1 0,-1 3 0,1 0 0,-1 1-523,1 1 1,-5-1 0,-3 4 0,-3-1-1825,-4-3 2514,3 3 0,-33-4 0,-2 5 0</inkml:trace>
  <inkml:trace contextRef="#ctx0" brushRef="#br0" timeOffset="199">244 10 8056,'-5'-6'942,"4"3"1,-2 6 0,1 5-827,2 1 0,-1 3 1,-1 3-1,-2 3-323,2 2 0,1 2 1,1-1-1,-2 1-1795,-1 0 2002,2-1 0,-19 15 0,2 4 0</inkml:trace>
  <inkml:trace contextRef="#ctx0" brushRef="#br0" timeOffset="399">147 259 9082,'-6'5'188,"2"2"1,2 4-1,-1 2 1,0 3-168,0 1 0,2 2 1,1 5-1,0 1-196,0-1 1,-1-1 0,-1-2 0,-2-2-594,2-1 0,0-5 768,2 1 0,0-21 0,0-6 0</inkml:trace>
  <inkml:trace contextRef="#ctx0" brushRef="#br0" timeOffset="684">190 248 8074,'10'-7'-282,"-3"0"0,3 5 795,-3-2 0,2-1 1,2 1-511,0 2 1,-4 1 0,0 1-1,2 0-47,0 0 0,1 1 0,-2 1 1,0 3-2,0 1 0,-3 3 0,0 4-62,0 1 1,-4 1 0,2-3 0,-3 1-186,-3 1 1,0 2 0,-4-3-1,0 3 292,1 1 0,-33 6 0,-3 4 0</inkml:trace>
  <inkml:trace contextRef="#ctx0" brushRef="#br0" timeOffset="816">201 346 8281,'0'-11'-264,"0"4"0,1 1 356,3 1 1,-2 1-410,5 4 1,1 1 316,2 3 0,-4 21 0,-1 10 0</inkml:trace>
  <inkml:trace contextRef="#ctx0" brushRef="#br0" timeOffset="1000">201 421 7495,'5'-6'-439,"-3"-2"1,5 3 1162,2-1 0,-3 4-925,1-2 1,0 3 78,4 1 0,-4 0-132,0 0 0,-4 1 254,0 3 0,-35 26 0,-10 11 0</inkml:trace>
  <inkml:trace contextRef="#ctx0" brushRef="#br0" timeOffset="1234">28 562 8281,'-11'0'339,"4"0"967,0 0-1188,4 0 0,7-1 1,8-1-127,3-2 1,3-5 0,4 2-1,0-2-38,-1-2 1,5 0 0,0 0 0,2 0-185,2 1 1,-4 2 0,-1 2 0,-2 2-234,-1 1 0,-4 1 0,-1-1-328,-2 0 791,0-1 0,-33 19 0,-7 3 0</inkml:trace>
  <inkml:trace contextRef="#ctx0" brushRef="#br0" timeOffset="1433">223 530 8281,'-2'7'-25,"0"0"128,-2 1 1,-3-1 0,2 0 0,0 1 85,1 2 1,-5 4-1,3 1 1,-1-1-198,0 2 0,1-3 1,-3 4-1,3-2-610,2-1 1,0-2 617,4-2 0,0-4 0,0-1 0</inkml:trace>
  <inkml:trace contextRef="#ctx0" brushRef="#br0" timeOffset="1568">320 584 8197,'6'0'1117,"-1"1"-1117,-5 3 0,33 2 0,9 4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22:19.825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117 141 9034,'-6'6'441,"1"4"1,2 4-353,-1 3 1,-1 3 0,3 4 0,-3 2-6,-1 2 0,0-1 0,-2 3 0,0-1-199,0 1 0,-2-2 0,1 0 0,0-3-165,2-5 0,4-3 41,-5-6 1,6-6 0,0-5-40,4-6 1,4-9 0,5-4 0,1-4 19,2-2 0,-2 3 0,3 6 1,-3 0 210,-2 3 0,5 1 0,-1 2 478,0 3 0,-2 2 0,-2 7 1,0 4 147,-3 5 0,-2 7 0,-4 0 1,2 3-219,0 0 1,2 1-1,-3-2 1,2-2-439,-2-3 0,4-4 0,2-4 0,1-3 77,2-3 0,34-54 0,8-13 0</inkml:trace>
  <inkml:trace contextRef="#ctx0" brushRef="#br0" timeOffset="246">388 196 9118,'-4'10'584,"0"1"1,2 1-643,1 3 1,2-2 0,1 5 0,3 1-428,1 2 0,-2-3 485,3 0 0,5 4 0,5 6 0</inkml:trace>
  <inkml:trace contextRef="#ctx0" brushRef="#br0" timeOffset="597">420 271 8273,'0'-11'0,"4"1"0,0 0 0,3 2 347,1 0 1,5-2 0,3-5 0,2 2 163,5 1 0,-1 1 0,7 1 0,0 3-311,-1 4 1,-2-2-1,-4 1 1,-2 3-236,-2 3 1,-2 4 0,-6 5-1,-3 0-392,-4 0 0,-3 1 1,-3 1-1,-4 3-428,-3 1 1,-4-3 0,-2 3 0,-1-2 854,-2-1 0,-2 1 0,1 0 0,1-2 0,1-1 0,1-1 0,-2-2 0,2 0 0,1-2 0,2-5 431,3 2 1,5-4 315,2-4 1,9 0 0,5-5 0,3 2-461,0-1 1,3 2-1,0-2 1,-1 1-388,1 1 0,-1 0 0,-1 4 0,0-2-336,-1 2 0,-1-3 1,-1 1-1,0 2 436,0 1 0,-15-14 0,-3-3 0</inkml:trace>
  <inkml:trace contextRef="#ctx0" brushRef="#br0" timeOffset="925">582 33 8351,'0'11'86,"-3"0"0,-1 0 0,2 0 249,1-1 0,1 6 0,0 3 0,1 5 87,2 5 0,-1 4 0,1 3 0,0 3-206,0 3 0,-2 5 1,3-1-1,-3-3-301,-1-2 1,0-6 0,0 0-1,0-5 85,0-5 0,-5-21 0,-1-7 0</inkml:trace>
  <inkml:trace contextRef="#ctx0" brushRef="#br0" timeOffset="2319">874 693 8291,'-6'-11'377,"2"5"1,8 2-1,4 4 1,1 0-581,2 0 1,4 3 202,-1 1 0,20 9 0,1-1 0</inkml:trace>
  <inkml:trace contextRef="#ctx0" brushRef="#br0" timeOffset="2719">1004 596 8189,'-1'9'0,"-1"0"-198,-2-2 1,1 0 0,1 4 0,0 0 463,-2 0 1,1 0-267,3-1 0,4 6 0,3 1 0</inkml:trace>
  <inkml:trace contextRef="#ctx0" brushRef="#br0" timeOffset="2950">1513 347 8415,'0'11'-32,"0"0"0,0-1 1,-1 1 157,-3 0 0,2 4 1,-6 0-1,1 1-171,1-1 1,-3 3-1,1-2 1,0 0 108,1-1 0,-3 0 1,3-6-1,-2 0 5,2-2 0,-2-5 0,3 1-37,0-6 0,1-4 1,5-6-1,0-3-93,0 0 0,1-4 0,3-4 0,3 0-85,2 4 0,2-2 0,0 5 0,1 0 110,3 3 1,-2 3 0,4 4 0,-1 3 159,1 3 0,-2 2 0,2 4 0,-2 6 78,-2 6 0,-4 7 0,-3 1 0,-1 0-133,-3 2 0,-1-1-69,-1 3 0,-19 26 0,-5 3 0</inkml:trace>
  <inkml:trace contextRef="#ctx0" brushRef="#br0" timeOffset="3468">2173 217 8395,'0'-11'344,"1"2"0,1 0-30,2 2 0,1 5 0,-2-2 0,3 2-179,0-2 0,4 3 0,-3-3 1,3 3-563,1 1 1,3 0-1,1 0 1,-2 0-672,-1 0 1098,-1 0 0,-5 5 0,-2 1 0</inkml:trace>
  <inkml:trace contextRef="#ctx0" brushRef="#br0" timeOffset="3785">2205 87 8365,'-6'8'-419,"1"-1"240,1 1 1,2 2 0,-1 1 0,2 1 162,1 2 0,0-1 0,0 5 1,0 2 1,0 0 1,0 2-1,0 0 1,0 3 133,0 0 1,-2-4 0,0-4 0,-3-1 32,-1-3 0,4-1 0,-3-2 50,0-3 1,3-3 0,-4-8 0,1-3-122,3-3 1,0-2 0,2-1 0,0-3-37,0-1 1,2 4 0,0-1 0,3 2-31,1 1 0,1 1 0,4 2-105,0 1 1,-1 4-1,1 1 19,0 4 0,-5 4 0,-1 5 0,-1 1-237,-1 3 0,1 1 0,-5 6 307,-3 0 0,-26 23 0,-11 7 0</inkml:trace>
  <inkml:trace contextRef="#ctx0" brushRef="#br0" timeOffset="4035">1946 477 8467,'-2'6'52,"0"-1"231,-2-1 0,1-1 0,3 4-101,0 1 1,0 2 0,1 1-215,3 0 1,2-2 0,4 0 0,1-2-1055,0 1 1086,0-3 0,14-5 0,4-6 0</inkml:trace>
  <inkml:trace contextRef="#ctx0" brushRef="#br0" timeOffset="4593">2108 498 8239,'6'5'-391,"0"-4"1,-4 4 567,2 0 0,0-2 0,-3 3 0,1 0-192,2 0 1,4 1-1,-2 4-2,0-1 0,3-2 17,-6-1 0,15 0 0,0 4 0</inkml:trace>
  <inkml:trace contextRef="#ctx0" brushRef="#br0" timeOffset="4594">2227 509 8333,'6'6'-194,"0"3"0,-4-4 333,2 1 0,1-3-491,-2 4 1,0 1 351,4 2 0,15-8 0,6-4 0</inkml:trace>
  <inkml:trace contextRef="#ctx0" brushRef="#br0" timeOffset="4595">2389 498 8307,'11'0'-95,"-4"4"1,-1 1-412,-1 1 1,2 1 505,-3 4 0,14 9 0,0 3 0</inkml:trace>
  <inkml:trace contextRef="#ctx0" brushRef="#br0" timeOffset="5912">2703 304 8313,'-11'0'119,"0"0"411,1 0 1,2 0-203,1 0 1,6 0-1,2 0-320,9 0 1,2-4 0,6-1 0,1-1-94,1-2 0,4 2 1,-1 0-1,-3 1-99,-4 3 0,2-3 0,-3 1 0,-2 2-197,-1 1 0,-6 2 454,-2 2 1,-3 3 0,-1 6 0,-1 2 93,-3 0 1,-1 5-1,-3-1 1,2 2 122,1-2 1,0 2 0,3-1 0,-2 4-48,2 2 0,1-1 0,2-4 1,1-2-244,2 1 0,4 0 1,-1-1-1,3-5-424,1-4 0,0-1 0,0-4 0,-1-2-522,1-1 0,0-2 946,0-2 0,-5-37 0,-1-13 0</inkml:trace>
  <inkml:trace contextRef="#ctx0" brushRef="#br0" timeOffset="5961">2963 239 7916,'0'7'-178,"1"0"178,2 2 0,23 5 0,9 3 0</inkml:trace>
  <inkml:trace contextRef="#ctx0" brushRef="#br0" timeOffset="5962">3071 217 7718,'54'65'0</inkml:trace>
  <inkml:trace contextRef="#ctx0" brushRef="#br0" timeOffset="5963">3450 304 9570,'-4'11'0,"0"1"30,2 2 1,0-1 0,-1 4 0,-2 0-39,-1 0 0,-1 0 0,-4 2 0,0-2 83,1-2 1,-1 3-1,0-3 1,0-3 56,0-4 1,1-3 0,-1-6-61,0-3 1,5-3 0,2-8 0,3-3-208,1-2 0,1-2 0,2 1 0,3-1-102,3 0 1,0 1 0,5 0 0,-1 3 228,2 4 0,2 2 1,4 2-1,1 3 111,0 3 1,-1 4 0,0 5 0,-2 6 34,-1 6 0,-5 3 0,0 3 1,-4 1-173,-6 1 0,-1 6 34,-2-3 0,-29 28 0,-7 6 0</inkml:trace>
  <inkml:trace contextRef="#ctx0" brushRef="#br0" timeOffset="6477">3807 271 8317,'-5'-11'-397,"4"4"615,-3 0 1,3 3 0,2-2 0,3 0-191,3 0 0,2 3 0,3-3 1,3 0-244,3 0 0,2 2 1,2-2-1,0 1-763,-1 3 978,1-4 0,-1-5 0,1-6 0</inkml:trace>
  <inkml:trace contextRef="#ctx0" brushRef="#br0" timeOffset="6772">3969 109 7945,'-7'-6'-413,"-1"2"1,5 3 0,-4 2 486,-2 3 0,4 2 0,2 6 0,2 2-25,1 4 1,-4 4-1,0 2 1,2 3-16,1 0 1,1 7-1,-1 4 1,-2 2 96,0 0 1,-5-5 0,4 1-1,-2-2 83,-3 3 0,3-9 0,0 0 0,0-7-33,0-7 0,0-2 1,-2-2 3,0-3 1,5-7 0,-3-9-1,0-3-118,0-2 0,2-5 0,-2 1 0,1-2 42,3 2 1,-3-1 0,2 5-1,-1 0 111,-1 2 1,4 2-1,-3-1-54,3 0-705,-4 5 1,5 1 0,0 5-780,6 0 1318,-1-5 0,34-5 0,3-7 0</inkml:trace>
  <inkml:trace contextRef="#ctx0" brushRef="#br0" timeOffset="7056">4131 33 8438,'-5'-11'749,"4"1"0,-4 5-1608,5 5 0,0 5 859,0 5 0,0 30 0,0 7 0</inkml:trace>
  <inkml:trace contextRef="#ctx0" brushRef="#br0" timeOffset="7988">4077 163 8247,'-11'0'-31,"5"0"0,1-1 1,7-2-1,1-1-117,4-2 0,4-2 15,4-2 0,-3 2 1,2 2-149,-2 2 0,-1 0 219,0 4 0,-5 5 1,-3 2-1,-1 3-12,-2 0 0,-2 1 0,-1 0 0,-3 1 85,0 3 1,-4-3-1,4 2 1,-1-2 33,0-1 1,3-4 0,-2 0 0,0 0 361,0-1 1,2 3 232,-3-6-661,5 6 1,-2-8-1,7 2 1,1-5-158,2-1 0,2-5 0,3 4 0,-1-1-294,1 0 0,-4 1 472,1 4 0,-20 24 0,-2 7 0</inkml:trace>
  <inkml:trace contextRef="#ctx0" brushRef="#br0" timeOffset="7989">4077 347 8372,'-5'6'-172,"3"4"307,-5-3 0,3-1 0,-3 1 299,-2 1 1,3-2 0,-1 2-397,-1 0 1,2-2 0,0 1 4,1 2 0,1 0 0,4 2-38,0 0 0,0-4 0,0 0 0,0 2-52,0 0 0,0 2 1,2 0-216,1 0 1,0 0-1,4 0-314,1-1 1,2-4 0,1-2 26,-1-3 1,1-1 548,0 0 0,24-33 0,6-10 0</inkml:trace>
  <inkml:trace contextRef="#ctx0" brushRef="#br0" timeOffset="8076">4185 369 6485,'-3'-5'891,"-2"5"1,0 7-559,0 6 1,-3 0 0,2 6 0,-1 0-331,-1 1 0,1 2 1,-2-1-1,0 1-242,2 0 0,0-1 0,-3 1 0,2-2-148,0-1 0,1 0 387,-4-5 0,-19-4 0,-5-5 0</inkml:trace>
  <inkml:trace contextRef="#ctx0" brushRef="#br0" timeOffset="8077">3904 531 8475,'1'-11'0,"2"0"-831,0 0 1,4 1 1484,-3-1 1,4 1 0,-2 2-1,2 2-355,-1 1 0,1 1 0,7 4 0,3-1-245,2-2 0,2 0 0,1-3 1,2 0-201,4 0 146,2 4 0,40-27 0,9-1 0</inkml:trace>
  <inkml:trace contextRef="#ctx0" brushRef="#br0" timeOffset="8440">4531 33 8476,'0'-11'423,"-1"2"-271,-2 2 1,0 2 0,-4 6 0,-1 4-378,-2 6 0,-1 1 0,0 6 0,-1 1 29,-2 1 0,2 3 1,-4 1-1,2 1 284,-1 0 0,1-3 0,3-1 0,2-3 358,1-4 0,4-2-218,4-1 1,1-5-1,4-3 1,4-5-76,4-1 1,5-6 0,-3 3 0,-1-1-86,2 0 0,-5 3 0,1-2 0,-4 1-800,1 3 668,0 1 0,-3 2 0,-2 3-71,-3 3 0,-6 2 0,-2 3 1,-4 2-890,-3 0 0,2 2 1024,-3-2 0,-26 17 0,-5 9 0</inkml:trace>
  <inkml:trace contextRef="#ctx0" brushRef="#br0" timeOffset="8673">4229 466 8376,'6'0'1411,"0"0"-1266,-3 0 0,-2 5 0,4 1-118,0 0 0,-3 3 0,6-1-470,0 1 0,-2 1 1,0-2-1,0 0-1297,0 0 1740,-4-3 0,13-5 0,-3-6 0</inkml:trace>
  <inkml:trace contextRef="#ctx0" brushRef="#br0" timeOffset="9033">4337 444 8442,'5'-6'46,"-4"0"327,2 3 1,0 3-1,-1 0-380,2 6 0,3 3 0,-3 2 0,-1 0-416,2 0 0,-3 0 423,6-1 0,13-18 0,8-5 0</inkml:trace>
  <inkml:trace contextRef="#ctx0" brushRef="#br0" timeOffset="9490">4726 33 7539,'-3'-7'-80,"-1"0"0,0 3 1,3-2 568,-2 1 0,0 2 1,-4 3-457,-1 0 1,2 1 0,-2 1 0,0 3-143,-2 1 0,-1 3 1,1 4-1,-1 2-18,0 2 1,0-2 0,2 3 0,0 1 68,2 1 1,1 1-1,-1-2 1,3-2 68,3-1 0,-3 2 0,1-4 0,0-1 2,2-1 0,2-2 0,2-2-40,0 0 0,6-6 0,-3 0 72,0-4 1,0 0 0,-4-6 0,3 0 12,1-2 1,0-1 0,2 1 0,-2-1-118,-1 0 0,4 0 0,-3 0 0,1 1-89,0-1 1,-1 3-1,3 1-67,-2-1 1,-4 3 175,5 1 1,-6 4 0,2 4 87,-3 3 1,-2 3 0,-2 1-1,0 0-104,0-1 0,-2 1-181,2 0 227,-6 0 400,8-5 1,-5-1 567,2-5-664,3 0 0,-4 4 0,5 4-131,0 1 1,0 6 0,0 0 0,0 2-73,0 2 1,0 5-1,0 3 1,-1 1-63,-2 2 1,1 0 0,-1 0-1,0-3-134,0 0 0,2 2 0,-3-4 0,2-2-505,-2-4 1,3-3 0,-4-7 201,0-2 1,0-3-1,-3-8 1,2-4 406,1-5 0,-2 0 0,3-5 0,-4 9 0,2-1 0</inkml:trace>
  <inkml:trace contextRef="#ctx0" brushRef="#br0" timeOffset="9707">4510 444 8368,'-7'0'-608,"-1"0"1,6-1 1790,-2-2-827,-2 1-390,5-2-30,-8 4 0,6 4 0,-3 4-5,1 1 0,-2-2 1,4 1-1,-1-1-227,-1-1 1,3 3 0,-4-1 0,1 1-217,2 2 0,-1-4 512,0 1 0,29-20 0,11-2 0</inkml:trace>
  <inkml:trace contextRef="#ctx0" brushRef="#br0" timeOffset="10074">4791 379 8377,'-7'0'-268,"0"0"158,-2 0 0,3 0 1,-1 0-1,0 2 306,1 1 0,-4 0 1,3 3 65,-3-2 0,3 1 1,0-2 194,-1 0 1,2 5 75,-2-5 1,6 6-265,-2-2 0,3-1 0,2 1-49,3 1 0,-2-2 0,7 2 0,2-1-94,2-1 0,2 3 0,0-1 0,3 1-156,2 2 1,2 0 0,-2-1 0,0-2-424,-2-1 0,-2-3 0,4 2 0,-3 0-676,-2 0 1129,4-4 0,-11-16 0,1-10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15:22:21.357"/>
    </inkml:context>
    <inkml:brush xml:id="br0">
      <inkml:brushProperty name="width" value="0.08571" units="cm"/>
      <inkml:brushProperty name="height" value="0.08571" units="cm"/>
      <inkml:brushProperty name="color" value="#F6630D"/>
    </inkml:brush>
  </inkml:definitions>
  <inkml:trace contextRef="#ctx0" brushRef="#br0">11 20 8382,'0'-7'740,"0"0"-562,0 5 0,0-2 0,0 8 0,0 3-176,0 2 0,-1 6 0,-1 1 0,-2 0-128,2 4 1,0-4 0,2 1 0,0-1 125,0-3 0,10 9 0,2 1 0</inkml:trace>
  <inkml:trace contextRef="#ctx0" brushRef="#br0" timeOffset="151">33 53 8377,'0'-7'1596,"0"0"-2021,0 4 0,5-2 425,2 5 0,-2 0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BABF7-361F-4136-8C8A-1D38FD81CB02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6CF80-6F34-43E0-8FD7-273FAF4CAD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427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6CF80-6F34-43E0-8FD7-273FAF4CAD77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5118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1.png"/><Relationship Id="rId63" Type="http://schemas.openxmlformats.org/officeDocument/2006/relationships/customXml" Target="../ink/ink31.xml"/><Relationship Id="rId84" Type="http://schemas.openxmlformats.org/officeDocument/2006/relationships/image" Target="../media/image42.png"/><Relationship Id="rId138" Type="http://schemas.openxmlformats.org/officeDocument/2006/relationships/image" Target="../media/image69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6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29.png"/><Relationship Id="rId74" Type="http://schemas.openxmlformats.org/officeDocument/2006/relationships/image" Target="../media/image37.png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23" Type="http://schemas.openxmlformats.org/officeDocument/2006/relationships/customXml" Target="../ink/ink61.xml"/><Relationship Id="rId128" Type="http://schemas.openxmlformats.org/officeDocument/2006/relationships/image" Target="../media/image64.png"/><Relationship Id="rId144" Type="http://schemas.openxmlformats.org/officeDocument/2006/relationships/image" Target="../media/image72.png"/><Relationship Id="rId5" Type="http://schemas.openxmlformats.org/officeDocument/2006/relationships/customXml" Target="../ink/ink2.xml"/><Relationship Id="rId90" Type="http://schemas.openxmlformats.org/officeDocument/2006/relationships/image" Target="../media/image45.png"/><Relationship Id="rId95" Type="http://schemas.openxmlformats.org/officeDocument/2006/relationships/customXml" Target="../ink/ink47.xml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4.png"/><Relationship Id="rId64" Type="http://schemas.openxmlformats.org/officeDocument/2006/relationships/image" Target="../media/image32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59.png"/><Relationship Id="rId134" Type="http://schemas.openxmlformats.org/officeDocument/2006/relationships/image" Target="../media/image67.png"/><Relationship Id="rId139" Type="http://schemas.openxmlformats.org/officeDocument/2006/relationships/customXml" Target="../ink/ink69.xml"/><Relationship Id="rId80" Type="http://schemas.openxmlformats.org/officeDocument/2006/relationships/image" Target="../media/image40.png"/><Relationship Id="rId85" Type="http://schemas.openxmlformats.org/officeDocument/2006/relationships/customXml" Target="../ink/ink42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54.png"/><Relationship Id="rId124" Type="http://schemas.openxmlformats.org/officeDocument/2006/relationships/image" Target="../media/image62.png"/><Relationship Id="rId129" Type="http://schemas.openxmlformats.org/officeDocument/2006/relationships/customXml" Target="../ink/ink64.xml"/><Relationship Id="rId54" Type="http://schemas.openxmlformats.org/officeDocument/2006/relationships/image" Target="../media/image27.png"/><Relationship Id="rId70" Type="http://schemas.openxmlformats.org/officeDocument/2006/relationships/image" Target="../media/image35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48.png"/><Relationship Id="rId140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119" Type="http://schemas.openxmlformats.org/officeDocument/2006/relationships/customXml" Target="../ink/ink59.xml"/><Relationship Id="rId44" Type="http://schemas.openxmlformats.org/officeDocument/2006/relationships/image" Target="../media/image22.png"/><Relationship Id="rId60" Type="http://schemas.openxmlformats.org/officeDocument/2006/relationships/image" Target="../media/image30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43.png"/><Relationship Id="rId130" Type="http://schemas.openxmlformats.org/officeDocument/2006/relationships/image" Target="../media/image65.png"/><Relationship Id="rId135" Type="http://schemas.openxmlformats.org/officeDocument/2006/relationships/customXml" Target="../ink/ink67.xml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7.png"/><Relationship Id="rId50" Type="http://schemas.openxmlformats.org/officeDocument/2006/relationships/image" Target="../media/image25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97" Type="http://schemas.openxmlformats.org/officeDocument/2006/relationships/customXml" Target="../ink/ink48.xml"/><Relationship Id="rId104" Type="http://schemas.openxmlformats.org/officeDocument/2006/relationships/image" Target="../media/image52.png"/><Relationship Id="rId120" Type="http://schemas.openxmlformats.org/officeDocument/2006/relationships/image" Target="../media/image60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24" Type="http://schemas.openxmlformats.org/officeDocument/2006/relationships/image" Target="../media/image12.png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66" Type="http://schemas.openxmlformats.org/officeDocument/2006/relationships/image" Target="../media/image33.png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68.png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" Type="http://schemas.openxmlformats.org/officeDocument/2006/relationships/customXml" Target="../ink/ink9.xml"/><Relationship Id="rId14" Type="http://schemas.openxmlformats.org/officeDocument/2006/relationships/image" Target="../media/image7.png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8" Type="http://schemas.openxmlformats.org/officeDocument/2006/relationships/image" Target="../media/image4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142" Type="http://schemas.openxmlformats.org/officeDocument/2006/relationships/image" Target="../media/image71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3.png"/><Relationship Id="rId67" Type="http://schemas.openxmlformats.org/officeDocument/2006/relationships/customXml" Target="../ink/ink33.xml"/><Relationship Id="rId116" Type="http://schemas.openxmlformats.org/officeDocument/2006/relationships/image" Target="../media/image58.png"/><Relationship Id="rId137" Type="http://schemas.openxmlformats.org/officeDocument/2006/relationships/customXml" Target="../ink/ink68.xml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32" Type="http://schemas.openxmlformats.org/officeDocument/2006/relationships/image" Target="../media/image66.png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customXml" Target="../ink/ink28.xml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78" Type="http://schemas.openxmlformats.org/officeDocument/2006/relationships/image" Target="../media/image39.png"/><Relationship Id="rId94" Type="http://schemas.openxmlformats.org/officeDocument/2006/relationships/image" Target="../media/image47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1.png"/><Relationship Id="rId143" Type="http://schemas.openxmlformats.org/officeDocument/2006/relationships/customXml" Target="../ink/ink71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26" Type="http://schemas.openxmlformats.org/officeDocument/2006/relationships/image" Target="../media/image13.png"/><Relationship Id="rId47" Type="http://schemas.openxmlformats.org/officeDocument/2006/relationships/customXml" Target="../ink/ink23.xml"/><Relationship Id="rId68" Type="http://schemas.openxmlformats.org/officeDocument/2006/relationships/image" Target="../media/image34.png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33" Type="http://schemas.openxmlformats.org/officeDocument/2006/relationships/customXml" Target="../ink/ink66.xml"/><Relationship Id="rId16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7.png"/><Relationship Id="rId21" Type="http://schemas.openxmlformats.org/officeDocument/2006/relationships/image" Target="../media/image89.png"/><Relationship Id="rId42" Type="http://schemas.openxmlformats.org/officeDocument/2006/relationships/customXml" Target="../ink/ink84.xml"/><Relationship Id="rId63" Type="http://schemas.openxmlformats.org/officeDocument/2006/relationships/image" Target="../media/image110.png"/><Relationship Id="rId84" Type="http://schemas.openxmlformats.org/officeDocument/2006/relationships/customXml" Target="../ink/ink105.xml"/><Relationship Id="rId138" Type="http://schemas.openxmlformats.org/officeDocument/2006/relationships/customXml" Target="../ink/ink132.xml"/><Relationship Id="rId107" Type="http://schemas.openxmlformats.org/officeDocument/2006/relationships/image" Target="../media/image132.png"/><Relationship Id="rId11" Type="http://schemas.openxmlformats.org/officeDocument/2006/relationships/image" Target="../media/image81.png"/><Relationship Id="rId32" Type="http://schemas.openxmlformats.org/officeDocument/2006/relationships/customXml" Target="../ink/ink79.xml"/><Relationship Id="rId37" Type="http://schemas.openxmlformats.org/officeDocument/2006/relationships/image" Target="../media/image97.png"/><Relationship Id="rId53" Type="http://schemas.openxmlformats.org/officeDocument/2006/relationships/image" Target="../media/image105.png"/><Relationship Id="rId58" Type="http://schemas.openxmlformats.org/officeDocument/2006/relationships/customXml" Target="../ink/ink92.xml"/><Relationship Id="rId74" Type="http://schemas.openxmlformats.org/officeDocument/2006/relationships/customXml" Target="../ink/ink100.xml"/><Relationship Id="rId79" Type="http://schemas.openxmlformats.org/officeDocument/2006/relationships/image" Target="../media/image118.png"/><Relationship Id="rId102" Type="http://schemas.openxmlformats.org/officeDocument/2006/relationships/customXml" Target="../ink/ink114.xml"/><Relationship Id="rId123" Type="http://schemas.openxmlformats.org/officeDocument/2006/relationships/image" Target="../media/image140.png"/><Relationship Id="rId128" Type="http://schemas.openxmlformats.org/officeDocument/2006/relationships/customXml" Target="../ink/ink127.xml"/><Relationship Id="rId5" Type="http://schemas.openxmlformats.org/officeDocument/2006/relationships/image" Target="../media/image75.png"/><Relationship Id="rId90" Type="http://schemas.openxmlformats.org/officeDocument/2006/relationships/customXml" Target="../ink/ink108.xml"/><Relationship Id="rId95" Type="http://schemas.openxmlformats.org/officeDocument/2006/relationships/image" Target="../media/image126.png"/><Relationship Id="rId22" Type="http://schemas.openxmlformats.org/officeDocument/2006/relationships/customXml" Target="../ink/ink74.xml"/><Relationship Id="rId27" Type="http://schemas.openxmlformats.org/officeDocument/2006/relationships/image" Target="../media/image92.png"/><Relationship Id="rId43" Type="http://schemas.openxmlformats.org/officeDocument/2006/relationships/image" Target="../media/image100.png"/><Relationship Id="rId48" Type="http://schemas.openxmlformats.org/officeDocument/2006/relationships/customXml" Target="../ink/ink87.xml"/><Relationship Id="rId64" Type="http://schemas.openxmlformats.org/officeDocument/2006/relationships/customXml" Target="../ink/ink95.xml"/><Relationship Id="rId69" Type="http://schemas.openxmlformats.org/officeDocument/2006/relationships/image" Target="../media/image113.png"/><Relationship Id="rId113" Type="http://schemas.openxmlformats.org/officeDocument/2006/relationships/image" Target="../media/image135.png"/><Relationship Id="rId118" Type="http://schemas.openxmlformats.org/officeDocument/2006/relationships/customXml" Target="../ink/ink122.xml"/><Relationship Id="rId134" Type="http://schemas.openxmlformats.org/officeDocument/2006/relationships/customXml" Target="../ink/ink130.xml"/><Relationship Id="rId139" Type="http://schemas.openxmlformats.org/officeDocument/2006/relationships/image" Target="../media/image148.png"/><Relationship Id="rId80" Type="http://schemas.openxmlformats.org/officeDocument/2006/relationships/customXml" Target="../ink/ink103.xml"/><Relationship Id="rId85" Type="http://schemas.openxmlformats.org/officeDocument/2006/relationships/image" Target="../media/image121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33" Type="http://schemas.openxmlformats.org/officeDocument/2006/relationships/image" Target="../media/image95.png"/><Relationship Id="rId38" Type="http://schemas.openxmlformats.org/officeDocument/2006/relationships/customXml" Target="../ink/ink82.xml"/><Relationship Id="rId59" Type="http://schemas.openxmlformats.org/officeDocument/2006/relationships/image" Target="../media/image108.png"/><Relationship Id="rId103" Type="http://schemas.openxmlformats.org/officeDocument/2006/relationships/image" Target="../media/image130.png"/><Relationship Id="rId108" Type="http://schemas.openxmlformats.org/officeDocument/2006/relationships/customXml" Target="../ink/ink117.xml"/><Relationship Id="rId124" Type="http://schemas.openxmlformats.org/officeDocument/2006/relationships/customXml" Target="../ink/ink125.xml"/><Relationship Id="rId129" Type="http://schemas.openxmlformats.org/officeDocument/2006/relationships/image" Target="../media/image143.png"/><Relationship Id="rId54" Type="http://schemas.openxmlformats.org/officeDocument/2006/relationships/customXml" Target="../ink/ink90.xml"/><Relationship Id="rId70" Type="http://schemas.openxmlformats.org/officeDocument/2006/relationships/customXml" Target="../ink/ink98.xml"/><Relationship Id="rId75" Type="http://schemas.openxmlformats.org/officeDocument/2006/relationships/image" Target="../media/image116.png"/><Relationship Id="rId91" Type="http://schemas.openxmlformats.org/officeDocument/2006/relationships/image" Target="../media/image124.png"/><Relationship Id="rId96" Type="http://schemas.openxmlformats.org/officeDocument/2006/relationships/customXml" Target="../ink/ink111.xml"/><Relationship Id="rId140" Type="http://schemas.openxmlformats.org/officeDocument/2006/relationships/customXml" Target="../ink/ink1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23" Type="http://schemas.openxmlformats.org/officeDocument/2006/relationships/image" Target="../media/image90.png"/><Relationship Id="rId28" Type="http://schemas.openxmlformats.org/officeDocument/2006/relationships/customXml" Target="../ink/ink77.xml"/><Relationship Id="rId49" Type="http://schemas.openxmlformats.org/officeDocument/2006/relationships/image" Target="../media/image103.png"/><Relationship Id="rId114" Type="http://schemas.openxmlformats.org/officeDocument/2006/relationships/customXml" Target="../ink/ink120.xml"/><Relationship Id="rId119" Type="http://schemas.openxmlformats.org/officeDocument/2006/relationships/image" Target="../media/image138.png"/><Relationship Id="rId44" Type="http://schemas.openxmlformats.org/officeDocument/2006/relationships/customXml" Target="../ink/ink85.xml"/><Relationship Id="rId60" Type="http://schemas.openxmlformats.org/officeDocument/2006/relationships/customXml" Target="../ink/ink93.xml"/><Relationship Id="rId65" Type="http://schemas.openxmlformats.org/officeDocument/2006/relationships/image" Target="../media/image111.png"/><Relationship Id="rId81" Type="http://schemas.openxmlformats.org/officeDocument/2006/relationships/image" Target="../media/image119.png"/><Relationship Id="rId86" Type="http://schemas.openxmlformats.org/officeDocument/2006/relationships/customXml" Target="../ink/ink106.xml"/><Relationship Id="rId130" Type="http://schemas.openxmlformats.org/officeDocument/2006/relationships/customXml" Target="../ink/ink128.xml"/><Relationship Id="rId135" Type="http://schemas.openxmlformats.org/officeDocument/2006/relationships/image" Target="../media/image146.png"/><Relationship Id="rId13" Type="http://schemas.openxmlformats.org/officeDocument/2006/relationships/image" Target="../media/image83.png"/><Relationship Id="rId18" Type="http://schemas.openxmlformats.org/officeDocument/2006/relationships/customXml" Target="../ink/ink72.xml"/><Relationship Id="rId39" Type="http://schemas.openxmlformats.org/officeDocument/2006/relationships/image" Target="../media/image98.png"/><Relationship Id="rId109" Type="http://schemas.openxmlformats.org/officeDocument/2006/relationships/image" Target="../media/image133.png"/><Relationship Id="rId34" Type="http://schemas.openxmlformats.org/officeDocument/2006/relationships/customXml" Target="../ink/ink80.xml"/><Relationship Id="rId50" Type="http://schemas.openxmlformats.org/officeDocument/2006/relationships/customXml" Target="../ink/ink88.xml"/><Relationship Id="rId55" Type="http://schemas.openxmlformats.org/officeDocument/2006/relationships/image" Target="../media/image106.png"/><Relationship Id="rId76" Type="http://schemas.openxmlformats.org/officeDocument/2006/relationships/customXml" Target="../ink/ink101.xml"/><Relationship Id="rId97" Type="http://schemas.openxmlformats.org/officeDocument/2006/relationships/image" Target="../media/image127.png"/><Relationship Id="rId104" Type="http://schemas.openxmlformats.org/officeDocument/2006/relationships/customXml" Target="../ink/ink115.xml"/><Relationship Id="rId120" Type="http://schemas.openxmlformats.org/officeDocument/2006/relationships/customXml" Target="../ink/ink123.xml"/><Relationship Id="rId125" Type="http://schemas.openxmlformats.org/officeDocument/2006/relationships/image" Target="../media/image141.png"/><Relationship Id="rId141" Type="http://schemas.openxmlformats.org/officeDocument/2006/relationships/image" Target="../media/image149.png"/><Relationship Id="rId7" Type="http://schemas.openxmlformats.org/officeDocument/2006/relationships/image" Target="../media/image77.png"/><Relationship Id="rId71" Type="http://schemas.openxmlformats.org/officeDocument/2006/relationships/image" Target="../media/image114.png"/><Relationship Id="rId92" Type="http://schemas.openxmlformats.org/officeDocument/2006/relationships/customXml" Target="../ink/ink109.xml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93.png"/><Relationship Id="rId24" Type="http://schemas.openxmlformats.org/officeDocument/2006/relationships/customXml" Target="../ink/ink75.xml"/><Relationship Id="rId40" Type="http://schemas.openxmlformats.org/officeDocument/2006/relationships/customXml" Target="../ink/ink83.xml"/><Relationship Id="rId45" Type="http://schemas.openxmlformats.org/officeDocument/2006/relationships/image" Target="../media/image101.png"/><Relationship Id="rId66" Type="http://schemas.openxmlformats.org/officeDocument/2006/relationships/customXml" Target="../ink/ink96.xml"/><Relationship Id="rId87" Type="http://schemas.openxmlformats.org/officeDocument/2006/relationships/image" Target="../media/image122.png"/><Relationship Id="rId110" Type="http://schemas.openxmlformats.org/officeDocument/2006/relationships/customXml" Target="../ink/ink118.xml"/><Relationship Id="rId115" Type="http://schemas.openxmlformats.org/officeDocument/2006/relationships/image" Target="../media/image136.png"/><Relationship Id="rId131" Type="http://schemas.openxmlformats.org/officeDocument/2006/relationships/image" Target="../media/image144.png"/><Relationship Id="rId136" Type="http://schemas.openxmlformats.org/officeDocument/2006/relationships/customXml" Target="../ink/ink131.xml"/><Relationship Id="rId61" Type="http://schemas.openxmlformats.org/officeDocument/2006/relationships/image" Target="../media/image109.png"/><Relationship Id="rId82" Type="http://schemas.openxmlformats.org/officeDocument/2006/relationships/customXml" Target="../ink/ink104.xml"/><Relationship Id="rId19" Type="http://schemas.openxmlformats.org/officeDocument/2006/relationships/image" Target="../media/image88.png"/><Relationship Id="rId14" Type="http://schemas.openxmlformats.org/officeDocument/2006/relationships/image" Target="../media/image84.png"/><Relationship Id="rId30" Type="http://schemas.openxmlformats.org/officeDocument/2006/relationships/customXml" Target="../ink/ink78.xml"/><Relationship Id="rId35" Type="http://schemas.openxmlformats.org/officeDocument/2006/relationships/image" Target="../media/image96.png"/><Relationship Id="rId56" Type="http://schemas.openxmlformats.org/officeDocument/2006/relationships/customXml" Target="../ink/ink91.xml"/><Relationship Id="rId77" Type="http://schemas.openxmlformats.org/officeDocument/2006/relationships/image" Target="../media/image117.png"/><Relationship Id="rId100" Type="http://schemas.openxmlformats.org/officeDocument/2006/relationships/customXml" Target="../ink/ink113.xml"/><Relationship Id="rId105" Type="http://schemas.openxmlformats.org/officeDocument/2006/relationships/image" Target="../media/image131.png"/><Relationship Id="rId126" Type="http://schemas.openxmlformats.org/officeDocument/2006/relationships/customXml" Target="../ink/ink126.xml"/><Relationship Id="rId8" Type="http://schemas.openxmlformats.org/officeDocument/2006/relationships/image" Target="../media/image78.png"/><Relationship Id="rId51" Type="http://schemas.openxmlformats.org/officeDocument/2006/relationships/image" Target="../media/image104.png"/><Relationship Id="rId72" Type="http://schemas.openxmlformats.org/officeDocument/2006/relationships/customXml" Target="../ink/ink99.xml"/><Relationship Id="rId93" Type="http://schemas.openxmlformats.org/officeDocument/2006/relationships/image" Target="../media/image125.png"/><Relationship Id="rId98" Type="http://schemas.openxmlformats.org/officeDocument/2006/relationships/customXml" Target="../ink/ink112.xml"/><Relationship Id="rId121" Type="http://schemas.openxmlformats.org/officeDocument/2006/relationships/image" Target="../media/image139.png"/><Relationship Id="rId142" Type="http://schemas.openxmlformats.org/officeDocument/2006/relationships/customXml" Target="../ink/ink134.xml"/><Relationship Id="rId3" Type="http://schemas.openxmlformats.org/officeDocument/2006/relationships/image" Target="../media/image73.png"/><Relationship Id="rId25" Type="http://schemas.openxmlformats.org/officeDocument/2006/relationships/image" Target="../media/image91.png"/><Relationship Id="rId46" Type="http://schemas.openxmlformats.org/officeDocument/2006/relationships/customXml" Target="../ink/ink86.xml"/><Relationship Id="rId67" Type="http://schemas.openxmlformats.org/officeDocument/2006/relationships/image" Target="../media/image112.png"/><Relationship Id="rId116" Type="http://schemas.openxmlformats.org/officeDocument/2006/relationships/customXml" Target="../ink/ink121.xml"/><Relationship Id="rId137" Type="http://schemas.openxmlformats.org/officeDocument/2006/relationships/image" Target="../media/image147.png"/><Relationship Id="rId20" Type="http://schemas.openxmlformats.org/officeDocument/2006/relationships/customXml" Target="../ink/ink73.xml"/><Relationship Id="rId41" Type="http://schemas.openxmlformats.org/officeDocument/2006/relationships/image" Target="../media/image99.png"/><Relationship Id="rId62" Type="http://schemas.openxmlformats.org/officeDocument/2006/relationships/customXml" Target="../ink/ink94.xml"/><Relationship Id="rId83" Type="http://schemas.openxmlformats.org/officeDocument/2006/relationships/image" Target="../media/image120.png"/><Relationship Id="rId88" Type="http://schemas.openxmlformats.org/officeDocument/2006/relationships/customXml" Target="../ink/ink107.xml"/><Relationship Id="rId111" Type="http://schemas.openxmlformats.org/officeDocument/2006/relationships/image" Target="../media/image134.png"/><Relationship Id="rId132" Type="http://schemas.openxmlformats.org/officeDocument/2006/relationships/customXml" Target="../ink/ink129.xml"/><Relationship Id="rId15" Type="http://schemas.openxmlformats.org/officeDocument/2006/relationships/image" Target="../media/image85.png"/><Relationship Id="rId36" Type="http://schemas.openxmlformats.org/officeDocument/2006/relationships/customXml" Target="../ink/ink81.xml"/><Relationship Id="rId57" Type="http://schemas.openxmlformats.org/officeDocument/2006/relationships/image" Target="../media/image107.png"/><Relationship Id="rId106" Type="http://schemas.openxmlformats.org/officeDocument/2006/relationships/customXml" Target="../ink/ink116.xml"/><Relationship Id="rId127" Type="http://schemas.openxmlformats.org/officeDocument/2006/relationships/image" Target="../media/image142.png"/><Relationship Id="rId10" Type="http://schemas.openxmlformats.org/officeDocument/2006/relationships/image" Target="../media/image80.png"/><Relationship Id="rId31" Type="http://schemas.openxmlformats.org/officeDocument/2006/relationships/image" Target="../media/image94.png"/><Relationship Id="rId52" Type="http://schemas.openxmlformats.org/officeDocument/2006/relationships/customXml" Target="../ink/ink89.xml"/><Relationship Id="rId73" Type="http://schemas.openxmlformats.org/officeDocument/2006/relationships/image" Target="../media/image115.png"/><Relationship Id="rId78" Type="http://schemas.openxmlformats.org/officeDocument/2006/relationships/customXml" Target="../ink/ink102.xml"/><Relationship Id="rId94" Type="http://schemas.openxmlformats.org/officeDocument/2006/relationships/customXml" Target="../ink/ink110.xml"/><Relationship Id="rId99" Type="http://schemas.openxmlformats.org/officeDocument/2006/relationships/image" Target="../media/image128.png"/><Relationship Id="rId101" Type="http://schemas.openxmlformats.org/officeDocument/2006/relationships/image" Target="../media/image129.png"/><Relationship Id="rId122" Type="http://schemas.openxmlformats.org/officeDocument/2006/relationships/customXml" Target="../ink/ink124.xml"/><Relationship Id="rId143" Type="http://schemas.openxmlformats.org/officeDocument/2006/relationships/image" Target="../media/image15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26" Type="http://schemas.openxmlformats.org/officeDocument/2006/relationships/customXml" Target="../ink/ink76.xml"/><Relationship Id="rId47" Type="http://schemas.openxmlformats.org/officeDocument/2006/relationships/image" Target="../media/image102.png"/><Relationship Id="rId68" Type="http://schemas.openxmlformats.org/officeDocument/2006/relationships/customXml" Target="../ink/ink97.xml"/><Relationship Id="rId89" Type="http://schemas.openxmlformats.org/officeDocument/2006/relationships/image" Target="../media/image123.png"/><Relationship Id="rId112" Type="http://schemas.openxmlformats.org/officeDocument/2006/relationships/customXml" Target="../ink/ink119.xml"/><Relationship Id="rId133" Type="http://schemas.openxmlformats.org/officeDocument/2006/relationships/image" Target="../media/image145.png"/><Relationship Id="rId16" Type="http://schemas.openxmlformats.org/officeDocument/2006/relationships/image" Target="../media/image86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9.png"/><Relationship Id="rId21" Type="http://schemas.openxmlformats.org/officeDocument/2006/relationships/image" Target="../media/image161.png"/><Relationship Id="rId42" Type="http://schemas.openxmlformats.org/officeDocument/2006/relationships/customXml" Target="../ink/ink154.xml"/><Relationship Id="rId63" Type="http://schemas.openxmlformats.org/officeDocument/2006/relationships/image" Target="../media/image182.png"/><Relationship Id="rId84" Type="http://schemas.openxmlformats.org/officeDocument/2006/relationships/customXml" Target="../ink/ink175.xml"/><Relationship Id="rId138" Type="http://schemas.openxmlformats.org/officeDocument/2006/relationships/customXml" Target="../ink/ink202.xml"/><Relationship Id="rId159" Type="http://schemas.openxmlformats.org/officeDocument/2006/relationships/image" Target="../media/image230.png"/><Relationship Id="rId170" Type="http://schemas.openxmlformats.org/officeDocument/2006/relationships/customXml" Target="../ink/ink218.xml"/><Relationship Id="rId191" Type="http://schemas.openxmlformats.org/officeDocument/2006/relationships/image" Target="../media/image246.png"/><Relationship Id="rId205" Type="http://schemas.openxmlformats.org/officeDocument/2006/relationships/image" Target="../media/image253.png"/><Relationship Id="rId226" Type="http://schemas.openxmlformats.org/officeDocument/2006/relationships/customXml" Target="../ink/ink246.xml"/><Relationship Id="rId247" Type="http://schemas.openxmlformats.org/officeDocument/2006/relationships/image" Target="../media/image274.png"/><Relationship Id="rId107" Type="http://schemas.openxmlformats.org/officeDocument/2006/relationships/image" Target="../media/image204.png"/><Relationship Id="rId11" Type="http://schemas.openxmlformats.org/officeDocument/2006/relationships/image" Target="../media/image156.png"/><Relationship Id="rId32" Type="http://schemas.openxmlformats.org/officeDocument/2006/relationships/customXml" Target="../ink/ink149.xml"/><Relationship Id="rId53" Type="http://schemas.openxmlformats.org/officeDocument/2006/relationships/image" Target="../media/image177.png"/><Relationship Id="rId74" Type="http://schemas.openxmlformats.org/officeDocument/2006/relationships/customXml" Target="../ink/ink170.xml"/><Relationship Id="rId128" Type="http://schemas.openxmlformats.org/officeDocument/2006/relationships/customXml" Target="../ink/ink197.xml"/><Relationship Id="rId149" Type="http://schemas.openxmlformats.org/officeDocument/2006/relationships/image" Target="../media/image225.png"/><Relationship Id="rId5" Type="http://schemas.openxmlformats.org/officeDocument/2006/relationships/image" Target="../media/image153.png"/><Relationship Id="rId95" Type="http://schemas.openxmlformats.org/officeDocument/2006/relationships/image" Target="../media/image198.png"/><Relationship Id="rId160" Type="http://schemas.openxmlformats.org/officeDocument/2006/relationships/customXml" Target="../ink/ink213.xml"/><Relationship Id="rId181" Type="http://schemas.openxmlformats.org/officeDocument/2006/relationships/image" Target="../media/image241.png"/><Relationship Id="rId216" Type="http://schemas.openxmlformats.org/officeDocument/2006/relationships/customXml" Target="../ink/ink241.xml"/><Relationship Id="rId237" Type="http://schemas.openxmlformats.org/officeDocument/2006/relationships/image" Target="../media/image269.png"/><Relationship Id="rId22" Type="http://schemas.openxmlformats.org/officeDocument/2006/relationships/customXml" Target="../ink/ink144.xml"/><Relationship Id="rId43" Type="http://schemas.openxmlformats.org/officeDocument/2006/relationships/image" Target="../media/image172.png"/><Relationship Id="rId64" Type="http://schemas.openxmlformats.org/officeDocument/2006/relationships/customXml" Target="../ink/ink165.xml"/><Relationship Id="rId118" Type="http://schemas.openxmlformats.org/officeDocument/2006/relationships/customXml" Target="../ink/ink192.xml"/><Relationship Id="rId139" Type="http://schemas.openxmlformats.org/officeDocument/2006/relationships/image" Target="../media/image220.png"/><Relationship Id="rId85" Type="http://schemas.openxmlformats.org/officeDocument/2006/relationships/image" Target="../media/image193.png"/><Relationship Id="rId150" Type="http://schemas.openxmlformats.org/officeDocument/2006/relationships/customXml" Target="../ink/ink208.xml"/><Relationship Id="rId171" Type="http://schemas.openxmlformats.org/officeDocument/2006/relationships/image" Target="../media/image236.png"/><Relationship Id="rId192" Type="http://schemas.openxmlformats.org/officeDocument/2006/relationships/customXml" Target="../ink/ink229.xml"/><Relationship Id="rId206" Type="http://schemas.openxmlformats.org/officeDocument/2006/relationships/customXml" Target="../ink/ink236.xml"/><Relationship Id="rId227" Type="http://schemas.openxmlformats.org/officeDocument/2006/relationships/image" Target="../media/image264.png"/><Relationship Id="rId248" Type="http://schemas.openxmlformats.org/officeDocument/2006/relationships/customXml" Target="../ink/ink257.xml"/><Relationship Id="rId12" Type="http://schemas.openxmlformats.org/officeDocument/2006/relationships/customXml" Target="../ink/ink139.xml"/><Relationship Id="rId33" Type="http://schemas.openxmlformats.org/officeDocument/2006/relationships/image" Target="../media/image167.png"/><Relationship Id="rId108" Type="http://schemas.openxmlformats.org/officeDocument/2006/relationships/customXml" Target="../ink/ink187.xml"/><Relationship Id="rId129" Type="http://schemas.openxmlformats.org/officeDocument/2006/relationships/image" Target="../media/image215.png"/><Relationship Id="rId54" Type="http://schemas.openxmlformats.org/officeDocument/2006/relationships/customXml" Target="../ink/ink160.xml"/><Relationship Id="rId75" Type="http://schemas.openxmlformats.org/officeDocument/2006/relationships/image" Target="../media/image188.png"/><Relationship Id="rId96" Type="http://schemas.openxmlformats.org/officeDocument/2006/relationships/customXml" Target="../ink/ink181.xml"/><Relationship Id="rId140" Type="http://schemas.openxmlformats.org/officeDocument/2006/relationships/customXml" Target="../ink/ink203.xml"/><Relationship Id="rId161" Type="http://schemas.openxmlformats.org/officeDocument/2006/relationships/image" Target="../media/image231.png"/><Relationship Id="rId182" Type="http://schemas.openxmlformats.org/officeDocument/2006/relationships/customXml" Target="../ink/ink224.xml"/><Relationship Id="rId217" Type="http://schemas.openxmlformats.org/officeDocument/2006/relationships/image" Target="../media/image259.png"/><Relationship Id="rId6" Type="http://schemas.openxmlformats.org/officeDocument/2006/relationships/customXml" Target="../ink/ink136.xml"/><Relationship Id="rId238" Type="http://schemas.openxmlformats.org/officeDocument/2006/relationships/customXml" Target="../ink/ink252.xml"/><Relationship Id="rId23" Type="http://schemas.openxmlformats.org/officeDocument/2006/relationships/image" Target="../media/image162.png"/><Relationship Id="rId119" Type="http://schemas.openxmlformats.org/officeDocument/2006/relationships/image" Target="../media/image210.png"/><Relationship Id="rId44" Type="http://schemas.openxmlformats.org/officeDocument/2006/relationships/customXml" Target="../ink/ink155.xml"/><Relationship Id="rId65" Type="http://schemas.openxmlformats.org/officeDocument/2006/relationships/image" Target="../media/image183.png"/><Relationship Id="rId86" Type="http://schemas.openxmlformats.org/officeDocument/2006/relationships/customXml" Target="../ink/ink176.xml"/><Relationship Id="rId130" Type="http://schemas.openxmlformats.org/officeDocument/2006/relationships/customXml" Target="../ink/ink198.xml"/><Relationship Id="rId151" Type="http://schemas.openxmlformats.org/officeDocument/2006/relationships/image" Target="../media/image226.png"/><Relationship Id="rId172" Type="http://schemas.openxmlformats.org/officeDocument/2006/relationships/customXml" Target="../ink/ink219.xml"/><Relationship Id="rId193" Type="http://schemas.openxmlformats.org/officeDocument/2006/relationships/image" Target="../media/image247.png"/><Relationship Id="rId207" Type="http://schemas.openxmlformats.org/officeDocument/2006/relationships/image" Target="../media/image254.png"/><Relationship Id="rId228" Type="http://schemas.openxmlformats.org/officeDocument/2006/relationships/customXml" Target="../ink/ink247.xml"/><Relationship Id="rId249" Type="http://schemas.openxmlformats.org/officeDocument/2006/relationships/image" Target="../media/image275.png"/><Relationship Id="rId13" Type="http://schemas.openxmlformats.org/officeDocument/2006/relationships/image" Target="../media/image157.png"/><Relationship Id="rId109" Type="http://schemas.openxmlformats.org/officeDocument/2006/relationships/image" Target="../media/image205.png"/><Relationship Id="rId34" Type="http://schemas.openxmlformats.org/officeDocument/2006/relationships/customXml" Target="../ink/ink150.xml"/><Relationship Id="rId55" Type="http://schemas.openxmlformats.org/officeDocument/2006/relationships/image" Target="../media/image178.png"/><Relationship Id="rId76" Type="http://schemas.openxmlformats.org/officeDocument/2006/relationships/customXml" Target="../ink/ink171.xml"/><Relationship Id="rId97" Type="http://schemas.openxmlformats.org/officeDocument/2006/relationships/image" Target="../media/image199.png"/><Relationship Id="rId120" Type="http://schemas.openxmlformats.org/officeDocument/2006/relationships/customXml" Target="../ink/ink193.xml"/><Relationship Id="rId141" Type="http://schemas.openxmlformats.org/officeDocument/2006/relationships/image" Target="../media/image221.png"/><Relationship Id="rId7" Type="http://schemas.openxmlformats.org/officeDocument/2006/relationships/image" Target="../media/image154.png"/><Relationship Id="rId162" Type="http://schemas.openxmlformats.org/officeDocument/2006/relationships/customXml" Target="../ink/ink214.xml"/><Relationship Id="rId183" Type="http://schemas.openxmlformats.org/officeDocument/2006/relationships/image" Target="../media/image242.png"/><Relationship Id="rId218" Type="http://schemas.openxmlformats.org/officeDocument/2006/relationships/customXml" Target="../ink/ink242.xml"/><Relationship Id="rId239" Type="http://schemas.openxmlformats.org/officeDocument/2006/relationships/image" Target="../media/image270.png"/><Relationship Id="rId250" Type="http://schemas.openxmlformats.org/officeDocument/2006/relationships/customXml" Target="../ink/ink258.xml"/><Relationship Id="rId24" Type="http://schemas.openxmlformats.org/officeDocument/2006/relationships/customXml" Target="../ink/ink145.xml"/><Relationship Id="rId45" Type="http://schemas.openxmlformats.org/officeDocument/2006/relationships/image" Target="../media/image173.png"/><Relationship Id="rId66" Type="http://schemas.openxmlformats.org/officeDocument/2006/relationships/customXml" Target="../ink/ink166.xml"/><Relationship Id="rId87" Type="http://schemas.openxmlformats.org/officeDocument/2006/relationships/image" Target="../media/image194.png"/><Relationship Id="rId110" Type="http://schemas.openxmlformats.org/officeDocument/2006/relationships/customXml" Target="../ink/ink188.xml"/><Relationship Id="rId131" Type="http://schemas.openxmlformats.org/officeDocument/2006/relationships/image" Target="../media/image216.png"/><Relationship Id="rId152" Type="http://schemas.openxmlformats.org/officeDocument/2006/relationships/customXml" Target="../ink/ink209.xml"/><Relationship Id="rId173" Type="http://schemas.openxmlformats.org/officeDocument/2006/relationships/image" Target="../media/image237.png"/><Relationship Id="rId194" Type="http://schemas.openxmlformats.org/officeDocument/2006/relationships/customXml" Target="../ink/ink230.xml"/><Relationship Id="rId208" Type="http://schemas.openxmlformats.org/officeDocument/2006/relationships/customXml" Target="../ink/ink237.xml"/><Relationship Id="rId229" Type="http://schemas.openxmlformats.org/officeDocument/2006/relationships/image" Target="../media/image265.png"/><Relationship Id="rId240" Type="http://schemas.openxmlformats.org/officeDocument/2006/relationships/customXml" Target="../ink/ink253.xml"/><Relationship Id="rId14" Type="http://schemas.openxmlformats.org/officeDocument/2006/relationships/customXml" Target="../ink/ink140.xml"/><Relationship Id="rId35" Type="http://schemas.openxmlformats.org/officeDocument/2006/relationships/image" Target="../media/image168.png"/><Relationship Id="rId56" Type="http://schemas.openxmlformats.org/officeDocument/2006/relationships/customXml" Target="../ink/ink161.xml"/><Relationship Id="rId77" Type="http://schemas.openxmlformats.org/officeDocument/2006/relationships/image" Target="../media/image189.png"/><Relationship Id="rId100" Type="http://schemas.openxmlformats.org/officeDocument/2006/relationships/customXml" Target="../ink/ink183.xml"/><Relationship Id="rId8" Type="http://schemas.openxmlformats.org/officeDocument/2006/relationships/customXml" Target="../ink/ink137.xml"/><Relationship Id="rId98" Type="http://schemas.openxmlformats.org/officeDocument/2006/relationships/customXml" Target="../ink/ink182.xml"/><Relationship Id="rId121" Type="http://schemas.openxmlformats.org/officeDocument/2006/relationships/image" Target="../media/image211.png"/><Relationship Id="rId142" Type="http://schemas.openxmlformats.org/officeDocument/2006/relationships/customXml" Target="../ink/ink204.xml"/><Relationship Id="rId163" Type="http://schemas.openxmlformats.org/officeDocument/2006/relationships/image" Target="../media/image232.png"/><Relationship Id="rId184" Type="http://schemas.openxmlformats.org/officeDocument/2006/relationships/customXml" Target="../ink/ink225.xml"/><Relationship Id="rId219" Type="http://schemas.openxmlformats.org/officeDocument/2006/relationships/image" Target="../media/image260.png"/><Relationship Id="rId230" Type="http://schemas.openxmlformats.org/officeDocument/2006/relationships/customXml" Target="../ink/ink248.xml"/><Relationship Id="rId251" Type="http://schemas.openxmlformats.org/officeDocument/2006/relationships/image" Target="../media/image276.png"/><Relationship Id="rId25" Type="http://schemas.openxmlformats.org/officeDocument/2006/relationships/image" Target="../media/image163.png"/><Relationship Id="rId46" Type="http://schemas.openxmlformats.org/officeDocument/2006/relationships/customXml" Target="../ink/ink156.xml"/><Relationship Id="rId67" Type="http://schemas.openxmlformats.org/officeDocument/2006/relationships/image" Target="../media/image184.png"/><Relationship Id="rId88" Type="http://schemas.openxmlformats.org/officeDocument/2006/relationships/customXml" Target="../ink/ink177.xml"/><Relationship Id="rId111" Type="http://schemas.openxmlformats.org/officeDocument/2006/relationships/image" Target="../media/image206.png"/><Relationship Id="rId132" Type="http://schemas.openxmlformats.org/officeDocument/2006/relationships/customXml" Target="../ink/ink199.xml"/><Relationship Id="rId153" Type="http://schemas.openxmlformats.org/officeDocument/2006/relationships/image" Target="../media/image227.png"/><Relationship Id="rId174" Type="http://schemas.openxmlformats.org/officeDocument/2006/relationships/customXml" Target="../ink/ink220.xml"/><Relationship Id="rId195" Type="http://schemas.openxmlformats.org/officeDocument/2006/relationships/image" Target="../media/image248.png"/><Relationship Id="rId209" Type="http://schemas.openxmlformats.org/officeDocument/2006/relationships/image" Target="../media/image255.png"/><Relationship Id="rId220" Type="http://schemas.openxmlformats.org/officeDocument/2006/relationships/customXml" Target="../ink/ink243.xml"/><Relationship Id="rId241" Type="http://schemas.openxmlformats.org/officeDocument/2006/relationships/image" Target="../media/image271.png"/><Relationship Id="rId15" Type="http://schemas.openxmlformats.org/officeDocument/2006/relationships/image" Target="../media/image158.png"/><Relationship Id="rId36" Type="http://schemas.openxmlformats.org/officeDocument/2006/relationships/customXml" Target="../ink/ink151.xml"/><Relationship Id="rId57" Type="http://schemas.openxmlformats.org/officeDocument/2006/relationships/image" Target="../media/image179.png"/><Relationship Id="rId78" Type="http://schemas.openxmlformats.org/officeDocument/2006/relationships/customXml" Target="../ink/ink172.xml"/><Relationship Id="rId99" Type="http://schemas.openxmlformats.org/officeDocument/2006/relationships/image" Target="../media/image200.png"/><Relationship Id="rId101" Type="http://schemas.openxmlformats.org/officeDocument/2006/relationships/image" Target="../media/image201.png"/><Relationship Id="rId122" Type="http://schemas.openxmlformats.org/officeDocument/2006/relationships/customXml" Target="../ink/ink194.xml"/><Relationship Id="rId143" Type="http://schemas.openxmlformats.org/officeDocument/2006/relationships/image" Target="../media/image222.png"/><Relationship Id="rId164" Type="http://schemas.openxmlformats.org/officeDocument/2006/relationships/customXml" Target="../ink/ink215.xml"/><Relationship Id="rId185" Type="http://schemas.openxmlformats.org/officeDocument/2006/relationships/image" Target="../media/image243.png"/><Relationship Id="rId4" Type="http://schemas.openxmlformats.org/officeDocument/2006/relationships/customXml" Target="../ink/ink135.xml"/><Relationship Id="rId9" Type="http://schemas.openxmlformats.org/officeDocument/2006/relationships/image" Target="../media/image155.png"/><Relationship Id="rId180" Type="http://schemas.openxmlformats.org/officeDocument/2006/relationships/customXml" Target="../ink/ink223.xml"/><Relationship Id="rId210" Type="http://schemas.openxmlformats.org/officeDocument/2006/relationships/customXml" Target="../ink/ink238.xml"/><Relationship Id="rId215" Type="http://schemas.openxmlformats.org/officeDocument/2006/relationships/image" Target="../media/image258.png"/><Relationship Id="rId236" Type="http://schemas.openxmlformats.org/officeDocument/2006/relationships/customXml" Target="../ink/ink251.xml"/><Relationship Id="rId26" Type="http://schemas.openxmlformats.org/officeDocument/2006/relationships/customXml" Target="../ink/ink146.xml"/><Relationship Id="rId231" Type="http://schemas.openxmlformats.org/officeDocument/2006/relationships/image" Target="../media/image266.png"/><Relationship Id="rId47" Type="http://schemas.openxmlformats.org/officeDocument/2006/relationships/image" Target="../media/image174.png"/><Relationship Id="rId68" Type="http://schemas.openxmlformats.org/officeDocument/2006/relationships/customXml" Target="../ink/ink167.xml"/><Relationship Id="rId89" Type="http://schemas.openxmlformats.org/officeDocument/2006/relationships/image" Target="../media/image195.png"/><Relationship Id="rId112" Type="http://schemas.openxmlformats.org/officeDocument/2006/relationships/customXml" Target="../ink/ink189.xml"/><Relationship Id="rId133" Type="http://schemas.openxmlformats.org/officeDocument/2006/relationships/image" Target="../media/image217.png"/><Relationship Id="rId154" Type="http://schemas.openxmlformats.org/officeDocument/2006/relationships/customXml" Target="../ink/ink210.xml"/><Relationship Id="rId175" Type="http://schemas.openxmlformats.org/officeDocument/2006/relationships/image" Target="../media/image238.png"/><Relationship Id="rId196" Type="http://schemas.openxmlformats.org/officeDocument/2006/relationships/customXml" Target="../ink/ink231.xml"/><Relationship Id="rId200" Type="http://schemas.openxmlformats.org/officeDocument/2006/relationships/customXml" Target="../ink/ink233.xml"/><Relationship Id="rId16" Type="http://schemas.openxmlformats.org/officeDocument/2006/relationships/customXml" Target="../ink/ink141.xml"/><Relationship Id="rId221" Type="http://schemas.openxmlformats.org/officeDocument/2006/relationships/image" Target="../media/image261.png"/><Relationship Id="rId242" Type="http://schemas.openxmlformats.org/officeDocument/2006/relationships/customXml" Target="../ink/ink254.xml"/><Relationship Id="rId37" Type="http://schemas.openxmlformats.org/officeDocument/2006/relationships/image" Target="../media/image169.png"/><Relationship Id="rId58" Type="http://schemas.openxmlformats.org/officeDocument/2006/relationships/customXml" Target="../ink/ink162.xml"/><Relationship Id="rId79" Type="http://schemas.openxmlformats.org/officeDocument/2006/relationships/image" Target="../media/image190.png"/><Relationship Id="rId102" Type="http://schemas.openxmlformats.org/officeDocument/2006/relationships/customXml" Target="../ink/ink184.xml"/><Relationship Id="rId123" Type="http://schemas.openxmlformats.org/officeDocument/2006/relationships/image" Target="../media/image212.png"/><Relationship Id="rId144" Type="http://schemas.openxmlformats.org/officeDocument/2006/relationships/customXml" Target="../ink/ink205.xml"/><Relationship Id="rId90" Type="http://schemas.openxmlformats.org/officeDocument/2006/relationships/customXml" Target="../ink/ink178.xml"/><Relationship Id="rId165" Type="http://schemas.openxmlformats.org/officeDocument/2006/relationships/image" Target="../media/image233.png"/><Relationship Id="rId186" Type="http://schemas.openxmlformats.org/officeDocument/2006/relationships/customXml" Target="../ink/ink226.xml"/><Relationship Id="rId211" Type="http://schemas.openxmlformats.org/officeDocument/2006/relationships/image" Target="../media/image256.png"/><Relationship Id="rId232" Type="http://schemas.openxmlformats.org/officeDocument/2006/relationships/customXml" Target="../ink/ink249.xml"/><Relationship Id="rId27" Type="http://schemas.openxmlformats.org/officeDocument/2006/relationships/image" Target="../media/image164.png"/><Relationship Id="rId48" Type="http://schemas.openxmlformats.org/officeDocument/2006/relationships/customXml" Target="../ink/ink157.xml"/><Relationship Id="rId69" Type="http://schemas.openxmlformats.org/officeDocument/2006/relationships/image" Target="../media/image185.png"/><Relationship Id="rId113" Type="http://schemas.openxmlformats.org/officeDocument/2006/relationships/image" Target="../media/image207.png"/><Relationship Id="rId134" Type="http://schemas.openxmlformats.org/officeDocument/2006/relationships/customXml" Target="../ink/ink200.xml"/><Relationship Id="rId80" Type="http://schemas.openxmlformats.org/officeDocument/2006/relationships/customXml" Target="../ink/ink173.xml"/><Relationship Id="rId155" Type="http://schemas.openxmlformats.org/officeDocument/2006/relationships/image" Target="../media/image228.png"/><Relationship Id="rId176" Type="http://schemas.openxmlformats.org/officeDocument/2006/relationships/customXml" Target="../ink/ink221.xml"/><Relationship Id="rId197" Type="http://schemas.openxmlformats.org/officeDocument/2006/relationships/image" Target="../media/image249.png"/><Relationship Id="rId201" Type="http://schemas.openxmlformats.org/officeDocument/2006/relationships/image" Target="../media/image251.png"/><Relationship Id="rId222" Type="http://schemas.openxmlformats.org/officeDocument/2006/relationships/customXml" Target="../ink/ink244.xml"/><Relationship Id="rId243" Type="http://schemas.openxmlformats.org/officeDocument/2006/relationships/image" Target="../media/image272.png"/><Relationship Id="rId17" Type="http://schemas.openxmlformats.org/officeDocument/2006/relationships/image" Target="../media/image159.png"/><Relationship Id="rId38" Type="http://schemas.openxmlformats.org/officeDocument/2006/relationships/customXml" Target="../ink/ink152.xml"/><Relationship Id="rId59" Type="http://schemas.openxmlformats.org/officeDocument/2006/relationships/image" Target="../media/image180.png"/><Relationship Id="rId103" Type="http://schemas.openxmlformats.org/officeDocument/2006/relationships/image" Target="../media/image202.png"/><Relationship Id="rId124" Type="http://schemas.openxmlformats.org/officeDocument/2006/relationships/customXml" Target="../ink/ink195.xml"/><Relationship Id="rId70" Type="http://schemas.openxmlformats.org/officeDocument/2006/relationships/customXml" Target="../ink/ink168.xml"/><Relationship Id="rId91" Type="http://schemas.openxmlformats.org/officeDocument/2006/relationships/image" Target="../media/image196.png"/><Relationship Id="rId145" Type="http://schemas.openxmlformats.org/officeDocument/2006/relationships/image" Target="../media/image223.png"/><Relationship Id="rId166" Type="http://schemas.openxmlformats.org/officeDocument/2006/relationships/customXml" Target="../ink/ink216.xml"/><Relationship Id="rId187" Type="http://schemas.openxmlformats.org/officeDocument/2006/relationships/image" Target="../media/image24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39.xml"/><Relationship Id="rId233" Type="http://schemas.openxmlformats.org/officeDocument/2006/relationships/image" Target="../media/image267.png"/><Relationship Id="rId28" Type="http://schemas.openxmlformats.org/officeDocument/2006/relationships/customXml" Target="../ink/ink147.xml"/><Relationship Id="rId49" Type="http://schemas.openxmlformats.org/officeDocument/2006/relationships/image" Target="../media/image175.png"/><Relationship Id="rId114" Type="http://schemas.openxmlformats.org/officeDocument/2006/relationships/customXml" Target="../ink/ink190.xml"/><Relationship Id="rId60" Type="http://schemas.openxmlformats.org/officeDocument/2006/relationships/customXml" Target="../ink/ink163.xml"/><Relationship Id="rId81" Type="http://schemas.openxmlformats.org/officeDocument/2006/relationships/image" Target="../media/image191.png"/><Relationship Id="rId135" Type="http://schemas.openxmlformats.org/officeDocument/2006/relationships/image" Target="../media/image218.png"/><Relationship Id="rId156" Type="http://schemas.openxmlformats.org/officeDocument/2006/relationships/customXml" Target="../ink/ink211.xml"/><Relationship Id="rId177" Type="http://schemas.openxmlformats.org/officeDocument/2006/relationships/image" Target="../media/image239.png"/><Relationship Id="rId198" Type="http://schemas.openxmlformats.org/officeDocument/2006/relationships/customXml" Target="../ink/ink232.xml"/><Relationship Id="rId202" Type="http://schemas.openxmlformats.org/officeDocument/2006/relationships/customXml" Target="../ink/ink234.xml"/><Relationship Id="rId223" Type="http://schemas.openxmlformats.org/officeDocument/2006/relationships/image" Target="../media/image262.png"/><Relationship Id="rId244" Type="http://schemas.openxmlformats.org/officeDocument/2006/relationships/customXml" Target="../ink/ink255.xml"/><Relationship Id="rId18" Type="http://schemas.openxmlformats.org/officeDocument/2006/relationships/customXml" Target="../ink/ink142.xml"/><Relationship Id="rId39" Type="http://schemas.openxmlformats.org/officeDocument/2006/relationships/image" Target="../media/image170.png"/><Relationship Id="rId50" Type="http://schemas.openxmlformats.org/officeDocument/2006/relationships/customXml" Target="../ink/ink158.xml"/><Relationship Id="rId104" Type="http://schemas.openxmlformats.org/officeDocument/2006/relationships/customXml" Target="../ink/ink185.xml"/><Relationship Id="rId125" Type="http://schemas.openxmlformats.org/officeDocument/2006/relationships/image" Target="../media/image213.png"/><Relationship Id="rId146" Type="http://schemas.openxmlformats.org/officeDocument/2006/relationships/customXml" Target="../ink/ink206.xml"/><Relationship Id="rId167" Type="http://schemas.openxmlformats.org/officeDocument/2006/relationships/image" Target="../media/image234.png"/><Relationship Id="rId188" Type="http://schemas.openxmlformats.org/officeDocument/2006/relationships/customXml" Target="../ink/ink227.xml"/><Relationship Id="rId71" Type="http://schemas.openxmlformats.org/officeDocument/2006/relationships/image" Target="../media/image186.png"/><Relationship Id="rId92" Type="http://schemas.openxmlformats.org/officeDocument/2006/relationships/customXml" Target="../ink/ink179.xml"/><Relationship Id="rId213" Type="http://schemas.openxmlformats.org/officeDocument/2006/relationships/image" Target="../media/image257.png"/><Relationship Id="rId234" Type="http://schemas.openxmlformats.org/officeDocument/2006/relationships/customXml" Target="../ink/ink250.xml"/><Relationship Id="rId2" Type="http://schemas.openxmlformats.org/officeDocument/2006/relationships/image" Target="../media/image151.png"/><Relationship Id="rId29" Type="http://schemas.openxmlformats.org/officeDocument/2006/relationships/image" Target="../media/image165.png"/><Relationship Id="rId40" Type="http://schemas.openxmlformats.org/officeDocument/2006/relationships/customXml" Target="../ink/ink153.xml"/><Relationship Id="rId115" Type="http://schemas.openxmlformats.org/officeDocument/2006/relationships/image" Target="../media/image208.png"/><Relationship Id="rId136" Type="http://schemas.openxmlformats.org/officeDocument/2006/relationships/customXml" Target="../ink/ink201.xml"/><Relationship Id="rId157" Type="http://schemas.openxmlformats.org/officeDocument/2006/relationships/image" Target="../media/image229.png"/><Relationship Id="rId178" Type="http://schemas.openxmlformats.org/officeDocument/2006/relationships/customXml" Target="../ink/ink222.xml"/><Relationship Id="rId61" Type="http://schemas.openxmlformats.org/officeDocument/2006/relationships/image" Target="../media/image181.png"/><Relationship Id="rId82" Type="http://schemas.openxmlformats.org/officeDocument/2006/relationships/customXml" Target="../ink/ink174.xml"/><Relationship Id="rId199" Type="http://schemas.openxmlformats.org/officeDocument/2006/relationships/image" Target="../media/image250.png"/><Relationship Id="rId203" Type="http://schemas.openxmlformats.org/officeDocument/2006/relationships/image" Target="../media/image252.png"/><Relationship Id="rId19" Type="http://schemas.openxmlformats.org/officeDocument/2006/relationships/image" Target="../media/image160.png"/><Relationship Id="rId224" Type="http://schemas.openxmlformats.org/officeDocument/2006/relationships/customXml" Target="../ink/ink245.xml"/><Relationship Id="rId245" Type="http://schemas.openxmlformats.org/officeDocument/2006/relationships/image" Target="../media/image273.png"/><Relationship Id="rId30" Type="http://schemas.openxmlformats.org/officeDocument/2006/relationships/customXml" Target="../ink/ink148.xml"/><Relationship Id="rId105" Type="http://schemas.openxmlformats.org/officeDocument/2006/relationships/image" Target="../media/image203.png"/><Relationship Id="rId126" Type="http://schemas.openxmlformats.org/officeDocument/2006/relationships/customXml" Target="../ink/ink196.xml"/><Relationship Id="rId147" Type="http://schemas.openxmlformats.org/officeDocument/2006/relationships/image" Target="../media/image224.png"/><Relationship Id="rId168" Type="http://schemas.openxmlformats.org/officeDocument/2006/relationships/customXml" Target="../ink/ink217.xml"/><Relationship Id="rId51" Type="http://schemas.openxmlformats.org/officeDocument/2006/relationships/image" Target="../media/image176.png"/><Relationship Id="rId72" Type="http://schemas.openxmlformats.org/officeDocument/2006/relationships/customXml" Target="../ink/ink169.xml"/><Relationship Id="rId93" Type="http://schemas.openxmlformats.org/officeDocument/2006/relationships/image" Target="../media/image197.png"/><Relationship Id="rId189" Type="http://schemas.openxmlformats.org/officeDocument/2006/relationships/image" Target="../media/image245.png"/><Relationship Id="rId3" Type="http://schemas.openxmlformats.org/officeDocument/2006/relationships/image" Target="../media/image152.png"/><Relationship Id="rId214" Type="http://schemas.openxmlformats.org/officeDocument/2006/relationships/customXml" Target="../ink/ink240.xml"/><Relationship Id="rId235" Type="http://schemas.openxmlformats.org/officeDocument/2006/relationships/image" Target="../media/image268.png"/><Relationship Id="rId116" Type="http://schemas.openxmlformats.org/officeDocument/2006/relationships/customXml" Target="../ink/ink191.xml"/><Relationship Id="rId137" Type="http://schemas.openxmlformats.org/officeDocument/2006/relationships/image" Target="../media/image219.png"/><Relationship Id="rId158" Type="http://schemas.openxmlformats.org/officeDocument/2006/relationships/customXml" Target="../ink/ink212.xml"/><Relationship Id="rId20" Type="http://schemas.openxmlformats.org/officeDocument/2006/relationships/customXml" Target="../ink/ink143.xml"/><Relationship Id="rId41" Type="http://schemas.openxmlformats.org/officeDocument/2006/relationships/image" Target="../media/image171.png"/><Relationship Id="rId62" Type="http://schemas.openxmlformats.org/officeDocument/2006/relationships/customXml" Target="../ink/ink164.xml"/><Relationship Id="rId83" Type="http://schemas.openxmlformats.org/officeDocument/2006/relationships/image" Target="../media/image192.png"/><Relationship Id="rId179" Type="http://schemas.openxmlformats.org/officeDocument/2006/relationships/image" Target="../media/image240.png"/><Relationship Id="rId190" Type="http://schemas.openxmlformats.org/officeDocument/2006/relationships/customXml" Target="../ink/ink228.xml"/><Relationship Id="rId204" Type="http://schemas.openxmlformats.org/officeDocument/2006/relationships/customXml" Target="../ink/ink235.xml"/><Relationship Id="rId225" Type="http://schemas.openxmlformats.org/officeDocument/2006/relationships/image" Target="../media/image263.png"/><Relationship Id="rId246" Type="http://schemas.openxmlformats.org/officeDocument/2006/relationships/customXml" Target="../ink/ink256.xml"/><Relationship Id="rId106" Type="http://schemas.openxmlformats.org/officeDocument/2006/relationships/customXml" Target="../ink/ink186.xml"/><Relationship Id="rId127" Type="http://schemas.openxmlformats.org/officeDocument/2006/relationships/image" Target="../media/image214.png"/><Relationship Id="rId10" Type="http://schemas.openxmlformats.org/officeDocument/2006/relationships/customXml" Target="../ink/ink138.xml"/><Relationship Id="rId31" Type="http://schemas.openxmlformats.org/officeDocument/2006/relationships/image" Target="../media/image166.png"/><Relationship Id="rId52" Type="http://schemas.openxmlformats.org/officeDocument/2006/relationships/customXml" Target="../ink/ink159.xml"/><Relationship Id="rId73" Type="http://schemas.openxmlformats.org/officeDocument/2006/relationships/image" Target="../media/image187.png"/><Relationship Id="rId94" Type="http://schemas.openxmlformats.org/officeDocument/2006/relationships/customXml" Target="../ink/ink180.xml"/><Relationship Id="rId148" Type="http://schemas.openxmlformats.org/officeDocument/2006/relationships/customXml" Target="../ink/ink207.xml"/><Relationship Id="rId169" Type="http://schemas.openxmlformats.org/officeDocument/2006/relationships/image" Target="../media/image235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16.xml"/><Relationship Id="rId21" Type="http://schemas.openxmlformats.org/officeDocument/2006/relationships/customXml" Target="../ink/ink268.xml"/><Relationship Id="rId42" Type="http://schemas.openxmlformats.org/officeDocument/2006/relationships/image" Target="../media/image297.png"/><Relationship Id="rId63" Type="http://schemas.openxmlformats.org/officeDocument/2006/relationships/customXml" Target="../ink/ink289.xml"/><Relationship Id="rId84" Type="http://schemas.openxmlformats.org/officeDocument/2006/relationships/image" Target="../media/image318.png"/><Relationship Id="rId138" Type="http://schemas.openxmlformats.org/officeDocument/2006/relationships/image" Target="../media/image345.png"/><Relationship Id="rId159" Type="http://schemas.openxmlformats.org/officeDocument/2006/relationships/customXml" Target="../ink/ink337.xml"/><Relationship Id="rId170" Type="http://schemas.openxmlformats.org/officeDocument/2006/relationships/image" Target="../media/image361.png"/><Relationship Id="rId107" Type="http://schemas.openxmlformats.org/officeDocument/2006/relationships/customXml" Target="../ink/ink311.xml"/><Relationship Id="rId11" Type="http://schemas.openxmlformats.org/officeDocument/2006/relationships/image" Target="../media/image281.png"/><Relationship Id="rId32" Type="http://schemas.openxmlformats.org/officeDocument/2006/relationships/image" Target="../media/image292.png"/><Relationship Id="rId53" Type="http://schemas.openxmlformats.org/officeDocument/2006/relationships/customXml" Target="../ink/ink284.xml"/><Relationship Id="rId74" Type="http://schemas.openxmlformats.org/officeDocument/2006/relationships/image" Target="../media/image313.png"/><Relationship Id="rId128" Type="http://schemas.openxmlformats.org/officeDocument/2006/relationships/image" Target="../media/image340.png"/><Relationship Id="rId149" Type="http://schemas.openxmlformats.org/officeDocument/2006/relationships/customXml" Target="../ink/ink332.xml"/><Relationship Id="rId5" Type="http://schemas.openxmlformats.org/officeDocument/2006/relationships/image" Target="../media/image278.png"/><Relationship Id="rId95" Type="http://schemas.openxmlformats.org/officeDocument/2006/relationships/customXml" Target="../ink/ink305.xml"/><Relationship Id="rId160" Type="http://schemas.openxmlformats.org/officeDocument/2006/relationships/image" Target="../media/image356.png"/><Relationship Id="rId181" Type="http://schemas.openxmlformats.org/officeDocument/2006/relationships/customXml" Target="../ink/ink348.xml"/><Relationship Id="rId22" Type="http://schemas.openxmlformats.org/officeDocument/2006/relationships/image" Target="../media/image287.png"/><Relationship Id="rId43" Type="http://schemas.openxmlformats.org/officeDocument/2006/relationships/customXml" Target="../ink/ink279.xml"/><Relationship Id="rId64" Type="http://schemas.openxmlformats.org/officeDocument/2006/relationships/image" Target="../media/image308.png"/><Relationship Id="rId118" Type="http://schemas.openxmlformats.org/officeDocument/2006/relationships/image" Target="../media/image335.png"/><Relationship Id="rId139" Type="http://schemas.openxmlformats.org/officeDocument/2006/relationships/customXml" Target="../ink/ink327.xml"/><Relationship Id="rId85" Type="http://schemas.openxmlformats.org/officeDocument/2006/relationships/customXml" Target="../ink/ink300.xml"/><Relationship Id="rId150" Type="http://schemas.openxmlformats.org/officeDocument/2006/relationships/image" Target="../media/image351.png"/><Relationship Id="rId171" Type="http://schemas.openxmlformats.org/officeDocument/2006/relationships/customXml" Target="../ink/ink343.xml"/><Relationship Id="rId12" Type="http://schemas.openxmlformats.org/officeDocument/2006/relationships/image" Target="../media/image282.png"/><Relationship Id="rId33" Type="http://schemas.openxmlformats.org/officeDocument/2006/relationships/customXml" Target="../ink/ink274.xml"/><Relationship Id="rId108" Type="http://schemas.openxmlformats.org/officeDocument/2006/relationships/image" Target="../media/image330.png"/><Relationship Id="rId129" Type="http://schemas.openxmlformats.org/officeDocument/2006/relationships/customXml" Target="../ink/ink322.xml"/><Relationship Id="rId54" Type="http://schemas.openxmlformats.org/officeDocument/2006/relationships/image" Target="../media/image303.png"/><Relationship Id="rId75" Type="http://schemas.openxmlformats.org/officeDocument/2006/relationships/customXml" Target="../ink/ink295.xml"/><Relationship Id="rId96" Type="http://schemas.openxmlformats.org/officeDocument/2006/relationships/image" Target="../media/image324.png"/><Relationship Id="rId140" Type="http://schemas.openxmlformats.org/officeDocument/2006/relationships/image" Target="../media/image346.png"/><Relationship Id="rId161" Type="http://schemas.openxmlformats.org/officeDocument/2006/relationships/customXml" Target="../ink/ink338.xml"/><Relationship Id="rId182" Type="http://schemas.openxmlformats.org/officeDocument/2006/relationships/image" Target="../media/image367.png"/><Relationship Id="rId6" Type="http://schemas.openxmlformats.org/officeDocument/2006/relationships/customXml" Target="../ink/ink261.xml"/><Relationship Id="rId23" Type="http://schemas.openxmlformats.org/officeDocument/2006/relationships/customXml" Target="../ink/ink269.xml"/><Relationship Id="rId119" Type="http://schemas.openxmlformats.org/officeDocument/2006/relationships/customXml" Target="../ink/ink317.xml"/><Relationship Id="rId44" Type="http://schemas.openxmlformats.org/officeDocument/2006/relationships/image" Target="../media/image298.png"/><Relationship Id="rId65" Type="http://schemas.openxmlformats.org/officeDocument/2006/relationships/customXml" Target="../ink/ink290.xml"/><Relationship Id="rId86" Type="http://schemas.openxmlformats.org/officeDocument/2006/relationships/image" Target="../media/image319.png"/><Relationship Id="rId130" Type="http://schemas.openxmlformats.org/officeDocument/2006/relationships/image" Target="../media/image341.png"/><Relationship Id="rId151" Type="http://schemas.openxmlformats.org/officeDocument/2006/relationships/customXml" Target="../ink/ink333.xml"/><Relationship Id="rId172" Type="http://schemas.openxmlformats.org/officeDocument/2006/relationships/image" Target="../media/image362.png"/><Relationship Id="rId13" Type="http://schemas.openxmlformats.org/officeDocument/2006/relationships/customXml" Target="../ink/ink264.xml"/><Relationship Id="rId18" Type="http://schemas.openxmlformats.org/officeDocument/2006/relationships/image" Target="../media/image285.png"/><Relationship Id="rId39" Type="http://schemas.openxmlformats.org/officeDocument/2006/relationships/customXml" Target="../ink/ink277.xml"/><Relationship Id="rId109" Type="http://schemas.openxmlformats.org/officeDocument/2006/relationships/customXml" Target="../ink/ink312.xml"/><Relationship Id="rId34" Type="http://schemas.openxmlformats.org/officeDocument/2006/relationships/image" Target="../media/image293.png"/><Relationship Id="rId50" Type="http://schemas.openxmlformats.org/officeDocument/2006/relationships/image" Target="../media/image301.png"/><Relationship Id="rId55" Type="http://schemas.openxmlformats.org/officeDocument/2006/relationships/customXml" Target="../ink/ink285.xml"/><Relationship Id="rId76" Type="http://schemas.openxmlformats.org/officeDocument/2006/relationships/image" Target="../media/image314.png"/><Relationship Id="rId97" Type="http://schemas.openxmlformats.org/officeDocument/2006/relationships/customXml" Target="../ink/ink306.xml"/><Relationship Id="rId104" Type="http://schemas.openxmlformats.org/officeDocument/2006/relationships/image" Target="../media/image328.png"/><Relationship Id="rId120" Type="http://schemas.openxmlformats.org/officeDocument/2006/relationships/image" Target="../media/image336.png"/><Relationship Id="rId125" Type="http://schemas.openxmlformats.org/officeDocument/2006/relationships/customXml" Target="../ink/ink320.xml"/><Relationship Id="rId141" Type="http://schemas.openxmlformats.org/officeDocument/2006/relationships/customXml" Target="../ink/ink328.xml"/><Relationship Id="rId146" Type="http://schemas.openxmlformats.org/officeDocument/2006/relationships/image" Target="../media/image349.png"/><Relationship Id="rId167" Type="http://schemas.openxmlformats.org/officeDocument/2006/relationships/customXml" Target="../ink/ink341.xml"/><Relationship Id="rId188" Type="http://schemas.openxmlformats.org/officeDocument/2006/relationships/image" Target="../media/image370.png"/><Relationship Id="rId7" Type="http://schemas.openxmlformats.org/officeDocument/2006/relationships/image" Target="../media/image279.png"/><Relationship Id="rId71" Type="http://schemas.openxmlformats.org/officeDocument/2006/relationships/customXml" Target="../ink/ink293.xml"/><Relationship Id="rId92" Type="http://schemas.openxmlformats.org/officeDocument/2006/relationships/image" Target="../media/image322.png"/><Relationship Id="rId162" Type="http://schemas.openxmlformats.org/officeDocument/2006/relationships/image" Target="../media/image357.png"/><Relationship Id="rId183" Type="http://schemas.openxmlformats.org/officeDocument/2006/relationships/customXml" Target="../ink/ink349.xml"/><Relationship Id="rId2" Type="http://schemas.openxmlformats.org/officeDocument/2006/relationships/customXml" Target="../ink/ink259.xml"/><Relationship Id="rId29" Type="http://schemas.openxmlformats.org/officeDocument/2006/relationships/customXml" Target="../ink/ink272.xml"/><Relationship Id="rId24" Type="http://schemas.openxmlformats.org/officeDocument/2006/relationships/image" Target="../media/image288.png"/><Relationship Id="rId40" Type="http://schemas.openxmlformats.org/officeDocument/2006/relationships/image" Target="../media/image296.png"/><Relationship Id="rId45" Type="http://schemas.openxmlformats.org/officeDocument/2006/relationships/customXml" Target="../ink/ink280.xml"/><Relationship Id="rId66" Type="http://schemas.openxmlformats.org/officeDocument/2006/relationships/image" Target="../media/image309.png"/><Relationship Id="rId87" Type="http://schemas.openxmlformats.org/officeDocument/2006/relationships/customXml" Target="../ink/ink301.xml"/><Relationship Id="rId110" Type="http://schemas.openxmlformats.org/officeDocument/2006/relationships/image" Target="../media/image331.png"/><Relationship Id="rId115" Type="http://schemas.openxmlformats.org/officeDocument/2006/relationships/customXml" Target="../ink/ink315.xml"/><Relationship Id="rId131" Type="http://schemas.openxmlformats.org/officeDocument/2006/relationships/customXml" Target="../ink/ink323.xml"/><Relationship Id="rId136" Type="http://schemas.openxmlformats.org/officeDocument/2006/relationships/image" Target="../media/image344.png"/><Relationship Id="rId157" Type="http://schemas.openxmlformats.org/officeDocument/2006/relationships/customXml" Target="../ink/ink336.xml"/><Relationship Id="rId178" Type="http://schemas.openxmlformats.org/officeDocument/2006/relationships/image" Target="../media/image365.png"/><Relationship Id="rId61" Type="http://schemas.openxmlformats.org/officeDocument/2006/relationships/customXml" Target="../ink/ink288.xml"/><Relationship Id="rId82" Type="http://schemas.openxmlformats.org/officeDocument/2006/relationships/image" Target="../media/image317.png"/><Relationship Id="rId152" Type="http://schemas.openxmlformats.org/officeDocument/2006/relationships/image" Target="../media/image352.png"/><Relationship Id="rId173" Type="http://schemas.openxmlformats.org/officeDocument/2006/relationships/customXml" Target="../ink/ink344.xml"/><Relationship Id="rId19" Type="http://schemas.openxmlformats.org/officeDocument/2006/relationships/customXml" Target="../ink/ink267.xml"/><Relationship Id="rId14" Type="http://schemas.openxmlformats.org/officeDocument/2006/relationships/image" Target="../media/image283.png"/><Relationship Id="rId30" Type="http://schemas.openxmlformats.org/officeDocument/2006/relationships/image" Target="../media/image291.png"/><Relationship Id="rId35" Type="http://schemas.openxmlformats.org/officeDocument/2006/relationships/customXml" Target="../ink/ink275.xml"/><Relationship Id="rId56" Type="http://schemas.openxmlformats.org/officeDocument/2006/relationships/image" Target="../media/image304.png"/><Relationship Id="rId77" Type="http://schemas.openxmlformats.org/officeDocument/2006/relationships/customXml" Target="../ink/ink296.xml"/><Relationship Id="rId100" Type="http://schemas.openxmlformats.org/officeDocument/2006/relationships/image" Target="../media/image326.png"/><Relationship Id="rId105" Type="http://schemas.openxmlformats.org/officeDocument/2006/relationships/customXml" Target="../ink/ink310.xml"/><Relationship Id="rId126" Type="http://schemas.openxmlformats.org/officeDocument/2006/relationships/image" Target="../media/image339.png"/><Relationship Id="rId147" Type="http://schemas.openxmlformats.org/officeDocument/2006/relationships/customXml" Target="../ink/ink331.xml"/><Relationship Id="rId168" Type="http://schemas.openxmlformats.org/officeDocument/2006/relationships/image" Target="../media/image360.png"/><Relationship Id="rId8" Type="http://schemas.openxmlformats.org/officeDocument/2006/relationships/customXml" Target="../ink/ink262.xml"/><Relationship Id="rId51" Type="http://schemas.openxmlformats.org/officeDocument/2006/relationships/customXml" Target="../ink/ink283.xml"/><Relationship Id="rId72" Type="http://schemas.openxmlformats.org/officeDocument/2006/relationships/image" Target="../media/image312.png"/><Relationship Id="rId93" Type="http://schemas.openxmlformats.org/officeDocument/2006/relationships/customXml" Target="../ink/ink304.xml"/><Relationship Id="rId98" Type="http://schemas.openxmlformats.org/officeDocument/2006/relationships/image" Target="../media/image325.png"/><Relationship Id="rId121" Type="http://schemas.openxmlformats.org/officeDocument/2006/relationships/customXml" Target="../ink/ink318.xml"/><Relationship Id="rId142" Type="http://schemas.openxmlformats.org/officeDocument/2006/relationships/image" Target="../media/image347.png"/><Relationship Id="rId163" Type="http://schemas.openxmlformats.org/officeDocument/2006/relationships/customXml" Target="../ink/ink339.xml"/><Relationship Id="rId184" Type="http://schemas.openxmlformats.org/officeDocument/2006/relationships/image" Target="../media/image368.png"/><Relationship Id="rId189" Type="http://schemas.openxmlformats.org/officeDocument/2006/relationships/customXml" Target="../ink/ink352.xml"/><Relationship Id="rId3" Type="http://schemas.openxmlformats.org/officeDocument/2006/relationships/image" Target="../media/image277.png"/><Relationship Id="rId25" Type="http://schemas.openxmlformats.org/officeDocument/2006/relationships/customXml" Target="../ink/ink270.xml"/><Relationship Id="rId46" Type="http://schemas.openxmlformats.org/officeDocument/2006/relationships/image" Target="../media/image299.png"/><Relationship Id="rId67" Type="http://schemas.openxmlformats.org/officeDocument/2006/relationships/customXml" Target="../ink/ink291.xml"/><Relationship Id="rId116" Type="http://schemas.openxmlformats.org/officeDocument/2006/relationships/image" Target="../media/image334.png"/><Relationship Id="rId137" Type="http://schemas.openxmlformats.org/officeDocument/2006/relationships/customXml" Target="../ink/ink326.xml"/><Relationship Id="rId158" Type="http://schemas.openxmlformats.org/officeDocument/2006/relationships/image" Target="../media/image355.png"/><Relationship Id="rId20" Type="http://schemas.openxmlformats.org/officeDocument/2006/relationships/image" Target="../media/image286.png"/><Relationship Id="rId41" Type="http://schemas.openxmlformats.org/officeDocument/2006/relationships/customXml" Target="../ink/ink278.xml"/><Relationship Id="rId62" Type="http://schemas.openxmlformats.org/officeDocument/2006/relationships/image" Target="../media/image307.png"/><Relationship Id="rId83" Type="http://schemas.openxmlformats.org/officeDocument/2006/relationships/customXml" Target="../ink/ink299.xml"/><Relationship Id="rId88" Type="http://schemas.openxmlformats.org/officeDocument/2006/relationships/image" Target="../media/image320.png"/><Relationship Id="rId111" Type="http://schemas.openxmlformats.org/officeDocument/2006/relationships/customXml" Target="../ink/ink313.xml"/><Relationship Id="rId132" Type="http://schemas.openxmlformats.org/officeDocument/2006/relationships/image" Target="../media/image342.png"/><Relationship Id="rId153" Type="http://schemas.openxmlformats.org/officeDocument/2006/relationships/customXml" Target="../ink/ink334.xml"/><Relationship Id="rId174" Type="http://schemas.openxmlformats.org/officeDocument/2006/relationships/image" Target="../media/image363.png"/><Relationship Id="rId179" Type="http://schemas.openxmlformats.org/officeDocument/2006/relationships/customXml" Target="../ink/ink347.xml"/><Relationship Id="rId190" Type="http://schemas.openxmlformats.org/officeDocument/2006/relationships/image" Target="../media/image371.png"/><Relationship Id="rId15" Type="http://schemas.openxmlformats.org/officeDocument/2006/relationships/customXml" Target="../ink/ink265.xml"/><Relationship Id="rId36" Type="http://schemas.openxmlformats.org/officeDocument/2006/relationships/image" Target="../media/image294.png"/><Relationship Id="rId57" Type="http://schemas.openxmlformats.org/officeDocument/2006/relationships/customXml" Target="../ink/ink286.xml"/><Relationship Id="rId106" Type="http://schemas.openxmlformats.org/officeDocument/2006/relationships/image" Target="../media/image329.png"/><Relationship Id="rId127" Type="http://schemas.openxmlformats.org/officeDocument/2006/relationships/customXml" Target="../ink/ink321.xml"/><Relationship Id="rId10" Type="http://schemas.openxmlformats.org/officeDocument/2006/relationships/customXml" Target="../ink/ink263.xml"/><Relationship Id="rId31" Type="http://schemas.openxmlformats.org/officeDocument/2006/relationships/customXml" Target="../ink/ink273.xml"/><Relationship Id="rId52" Type="http://schemas.openxmlformats.org/officeDocument/2006/relationships/image" Target="../media/image302.png"/><Relationship Id="rId73" Type="http://schemas.openxmlformats.org/officeDocument/2006/relationships/customXml" Target="../ink/ink294.xml"/><Relationship Id="rId78" Type="http://schemas.openxmlformats.org/officeDocument/2006/relationships/image" Target="../media/image315.png"/><Relationship Id="rId94" Type="http://schemas.openxmlformats.org/officeDocument/2006/relationships/image" Target="../media/image323.png"/><Relationship Id="rId99" Type="http://schemas.openxmlformats.org/officeDocument/2006/relationships/customXml" Target="../ink/ink307.xml"/><Relationship Id="rId101" Type="http://schemas.openxmlformats.org/officeDocument/2006/relationships/customXml" Target="../ink/ink308.xml"/><Relationship Id="rId122" Type="http://schemas.openxmlformats.org/officeDocument/2006/relationships/image" Target="../media/image337.png"/><Relationship Id="rId143" Type="http://schemas.openxmlformats.org/officeDocument/2006/relationships/customXml" Target="../ink/ink329.xml"/><Relationship Id="rId148" Type="http://schemas.openxmlformats.org/officeDocument/2006/relationships/image" Target="../media/image350.png"/><Relationship Id="rId164" Type="http://schemas.openxmlformats.org/officeDocument/2006/relationships/image" Target="../media/image358.png"/><Relationship Id="rId169" Type="http://schemas.openxmlformats.org/officeDocument/2006/relationships/customXml" Target="../ink/ink342.xml"/><Relationship Id="rId185" Type="http://schemas.openxmlformats.org/officeDocument/2006/relationships/customXml" Target="../ink/ink350.xml"/><Relationship Id="rId4" Type="http://schemas.openxmlformats.org/officeDocument/2006/relationships/customXml" Target="../ink/ink260.xml"/><Relationship Id="rId9" Type="http://schemas.openxmlformats.org/officeDocument/2006/relationships/image" Target="../media/image280.png"/><Relationship Id="rId180" Type="http://schemas.openxmlformats.org/officeDocument/2006/relationships/image" Target="../media/image366.png"/><Relationship Id="rId26" Type="http://schemas.openxmlformats.org/officeDocument/2006/relationships/image" Target="../media/image289.png"/><Relationship Id="rId47" Type="http://schemas.openxmlformats.org/officeDocument/2006/relationships/customXml" Target="../ink/ink281.xml"/><Relationship Id="rId68" Type="http://schemas.openxmlformats.org/officeDocument/2006/relationships/image" Target="../media/image310.png"/><Relationship Id="rId89" Type="http://schemas.openxmlformats.org/officeDocument/2006/relationships/customXml" Target="../ink/ink302.xml"/><Relationship Id="rId112" Type="http://schemas.openxmlformats.org/officeDocument/2006/relationships/image" Target="../media/image332.png"/><Relationship Id="rId133" Type="http://schemas.openxmlformats.org/officeDocument/2006/relationships/customXml" Target="../ink/ink324.xml"/><Relationship Id="rId154" Type="http://schemas.openxmlformats.org/officeDocument/2006/relationships/image" Target="../media/image353.png"/><Relationship Id="rId175" Type="http://schemas.openxmlformats.org/officeDocument/2006/relationships/customXml" Target="../ink/ink345.xml"/><Relationship Id="rId16" Type="http://schemas.openxmlformats.org/officeDocument/2006/relationships/image" Target="../media/image284.png"/><Relationship Id="rId37" Type="http://schemas.openxmlformats.org/officeDocument/2006/relationships/customXml" Target="../ink/ink276.xml"/><Relationship Id="rId58" Type="http://schemas.openxmlformats.org/officeDocument/2006/relationships/image" Target="../media/image305.png"/><Relationship Id="rId79" Type="http://schemas.openxmlformats.org/officeDocument/2006/relationships/customXml" Target="../ink/ink297.xml"/><Relationship Id="rId102" Type="http://schemas.openxmlformats.org/officeDocument/2006/relationships/image" Target="../media/image327.png"/><Relationship Id="rId123" Type="http://schemas.openxmlformats.org/officeDocument/2006/relationships/customXml" Target="../ink/ink319.xml"/><Relationship Id="rId144" Type="http://schemas.openxmlformats.org/officeDocument/2006/relationships/image" Target="../media/image348.png"/><Relationship Id="rId90" Type="http://schemas.openxmlformats.org/officeDocument/2006/relationships/image" Target="../media/image321.png"/><Relationship Id="rId165" Type="http://schemas.openxmlformats.org/officeDocument/2006/relationships/customXml" Target="../ink/ink340.xml"/><Relationship Id="rId186" Type="http://schemas.openxmlformats.org/officeDocument/2006/relationships/image" Target="../media/image369.png"/><Relationship Id="rId27" Type="http://schemas.openxmlformats.org/officeDocument/2006/relationships/customXml" Target="../ink/ink271.xml"/><Relationship Id="rId48" Type="http://schemas.openxmlformats.org/officeDocument/2006/relationships/image" Target="../media/image300.png"/><Relationship Id="rId69" Type="http://schemas.openxmlformats.org/officeDocument/2006/relationships/customXml" Target="../ink/ink292.xml"/><Relationship Id="rId113" Type="http://schemas.openxmlformats.org/officeDocument/2006/relationships/customXml" Target="../ink/ink314.xml"/><Relationship Id="rId134" Type="http://schemas.openxmlformats.org/officeDocument/2006/relationships/image" Target="../media/image343.png"/><Relationship Id="rId80" Type="http://schemas.openxmlformats.org/officeDocument/2006/relationships/image" Target="../media/image316.png"/><Relationship Id="rId155" Type="http://schemas.openxmlformats.org/officeDocument/2006/relationships/customXml" Target="../ink/ink335.xml"/><Relationship Id="rId176" Type="http://schemas.openxmlformats.org/officeDocument/2006/relationships/image" Target="../media/image364.png"/><Relationship Id="rId17" Type="http://schemas.openxmlformats.org/officeDocument/2006/relationships/customXml" Target="../ink/ink266.xml"/><Relationship Id="rId38" Type="http://schemas.openxmlformats.org/officeDocument/2006/relationships/image" Target="../media/image295.png"/><Relationship Id="rId59" Type="http://schemas.openxmlformats.org/officeDocument/2006/relationships/customXml" Target="../ink/ink287.xml"/><Relationship Id="rId103" Type="http://schemas.openxmlformats.org/officeDocument/2006/relationships/customXml" Target="../ink/ink309.xml"/><Relationship Id="rId124" Type="http://schemas.openxmlformats.org/officeDocument/2006/relationships/image" Target="../media/image338.png"/><Relationship Id="rId70" Type="http://schemas.openxmlformats.org/officeDocument/2006/relationships/image" Target="../media/image311.png"/><Relationship Id="rId91" Type="http://schemas.openxmlformats.org/officeDocument/2006/relationships/customXml" Target="../ink/ink303.xml"/><Relationship Id="rId145" Type="http://schemas.openxmlformats.org/officeDocument/2006/relationships/customXml" Target="../ink/ink330.xml"/><Relationship Id="rId166" Type="http://schemas.openxmlformats.org/officeDocument/2006/relationships/image" Target="../media/image359.png"/><Relationship Id="rId187" Type="http://schemas.openxmlformats.org/officeDocument/2006/relationships/customXml" Target="../ink/ink351.xml"/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290.png"/><Relationship Id="rId49" Type="http://schemas.openxmlformats.org/officeDocument/2006/relationships/customXml" Target="../ink/ink282.xml"/><Relationship Id="rId114" Type="http://schemas.openxmlformats.org/officeDocument/2006/relationships/image" Target="../media/image333.png"/><Relationship Id="rId60" Type="http://schemas.openxmlformats.org/officeDocument/2006/relationships/image" Target="../media/image306.png"/><Relationship Id="rId81" Type="http://schemas.openxmlformats.org/officeDocument/2006/relationships/customXml" Target="../ink/ink298.xml"/><Relationship Id="rId135" Type="http://schemas.openxmlformats.org/officeDocument/2006/relationships/customXml" Target="../ink/ink325.xml"/><Relationship Id="rId156" Type="http://schemas.openxmlformats.org/officeDocument/2006/relationships/image" Target="../media/image354.png"/><Relationship Id="rId177" Type="http://schemas.openxmlformats.org/officeDocument/2006/relationships/customXml" Target="../ink/ink346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11.xml"/><Relationship Id="rId21" Type="http://schemas.openxmlformats.org/officeDocument/2006/relationships/customXml" Target="../ink/ink363.xml"/><Relationship Id="rId42" Type="http://schemas.openxmlformats.org/officeDocument/2006/relationships/image" Target="../media/image389.png"/><Relationship Id="rId63" Type="http://schemas.openxmlformats.org/officeDocument/2006/relationships/customXml" Target="../ink/ink384.xml"/><Relationship Id="rId84" Type="http://schemas.openxmlformats.org/officeDocument/2006/relationships/image" Target="../media/image410.png"/><Relationship Id="rId138" Type="http://schemas.openxmlformats.org/officeDocument/2006/relationships/image" Target="../media/image437.png"/><Relationship Id="rId159" Type="http://schemas.openxmlformats.org/officeDocument/2006/relationships/customXml" Target="../ink/ink432.xml"/><Relationship Id="rId170" Type="http://schemas.openxmlformats.org/officeDocument/2006/relationships/customXml" Target="../ink/ink442.xml"/><Relationship Id="rId191" Type="http://schemas.openxmlformats.org/officeDocument/2006/relationships/customXml" Target="../ink/ink460.xml"/><Relationship Id="rId205" Type="http://schemas.openxmlformats.org/officeDocument/2006/relationships/image" Target="../media/image455.png"/><Relationship Id="rId226" Type="http://schemas.openxmlformats.org/officeDocument/2006/relationships/customXml" Target="../ink/ink481.xml"/><Relationship Id="rId107" Type="http://schemas.openxmlformats.org/officeDocument/2006/relationships/customXml" Target="../ink/ink406.xml"/><Relationship Id="rId11" Type="http://schemas.openxmlformats.org/officeDocument/2006/relationships/image" Target="../media/image102.png"/><Relationship Id="rId32" Type="http://schemas.openxmlformats.org/officeDocument/2006/relationships/image" Target="../media/image384.png"/><Relationship Id="rId53" Type="http://schemas.openxmlformats.org/officeDocument/2006/relationships/customXml" Target="../ink/ink379.xml"/><Relationship Id="rId74" Type="http://schemas.openxmlformats.org/officeDocument/2006/relationships/image" Target="../media/image405.png"/><Relationship Id="rId128" Type="http://schemas.openxmlformats.org/officeDocument/2006/relationships/image" Target="../media/image432.png"/><Relationship Id="rId149" Type="http://schemas.openxmlformats.org/officeDocument/2006/relationships/customXml" Target="../ink/ink427.xml"/><Relationship Id="rId5" Type="http://schemas.openxmlformats.org/officeDocument/2006/relationships/image" Target="../media/image373.png"/><Relationship Id="rId95" Type="http://schemas.openxmlformats.org/officeDocument/2006/relationships/customXml" Target="../ink/ink400.xml"/><Relationship Id="rId160" Type="http://schemas.openxmlformats.org/officeDocument/2006/relationships/customXml" Target="../ink/ink433.xml"/><Relationship Id="rId181" Type="http://schemas.openxmlformats.org/officeDocument/2006/relationships/customXml" Target="../ink/ink452.xml"/><Relationship Id="rId216" Type="http://schemas.openxmlformats.org/officeDocument/2006/relationships/customXml" Target="../ink/ink476.xml"/><Relationship Id="rId22" Type="http://schemas.openxmlformats.org/officeDocument/2006/relationships/image" Target="../media/image379.png"/><Relationship Id="rId43" Type="http://schemas.openxmlformats.org/officeDocument/2006/relationships/customXml" Target="../ink/ink374.xml"/><Relationship Id="rId64" Type="http://schemas.openxmlformats.org/officeDocument/2006/relationships/image" Target="../media/image400.png"/><Relationship Id="rId118" Type="http://schemas.openxmlformats.org/officeDocument/2006/relationships/image" Target="../media/image427.png"/><Relationship Id="rId139" Type="http://schemas.openxmlformats.org/officeDocument/2006/relationships/customXml" Target="../ink/ink422.xml"/><Relationship Id="rId85" Type="http://schemas.openxmlformats.org/officeDocument/2006/relationships/customXml" Target="../ink/ink395.xml"/><Relationship Id="rId150" Type="http://schemas.openxmlformats.org/officeDocument/2006/relationships/image" Target="../media/image443.png"/><Relationship Id="rId171" Type="http://schemas.openxmlformats.org/officeDocument/2006/relationships/customXml" Target="../ink/ink443.xml"/><Relationship Id="rId192" Type="http://schemas.openxmlformats.org/officeDocument/2006/relationships/customXml" Target="../ink/ink461.xml"/><Relationship Id="rId206" Type="http://schemas.openxmlformats.org/officeDocument/2006/relationships/customXml" Target="../ink/ink471.xml"/><Relationship Id="rId227" Type="http://schemas.openxmlformats.org/officeDocument/2006/relationships/image" Target="../media/image466.png"/><Relationship Id="rId12" Type="http://schemas.openxmlformats.org/officeDocument/2006/relationships/customXml" Target="../ink/ink358.xml"/><Relationship Id="rId33" Type="http://schemas.openxmlformats.org/officeDocument/2006/relationships/customXml" Target="../ink/ink369.xml"/><Relationship Id="rId108" Type="http://schemas.openxmlformats.org/officeDocument/2006/relationships/image" Target="../media/image422.png"/><Relationship Id="rId129" Type="http://schemas.openxmlformats.org/officeDocument/2006/relationships/customXml" Target="../ink/ink417.xml"/><Relationship Id="rId54" Type="http://schemas.openxmlformats.org/officeDocument/2006/relationships/image" Target="../media/image395.png"/><Relationship Id="rId75" Type="http://schemas.openxmlformats.org/officeDocument/2006/relationships/customXml" Target="../ink/ink390.xml"/><Relationship Id="rId96" Type="http://schemas.openxmlformats.org/officeDocument/2006/relationships/image" Target="../media/image416.png"/><Relationship Id="rId140" Type="http://schemas.openxmlformats.org/officeDocument/2006/relationships/image" Target="../media/image438.png"/><Relationship Id="rId161" Type="http://schemas.openxmlformats.org/officeDocument/2006/relationships/customXml" Target="../ink/ink434.xml"/><Relationship Id="rId182" Type="http://schemas.openxmlformats.org/officeDocument/2006/relationships/customXml" Target="../ink/ink453.xml"/><Relationship Id="rId217" Type="http://schemas.openxmlformats.org/officeDocument/2006/relationships/image" Target="../media/image461.png"/><Relationship Id="rId6" Type="http://schemas.openxmlformats.org/officeDocument/2006/relationships/customXml" Target="../ink/ink355.xml"/><Relationship Id="rId23" Type="http://schemas.openxmlformats.org/officeDocument/2006/relationships/customXml" Target="../ink/ink364.xml"/><Relationship Id="rId119" Type="http://schemas.openxmlformats.org/officeDocument/2006/relationships/customXml" Target="../ink/ink412.xml"/><Relationship Id="rId44" Type="http://schemas.openxmlformats.org/officeDocument/2006/relationships/image" Target="../media/image390.png"/><Relationship Id="rId65" Type="http://schemas.openxmlformats.org/officeDocument/2006/relationships/customXml" Target="../ink/ink385.xml"/><Relationship Id="rId86" Type="http://schemas.openxmlformats.org/officeDocument/2006/relationships/image" Target="../media/image411.png"/><Relationship Id="rId130" Type="http://schemas.openxmlformats.org/officeDocument/2006/relationships/image" Target="../media/image433.png"/><Relationship Id="rId151" Type="http://schemas.openxmlformats.org/officeDocument/2006/relationships/customXml" Target="../ink/ink428.xml"/><Relationship Id="rId172" Type="http://schemas.openxmlformats.org/officeDocument/2006/relationships/customXml" Target="../ink/ink444.xml"/><Relationship Id="rId193" Type="http://schemas.openxmlformats.org/officeDocument/2006/relationships/customXml" Target="../ink/ink462.xml"/><Relationship Id="rId207" Type="http://schemas.openxmlformats.org/officeDocument/2006/relationships/image" Target="../media/image456.png"/><Relationship Id="rId228" Type="http://schemas.openxmlformats.org/officeDocument/2006/relationships/customXml" Target="../ink/ink482.xml"/><Relationship Id="rId13" Type="http://schemas.openxmlformats.org/officeDocument/2006/relationships/image" Target="../media/image375.png"/><Relationship Id="rId109" Type="http://schemas.openxmlformats.org/officeDocument/2006/relationships/customXml" Target="../ink/ink407.xml"/><Relationship Id="rId34" Type="http://schemas.openxmlformats.org/officeDocument/2006/relationships/image" Target="../media/image385.png"/><Relationship Id="rId55" Type="http://schemas.openxmlformats.org/officeDocument/2006/relationships/customXml" Target="../ink/ink380.xml"/><Relationship Id="rId76" Type="http://schemas.openxmlformats.org/officeDocument/2006/relationships/image" Target="../media/image406.png"/><Relationship Id="rId97" Type="http://schemas.openxmlformats.org/officeDocument/2006/relationships/customXml" Target="../ink/ink401.xml"/><Relationship Id="rId120" Type="http://schemas.openxmlformats.org/officeDocument/2006/relationships/image" Target="../media/image428.png"/><Relationship Id="rId141" Type="http://schemas.openxmlformats.org/officeDocument/2006/relationships/customXml" Target="../ink/ink423.xml"/><Relationship Id="rId7" Type="http://schemas.openxmlformats.org/officeDocument/2006/relationships/image" Target="../media/image105.png"/><Relationship Id="rId162" Type="http://schemas.openxmlformats.org/officeDocument/2006/relationships/customXml" Target="../ink/ink435.xml"/><Relationship Id="rId183" Type="http://schemas.openxmlformats.org/officeDocument/2006/relationships/image" Target="../media/image450.png"/><Relationship Id="rId218" Type="http://schemas.openxmlformats.org/officeDocument/2006/relationships/customXml" Target="../ink/ink477.xml"/><Relationship Id="rId24" Type="http://schemas.openxmlformats.org/officeDocument/2006/relationships/image" Target="../media/image380.png"/><Relationship Id="rId45" Type="http://schemas.openxmlformats.org/officeDocument/2006/relationships/customXml" Target="../ink/ink375.xml"/><Relationship Id="rId66" Type="http://schemas.openxmlformats.org/officeDocument/2006/relationships/image" Target="../media/image401.png"/><Relationship Id="rId87" Type="http://schemas.openxmlformats.org/officeDocument/2006/relationships/customXml" Target="../ink/ink396.xml"/><Relationship Id="rId110" Type="http://schemas.openxmlformats.org/officeDocument/2006/relationships/image" Target="../media/image423.png"/><Relationship Id="rId131" Type="http://schemas.openxmlformats.org/officeDocument/2006/relationships/customXml" Target="../ink/ink418.xml"/><Relationship Id="rId152" Type="http://schemas.openxmlformats.org/officeDocument/2006/relationships/image" Target="../media/image444.png"/><Relationship Id="rId173" Type="http://schemas.openxmlformats.org/officeDocument/2006/relationships/customXml" Target="../ink/ink445.xml"/><Relationship Id="rId194" Type="http://schemas.openxmlformats.org/officeDocument/2006/relationships/customXml" Target="../ink/ink463.xml"/><Relationship Id="rId208" Type="http://schemas.openxmlformats.org/officeDocument/2006/relationships/customXml" Target="../ink/ink472.xml"/><Relationship Id="rId229" Type="http://schemas.openxmlformats.org/officeDocument/2006/relationships/image" Target="../media/image467.png"/><Relationship Id="rId14" Type="http://schemas.openxmlformats.org/officeDocument/2006/relationships/customXml" Target="../ink/ink359.xml"/><Relationship Id="rId35" Type="http://schemas.openxmlformats.org/officeDocument/2006/relationships/customXml" Target="../ink/ink370.xml"/><Relationship Id="rId56" Type="http://schemas.openxmlformats.org/officeDocument/2006/relationships/image" Target="../media/image396.png"/><Relationship Id="rId77" Type="http://schemas.openxmlformats.org/officeDocument/2006/relationships/customXml" Target="../ink/ink391.xml"/><Relationship Id="rId100" Type="http://schemas.openxmlformats.org/officeDocument/2006/relationships/image" Target="../media/image418.png"/><Relationship Id="rId8" Type="http://schemas.openxmlformats.org/officeDocument/2006/relationships/customXml" Target="../ink/ink356.xml"/><Relationship Id="rId98" Type="http://schemas.openxmlformats.org/officeDocument/2006/relationships/image" Target="../media/image417.png"/><Relationship Id="rId121" Type="http://schemas.openxmlformats.org/officeDocument/2006/relationships/customXml" Target="../ink/ink413.xml"/><Relationship Id="rId142" Type="http://schemas.openxmlformats.org/officeDocument/2006/relationships/image" Target="../media/image439.png"/><Relationship Id="rId163" Type="http://schemas.openxmlformats.org/officeDocument/2006/relationships/image" Target="../media/image448.png"/><Relationship Id="rId184" Type="http://schemas.openxmlformats.org/officeDocument/2006/relationships/customXml" Target="../ink/ink454.xml"/><Relationship Id="rId219" Type="http://schemas.openxmlformats.org/officeDocument/2006/relationships/image" Target="../media/image462.png"/><Relationship Id="rId230" Type="http://schemas.openxmlformats.org/officeDocument/2006/relationships/customXml" Target="../ink/ink483.xml"/><Relationship Id="rId25" Type="http://schemas.openxmlformats.org/officeDocument/2006/relationships/customXml" Target="../ink/ink365.xml"/><Relationship Id="rId46" Type="http://schemas.openxmlformats.org/officeDocument/2006/relationships/image" Target="../media/image391.png"/><Relationship Id="rId67" Type="http://schemas.openxmlformats.org/officeDocument/2006/relationships/customXml" Target="../ink/ink386.xml"/><Relationship Id="rId116" Type="http://schemas.openxmlformats.org/officeDocument/2006/relationships/image" Target="../media/image426.png"/><Relationship Id="rId137" Type="http://schemas.openxmlformats.org/officeDocument/2006/relationships/customXml" Target="../ink/ink421.xml"/><Relationship Id="rId158" Type="http://schemas.openxmlformats.org/officeDocument/2006/relationships/image" Target="../media/image447.png"/><Relationship Id="rId20" Type="http://schemas.openxmlformats.org/officeDocument/2006/relationships/image" Target="../media/image378.png"/><Relationship Id="rId41" Type="http://schemas.openxmlformats.org/officeDocument/2006/relationships/customXml" Target="../ink/ink373.xml"/><Relationship Id="rId62" Type="http://schemas.openxmlformats.org/officeDocument/2006/relationships/image" Target="../media/image399.png"/><Relationship Id="rId83" Type="http://schemas.openxmlformats.org/officeDocument/2006/relationships/customXml" Target="../ink/ink394.xml"/><Relationship Id="rId88" Type="http://schemas.openxmlformats.org/officeDocument/2006/relationships/image" Target="../media/image412.png"/><Relationship Id="rId111" Type="http://schemas.openxmlformats.org/officeDocument/2006/relationships/customXml" Target="../ink/ink408.xml"/><Relationship Id="rId132" Type="http://schemas.openxmlformats.org/officeDocument/2006/relationships/image" Target="../media/image434.png"/><Relationship Id="rId153" Type="http://schemas.openxmlformats.org/officeDocument/2006/relationships/customXml" Target="../ink/ink429.xml"/><Relationship Id="rId174" Type="http://schemas.openxmlformats.org/officeDocument/2006/relationships/customXml" Target="../ink/ink446.xml"/><Relationship Id="rId179" Type="http://schemas.openxmlformats.org/officeDocument/2006/relationships/customXml" Target="../ink/ink450.xml"/><Relationship Id="rId195" Type="http://schemas.openxmlformats.org/officeDocument/2006/relationships/customXml" Target="../ink/ink464.xml"/><Relationship Id="rId209" Type="http://schemas.openxmlformats.org/officeDocument/2006/relationships/image" Target="../media/image457.png"/><Relationship Id="rId190" Type="http://schemas.openxmlformats.org/officeDocument/2006/relationships/customXml" Target="../ink/ink459.xml"/><Relationship Id="rId204" Type="http://schemas.openxmlformats.org/officeDocument/2006/relationships/customXml" Target="../ink/ink470.xml"/><Relationship Id="rId220" Type="http://schemas.openxmlformats.org/officeDocument/2006/relationships/customXml" Target="../ink/ink478.xml"/><Relationship Id="rId225" Type="http://schemas.openxmlformats.org/officeDocument/2006/relationships/image" Target="../media/image465.png"/><Relationship Id="rId15" Type="http://schemas.openxmlformats.org/officeDocument/2006/relationships/image" Target="../media/image376.png"/><Relationship Id="rId36" Type="http://schemas.openxmlformats.org/officeDocument/2006/relationships/image" Target="../media/image386.png"/><Relationship Id="rId57" Type="http://schemas.openxmlformats.org/officeDocument/2006/relationships/customXml" Target="../ink/ink381.xml"/><Relationship Id="rId106" Type="http://schemas.openxmlformats.org/officeDocument/2006/relationships/image" Target="../media/image421.png"/><Relationship Id="rId127" Type="http://schemas.openxmlformats.org/officeDocument/2006/relationships/customXml" Target="../ink/ink416.xml"/><Relationship Id="rId10" Type="http://schemas.openxmlformats.org/officeDocument/2006/relationships/customXml" Target="../ink/ink357.xml"/><Relationship Id="rId31" Type="http://schemas.openxmlformats.org/officeDocument/2006/relationships/customXml" Target="../ink/ink368.xml"/><Relationship Id="rId52" Type="http://schemas.openxmlformats.org/officeDocument/2006/relationships/image" Target="../media/image394.png"/><Relationship Id="rId73" Type="http://schemas.openxmlformats.org/officeDocument/2006/relationships/customXml" Target="../ink/ink389.xml"/><Relationship Id="rId78" Type="http://schemas.openxmlformats.org/officeDocument/2006/relationships/image" Target="../media/image407.png"/><Relationship Id="rId94" Type="http://schemas.openxmlformats.org/officeDocument/2006/relationships/image" Target="../media/image415.png"/><Relationship Id="rId99" Type="http://schemas.openxmlformats.org/officeDocument/2006/relationships/customXml" Target="../ink/ink402.xml"/><Relationship Id="rId101" Type="http://schemas.openxmlformats.org/officeDocument/2006/relationships/customXml" Target="../ink/ink403.xml"/><Relationship Id="rId122" Type="http://schemas.openxmlformats.org/officeDocument/2006/relationships/image" Target="../media/image429.png"/><Relationship Id="rId143" Type="http://schemas.openxmlformats.org/officeDocument/2006/relationships/customXml" Target="../ink/ink424.xml"/><Relationship Id="rId148" Type="http://schemas.openxmlformats.org/officeDocument/2006/relationships/image" Target="../media/image442.png"/><Relationship Id="rId164" Type="http://schemas.openxmlformats.org/officeDocument/2006/relationships/customXml" Target="../ink/ink436.xml"/><Relationship Id="rId169" Type="http://schemas.openxmlformats.org/officeDocument/2006/relationships/customXml" Target="../ink/ink441.xml"/><Relationship Id="rId185" Type="http://schemas.openxmlformats.org/officeDocument/2006/relationships/image" Target="../media/image451.png"/><Relationship Id="rId4" Type="http://schemas.openxmlformats.org/officeDocument/2006/relationships/customXml" Target="../ink/ink354.xml"/><Relationship Id="rId9" Type="http://schemas.openxmlformats.org/officeDocument/2006/relationships/image" Target="../media/image374.png"/><Relationship Id="rId180" Type="http://schemas.openxmlformats.org/officeDocument/2006/relationships/customXml" Target="../ink/ink451.xml"/><Relationship Id="rId210" Type="http://schemas.openxmlformats.org/officeDocument/2006/relationships/customXml" Target="../ink/ink473.xml"/><Relationship Id="rId215" Type="http://schemas.openxmlformats.org/officeDocument/2006/relationships/image" Target="../media/image460.png"/><Relationship Id="rId26" Type="http://schemas.openxmlformats.org/officeDocument/2006/relationships/image" Target="../media/image381.png"/><Relationship Id="rId231" Type="http://schemas.openxmlformats.org/officeDocument/2006/relationships/image" Target="../media/image468.png"/><Relationship Id="rId47" Type="http://schemas.openxmlformats.org/officeDocument/2006/relationships/customXml" Target="../ink/ink376.xml"/><Relationship Id="rId68" Type="http://schemas.openxmlformats.org/officeDocument/2006/relationships/image" Target="../media/image402.png"/><Relationship Id="rId89" Type="http://schemas.openxmlformats.org/officeDocument/2006/relationships/customXml" Target="../ink/ink397.xml"/><Relationship Id="rId112" Type="http://schemas.openxmlformats.org/officeDocument/2006/relationships/image" Target="../media/image424.png"/><Relationship Id="rId133" Type="http://schemas.openxmlformats.org/officeDocument/2006/relationships/customXml" Target="../ink/ink419.xml"/><Relationship Id="rId154" Type="http://schemas.openxmlformats.org/officeDocument/2006/relationships/image" Target="../media/image445.png"/><Relationship Id="rId175" Type="http://schemas.openxmlformats.org/officeDocument/2006/relationships/image" Target="../media/image449.png"/><Relationship Id="rId196" Type="http://schemas.openxmlformats.org/officeDocument/2006/relationships/customXml" Target="../ink/ink465.xml"/><Relationship Id="rId200" Type="http://schemas.openxmlformats.org/officeDocument/2006/relationships/customXml" Target="../ink/ink468.xml"/><Relationship Id="rId16" Type="http://schemas.openxmlformats.org/officeDocument/2006/relationships/customXml" Target="../ink/ink360.xml"/><Relationship Id="rId221" Type="http://schemas.openxmlformats.org/officeDocument/2006/relationships/image" Target="../media/image463.png"/><Relationship Id="rId37" Type="http://schemas.openxmlformats.org/officeDocument/2006/relationships/customXml" Target="../ink/ink371.xml"/><Relationship Id="rId58" Type="http://schemas.openxmlformats.org/officeDocument/2006/relationships/image" Target="../media/image397.png"/><Relationship Id="rId79" Type="http://schemas.openxmlformats.org/officeDocument/2006/relationships/customXml" Target="../ink/ink392.xml"/><Relationship Id="rId102" Type="http://schemas.openxmlformats.org/officeDocument/2006/relationships/image" Target="../media/image419.png"/><Relationship Id="rId123" Type="http://schemas.openxmlformats.org/officeDocument/2006/relationships/customXml" Target="../ink/ink414.xml"/><Relationship Id="rId144" Type="http://schemas.openxmlformats.org/officeDocument/2006/relationships/image" Target="../media/image440.png"/><Relationship Id="rId90" Type="http://schemas.openxmlformats.org/officeDocument/2006/relationships/image" Target="../media/image413.png"/><Relationship Id="rId165" Type="http://schemas.openxmlformats.org/officeDocument/2006/relationships/customXml" Target="../ink/ink437.xml"/><Relationship Id="rId186" Type="http://schemas.openxmlformats.org/officeDocument/2006/relationships/customXml" Target="../ink/ink455.xml"/><Relationship Id="rId211" Type="http://schemas.openxmlformats.org/officeDocument/2006/relationships/image" Target="../media/image458.png"/><Relationship Id="rId27" Type="http://schemas.openxmlformats.org/officeDocument/2006/relationships/customXml" Target="../ink/ink366.xml"/><Relationship Id="rId48" Type="http://schemas.openxmlformats.org/officeDocument/2006/relationships/image" Target="../media/image392.png"/><Relationship Id="rId69" Type="http://schemas.openxmlformats.org/officeDocument/2006/relationships/customXml" Target="../ink/ink387.xml"/><Relationship Id="rId113" Type="http://schemas.openxmlformats.org/officeDocument/2006/relationships/customXml" Target="../ink/ink409.xml"/><Relationship Id="rId134" Type="http://schemas.openxmlformats.org/officeDocument/2006/relationships/image" Target="../media/image435.png"/><Relationship Id="rId80" Type="http://schemas.openxmlformats.org/officeDocument/2006/relationships/image" Target="../media/image408.png"/><Relationship Id="rId155" Type="http://schemas.openxmlformats.org/officeDocument/2006/relationships/customXml" Target="../ink/ink430.xml"/><Relationship Id="rId176" Type="http://schemas.openxmlformats.org/officeDocument/2006/relationships/customXml" Target="../ink/ink447.xml"/><Relationship Id="rId197" Type="http://schemas.openxmlformats.org/officeDocument/2006/relationships/customXml" Target="../ink/ink466.xml"/><Relationship Id="rId201" Type="http://schemas.openxmlformats.org/officeDocument/2006/relationships/image" Target="../media/image453.png"/><Relationship Id="rId222" Type="http://schemas.openxmlformats.org/officeDocument/2006/relationships/customXml" Target="../ink/ink479.xml"/><Relationship Id="rId17" Type="http://schemas.openxmlformats.org/officeDocument/2006/relationships/image" Target="../media/image377.png"/><Relationship Id="rId38" Type="http://schemas.openxmlformats.org/officeDocument/2006/relationships/image" Target="../media/image387.png"/><Relationship Id="rId59" Type="http://schemas.openxmlformats.org/officeDocument/2006/relationships/customXml" Target="../ink/ink382.xml"/><Relationship Id="rId103" Type="http://schemas.openxmlformats.org/officeDocument/2006/relationships/customXml" Target="../ink/ink404.xml"/><Relationship Id="rId124" Type="http://schemas.openxmlformats.org/officeDocument/2006/relationships/image" Target="../media/image430.png"/><Relationship Id="rId70" Type="http://schemas.openxmlformats.org/officeDocument/2006/relationships/image" Target="../media/image403.png"/><Relationship Id="rId91" Type="http://schemas.openxmlformats.org/officeDocument/2006/relationships/customXml" Target="../ink/ink398.xml"/><Relationship Id="rId145" Type="http://schemas.openxmlformats.org/officeDocument/2006/relationships/customXml" Target="../ink/ink425.xml"/><Relationship Id="rId166" Type="http://schemas.openxmlformats.org/officeDocument/2006/relationships/customXml" Target="../ink/ink438.xml"/><Relationship Id="rId187" Type="http://schemas.openxmlformats.org/officeDocument/2006/relationships/customXml" Target="../ink/ink456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74.xml"/><Relationship Id="rId28" Type="http://schemas.openxmlformats.org/officeDocument/2006/relationships/image" Target="../media/image382.png"/><Relationship Id="rId49" Type="http://schemas.openxmlformats.org/officeDocument/2006/relationships/customXml" Target="../ink/ink377.xml"/><Relationship Id="rId114" Type="http://schemas.openxmlformats.org/officeDocument/2006/relationships/image" Target="../media/image425.png"/><Relationship Id="rId60" Type="http://schemas.openxmlformats.org/officeDocument/2006/relationships/image" Target="../media/image398.png"/><Relationship Id="rId81" Type="http://schemas.openxmlformats.org/officeDocument/2006/relationships/customXml" Target="../ink/ink393.xml"/><Relationship Id="rId135" Type="http://schemas.openxmlformats.org/officeDocument/2006/relationships/customXml" Target="../ink/ink420.xml"/><Relationship Id="rId156" Type="http://schemas.openxmlformats.org/officeDocument/2006/relationships/image" Target="../media/image446.png"/><Relationship Id="rId177" Type="http://schemas.openxmlformats.org/officeDocument/2006/relationships/customXml" Target="../ink/ink448.xml"/><Relationship Id="rId198" Type="http://schemas.openxmlformats.org/officeDocument/2006/relationships/image" Target="../media/image452.png"/><Relationship Id="rId202" Type="http://schemas.openxmlformats.org/officeDocument/2006/relationships/customXml" Target="../ink/ink469.xml"/><Relationship Id="rId223" Type="http://schemas.openxmlformats.org/officeDocument/2006/relationships/image" Target="../media/image464.png"/><Relationship Id="rId18" Type="http://schemas.openxmlformats.org/officeDocument/2006/relationships/customXml" Target="../ink/ink361.xml"/><Relationship Id="rId39" Type="http://schemas.openxmlformats.org/officeDocument/2006/relationships/customXml" Target="../ink/ink372.xml"/><Relationship Id="rId50" Type="http://schemas.openxmlformats.org/officeDocument/2006/relationships/image" Target="../media/image393.png"/><Relationship Id="rId104" Type="http://schemas.openxmlformats.org/officeDocument/2006/relationships/image" Target="../media/image420.png"/><Relationship Id="rId125" Type="http://schemas.openxmlformats.org/officeDocument/2006/relationships/customXml" Target="../ink/ink415.xml"/><Relationship Id="rId146" Type="http://schemas.openxmlformats.org/officeDocument/2006/relationships/image" Target="../media/image441.png"/><Relationship Id="rId167" Type="http://schemas.openxmlformats.org/officeDocument/2006/relationships/customXml" Target="../ink/ink439.xml"/><Relationship Id="rId188" Type="http://schemas.openxmlformats.org/officeDocument/2006/relationships/customXml" Target="../ink/ink457.xml"/><Relationship Id="rId71" Type="http://schemas.openxmlformats.org/officeDocument/2006/relationships/customXml" Target="../ink/ink388.xml"/><Relationship Id="rId92" Type="http://schemas.openxmlformats.org/officeDocument/2006/relationships/image" Target="../media/image414.png"/><Relationship Id="rId213" Type="http://schemas.openxmlformats.org/officeDocument/2006/relationships/image" Target="../media/image459.png"/><Relationship Id="rId2" Type="http://schemas.openxmlformats.org/officeDocument/2006/relationships/customXml" Target="../ink/ink353.xml"/><Relationship Id="rId29" Type="http://schemas.openxmlformats.org/officeDocument/2006/relationships/customXml" Target="../ink/ink367.xml"/><Relationship Id="rId40" Type="http://schemas.openxmlformats.org/officeDocument/2006/relationships/image" Target="../media/image388.png"/><Relationship Id="rId115" Type="http://schemas.openxmlformats.org/officeDocument/2006/relationships/customXml" Target="../ink/ink410.xml"/><Relationship Id="rId136" Type="http://schemas.openxmlformats.org/officeDocument/2006/relationships/image" Target="../media/image436.png"/><Relationship Id="rId157" Type="http://schemas.openxmlformats.org/officeDocument/2006/relationships/customXml" Target="../ink/ink431.xml"/><Relationship Id="rId178" Type="http://schemas.openxmlformats.org/officeDocument/2006/relationships/customXml" Target="../ink/ink449.xml"/><Relationship Id="rId61" Type="http://schemas.openxmlformats.org/officeDocument/2006/relationships/customXml" Target="../ink/ink383.xml"/><Relationship Id="rId82" Type="http://schemas.openxmlformats.org/officeDocument/2006/relationships/image" Target="../media/image409.png"/><Relationship Id="rId199" Type="http://schemas.openxmlformats.org/officeDocument/2006/relationships/customXml" Target="../ink/ink467.xml"/><Relationship Id="rId203" Type="http://schemas.openxmlformats.org/officeDocument/2006/relationships/image" Target="../media/image454.png"/><Relationship Id="rId19" Type="http://schemas.openxmlformats.org/officeDocument/2006/relationships/customXml" Target="../ink/ink362.xml"/><Relationship Id="rId224" Type="http://schemas.openxmlformats.org/officeDocument/2006/relationships/customXml" Target="../ink/ink480.xml"/><Relationship Id="rId30" Type="http://schemas.openxmlformats.org/officeDocument/2006/relationships/image" Target="../media/image383.png"/><Relationship Id="rId105" Type="http://schemas.openxmlformats.org/officeDocument/2006/relationships/customXml" Target="../ink/ink405.xml"/><Relationship Id="rId126" Type="http://schemas.openxmlformats.org/officeDocument/2006/relationships/image" Target="../media/image431.png"/><Relationship Id="rId147" Type="http://schemas.openxmlformats.org/officeDocument/2006/relationships/customXml" Target="../ink/ink426.xml"/><Relationship Id="rId168" Type="http://schemas.openxmlformats.org/officeDocument/2006/relationships/customXml" Target="../ink/ink440.xml"/><Relationship Id="rId51" Type="http://schemas.openxmlformats.org/officeDocument/2006/relationships/customXml" Target="../ink/ink378.xml"/><Relationship Id="rId72" Type="http://schemas.openxmlformats.org/officeDocument/2006/relationships/image" Target="../media/image404.png"/><Relationship Id="rId93" Type="http://schemas.openxmlformats.org/officeDocument/2006/relationships/customXml" Target="../ink/ink399.xml"/><Relationship Id="rId189" Type="http://schemas.openxmlformats.org/officeDocument/2006/relationships/customXml" Target="../ink/ink458.xml"/><Relationship Id="rId3" Type="http://schemas.openxmlformats.org/officeDocument/2006/relationships/image" Target="../media/image372.png"/><Relationship Id="rId214" Type="http://schemas.openxmlformats.org/officeDocument/2006/relationships/customXml" Target="../ink/ink475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6.png"/><Relationship Id="rId21" Type="http://schemas.openxmlformats.org/officeDocument/2006/relationships/image" Target="../media/image478.png"/><Relationship Id="rId42" Type="http://schemas.openxmlformats.org/officeDocument/2006/relationships/customXml" Target="../ink/ink504.xml"/><Relationship Id="rId63" Type="http://schemas.openxmlformats.org/officeDocument/2006/relationships/image" Target="../media/image499.png"/><Relationship Id="rId84" Type="http://schemas.openxmlformats.org/officeDocument/2006/relationships/customXml" Target="../ink/ink525.xml"/><Relationship Id="rId138" Type="http://schemas.openxmlformats.org/officeDocument/2006/relationships/customXml" Target="../ink/ink552.xml"/><Relationship Id="rId107" Type="http://schemas.openxmlformats.org/officeDocument/2006/relationships/image" Target="../media/image521.png"/><Relationship Id="rId11" Type="http://schemas.openxmlformats.org/officeDocument/2006/relationships/image" Target="../media/image473.png"/><Relationship Id="rId32" Type="http://schemas.openxmlformats.org/officeDocument/2006/relationships/customXml" Target="../ink/ink499.xml"/><Relationship Id="rId37" Type="http://schemas.openxmlformats.org/officeDocument/2006/relationships/image" Target="../media/image486.png"/><Relationship Id="rId53" Type="http://schemas.openxmlformats.org/officeDocument/2006/relationships/image" Target="../media/image494.png"/><Relationship Id="rId58" Type="http://schemas.openxmlformats.org/officeDocument/2006/relationships/customXml" Target="../ink/ink512.xml"/><Relationship Id="rId74" Type="http://schemas.openxmlformats.org/officeDocument/2006/relationships/customXml" Target="../ink/ink520.xml"/><Relationship Id="rId79" Type="http://schemas.openxmlformats.org/officeDocument/2006/relationships/image" Target="../media/image507.png"/><Relationship Id="rId102" Type="http://schemas.openxmlformats.org/officeDocument/2006/relationships/customXml" Target="../ink/ink534.xml"/><Relationship Id="rId123" Type="http://schemas.openxmlformats.org/officeDocument/2006/relationships/image" Target="../media/image529.png"/><Relationship Id="rId128" Type="http://schemas.openxmlformats.org/officeDocument/2006/relationships/customXml" Target="../ink/ink547.xml"/><Relationship Id="rId5" Type="http://schemas.openxmlformats.org/officeDocument/2006/relationships/image" Target="../media/image470.png"/><Relationship Id="rId90" Type="http://schemas.openxmlformats.org/officeDocument/2006/relationships/customXml" Target="../ink/ink528.xml"/><Relationship Id="rId95" Type="http://schemas.openxmlformats.org/officeDocument/2006/relationships/image" Target="../media/image515.png"/><Relationship Id="rId22" Type="http://schemas.openxmlformats.org/officeDocument/2006/relationships/customXml" Target="../ink/ink494.xml"/><Relationship Id="rId27" Type="http://schemas.openxmlformats.org/officeDocument/2006/relationships/image" Target="../media/image481.png"/><Relationship Id="rId43" Type="http://schemas.openxmlformats.org/officeDocument/2006/relationships/image" Target="../media/image489.png"/><Relationship Id="rId48" Type="http://schemas.openxmlformats.org/officeDocument/2006/relationships/customXml" Target="../ink/ink507.xml"/><Relationship Id="rId64" Type="http://schemas.openxmlformats.org/officeDocument/2006/relationships/customXml" Target="../ink/ink515.xml"/><Relationship Id="rId69" Type="http://schemas.openxmlformats.org/officeDocument/2006/relationships/image" Target="../media/image502.png"/><Relationship Id="rId113" Type="http://schemas.openxmlformats.org/officeDocument/2006/relationships/image" Target="../media/image524.png"/><Relationship Id="rId118" Type="http://schemas.openxmlformats.org/officeDocument/2006/relationships/customXml" Target="../ink/ink542.xml"/><Relationship Id="rId134" Type="http://schemas.openxmlformats.org/officeDocument/2006/relationships/customXml" Target="../ink/ink550.xml"/><Relationship Id="rId139" Type="http://schemas.openxmlformats.org/officeDocument/2006/relationships/image" Target="../media/image537.png"/><Relationship Id="rId80" Type="http://schemas.openxmlformats.org/officeDocument/2006/relationships/customXml" Target="../ink/ink523.xml"/><Relationship Id="rId85" Type="http://schemas.openxmlformats.org/officeDocument/2006/relationships/image" Target="../media/image510.png"/><Relationship Id="rId12" Type="http://schemas.openxmlformats.org/officeDocument/2006/relationships/customXml" Target="../ink/ink489.xml"/><Relationship Id="rId17" Type="http://schemas.openxmlformats.org/officeDocument/2006/relationships/image" Target="../media/image476.png"/><Relationship Id="rId33" Type="http://schemas.openxmlformats.org/officeDocument/2006/relationships/image" Target="../media/image484.png"/><Relationship Id="rId38" Type="http://schemas.openxmlformats.org/officeDocument/2006/relationships/customXml" Target="../ink/ink502.xml"/><Relationship Id="rId59" Type="http://schemas.openxmlformats.org/officeDocument/2006/relationships/image" Target="../media/image497.png"/><Relationship Id="rId103" Type="http://schemas.openxmlformats.org/officeDocument/2006/relationships/image" Target="../media/image519.png"/><Relationship Id="rId108" Type="http://schemas.openxmlformats.org/officeDocument/2006/relationships/customXml" Target="../ink/ink537.xml"/><Relationship Id="rId124" Type="http://schemas.openxmlformats.org/officeDocument/2006/relationships/customXml" Target="../ink/ink545.xml"/><Relationship Id="rId129" Type="http://schemas.openxmlformats.org/officeDocument/2006/relationships/image" Target="../media/image532.png"/><Relationship Id="rId54" Type="http://schemas.openxmlformats.org/officeDocument/2006/relationships/customXml" Target="../ink/ink510.xml"/><Relationship Id="rId70" Type="http://schemas.openxmlformats.org/officeDocument/2006/relationships/customXml" Target="../ink/ink518.xml"/><Relationship Id="rId75" Type="http://schemas.openxmlformats.org/officeDocument/2006/relationships/image" Target="../media/image505.png"/><Relationship Id="rId91" Type="http://schemas.openxmlformats.org/officeDocument/2006/relationships/image" Target="../media/image513.png"/><Relationship Id="rId96" Type="http://schemas.openxmlformats.org/officeDocument/2006/relationships/customXml" Target="../ink/ink531.xml"/><Relationship Id="rId140" Type="http://schemas.openxmlformats.org/officeDocument/2006/relationships/customXml" Target="../ink/ink55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6.xml"/><Relationship Id="rId23" Type="http://schemas.openxmlformats.org/officeDocument/2006/relationships/image" Target="../media/image479.png"/><Relationship Id="rId28" Type="http://schemas.openxmlformats.org/officeDocument/2006/relationships/customXml" Target="../ink/ink497.xml"/><Relationship Id="rId49" Type="http://schemas.openxmlformats.org/officeDocument/2006/relationships/image" Target="../media/image492.png"/><Relationship Id="rId114" Type="http://schemas.openxmlformats.org/officeDocument/2006/relationships/customXml" Target="../ink/ink540.xml"/><Relationship Id="rId119" Type="http://schemas.openxmlformats.org/officeDocument/2006/relationships/image" Target="../media/image527.png"/><Relationship Id="rId44" Type="http://schemas.openxmlformats.org/officeDocument/2006/relationships/customXml" Target="../ink/ink505.xml"/><Relationship Id="rId60" Type="http://schemas.openxmlformats.org/officeDocument/2006/relationships/customXml" Target="../ink/ink513.xml"/><Relationship Id="rId65" Type="http://schemas.openxmlformats.org/officeDocument/2006/relationships/image" Target="../media/image500.png"/><Relationship Id="rId81" Type="http://schemas.openxmlformats.org/officeDocument/2006/relationships/image" Target="../media/image508.png"/><Relationship Id="rId86" Type="http://schemas.openxmlformats.org/officeDocument/2006/relationships/customXml" Target="../ink/ink526.xml"/><Relationship Id="rId130" Type="http://schemas.openxmlformats.org/officeDocument/2006/relationships/customXml" Target="../ink/ink548.xml"/><Relationship Id="rId135" Type="http://schemas.openxmlformats.org/officeDocument/2006/relationships/image" Target="../media/image535.png"/><Relationship Id="rId13" Type="http://schemas.openxmlformats.org/officeDocument/2006/relationships/image" Target="../media/image474.png"/><Relationship Id="rId18" Type="http://schemas.openxmlformats.org/officeDocument/2006/relationships/customXml" Target="../ink/ink492.xml"/><Relationship Id="rId39" Type="http://schemas.openxmlformats.org/officeDocument/2006/relationships/image" Target="../media/image487.png"/><Relationship Id="rId109" Type="http://schemas.openxmlformats.org/officeDocument/2006/relationships/image" Target="../media/image522.png"/><Relationship Id="rId34" Type="http://schemas.openxmlformats.org/officeDocument/2006/relationships/customXml" Target="../ink/ink500.xml"/><Relationship Id="rId50" Type="http://schemas.openxmlformats.org/officeDocument/2006/relationships/customXml" Target="../ink/ink508.xml"/><Relationship Id="rId55" Type="http://schemas.openxmlformats.org/officeDocument/2006/relationships/image" Target="../media/image495.png"/><Relationship Id="rId76" Type="http://schemas.openxmlformats.org/officeDocument/2006/relationships/customXml" Target="../ink/ink521.xml"/><Relationship Id="rId97" Type="http://schemas.openxmlformats.org/officeDocument/2006/relationships/image" Target="../media/image516.png"/><Relationship Id="rId104" Type="http://schemas.openxmlformats.org/officeDocument/2006/relationships/customXml" Target="../ink/ink535.xml"/><Relationship Id="rId120" Type="http://schemas.openxmlformats.org/officeDocument/2006/relationships/customXml" Target="../ink/ink543.xml"/><Relationship Id="rId125" Type="http://schemas.openxmlformats.org/officeDocument/2006/relationships/image" Target="../media/image530.png"/><Relationship Id="rId141" Type="http://schemas.openxmlformats.org/officeDocument/2006/relationships/image" Target="../media/image538.png"/><Relationship Id="rId7" Type="http://schemas.openxmlformats.org/officeDocument/2006/relationships/image" Target="../media/image471.png"/><Relationship Id="rId71" Type="http://schemas.openxmlformats.org/officeDocument/2006/relationships/image" Target="../media/image503.png"/><Relationship Id="rId92" Type="http://schemas.openxmlformats.org/officeDocument/2006/relationships/customXml" Target="../ink/ink529.xml"/><Relationship Id="rId2" Type="http://schemas.openxmlformats.org/officeDocument/2006/relationships/customXml" Target="../ink/ink484.xml"/><Relationship Id="rId29" Type="http://schemas.openxmlformats.org/officeDocument/2006/relationships/image" Target="../media/image482.png"/><Relationship Id="rId24" Type="http://schemas.openxmlformats.org/officeDocument/2006/relationships/customXml" Target="../ink/ink495.xml"/><Relationship Id="rId40" Type="http://schemas.openxmlformats.org/officeDocument/2006/relationships/customXml" Target="../ink/ink503.xml"/><Relationship Id="rId45" Type="http://schemas.openxmlformats.org/officeDocument/2006/relationships/image" Target="../media/image490.png"/><Relationship Id="rId66" Type="http://schemas.openxmlformats.org/officeDocument/2006/relationships/customXml" Target="../ink/ink516.xml"/><Relationship Id="rId87" Type="http://schemas.openxmlformats.org/officeDocument/2006/relationships/image" Target="../media/image511.png"/><Relationship Id="rId110" Type="http://schemas.openxmlformats.org/officeDocument/2006/relationships/customXml" Target="../ink/ink538.xml"/><Relationship Id="rId115" Type="http://schemas.openxmlformats.org/officeDocument/2006/relationships/image" Target="../media/image525.png"/><Relationship Id="rId131" Type="http://schemas.openxmlformats.org/officeDocument/2006/relationships/image" Target="../media/image533.png"/><Relationship Id="rId136" Type="http://schemas.openxmlformats.org/officeDocument/2006/relationships/customXml" Target="../ink/ink551.xml"/><Relationship Id="rId61" Type="http://schemas.openxmlformats.org/officeDocument/2006/relationships/image" Target="../media/image498.png"/><Relationship Id="rId82" Type="http://schemas.openxmlformats.org/officeDocument/2006/relationships/customXml" Target="../ink/ink524.xml"/><Relationship Id="rId19" Type="http://schemas.openxmlformats.org/officeDocument/2006/relationships/image" Target="../media/image477.png"/><Relationship Id="rId14" Type="http://schemas.openxmlformats.org/officeDocument/2006/relationships/customXml" Target="../ink/ink490.xml"/><Relationship Id="rId30" Type="http://schemas.openxmlformats.org/officeDocument/2006/relationships/customXml" Target="../ink/ink498.xml"/><Relationship Id="rId35" Type="http://schemas.openxmlformats.org/officeDocument/2006/relationships/image" Target="../media/image485.png"/><Relationship Id="rId56" Type="http://schemas.openxmlformats.org/officeDocument/2006/relationships/customXml" Target="../ink/ink511.xml"/><Relationship Id="rId77" Type="http://schemas.openxmlformats.org/officeDocument/2006/relationships/image" Target="../media/image506.png"/><Relationship Id="rId100" Type="http://schemas.openxmlformats.org/officeDocument/2006/relationships/customXml" Target="../ink/ink533.xml"/><Relationship Id="rId105" Type="http://schemas.openxmlformats.org/officeDocument/2006/relationships/image" Target="../media/image520.png"/><Relationship Id="rId126" Type="http://schemas.openxmlformats.org/officeDocument/2006/relationships/customXml" Target="../ink/ink546.xml"/><Relationship Id="rId8" Type="http://schemas.openxmlformats.org/officeDocument/2006/relationships/customXml" Target="../ink/ink487.xml"/><Relationship Id="rId51" Type="http://schemas.openxmlformats.org/officeDocument/2006/relationships/image" Target="../media/image493.png"/><Relationship Id="rId72" Type="http://schemas.openxmlformats.org/officeDocument/2006/relationships/customXml" Target="../ink/ink519.xml"/><Relationship Id="rId93" Type="http://schemas.openxmlformats.org/officeDocument/2006/relationships/image" Target="../media/image514.png"/><Relationship Id="rId98" Type="http://schemas.openxmlformats.org/officeDocument/2006/relationships/customXml" Target="../ink/ink532.xml"/><Relationship Id="rId121" Type="http://schemas.openxmlformats.org/officeDocument/2006/relationships/image" Target="../media/image528.png"/><Relationship Id="rId142" Type="http://schemas.openxmlformats.org/officeDocument/2006/relationships/image" Target="../media/image539.png"/><Relationship Id="rId3" Type="http://schemas.openxmlformats.org/officeDocument/2006/relationships/image" Target="../media/image469.png"/><Relationship Id="rId25" Type="http://schemas.openxmlformats.org/officeDocument/2006/relationships/image" Target="../media/image480.png"/><Relationship Id="rId46" Type="http://schemas.openxmlformats.org/officeDocument/2006/relationships/customXml" Target="../ink/ink506.xml"/><Relationship Id="rId67" Type="http://schemas.openxmlformats.org/officeDocument/2006/relationships/image" Target="../media/image501.png"/><Relationship Id="rId116" Type="http://schemas.openxmlformats.org/officeDocument/2006/relationships/customXml" Target="../ink/ink541.xml"/><Relationship Id="rId137" Type="http://schemas.openxmlformats.org/officeDocument/2006/relationships/image" Target="../media/image536.png"/><Relationship Id="rId20" Type="http://schemas.openxmlformats.org/officeDocument/2006/relationships/customXml" Target="../ink/ink493.xml"/><Relationship Id="rId41" Type="http://schemas.openxmlformats.org/officeDocument/2006/relationships/image" Target="../media/image488.png"/><Relationship Id="rId62" Type="http://schemas.openxmlformats.org/officeDocument/2006/relationships/customXml" Target="../ink/ink514.xml"/><Relationship Id="rId83" Type="http://schemas.openxmlformats.org/officeDocument/2006/relationships/image" Target="../media/image509.png"/><Relationship Id="rId88" Type="http://schemas.openxmlformats.org/officeDocument/2006/relationships/customXml" Target="../ink/ink527.xml"/><Relationship Id="rId111" Type="http://schemas.openxmlformats.org/officeDocument/2006/relationships/image" Target="../media/image523.png"/><Relationship Id="rId132" Type="http://schemas.openxmlformats.org/officeDocument/2006/relationships/customXml" Target="../ink/ink549.xml"/><Relationship Id="rId15" Type="http://schemas.openxmlformats.org/officeDocument/2006/relationships/image" Target="../media/image475.png"/><Relationship Id="rId36" Type="http://schemas.openxmlformats.org/officeDocument/2006/relationships/customXml" Target="../ink/ink501.xml"/><Relationship Id="rId57" Type="http://schemas.openxmlformats.org/officeDocument/2006/relationships/image" Target="../media/image496.png"/><Relationship Id="rId106" Type="http://schemas.openxmlformats.org/officeDocument/2006/relationships/customXml" Target="../ink/ink536.xml"/><Relationship Id="rId127" Type="http://schemas.openxmlformats.org/officeDocument/2006/relationships/image" Target="../media/image531.png"/><Relationship Id="rId10" Type="http://schemas.openxmlformats.org/officeDocument/2006/relationships/customXml" Target="../ink/ink488.xml"/><Relationship Id="rId31" Type="http://schemas.openxmlformats.org/officeDocument/2006/relationships/image" Target="../media/image483.png"/><Relationship Id="rId52" Type="http://schemas.openxmlformats.org/officeDocument/2006/relationships/customXml" Target="../ink/ink509.xml"/><Relationship Id="rId73" Type="http://schemas.openxmlformats.org/officeDocument/2006/relationships/image" Target="../media/image504.png"/><Relationship Id="rId78" Type="http://schemas.openxmlformats.org/officeDocument/2006/relationships/customXml" Target="../ink/ink522.xml"/><Relationship Id="rId94" Type="http://schemas.openxmlformats.org/officeDocument/2006/relationships/customXml" Target="../ink/ink530.xml"/><Relationship Id="rId99" Type="http://schemas.openxmlformats.org/officeDocument/2006/relationships/image" Target="../media/image517.png"/><Relationship Id="rId101" Type="http://schemas.openxmlformats.org/officeDocument/2006/relationships/image" Target="../media/image518.png"/><Relationship Id="rId122" Type="http://schemas.openxmlformats.org/officeDocument/2006/relationships/customXml" Target="../ink/ink544.xml"/><Relationship Id="rId4" Type="http://schemas.openxmlformats.org/officeDocument/2006/relationships/customXml" Target="../ink/ink485.xml"/><Relationship Id="rId9" Type="http://schemas.openxmlformats.org/officeDocument/2006/relationships/image" Target="../media/image472.png"/><Relationship Id="rId26" Type="http://schemas.openxmlformats.org/officeDocument/2006/relationships/customXml" Target="../ink/ink496.xml"/><Relationship Id="rId47" Type="http://schemas.openxmlformats.org/officeDocument/2006/relationships/image" Target="../media/image491.png"/><Relationship Id="rId68" Type="http://schemas.openxmlformats.org/officeDocument/2006/relationships/customXml" Target="../ink/ink517.xml"/><Relationship Id="rId89" Type="http://schemas.openxmlformats.org/officeDocument/2006/relationships/image" Target="../media/image512.png"/><Relationship Id="rId112" Type="http://schemas.openxmlformats.org/officeDocument/2006/relationships/customXml" Target="../ink/ink539.xml"/><Relationship Id="rId133" Type="http://schemas.openxmlformats.org/officeDocument/2006/relationships/image" Target="../media/image534.png"/><Relationship Id="rId16" Type="http://schemas.openxmlformats.org/officeDocument/2006/relationships/customXml" Target="../ink/ink4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D987B669-74C2-680F-9C65-BE3F57B4F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3991216" cy="892772"/>
          </a:xfrm>
          <a:prstGeom prst="rect">
            <a:avLst/>
          </a:prstGeom>
        </p:spPr>
      </p:pic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2823EAE-F14E-D7D0-D0FA-5CD53ABF2F3B}"/>
              </a:ext>
            </a:extLst>
          </p:cNvPr>
          <p:cNvGrpSpPr/>
          <p:nvPr/>
        </p:nvGrpSpPr>
        <p:grpSpPr>
          <a:xfrm>
            <a:off x="373680" y="906120"/>
            <a:ext cx="2052720" cy="363240"/>
            <a:chOff x="373680" y="906120"/>
            <a:chExt cx="205272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03F187E9-1C56-1057-AFDD-9B2934C27FAC}"/>
                    </a:ext>
                  </a:extLst>
                </p14:cNvPr>
                <p14:cNvContentPartPr/>
                <p14:nvPr/>
              </p14:nvContentPartPr>
              <p14:xfrm>
                <a:off x="373680" y="940320"/>
                <a:ext cx="238320" cy="291240"/>
              </p14:xfrm>
            </p:contentPart>
          </mc:Choice>
          <mc:Fallback xmlns=""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03F187E9-1C56-1057-AFDD-9B2934C27FA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58200" y="924840"/>
                  <a:ext cx="2689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7" name="インク 16">
                  <a:extLst>
                    <a:ext uri="{FF2B5EF4-FFF2-40B4-BE49-F238E27FC236}">
                      <a16:creationId xmlns:a16="http://schemas.microsoft.com/office/drawing/2014/main" id="{6B483EF8-5532-F66E-7FB7-F0550E1587B2}"/>
                    </a:ext>
                  </a:extLst>
                </p14:cNvPr>
                <p14:cNvContentPartPr/>
                <p14:nvPr/>
              </p14:nvContentPartPr>
              <p14:xfrm>
                <a:off x="755280" y="906120"/>
                <a:ext cx="329040" cy="329760"/>
              </p14:xfrm>
            </p:contentPart>
          </mc:Choice>
          <mc:Fallback xmlns="">
            <p:pic>
              <p:nvPicPr>
                <p:cNvPr id="17" name="インク 16">
                  <a:extLst>
                    <a:ext uri="{FF2B5EF4-FFF2-40B4-BE49-F238E27FC236}">
                      <a16:creationId xmlns:a16="http://schemas.microsoft.com/office/drawing/2014/main" id="{6B483EF8-5532-F66E-7FB7-F0550E1587B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9800" y="890623"/>
                  <a:ext cx="359640" cy="3603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7" name="インク 26">
                  <a:extLst>
                    <a:ext uri="{FF2B5EF4-FFF2-40B4-BE49-F238E27FC236}">
                      <a16:creationId xmlns:a16="http://schemas.microsoft.com/office/drawing/2014/main" id="{1F244314-9941-4288-CFB5-A09703849AFA}"/>
                    </a:ext>
                  </a:extLst>
                </p14:cNvPr>
                <p14:cNvContentPartPr/>
                <p14:nvPr/>
              </p14:nvContentPartPr>
              <p14:xfrm>
                <a:off x="1136520" y="917640"/>
                <a:ext cx="582480" cy="340200"/>
              </p14:xfrm>
            </p:contentPart>
          </mc:Choice>
          <mc:Fallback xmlns="">
            <p:pic>
              <p:nvPicPr>
                <p:cNvPr id="27" name="インク 26">
                  <a:extLst>
                    <a:ext uri="{FF2B5EF4-FFF2-40B4-BE49-F238E27FC236}">
                      <a16:creationId xmlns:a16="http://schemas.microsoft.com/office/drawing/2014/main" id="{1F244314-9941-4288-CFB5-A09703849AF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21030" y="902176"/>
                  <a:ext cx="613099" cy="3707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3" name="インク 32">
                  <a:extLst>
                    <a:ext uri="{FF2B5EF4-FFF2-40B4-BE49-F238E27FC236}">
                      <a16:creationId xmlns:a16="http://schemas.microsoft.com/office/drawing/2014/main" id="{4AC88CE6-EE9C-9074-3C4D-6CCF63BBF94E}"/>
                    </a:ext>
                  </a:extLst>
                </p14:cNvPr>
                <p14:cNvContentPartPr/>
                <p14:nvPr/>
              </p14:nvContentPartPr>
              <p14:xfrm>
                <a:off x="1818360" y="933120"/>
                <a:ext cx="198720" cy="309600"/>
              </p14:xfrm>
            </p:contentPart>
          </mc:Choice>
          <mc:Fallback xmlns="">
            <p:pic>
              <p:nvPicPr>
                <p:cNvPr id="33" name="インク 32">
                  <a:extLst>
                    <a:ext uri="{FF2B5EF4-FFF2-40B4-BE49-F238E27FC236}">
                      <a16:creationId xmlns:a16="http://schemas.microsoft.com/office/drawing/2014/main" id="{4AC88CE6-EE9C-9074-3C4D-6CCF63BBF94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02908" y="917640"/>
                  <a:ext cx="229265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1" name="インク 50">
                  <a:extLst>
                    <a:ext uri="{FF2B5EF4-FFF2-40B4-BE49-F238E27FC236}">
                      <a16:creationId xmlns:a16="http://schemas.microsoft.com/office/drawing/2014/main" id="{606E6F1D-9CC9-0C61-DBEE-B8F70C88719F}"/>
                    </a:ext>
                  </a:extLst>
                </p14:cNvPr>
                <p14:cNvContentPartPr/>
                <p14:nvPr/>
              </p14:nvContentPartPr>
              <p14:xfrm>
                <a:off x="2084760" y="959760"/>
                <a:ext cx="341640" cy="309600"/>
              </p14:xfrm>
            </p:contentPart>
          </mc:Choice>
          <mc:Fallback xmlns="">
            <p:pic>
              <p:nvPicPr>
                <p:cNvPr id="51" name="インク 50">
                  <a:extLst>
                    <a:ext uri="{FF2B5EF4-FFF2-40B4-BE49-F238E27FC236}">
                      <a16:creationId xmlns:a16="http://schemas.microsoft.com/office/drawing/2014/main" id="{606E6F1D-9CC9-0C61-DBEE-B8F70C88719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69280" y="944280"/>
                  <a:ext cx="372240" cy="34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85074683-73E1-2470-E826-F263124AA767}"/>
              </a:ext>
            </a:extLst>
          </p:cNvPr>
          <p:cNvGrpSpPr/>
          <p:nvPr/>
        </p:nvGrpSpPr>
        <p:grpSpPr>
          <a:xfrm>
            <a:off x="2766240" y="894240"/>
            <a:ext cx="4454386" cy="431280"/>
            <a:chOff x="2766240" y="894240"/>
            <a:chExt cx="4454386" cy="43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6" name="インク 55">
                  <a:extLst>
                    <a:ext uri="{FF2B5EF4-FFF2-40B4-BE49-F238E27FC236}">
                      <a16:creationId xmlns:a16="http://schemas.microsoft.com/office/drawing/2014/main" id="{8AC256FB-DE07-F896-BAE5-E7F7DFFD5F17}"/>
                    </a:ext>
                  </a:extLst>
                </p14:cNvPr>
                <p14:cNvContentPartPr/>
                <p14:nvPr/>
              </p14:nvContentPartPr>
              <p14:xfrm>
                <a:off x="2766240" y="1085040"/>
                <a:ext cx="129240" cy="49320"/>
              </p14:xfrm>
            </p:contentPart>
          </mc:Choice>
          <mc:Fallback xmlns="">
            <p:pic>
              <p:nvPicPr>
                <p:cNvPr id="56" name="インク 55">
                  <a:extLst>
                    <a:ext uri="{FF2B5EF4-FFF2-40B4-BE49-F238E27FC236}">
                      <a16:creationId xmlns:a16="http://schemas.microsoft.com/office/drawing/2014/main" id="{8AC256FB-DE07-F896-BAE5-E7F7DFFD5F1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750760" y="1069560"/>
                  <a:ext cx="1598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7" name="インク 56">
                  <a:extLst>
                    <a:ext uri="{FF2B5EF4-FFF2-40B4-BE49-F238E27FC236}">
                      <a16:creationId xmlns:a16="http://schemas.microsoft.com/office/drawing/2014/main" id="{17693CC4-F3B9-D80A-48D6-532AB927AD7E}"/>
                    </a:ext>
                  </a:extLst>
                </p14:cNvPr>
                <p14:cNvContentPartPr/>
                <p14:nvPr/>
              </p14:nvContentPartPr>
              <p14:xfrm>
                <a:off x="2935080" y="1076040"/>
                <a:ext cx="33120" cy="58320"/>
              </p14:xfrm>
            </p:contentPart>
          </mc:Choice>
          <mc:Fallback xmlns="">
            <p:pic>
              <p:nvPicPr>
                <p:cNvPr id="57" name="インク 56">
                  <a:extLst>
                    <a:ext uri="{FF2B5EF4-FFF2-40B4-BE49-F238E27FC236}">
                      <a16:creationId xmlns:a16="http://schemas.microsoft.com/office/drawing/2014/main" id="{17693CC4-F3B9-D80A-48D6-532AB927AD7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19430" y="1060464"/>
                  <a:ext cx="64056" cy="8911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5A3ACD5F-E576-9888-B202-C4082E1D72C7}"/>
                </a:ext>
              </a:extLst>
            </p:cNvPr>
            <p:cNvGrpSpPr/>
            <p:nvPr/>
          </p:nvGrpSpPr>
          <p:grpSpPr>
            <a:xfrm>
              <a:off x="3228840" y="894240"/>
              <a:ext cx="3991786" cy="431280"/>
              <a:chOff x="3228840" y="894240"/>
              <a:chExt cx="3991786" cy="4312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105" name="インク 104">
                    <a:extLst>
                      <a:ext uri="{FF2B5EF4-FFF2-40B4-BE49-F238E27FC236}">
                        <a16:creationId xmlns:a16="http://schemas.microsoft.com/office/drawing/2014/main" id="{5136FF85-9070-EA28-8CB6-450F305938A8}"/>
                      </a:ext>
                    </a:extLst>
                  </p14:cNvPr>
                  <p14:cNvContentPartPr/>
                  <p14:nvPr/>
                </p14:nvContentPartPr>
                <p14:xfrm>
                  <a:off x="5109840" y="894240"/>
                  <a:ext cx="796680" cy="431280"/>
                </p14:xfrm>
              </p:contentPart>
            </mc:Choice>
            <mc:Fallback xmlns="">
              <p:pic>
                <p:nvPicPr>
                  <p:cNvPr id="105" name="インク 104">
                    <a:extLst>
                      <a:ext uri="{FF2B5EF4-FFF2-40B4-BE49-F238E27FC236}">
                        <a16:creationId xmlns:a16="http://schemas.microsoft.com/office/drawing/2014/main" id="{5136FF85-9070-EA28-8CB6-450F305938A8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5094353" y="878747"/>
                    <a:ext cx="827294" cy="461906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3" name="グループ化 2">
                <a:extLst>
                  <a:ext uri="{FF2B5EF4-FFF2-40B4-BE49-F238E27FC236}">
                    <a16:creationId xmlns:a16="http://schemas.microsoft.com/office/drawing/2014/main" id="{0041DA32-96FF-6712-30E5-924EA2E354B8}"/>
                  </a:ext>
                </a:extLst>
              </p:cNvPr>
              <p:cNvGrpSpPr/>
              <p:nvPr/>
            </p:nvGrpSpPr>
            <p:grpSpPr>
              <a:xfrm>
                <a:off x="3228840" y="916226"/>
                <a:ext cx="3991786" cy="360334"/>
                <a:chOff x="3228840" y="916226"/>
                <a:chExt cx="3991786" cy="360334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19">
                  <p14:nvContentPartPr>
                    <p14:cNvPr id="70" name="インク 69">
                      <a:extLst>
                        <a:ext uri="{FF2B5EF4-FFF2-40B4-BE49-F238E27FC236}">
                          <a16:creationId xmlns:a16="http://schemas.microsoft.com/office/drawing/2014/main" id="{886F8870-E42A-FDF0-E552-CA01FCF1099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228840" y="920880"/>
                    <a:ext cx="614160" cy="346680"/>
                  </p14:xfrm>
                </p:contentPart>
              </mc:Choice>
              <mc:Fallback xmlns="">
                <p:pic>
                  <p:nvPicPr>
                    <p:cNvPr id="70" name="インク 69">
                      <a:extLst>
                        <a:ext uri="{FF2B5EF4-FFF2-40B4-BE49-F238E27FC236}">
                          <a16:creationId xmlns:a16="http://schemas.microsoft.com/office/drawing/2014/main" id="{886F8870-E42A-FDF0-E552-CA01FCF1099D}"/>
                        </a:ext>
                      </a:extLst>
                    </p:cNvPr>
                    <p:cNvPicPr/>
                    <p:nvPr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>
                      <a:off x="3213360" y="905384"/>
                      <a:ext cx="644760" cy="37731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1">
                  <p14:nvContentPartPr>
                    <p14:cNvPr id="88" name="インク 87">
                      <a:extLst>
                        <a:ext uri="{FF2B5EF4-FFF2-40B4-BE49-F238E27FC236}">
                          <a16:creationId xmlns:a16="http://schemas.microsoft.com/office/drawing/2014/main" id="{BF57A997-981D-FDA3-C7C0-BB770C06AE6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954240" y="938160"/>
                    <a:ext cx="1044720" cy="338400"/>
                  </p14:xfrm>
                </p:contentPart>
              </mc:Choice>
              <mc:Fallback xmlns="">
                <p:pic>
                  <p:nvPicPr>
                    <p:cNvPr id="88" name="インク 87">
                      <a:extLst>
                        <a:ext uri="{FF2B5EF4-FFF2-40B4-BE49-F238E27FC236}">
                          <a16:creationId xmlns:a16="http://schemas.microsoft.com/office/drawing/2014/main" id="{BF57A997-981D-FDA3-C7C0-BB770C06AE6F}"/>
                        </a:ext>
                      </a:extLst>
                    </p:cNvPr>
                    <p:cNvPicPr/>
                    <p:nvPr/>
                  </p:nvPicPr>
                  <p:blipFill>
                    <a:blip r:embed="rId22"/>
                    <a:stretch>
                      <a:fillRect/>
                    </a:stretch>
                  </p:blipFill>
                  <p:spPr>
                    <a:xfrm>
                      <a:off x="3938765" y="922680"/>
                      <a:ext cx="1075309" cy="369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3">
                  <p14:nvContentPartPr>
                    <p14:cNvPr id="118" name="インク 117">
                      <a:extLst>
                        <a:ext uri="{FF2B5EF4-FFF2-40B4-BE49-F238E27FC236}">
                          <a16:creationId xmlns:a16="http://schemas.microsoft.com/office/drawing/2014/main" id="{426DD798-6AFB-AB1E-8F3B-DAB3DE36DC5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150706" y="916226"/>
                    <a:ext cx="868320" cy="350640"/>
                  </p14:xfrm>
                </p:contentPart>
              </mc:Choice>
              <mc:Fallback xmlns="">
                <p:pic>
                  <p:nvPicPr>
                    <p:cNvPr id="118" name="インク 117">
                      <a:extLst>
                        <a:ext uri="{FF2B5EF4-FFF2-40B4-BE49-F238E27FC236}">
                          <a16:creationId xmlns:a16="http://schemas.microsoft.com/office/drawing/2014/main" id="{426DD798-6AFB-AB1E-8F3B-DAB3DE36DC5F}"/>
                        </a:ext>
                      </a:extLst>
                    </p:cNvPr>
                    <p:cNvPicPr/>
                    <p:nvPr/>
                  </p:nvPicPr>
                  <p:blipFill>
                    <a:blip r:embed="rId24"/>
                    <a:stretch>
                      <a:fillRect/>
                    </a:stretch>
                  </p:blipFill>
                  <p:spPr>
                    <a:xfrm>
                      <a:off x="6135226" y="900746"/>
                      <a:ext cx="898920" cy="3812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5">
                  <p14:nvContentPartPr>
                    <p14:cNvPr id="119" name="インク 118">
                      <a:extLst>
                        <a:ext uri="{FF2B5EF4-FFF2-40B4-BE49-F238E27FC236}">
                          <a16:creationId xmlns:a16="http://schemas.microsoft.com/office/drawing/2014/main" id="{806A85C9-5FF5-A146-FB0B-26F072EDEEA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10826" y="946826"/>
                    <a:ext cx="109800" cy="285480"/>
                  </p14:xfrm>
                </p:contentPart>
              </mc:Choice>
              <mc:Fallback xmlns="">
                <p:pic>
                  <p:nvPicPr>
                    <p:cNvPr id="119" name="インク 118">
                      <a:extLst>
                        <a:ext uri="{FF2B5EF4-FFF2-40B4-BE49-F238E27FC236}">
                          <a16:creationId xmlns:a16="http://schemas.microsoft.com/office/drawing/2014/main" id="{806A85C9-5FF5-A146-FB0B-26F072EDEEA4}"/>
                        </a:ext>
                      </a:extLst>
                    </p:cNvPr>
                    <p:cNvPicPr/>
                    <p:nvPr/>
                  </p:nvPicPr>
                  <p:blipFill>
                    <a:blip r:embed="rId26"/>
                    <a:stretch>
                      <a:fillRect/>
                    </a:stretch>
                  </p:blipFill>
                  <p:spPr>
                    <a:xfrm>
                      <a:off x="7095346" y="931346"/>
                      <a:ext cx="140400" cy="31608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FD1FB68C-0DDE-2D1B-4ADA-45979191A5ED}"/>
              </a:ext>
            </a:extLst>
          </p:cNvPr>
          <p:cNvGrpSpPr/>
          <p:nvPr/>
        </p:nvGrpSpPr>
        <p:grpSpPr>
          <a:xfrm>
            <a:off x="5067386" y="1299947"/>
            <a:ext cx="2727634" cy="605160"/>
            <a:chOff x="5067386" y="1299947"/>
            <a:chExt cx="2727634" cy="60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23" name="インク 122">
                  <a:extLst>
                    <a:ext uri="{FF2B5EF4-FFF2-40B4-BE49-F238E27FC236}">
                      <a16:creationId xmlns:a16="http://schemas.microsoft.com/office/drawing/2014/main" id="{DF9846E5-0570-49A7-030A-E7E0FC2A527B}"/>
                    </a:ext>
                  </a:extLst>
                </p14:cNvPr>
                <p14:cNvContentPartPr/>
                <p14:nvPr/>
              </p14:nvContentPartPr>
              <p14:xfrm>
                <a:off x="5067386" y="1299947"/>
                <a:ext cx="645840" cy="416160"/>
              </p14:xfrm>
            </p:contentPart>
          </mc:Choice>
          <mc:Fallback xmlns="">
            <p:pic>
              <p:nvPicPr>
                <p:cNvPr id="123" name="インク 122">
                  <a:extLst>
                    <a:ext uri="{FF2B5EF4-FFF2-40B4-BE49-F238E27FC236}">
                      <a16:creationId xmlns:a16="http://schemas.microsoft.com/office/drawing/2014/main" id="{DF9846E5-0570-49A7-030A-E7E0FC2A527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051906" y="1284480"/>
                  <a:ext cx="676440" cy="4467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39" name="インク 138">
                  <a:extLst>
                    <a:ext uri="{FF2B5EF4-FFF2-40B4-BE49-F238E27FC236}">
                      <a16:creationId xmlns:a16="http://schemas.microsoft.com/office/drawing/2014/main" id="{E957D1C4-C743-7996-F121-0A7E97A723E1}"/>
                    </a:ext>
                  </a:extLst>
                </p14:cNvPr>
                <p14:cNvContentPartPr/>
                <p14:nvPr/>
              </p14:nvContentPartPr>
              <p14:xfrm>
                <a:off x="5469146" y="1500827"/>
                <a:ext cx="789840" cy="352440"/>
              </p14:xfrm>
            </p:contentPart>
          </mc:Choice>
          <mc:Fallback xmlns="">
            <p:pic>
              <p:nvPicPr>
                <p:cNvPr id="139" name="インク 138">
                  <a:extLst>
                    <a:ext uri="{FF2B5EF4-FFF2-40B4-BE49-F238E27FC236}">
                      <a16:creationId xmlns:a16="http://schemas.microsoft.com/office/drawing/2014/main" id="{E957D1C4-C743-7996-F121-0A7E97A723E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453666" y="1485331"/>
                  <a:ext cx="820440" cy="3830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54" name="インク 153">
                  <a:extLst>
                    <a:ext uri="{FF2B5EF4-FFF2-40B4-BE49-F238E27FC236}">
                      <a16:creationId xmlns:a16="http://schemas.microsoft.com/office/drawing/2014/main" id="{61C764A7-6318-C699-E797-0F39AA37C7FF}"/>
                    </a:ext>
                  </a:extLst>
                </p14:cNvPr>
                <p14:cNvContentPartPr/>
                <p14:nvPr/>
              </p14:nvContentPartPr>
              <p14:xfrm>
                <a:off x="6253946" y="1531427"/>
                <a:ext cx="770760" cy="373680"/>
              </p14:xfrm>
            </p:contentPart>
          </mc:Choice>
          <mc:Fallback xmlns="">
            <p:pic>
              <p:nvPicPr>
                <p:cNvPr id="154" name="インク 153">
                  <a:extLst>
                    <a:ext uri="{FF2B5EF4-FFF2-40B4-BE49-F238E27FC236}">
                      <a16:creationId xmlns:a16="http://schemas.microsoft.com/office/drawing/2014/main" id="{61C764A7-6318-C699-E797-0F39AA37C7F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238473" y="1515947"/>
                  <a:ext cx="801346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66" name="インク 165">
                  <a:extLst>
                    <a:ext uri="{FF2B5EF4-FFF2-40B4-BE49-F238E27FC236}">
                      <a16:creationId xmlns:a16="http://schemas.microsoft.com/office/drawing/2014/main" id="{448FEA8F-097E-956D-9221-B767BE0F7C76}"/>
                    </a:ext>
                  </a:extLst>
                </p14:cNvPr>
                <p14:cNvContentPartPr/>
                <p14:nvPr/>
              </p14:nvContentPartPr>
              <p14:xfrm>
                <a:off x="7199940" y="1459830"/>
                <a:ext cx="244080" cy="377640"/>
              </p14:xfrm>
            </p:contentPart>
          </mc:Choice>
          <mc:Fallback xmlns="">
            <p:pic>
              <p:nvPicPr>
                <p:cNvPr id="166" name="インク 165">
                  <a:extLst>
                    <a:ext uri="{FF2B5EF4-FFF2-40B4-BE49-F238E27FC236}">
                      <a16:creationId xmlns:a16="http://schemas.microsoft.com/office/drawing/2014/main" id="{448FEA8F-097E-956D-9221-B767BE0F7C7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84483" y="1444350"/>
                  <a:ext cx="274635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77" name="インク 176">
                  <a:extLst>
                    <a:ext uri="{FF2B5EF4-FFF2-40B4-BE49-F238E27FC236}">
                      <a16:creationId xmlns:a16="http://schemas.microsoft.com/office/drawing/2014/main" id="{9C57ECD4-6DD0-D309-7E5F-CAD1390DBF78}"/>
                    </a:ext>
                  </a:extLst>
                </p14:cNvPr>
                <p14:cNvContentPartPr/>
                <p14:nvPr/>
              </p14:nvContentPartPr>
              <p14:xfrm>
                <a:off x="7501260" y="1487910"/>
                <a:ext cx="293760" cy="399960"/>
              </p14:xfrm>
            </p:contentPart>
          </mc:Choice>
          <mc:Fallback xmlns="">
            <p:pic>
              <p:nvPicPr>
                <p:cNvPr id="177" name="インク 176">
                  <a:extLst>
                    <a:ext uri="{FF2B5EF4-FFF2-40B4-BE49-F238E27FC236}">
                      <a16:creationId xmlns:a16="http://schemas.microsoft.com/office/drawing/2014/main" id="{9C57ECD4-6DD0-D309-7E5F-CAD1390DBF7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485780" y="1472430"/>
                  <a:ext cx="324360" cy="43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7DEF169-8B72-F04C-27B6-93CC7B69225F}"/>
              </a:ext>
            </a:extLst>
          </p:cNvPr>
          <p:cNvGrpSpPr/>
          <p:nvPr/>
        </p:nvGrpSpPr>
        <p:grpSpPr>
          <a:xfrm>
            <a:off x="5934945" y="1908000"/>
            <a:ext cx="3718294" cy="605520"/>
            <a:chOff x="5934945" y="1908000"/>
            <a:chExt cx="3718294" cy="60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81" name="インク 180">
                  <a:extLst>
                    <a:ext uri="{FF2B5EF4-FFF2-40B4-BE49-F238E27FC236}">
                      <a16:creationId xmlns:a16="http://schemas.microsoft.com/office/drawing/2014/main" id="{BD66AF75-9A75-5814-DCA0-4A50FA8FD265}"/>
                    </a:ext>
                  </a:extLst>
                </p14:cNvPr>
                <p14:cNvContentPartPr/>
                <p14:nvPr/>
              </p14:nvContentPartPr>
              <p14:xfrm>
                <a:off x="5934945" y="1908000"/>
                <a:ext cx="569520" cy="412200"/>
              </p14:xfrm>
            </p:contentPart>
          </mc:Choice>
          <mc:Fallback xmlns="">
            <p:pic>
              <p:nvPicPr>
                <p:cNvPr id="181" name="インク 180">
                  <a:extLst>
                    <a:ext uri="{FF2B5EF4-FFF2-40B4-BE49-F238E27FC236}">
                      <a16:creationId xmlns:a16="http://schemas.microsoft.com/office/drawing/2014/main" id="{BD66AF75-9A75-5814-DCA0-4A50FA8FD26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919455" y="1892534"/>
                  <a:ext cx="600139" cy="4427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99" name="インク 198">
                  <a:extLst>
                    <a:ext uri="{FF2B5EF4-FFF2-40B4-BE49-F238E27FC236}">
                      <a16:creationId xmlns:a16="http://schemas.microsoft.com/office/drawing/2014/main" id="{175E2B3F-59C4-6181-A1F4-62378A82D462}"/>
                    </a:ext>
                  </a:extLst>
                </p14:cNvPr>
                <p14:cNvContentPartPr/>
                <p14:nvPr/>
              </p14:nvContentPartPr>
              <p14:xfrm>
                <a:off x="6366585" y="2071800"/>
                <a:ext cx="778320" cy="441720"/>
              </p14:xfrm>
            </p:contentPart>
          </mc:Choice>
          <mc:Fallback xmlns="">
            <p:pic>
              <p:nvPicPr>
                <p:cNvPr id="199" name="インク 198">
                  <a:extLst>
                    <a:ext uri="{FF2B5EF4-FFF2-40B4-BE49-F238E27FC236}">
                      <a16:creationId xmlns:a16="http://schemas.microsoft.com/office/drawing/2014/main" id="{175E2B3F-59C4-6181-A1F4-62378A82D46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351098" y="2056320"/>
                  <a:ext cx="808934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24" name="インク 223">
                  <a:extLst>
                    <a:ext uri="{FF2B5EF4-FFF2-40B4-BE49-F238E27FC236}">
                      <a16:creationId xmlns:a16="http://schemas.microsoft.com/office/drawing/2014/main" id="{05F75F33-A3C6-4246-198B-BE9C7779A290}"/>
                    </a:ext>
                  </a:extLst>
                </p14:cNvPr>
                <p14:cNvContentPartPr/>
                <p14:nvPr/>
              </p14:nvContentPartPr>
              <p14:xfrm>
                <a:off x="7370479" y="2139840"/>
                <a:ext cx="2282760" cy="334800"/>
              </p14:xfrm>
            </p:contentPart>
          </mc:Choice>
          <mc:Fallback xmlns="">
            <p:pic>
              <p:nvPicPr>
                <p:cNvPr id="224" name="インク 223">
                  <a:extLst>
                    <a:ext uri="{FF2B5EF4-FFF2-40B4-BE49-F238E27FC236}">
                      <a16:creationId xmlns:a16="http://schemas.microsoft.com/office/drawing/2014/main" id="{05F75F33-A3C6-4246-198B-BE9C7779A29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354999" y="2124377"/>
                  <a:ext cx="2313360" cy="36536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7D0A8311-EAFB-E47F-3A38-15EB4AC62DC4}"/>
              </a:ext>
            </a:extLst>
          </p:cNvPr>
          <p:cNvGrpSpPr/>
          <p:nvPr/>
        </p:nvGrpSpPr>
        <p:grpSpPr>
          <a:xfrm>
            <a:off x="3267579" y="1330231"/>
            <a:ext cx="2672379" cy="1002929"/>
            <a:chOff x="3267579" y="1330231"/>
            <a:chExt cx="2672379" cy="100292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28" name="インク 227">
                  <a:extLst>
                    <a:ext uri="{FF2B5EF4-FFF2-40B4-BE49-F238E27FC236}">
                      <a16:creationId xmlns:a16="http://schemas.microsoft.com/office/drawing/2014/main" id="{F3AA3B34-9EDA-6070-DC68-1F4A03CDDF78}"/>
                    </a:ext>
                  </a:extLst>
                </p14:cNvPr>
                <p14:cNvContentPartPr/>
                <p14:nvPr/>
              </p14:nvContentPartPr>
              <p14:xfrm>
                <a:off x="3270099" y="1330231"/>
                <a:ext cx="622080" cy="360"/>
              </p14:xfrm>
            </p:contentPart>
          </mc:Choice>
          <mc:Fallback xmlns="">
            <p:pic>
              <p:nvPicPr>
                <p:cNvPr id="228" name="インク 227">
                  <a:extLst>
                    <a:ext uri="{FF2B5EF4-FFF2-40B4-BE49-F238E27FC236}">
                      <a16:creationId xmlns:a16="http://schemas.microsoft.com/office/drawing/2014/main" id="{F3AA3B34-9EDA-6070-DC68-1F4A03CDDF7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61099" y="1321231"/>
                  <a:ext cx="639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29" name="インク 228">
                  <a:extLst>
                    <a:ext uri="{FF2B5EF4-FFF2-40B4-BE49-F238E27FC236}">
                      <a16:creationId xmlns:a16="http://schemas.microsoft.com/office/drawing/2014/main" id="{B163BD74-5393-E873-245A-BC86DB824E8F}"/>
                    </a:ext>
                  </a:extLst>
                </p14:cNvPr>
                <p14:cNvContentPartPr/>
                <p14:nvPr/>
              </p14:nvContentPartPr>
              <p14:xfrm>
                <a:off x="3267579" y="1365511"/>
                <a:ext cx="636120" cy="360"/>
              </p14:xfrm>
            </p:contentPart>
          </mc:Choice>
          <mc:Fallback xmlns="">
            <p:pic>
              <p:nvPicPr>
                <p:cNvPr id="229" name="インク 228">
                  <a:extLst>
                    <a:ext uri="{FF2B5EF4-FFF2-40B4-BE49-F238E27FC236}">
                      <a16:creationId xmlns:a16="http://schemas.microsoft.com/office/drawing/2014/main" id="{B163BD74-5393-E873-245A-BC86DB824E8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258579" y="1356511"/>
                  <a:ext cx="653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39" name="インク 238">
                  <a:extLst>
                    <a:ext uri="{FF2B5EF4-FFF2-40B4-BE49-F238E27FC236}">
                      <a16:creationId xmlns:a16="http://schemas.microsoft.com/office/drawing/2014/main" id="{8511FA70-CCDB-E9FB-8370-FB1C12D39265}"/>
                    </a:ext>
                  </a:extLst>
                </p14:cNvPr>
                <p14:cNvContentPartPr/>
                <p14:nvPr/>
              </p14:nvContentPartPr>
              <p14:xfrm>
                <a:off x="3541638" y="1487520"/>
                <a:ext cx="2398320" cy="845640"/>
              </p14:xfrm>
            </p:contentPart>
          </mc:Choice>
          <mc:Fallback xmlns="">
            <p:pic>
              <p:nvPicPr>
                <p:cNvPr id="239" name="インク 238">
                  <a:extLst>
                    <a:ext uri="{FF2B5EF4-FFF2-40B4-BE49-F238E27FC236}">
                      <a16:creationId xmlns:a16="http://schemas.microsoft.com/office/drawing/2014/main" id="{8511FA70-CCDB-E9FB-8370-FB1C12D3926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526160" y="1472040"/>
                  <a:ext cx="2428915" cy="87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F0A68EA8-E50C-517E-A116-C791B6CD6D23}"/>
              </a:ext>
            </a:extLst>
          </p:cNvPr>
          <p:cNvGrpSpPr/>
          <p:nvPr/>
        </p:nvGrpSpPr>
        <p:grpSpPr>
          <a:xfrm>
            <a:off x="298080" y="2583460"/>
            <a:ext cx="5805642" cy="538920"/>
            <a:chOff x="298080" y="2583460"/>
            <a:chExt cx="5805642" cy="53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55" name="インク 254">
                  <a:extLst>
                    <a:ext uri="{FF2B5EF4-FFF2-40B4-BE49-F238E27FC236}">
                      <a16:creationId xmlns:a16="http://schemas.microsoft.com/office/drawing/2014/main" id="{568CBF74-93EC-B66D-5749-90D1E7F0AED7}"/>
                    </a:ext>
                  </a:extLst>
                </p14:cNvPr>
                <p14:cNvContentPartPr/>
                <p14:nvPr/>
              </p14:nvContentPartPr>
              <p14:xfrm>
                <a:off x="298080" y="2583460"/>
                <a:ext cx="462600" cy="538920"/>
              </p14:xfrm>
            </p:contentPart>
          </mc:Choice>
          <mc:Fallback xmlns="">
            <p:pic>
              <p:nvPicPr>
                <p:cNvPr id="255" name="インク 254">
                  <a:extLst>
                    <a:ext uri="{FF2B5EF4-FFF2-40B4-BE49-F238E27FC236}">
                      <a16:creationId xmlns:a16="http://schemas.microsoft.com/office/drawing/2014/main" id="{568CBF74-93EC-B66D-5749-90D1E7F0AED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82612" y="2567980"/>
                  <a:ext cx="493176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67" name="インク 266">
                  <a:extLst>
                    <a:ext uri="{FF2B5EF4-FFF2-40B4-BE49-F238E27FC236}">
                      <a16:creationId xmlns:a16="http://schemas.microsoft.com/office/drawing/2014/main" id="{94A5E503-2E10-64AC-0216-19E63FF9D746}"/>
                    </a:ext>
                  </a:extLst>
                </p14:cNvPr>
                <p14:cNvContentPartPr/>
                <p14:nvPr/>
              </p14:nvContentPartPr>
              <p14:xfrm>
                <a:off x="1046880" y="2591741"/>
                <a:ext cx="811080" cy="447480"/>
              </p14:xfrm>
            </p:contentPart>
          </mc:Choice>
          <mc:Fallback xmlns="">
            <p:pic>
              <p:nvPicPr>
                <p:cNvPr id="267" name="インク 266">
                  <a:extLst>
                    <a:ext uri="{FF2B5EF4-FFF2-40B4-BE49-F238E27FC236}">
                      <a16:creationId xmlns:a16="http://schemas.microsoft.com/office/drawing/2014/main" id="{94A5E503-2E10-64AC-0216-19E63FF9D74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31400" y="2576261"/>
                  <a:ext cx="84168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75" name="インク 274">
                  <a:extLst>
                    <a:ext uri="{FF2B5EF4-FFF2-40B4-BE49-F238E27FC236}">
                      <a16:creationId xmlns:a16="http://schemas.microsoft.com/office/drawing/2014/main" id="{9A7DBC8D-1EC2-3384-8AA9-F946EE5A4400}"/>
                    </a:ext>
                  </a:extLst>
                </p14:cNvPr>
                <p14:cNvContentPartPr/>
                <p14:nvPr/>
              </p14:nvContentPartPr>
              <p14:xfrm>
                <a:off x="2025000" y="2627280"/>
                <a:ext cx="1052280" cy="396360"/>
              </p14:xfrm>
            </p:contentPart>
          </mc:Choice>
          <mc:Fallback xmlns="">
            <p:pic>
              <p:nvPicPr>
                <p:cNvPr id="275" name="インク 274">
                  <a:extLst>
                    <a:ext uri="{FF2B5EF4-FFF2-40B4-BE49-F238E27FC236}">
                      <a16:creationId xmlns:a16="http://schemas.microsoft.com/office/drawing/2014/main" id="{9A7DBC8D-1EC2-3384-8AA9-F946EE5A440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009525" y="2611800"/>
                  <a:ext cx="108287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82" name="インク 281">
                  <a:extLst>
                    <a:ext uri="{FF2B5EF4-FFF2-40B4-BE49-F238E27FC236}">
                      <a16:creationId xmlns:a16="http://schemas.microsoft.com/office/drawing/2014/main" id="{1C9A5FF2-0548-FE8E-D721-F87433A031BB}"/>
                    </a:ext>
                  </a:extLst>
                </p14:cNvPr>
                <p14:cNvContentPartPr/>
                <p14:nvPr/>
              </p14:nvContentPartPr>
              <p14:xfrm>
                <a:off x="3172602" y="2654640"/>
                <a:ext cx="389520" cy="312480"/>
              </p14:xfrm>
            </p:contentPart>
          </mc:Choice>
          <mc:Fallback xmlns="">
            <p:pic>
              <p:nvPicPr>
                <p:cNvPr id="282" name="インク 281">
                  <a:extLst>
                    <a:ext uri="{FF2B5EF4-FFF2-40B4-BE49-F238E27FC236}">
                      <a16:creationId xmlns:a16="http://schemas.microsoft.com/office/drawing/2014/main" id="{1C9A5FF2-0548-FE8E-D721-F87433A031B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157108" y="2639160"/>
                  <a:ext cx="420148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90" name="インク 289">
                  <a:extLst>
                    <a:ext uri="{FF2B5EF4-FFF2-40B4-BE49-F238E27FC236}">
                      <a16:creationId xmlns:a16="http://schemas.microsoft.com/office/drawing/2014/main" id="{E11768A4-59E0-0A97-0562-83BFBF97A5F1}"/>
                    </a:ext>
                  </a:extLst>
                </p14:cNvPr>
                <p14:cNvContentPartPr/>
                <p14:nvPr/>
              </p14:nvContentPartPr>
              <p14:xfrm>
                <a:off x="3700002" y="2662560"/>
                <a:ext cx="835560" cy="333720"/>
              </p14:xfrm>
            </p:contentPart>
          </mc:Choice>
          <mc:Fallback xmlns="">
            <p:pic>
              <p:nvPicPr>
                <p:cNvPr id="290" name="インク 289">
                  <a:extLst>
                    <a:ext uri="{FF2B5EF4-FFF2-40B4-BE49-F238E27FC236}">
                      <a16:creationId xmlns:a16="http://schemas.microsoft.com/office/drawing/2014/main" id="{E11768A4-59E0-0A97-0562-83BFBF97A5F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684529" y="2647080"/>
                  <a:ext cx="866147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98" name="インク 297">
                  <a:extLst>
                    <a:ext uri="{FF2B5EF4-FFF2-40B4-BE49-F238E27FC236}">
                      <a16:creationId xmlns:a16="http://schemas.microsoft.com/office/drawing/2014/main" id="{A5A4C420-AC34-D93D-159C-89159A683BDE}"/>
                    </a:ext>
                  </a:extLst>
                </p14:cNvPr>
                <p14:cNvContentPartPr/>
                <p14:nvPr/>
              </p14:nvContentPartPr>
              <p14:xfrm>
                <a:off x="5288682" y="2624400"/>
                <a:ext cx="815040" cy="352800"/>
              </p14:xfrm>
            </p:contentPart>
          </mc:Choice>
          <mc:Fallback xmlns="">
            <p:pic>
              <p:nvPicPr>
                <p:cNvPr id="298" name="インク 297">
                  <a:extLst>
                    <a:ext uri="{FF2B5EF4-FFF2-40B4-BE49-F238E27FC236}">
                      <a16:creationId xmlns:a16="http://schemas.microsoft.com/office/drawing/2014/main" id="{A5A4C420-AC34-D93D-159C-89159A683BD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273202" y="2608920"/>
                  <a:ext cx="84564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99" name="インク 298">
                  <a:extLst>
                    <a:ext uri="{FF2B5EF4-FFF2-40B4-BE49-F238E27FC236}">
                      <a16:creationId xmlns:a16="http://schemas.microsoft.com/office/drawing/2014/main" id="{D7A5D94A-EF61-2178-6AB6-0CAA7D096594}"/>
                    </a:ext>
                  </a:extLst>
                </p14:cNvPr>
                <p14:cNvContentPartPr/>
                <p14:nvPr/>
              </p14:nvContentPartPr>
              <p14:xfrm>
                <a:off x="4664082" y="2621520"/>
                <a:ext cx="363600" cy="397080"/>
              </p14:xfrm>
            </p:contentPart>
          </mc:Choice>
          <mc:Fallback xmlns="">
            <p:pic>
              <p:nvPicPr>
                <p:cNvPr id="299" name="インク 298">
                  <a:extLst>
                    <a:ext uri="{FF2B5EF4-FFF2-40B4-BE49-F238E27FC236}">
                      <a16:creationId xmlns:a16="http://schemas.microsoft.com/office/drawing/2014/main" id="{D7A5D94A-EF61-2178-6AB6-0CAA7D09659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648617" y="2606054"/>
                  <a:ext cx="394170" cy="42765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C03CFDAA-888B-9499-B843-AE7E54C22083}"/>
              </a:ext>
            </a:extLst>
          </p:cNvPr>
          <p:cNvGrpSpPr/>
          <p:nvPr/>
        </p:nvGrpSpPr>
        <p:grpSpPr>
          <a:xfrm>
            <a:off x="1071360" y="3133430"/>
            <a:ext cx="6687000" cy="409680"/>
            <a:chOff x="1071360" y="3133430"/>
            <a:chExt cx="6687000" cy="40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04" name="インク 303">
                  <a:extLst>
                    <a:ext uri="{FF2B5EF4-FFF2-40B4-BE49-F238E27FC236}">
                      <a16:creationId xmlns:a16="http://schemas.microsoft.com/office/drawing/2014/main" id="{12A707E5-D017-8B3F-D412-16400EC835CC}"/>
                    </a:ext>
                  </a:extLst>
                </p14:cNvPr>
                <p14:cNvContentPartPr/>
                <p14:nvPr/>
              </p14:nvContentPartPr>
              <p14:xfrm>
                <a:off x="1071360" y="3155750"/>
                <a:ext cx="156960" cy="387360"/>
              </p14:xfrm>
            </p:contentPart>
          </mc:Choice>
          <mc:Fallback xmlns="">
            <p:pic>
              <p:nvPicPr>
                <p:cNvPr id="304" name="インク 303">
                  <a:extLst>
                    <a:ext uri="{FF2B5EF4-FFF2-40B4-BE49-F238E27FC236}">
                      <a16:creationId xmlns:a16="http://schemas.microsoft.com/office/drawing/2014/main" id="{12A707E5-D017-8B3F-D412-16400EC835C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55915" y="3140270"/>
                  <a:ext cx="18749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10" name="インク 309">
                  <a:extLst>
                    <a:ext uri="{FF2B5EF4-FFF2-40B4-BE49-F238E27FC236}">
                      <a16:creationId xmlns:a16="http://schemas.microsoft.com/office/drawing/2014/main" id="{69E6C993-AC43-DEAC-E196-407304E8937A}"/>
                    </a:ext>
                  </a:extLst>
                </p14:cNvPr>
                <p14:cNvContentPartPr/>
                <p14:nvPr/>
              </p14:nvContentPartPr>
              <p14:xfrm>
                <a:off x="1354320" y="3133430"/>
                <a:ext cx="465480" cy="401760"/>
              </p14:xfrm>
            </p:contentPart>
          </mc:Choice>
          <mc:Fallback xmlns="">
            <p:pic>
              <p:nvPicPr>
                <p:cNvPr id="310" name="インク 309">
                  <a:extLst>
                    <a:ext uri="{FF2B5EF4-FFF2-40B4-BE49-F238E27FC236}">
                      <a16:creationId xmlns:a16="http://schemas.microsoft.com/office/drawing/2014/main" id="{69E6C993-AC43-DEAC-E196-407304E8937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338828" y="3117950"/>
                  <a:ext cx="496104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16" name="インク 315">
                  <a:extLst>
                    <a:ext uri="{FF2B5EF4-FFF2-40B4-BE49-F238E27FC236}">
                      <a16:creationId xmlns:a16="http://schemas.microsoft.com/office/drawing/2014/main" id="{EFCDD27D-9BB5-41A2-6BEF-CC40B09CFD0A}"/>
                    </a:ext>
                  </a:extLst>
                </p14:cNvPr>
                <p14:cNvContentPartPr/>
                <p14:nvPr/>
              </p14:nvContentPartPr>
              <p14:xfrm>
                <a:off x="1846440" y="3264830"/>
                <a:ext cx="721440" cy="245880"/>
              </p14:xfrm>
            </p:contentPart>
          </mc:Choice>
          <mc:Fallback xmlns="">
            <p:pic>
              <p:nvPicPr>
                <p:cNvPr id="316" name="インク 315">
                  <a:extLst>
                    <a:ext uri="{FF2B5EF4-FFF2-40B4-BE49-F238E27FC236}">
                      <a16:creationId xmlns:a16="http://schemas.microsoft.com/office/drawing/2014/main" id="{EFCDD27D-9BB5-41A2-6BEF-CC40B09CFD0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830960" y="3249327"/>
                  <a:ext cx="752040" cy="2765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28" name="インク 327">
                  <a:extLst>
                    <a:ext uri="{FF2B5EF4-FFF2-40B4-BE49-F238E27FC236}">
                      <a16:creationId xmlns:a16="http://schemas.microsoft.com/office/drawing/2014/main" id="{F9A20409-6EB0-3D12-FF81-00813D06686B}"/>
                    </a:ext>
                  </a:extLst>
                </p14:cNvPr>
                <p14:cNvContentPartPr/>
                <p14:nvPr/>
              </p14:nvContentPartPr>
              <p14:xfrm>
                <a:off x="2880720" y="3138470"/>
                <a:ext cx="1072080" cy="349200"/>
              </p14:xfrm>
            </p:contentPart>
          </mc:Choice>
          <mc:Fallback xmlns="">
            <p:pic>
              <p:nvPicPr>
                <p:cNvPr id="328" name="インク 327">
                  <a:extLst>
                    <a:ext uri="{FF2B5EF4-FFF2-40B4-BE49-F238E27FC236}">
                      <a16:creationId xmlns:a16="http://schemas.microsoft.com/office/drawing/2014/main" id="{F9A20409-6EB0-3D12-FF81-00813D06686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865235" y="3122974"/>
                  <a:ext cx="1102690" cy="3798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57" name="インク 356">
                  <a:extLst>
                    <a:ext uri="{FF2B5EF4-FFF2-40B4-BE49-F238E27FC236}">
                      <a16:creationId xmlns:a16="http://schemas.microsoft.com/office/drawing/2014/main" id="{32A9E0B2-5BC0-BCAB-BA12-0FD22A33E264}"/>
                    </a:ext>
                  </a:extLst>
                </p14:cNvPr>
                <p14:cNvContentPartPr/>
                <p14:nvPr/>
              </p14:nvContentPartPr>
              <p14:xfrm>
                <a:off x="4184640" y="3148550"/>
                <a:ext cx="1875600" cy="374760"/>
              </p14:xfrm>
            </p:contentPart>
          </mc:Choice>
          <mc:Fallback xmlns="">
            <p:pic>
              <p:nvPicPr>
                <p:cNvPr id="357" name="インク 356">
                  <a:extLst>
                    <a:ext uri="{FF2B5EF4-FFF2-40B4-BE49-F238E27FC236}">
                      <a16:creationId xmlns:a16="http://schemas.microsoft.com/office/drawing/2014/main" id="{32A9E0B2-5BC0-BCAB-BA12-0FD22A33E26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169157" y="3133055"/>
                  <a:ext cx="1906206" cy="4053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79" name="インク 378">
                  <a:extLst>
                    <a:ext uri="{FF2B5EF4-FFF2-40B4-BE49-F238E27FC236}">
                      <a16:creationId xmlns:a16="http://schemas.microsoft.com/office/drawing/2014/main" id="{829B810F-2759-4B22-3B62-498EEC7525B8}"/>
                    </a:ext>
                  </a:extLst>
                </p14:cNvPr>
                <p14:cNvContentPartPr/>
                <p14:nvPr/>
              </p14:nvContentPartPr>
              <p14:xfrm>
                <a:off x="6181200" y="3138470"/>
                <a:ext cx="1577160" cy="389520"/>
              </p14:xfrm>
            </p:contentPart>
          </mc:Choice>
          <mc:Fallback xmlns="">
            <p:pic>
              <p:nvPicPr>
                <p:cNvPr id="379" name="インク 378">
                  <a:extLst>
                    <a:ext uri="{FF2B5EF4-FFF2-40B4-BE49-F238E27FC236}">
                      <a16:creationId xmlns:a16="http://schemas.microsoft.com/office/drawing/2014/main" id="{829B810F-2759-4B22-3B62-498EEC7525B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165724" y="3122990"/>
                  <a:ext cx="1607753" cy="42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47BB4A88-6911-8B48-DDC1-3E1CA813A3CB}"/>
              </a:ext>
            </a:extLst>
          </p:cNvPr>
          <p:cNvGrpSpPr/>
          <p:nvPr/>
        </p:nvGrpSpPr>
        <p:grpSpPr>
          <a:xfrm>
            <a:off x="8161145" y="3112550"/>
            <a:ext cx="2956320" cy="407160"/>
            <a:chOff x="8161145" y="3112550"/>
            <a:chExt cx="2956320" cy="40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90" name="インク 389">
                  <a:extLst>
                    <a:ext uri="{FF2B5EF4-FFF2-40B4-BE49-F238E27FC236}">
                      <a16:creationId xmlns:a16="http://schemas.microsoft.com/office/drawing/2014/main" id="{3FA500C9-7575-9198-AF46-425FBC81CA4B}"/>
                    </a:ext>
                  </a:extLst>
                </p14:cNvPr>
                <p14:cNvContentPartPr/>
                <p14:nvPr/>
              </p14:nvContentPartPr>
              <p14:xfrm>
                <a:off x="8161145" y="3115070"/>
                <a:ext cx="1110960" cy="404640"/>
              </p14:xfrm>
            </p:contentPart>
          </mc:Choice>
          <mc:Fallback xmlns="">
            <p:pic>
              <p:nvPicPr>
                <p:cNvPr id="390" name="インク 389">
                  <a:extLst>
                    <a:ext uri="{FF2B5EF4-FFF2-40B4-BE49-F238E27FC236}">
                      <a16:creationId xmlns:a16="http://schemas.microsoft.com/office/drawing/2014/main" id="{3FA500C9-7575-9198-AF46-425FBC81CA4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145665" y="3099604"/>
                  <a:ext cx="1141560" cy="4352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07" name="インク 406">
                  <a:extLst>
                    <a:ext uri="{FF2B5EF4-FFF2-40B4-BE49-F238E27FC236}">
                      <a16:creationId xmlns:a16="http://schemas.microsoft.com/office/drawing/2014/main" id="{614D369F-96C3-BB36-1ACB-2B51B739F37D}"/>
                    </a:ext>
                  </a:extLst>
                </p14:cNvPr>
                <p14:cNvContentPartPr/>
                <p14:nvPr/>
              </p14:nvContentPartPr>
              <p14:xfrm>
                <a:off x="9439865" y="3112550"/>
                <a:ext cx="1677600" cy="398160"/>
              </p14:xfrm>
            </p:contentPart>
          </mc:Choice>
          <mc:Fallback xmlns="">
            <p:pic>
              <p:nvPicPr>
                <p:cNvPr id="407" name="インク 406">
                  <a:extLst>
                    <a:ext uri="{FF2B5EF4-FFF2-40B4-BE49-F238E27FC236}">
                      <a16:creationId xmlns:a16="http://schemas.microsoft.com/office/drawing/2014/main" id="{614D369F-96C3-BB36-1ACB-2B51B739F37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424385" y="3097070"/>
                  <a:ext cx="1708200" cy="42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6FF6B01D-3966-A57A-BDC0-862711DF83A1}"/>
              </a:ext>
            </a:extLst>
          </p:cNvPr>
          <p:cNvGrpSpPr/>
          <p:nvPr/>
        </p:nvGrpSpPr>
        <p:grpSpPr>
          <a:xfrm>
            <a:off x="1029600" y="3637486"/>
            <a:ext cx="4742777" cy="433747"/>
            <a:chOff x="1029600" y="3637486"/>
            <a:chExt cx="4742777" cy="43374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18" name="インク 417">
                  <a:extLst>
                    <a:ext uri="{FF2B5EF4-FFF2-40B4-BE49-F238E27FC236}">
                      <a16:creationId xmlns:a16="http://schemas.microsoft.com/office/drawing/2014/main" id="{DEA1E663-3792-BF11-85E7-D277FFDC4A05}"/>
                    </a:ext>
                  </a:extLst>
                </p14:cNvPr>
                <p14:cNvContentPartPr/>
                <p14:nvPr/>
              </p14:nvContentPartPr>
              <p14:xfrm>
                <a:off x="1029600" y="3649673"/>
                <a:ext cx="283320" cy="416160"/>
              </p14:xfrm>
            </p:contentPart>
          </mc:Choice>
          <mc:Fallback xmlns="">
            <p:pic>
              <p:nvPicPr>
                <p:cNvPr id="418" name="インク 417">
                  <a:extLst>
                    <a:ext uri="{FF2B5EF4-FFF2-40B4-BE49-F238E27FC236}">
                      <a16:creationId xmlns:a16="http://schemas.microsoft.com/office/drawing/2014/main" id="{DEA1E663-3792-BF11-85E7-D277FFDC4A0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14120" y="3634193"/>
                  <a:ext cx="31392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25" name="インク 424">
                  <a:extLst>
                    <a:ext uri="{FF2B5EF4-FFF2-40B4-BE49-F238E27FC236}">
                      <a16:creationId xmlns:a16="http://schemas.microsoft.com/office/drawing/2014/main" id="{C4277BC1-0AB3-8C74-4E41-409FA8D73C81}"/>
                    </a:ext>
                  </a:extLst>
                </p14:cNvPr>
                <p14:cNvContentPartPr/>
                <p14:nvPr/>
              </p14:nvContentPartPr>
              <p14:xfrm>
                <a:off x="1303560" y="3755153"/>
                <a:ext cx="535320" cy="316080"/>
              </p14:xfrm>
            </p:contentPart>
          </mc:Choice>
          <mc:Fallback xmlns="">
            <p:pic>
              <p:nvPicPr>
                <p:cNvPr id="425" name="インク 424">
                  <a:extLst>
                    <a:ext uri="{FF2B5EF4-FFF2-40B4-BE49-F238E27FC236}">
                      <a16:creationId xmlns:a16="http://schemas.microsoft.com/office/drawing/2014/main" id="{C4277BC1-0AB3-8C74-4E41-409FA8D73C8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288090" y="3739673"/>
                  <a:ext cx="565899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30" name="インク 429">
                  <a:extLst>
                    <a:ext uri="{FF2B5EF4-FFF2-40B4-BE49-F238E27FC236}">
                      <a16:creationId xmlns:a16="http://schemas.microsoft.com/office/drawing/2014/main" id="{170D129D-16DC-C547-EBF4-717112878D0A}"/>
                    </a:ext>
                  </a:extLst>
                </p14:cNvPr>
                <p14:cNvContentPartPr/>
                <p14:nvPr/>
              </p14:nvContentPartPr>
              <p14:xfrm>
                <a:off x="2031840" y="3695393"/>
                <a:ext cx="515880" cy="331920"/>
              </p14:xfrm>
            </p:contentPart>
          </mc:Choice>
          <mc:Fallback xmlns="">
            <p:pic>
              <p:nvPicPr>
                <p:cNvPr id="430" name="インク 429">
                  <a:extLst>
                    <a:ext uri="{FF2B5EF4-FFF2-40B4-BE49-F238E27FC236}">
                      <a16:creationId xmlns:a16="http://schemas.microsoft.com/office/drawing/2014/main" id="{170D129D-16DC-C547-EBF4-717112878D0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016371" y="3679896"/>
                  <a:ext cx="546459" cy="3625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41" name="インク 440">
                  <a:extLst>
                    <a:ext uri="{FF2B5EF4-FFF2-40B4-BE49-F238E27FC236}">
                      <a16:creationId xmlns:a16="http://schemas.microsoft.com/office/drawing/2014/main" id="{65F29B26-3B32-6045-08C5-35E89B1CC652}"/>
                    </a:ext>
                  </a:extLst>
                </p14:cNvPr>
                <p14:cNvContentPartPr/>
                <p14:nvPr/>
              </p14:nvContentPartPr>
              <p14:xfrm>
                <a:off x="2630160" y="3709793"/>
                <a:ext cx="791280" cy="326520"/>
              </p14:xfrm>
            </p:contentPart>
          </mc:Choice>
          <mc:Fallback xmlns="">
            <p:pic>
              <p:nvPicPr>
                <p:cNvPr id="441" name="インク 440">
                  <a:extLst>
                    <a:ext uri="{FF2B5EF4-FFF2-40B4-BE49-F238E27FC236}">
                      <a16:creationId xmlns:a16="http://schemas.microsoft.com/office/drawing/2014/main" id="{65F29B26-3B32-6045-08C5-35E89B1CC65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614680" y="3694330"/>
                  <a:ext cx="821880" cy="3570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47" name="インク 446">
                  <a:extLst>
                    <a:ext uri="{FF2B5EF4-FFF2-40B4-BE49-F238E27FC236}">
                      <a16:creationId xmlns:a16="http://schemas.microsoft.com/office/drawing/2014/main" id="{1D6954E8-DD9C-4E02-C7B6-8824278616F1}"/>
                    </a:ext>
                  </a:extLst>
                </p14:cNvPr>
                <p14:cNvContentPartPr/>
                <p14:nvPr/>
              </p14:nvContentPartPr>
              <p14:xfrm>
                <a:off x="3546720" y="3729593"/>
                <a:ext cx="259200" cy="232200"/>
              </p14:xfrm>
            </p:contentPart>
          </mc:Choice>
          <mc:Fallback xmlns="">
            <p:pic>
              <p:nvPicPr>
                <p:cNvPr id="447" name="インク 446">
                  <a:extLst>
                    <a:ext uri="{FF2B5EF4-FFF2-40B4-BE49-F238E27FC236}">
                      <a16:creationId xmlns:a16="http://schemas.microsoft.com/office/drawing/2014/main" id="{1D6954E8-DD9C-4E02-C7B6-8824278616F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531240" y="3714089"/>
                  <a:ext cx="289800" cy="2628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55" name="インク 454">
                  <a:extLst>
                    <a:ext uri="{FF2B5EF4-FFF2-40B4-BE49-F238E27FC236}">
                      <a16:creationId xmlns:a16="http://schemas.microsoft.com/office/drawing/2014/main" id="{081E0C40-DE76-76B4-0910-02C49C1F2CAC}"/>
                    </a:ext>
                  </a:extLst>
                </p14:cNvPr>
                <p14:cNvContentPartPr/>
                <p14:nvPr/>
              </p14:nvContentPartPr>
              <p14:xfrm>
                <a:off x="3846600" y="3681713"/>
                <a:ext cx="750600" cy="357120"/>
              </p14:xfrm>
            </p:contentPart>
          </mc:Choice>
          <mc:Fallback xmlns="">
            <p:pic>
              <p:nvPicPr>
                <p:cNvPr id="455" name="インク 454">
                  <a:extLst>
                    <a:ext uri="{FF2B5EF4-FFF2-40B4-BE49-F238E27FC236}">
                      <a16:creationId xmlns:a16="http://schemas.microsoft.com/office/drawing/2014/main" id="{081E0C40-DE76-76B4-0910-02C49C1F2CA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831120" y="3666233"/>
                  <a:ext cx="78120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474" name="インク 473">
                  <a:extLst>
                    <a:ext uri="{FF2B5EF4-FFF2-40B4-BE49-F238E27FC236}">
                      <a16:creationId xmlns:a16="http://schemas.microsoft.com/office/drawing/2014/main" id="{07A77424-BD59-AC07-3F2E-59D3D8ADCF78}"/>
                    </a:ext>
                  </a:extLst>
                </p14:cNvPr>
                <p14:cNvContentPartPr/>
                <p14:nvPr/>
              </p14:nvContentPartPr>
              <p14:xfrm>
                <a:off x="4744217" y="3637486"/>
                <a:ext cx="1028160" cy="370800"/>
              </p14:xfrm>
            </p:contentPart>
          </mc:Choice>
          <mc:Fallback xmlns="">
            <p:pic>
              <p:nvPicPr>
                <p:cNvPr id="474" name="インク 473">
                  <a:extLst>
                    <a:ext uri="{FF2B5EF4-FFF2-40B4-BE49-F238E27FC236}">
                      <a16:creationId xmlns:a16="http://schemas.microsoft.com/office/drawing/2014/main" id="{07A77424-BD59-AC07-3F2E-59D3D8ADCF7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728742" y="3622006"/>
                  <a:ext cx="1058749" cy="40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242996F-0B30-7A0B-39DA-423000C9B1C2}"/>
              </a:ext>
            </a:extLst>
          </p:cNvPr>
          <p:cNvGrpSpPr/>
          <p:nvPr/>
        </p:nvGrpSpPr>
        <p:grpSpPr>
          <a:xfrm>
            <a:off x="2247977" y="4136042"/>
            <a:ext cx="6833519" cy="719170"/>
            <a:chOff x="2247977" y="4136042"/>
            <a:chExt cx="6833519" cy="71917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478" name="インク 477">
                  <a:extLst>
                    <a:ext uri="{FF2B5EF4-FFF2-40B4-BE49-F238E27FC236}">
                      <a16:creationId xmlns:a16="http://schemas.microsoft.com/office/drawing/2014/main" id="{61940E59-C9AE-5F95-9BF7-36445A43255F}"/>
                    </a:ext>
                  </a:extLst>
                </p14:cNvPr>
                <p14:cNvContentPartPr/>
                <p14:nvPr/>
              </p14:nvContentPartPr>
              <p14:xfrm>
                <a:off x="2247977" y="4176766"/>
                <a:ext cx="405360" cy="378360"/>
              </p14:xfrm>
            </p:contentPart>
          </mc:Choice>
          <mc:Fallback xmlns="">
            <p:pic>
              <p:nvPicPr>
                <p:cNvPr id="478" name="インク 477">
                  <a:extLst>
                    <a:ext uri="{FF2B5EF4-FFF2-40B4-BE49-F238E27FC236}">
                      <a16:creationId xmlns:a16="http://schemas.microsoft.com/office/drawing/2014/main" id="{61940E59-C9AE-5F95-9BF7-36445A43255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232511" y="4161286"/>
                  <a:ext cx="435933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499" name="インク 498">
                  <a:extLst>
                    <a:ext uri="{FF2B5EF4-FFF2-40B4-BE49-F238E27FC236}">
                      <a16:creationId xmlns:a16="http://schemas.microsoft.com/office/drawing/2014/main" id="{8932B4E8-B38D-9C79-196A-BC51FC8907DE}"/>
                    </a:ext>
                  </a:extLst>
                </p14:cNvPr>
                <p14:cNvContentPartPr/>
                <p14:nvPr/>
              </p14:nvContentPartPr>
              <p14:xfrm>
                <a:off x="2844884" y="4165642"/>
                <a:ext cx="1910160" cy="364320"/>
              </p14:xfrm>
            </p:contentPart>
          </mc:Choice>
          <mc:Fallback xmlns="">
            <p:pic>
              <p:nvPicPr>
                <p:cNvPr id="499" name="インク 498">
                  <a:extLst>
                    <a:ext uri="{FF2B5EF4-FFF2-40B4-BE49-F238E27FC236}">
                      <a16:creationId xmlns:a16="http://schemas.microsoft.com/office/drawing/2014/main" id="{8932B4E8-B38D-9C79-196A-BC51FC8907D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829404" y="4150177"/>
                  <a:ext cx="1940760" cy="3948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02" name="インク 501">
                  <a:extLst>
                    <a:ext uri="{FF2B5EF4-FFF2-40B4-BE49-F238E27FC236}">
                      <a16:creationId xmlns:a16="http://schemas.microsoft.com/office/drawing/2014/main" id="{F825A911-3056-F765-1491-D0295D6FB34B}"/>
                    </a:ext>
                  </a:extLst>
                </p14:cNvPr>
                <p14:cNvContentPartPr/>
                <p14:nvPr/>
              </p14:nvContentPartPr>
              <p14:xfrm>
                <a:off x="2819684" y="4568842"/>
                <a:ext cx="1021680" cy="54000"/>
              </p14:xfrm>
            </p:contentPart>
          </mc:Choice>
          <mc:Fallback xmlns="">
            <p:pic>
              <p:nvPicPr>
                <p:cNvPr id="502" name="インク 501">
                  <a:extLst>
                    <a:ext uri="{FF2B5EF4-FFF2-40B4-BE49-F238E27FC236}">
                      <a16:creationId xmlns:a16="http://schemas.microsoft.com/office/drawing/2014/main" id="{F825A911-3056-F765-1491-D0295D6FB34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804199" y="4548184"/>
                  <a:ext cx="1057333" cy="898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03" name="インク 502">
                  <a:extLst>
                    <a:ext uri="{FF2B5EF4-FFF2-40B4-BE49-F238E27FC236}">
                      <a16:creationId xmlns:a16="http://schemas.microsoft.com/office/drawing/2014/main" id="{85047BAD-3B6E-8F52-68DD-01EA719E7F19}"/>
                    </a:ext>
                  </a:extLst>
                </p14:cNvPr>
                <p14:cNvContentPartPr/>
                <p14:nvPr/>
              </p14:nvContentPartPr>
              <p14:xfrm>
                <a:off x="3858644" y="4558042"/>
                <a:ext cx="799920" cy="43200"/>
              </p14:xfrm>
            </p:contentPart>
          </mc:Choice>
          <mc:Fallback xmlns="">
            <p:pic>
              <p:nvPicPr>
                <p:cNvPr id="503" name="インク 502">
                  <a:extLst>
                    <a:ext uri="{FF2B5EF4-FFF2-40B4-BE49-F238E27FC236}">
                      <a16:creationId xmlns:a16="http://schemas.microsoft.com/office/drawing/2014/main" id="{85047BAD-3B6E-8F52-68DD-01EA719E7F1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838124" y="4537522"/>
                  <a:ext cx="8406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11" name="インク 510">
                  <a:extLst>
                    <a:ext uri="{FF2B5EF4-FFF2-40B4-BE49-F238E27FC236}">
                      <a16:creationId xmlns:a16="http://schemas.microsoft.com/office/drawing/2014/main" id="{52F728E8-9416-5A6A-EFCC-B40A381D84CB}"/>
                    </a:ext>
                  </a:extLst>
                </p14:cNvPr>
                <p14:cNvContentPartPr/>
                <p14:nvPr/>
              </p14:nvContentPartPr>
              <p14:xfrm>
                <a:off x="3317755" y="4637772"/>
                <a:ext cx="148680" cy="217440"/>
              </p14:xfrm>
            </p:contentPart>
          </mc:Choice>
          <mc:Fallback xmlns="">
            <p:pic>
              <p:nvPicPr>
                <p:cNvPr id="511" name="インク 510">
                  <a:extLst>
                    <a:ext uri="{FF2B5EF4-FFF2-40B4-BE49-F238E27FC236}">
                      <a16:creationId xmlns:a16="http://schemas.microsoft.com/office/drawing/2014/main" id="{52F728E8-9416-5A6A-EFCC-B40A381D84C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302275" y="4622292"/>
                  <a:ext cx="1792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16" name="インク 515">
                  <a:extLst>
                    <a:ext uri="{FF2B5EF4-FFF2-40B4-BE49-F238E27FC236}">
                      <a16:creationId xmlns:a16="http://schemas.microsoft.com/office/drawing/2014/main" id="{6672F3CF-4BCF-7D9D-9FB7-A3986688D745}"/>
                    </a:ext>
                  </a:extLst>
                </p14:cNvPr>
                <p14:cNvContentPartPr/>
                <p14:nvPr/>
              </p14:nvContentPartPr>
              <p14:xfrm>
                <a:off x="3507115" y="4681332"/>
                <a:ext cx="217440" cy="168840"/>
              </p14:xfrm>
            </p:contentPart>
          </mc:Choice>
          <mc:Fallback xmlns="">
            <p:pic>
              <p:nvPicPr>
                <p:cNvPr id="516" name="インク 515">
                  <a:extLst>
                    <a:ext uri="{FF2B5EF4-FFF2-40B4-BE49-F238E27FC236}">
                      <a16:creationId xmlns:a16="http://schemas.microsoft.com/office/drawing/2014/main" id="{6672F3CF-4BCF-7D9D-9FB7-A3986688D74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491635" y="4665852"/>
                  <a:ext cx="2480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21" name="インク 520">
                  <a:extLst>
                    <a:ext uri="{FF2B5EF4-FFF2-40B4-BE49-F238E27FC236}">
                      <a16:creationId xmlns:a16="http://schemas.microsoft.com/office/drawing/2014/main" id="{8CD9F049-2519-0C05-7D6B-C51403ADD24D}"/>
                    </a:ext>
                  </a:extLst>
                </p14:cNvPr>
                <p14:cNvContentPartPr/>
                <p14:nvPr/>
              </p14:nvContentPartPr>
              <p14:xfrm>
                <a:off x="4856730" y="4177963"/>
                <a:ext cx="365400" cy="363960"/>
              </p14:xfrm>
            </p:contentPart>
          </mc:Choice>
          <mc:Fallback xmlns="">
            <p:pic>
              <p:nvPicPr>
                <p:cNvPr id="521" name="インク 520">
                  <a:extLst>
                    <a:ext uri="{FF2B5EF4-FFF2-40B4-BE49-F238E27FC236}">
                      <a16:creationId xmlns:a16="http://schemas.microsoft.com/office/drawing/2014/main" id="{8CD9F049-2519-0C05-7D6B-C51403ADD24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841250" y="4162483"/>
                  <a:ext cx="3960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525" name="インク 524">
                  <a:extLst>
                    <a:ext uri="{FF2B5EF4-FFF2-40B4-BE49-F238E27FC236}">
                      <a16:creationId xmlns:a16="http://schemas.microsoft.com/office/drawing/2014/main" id="{52952088-0D57-3774-F514-C40BC71E1B66}"/>
                    </a:ext>
                  </a:extLst>
                </p14:cNvPr>
                <p14:cNvContentPartPr/>
                <p14:nvPr/>
              </p14:nvContentPartPr>
              <p14:xfrm>
                <a:off x="5334450" y="4229803"/>
                <a:ext cx="327600" cy="248760"/>
              </p14:xfrm>
            </p:contentPart>
          </mc:Choice>
          <mc:Fallback xmlns="">
            <p:pic>
              <p:nvPicPr>
                <p:cNvPr id="525" name="インク 524">
                  <a:extLst>
                    <a:ext uri="{FF2B5EF4-FFF2-40B4-BE49-F238E27FC236}">
                      <a16:creationId xmlns:a16="http://schemas.microsoft.com/office/drawing/2014/main" id="{52952088-0D57-3774-F514-C40BC71E1B6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318953" y="4214301"/>
                  <a:ext cx="358234" cy="2794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527" name="インク 526">
                  <a:extLst>
                    <a:ext uri="{FF2B5EF4-FFF2-40B4-BE49-F238E27FC236}">
                      <a16:creationId xmlns:a16="http://schemas.microsoft.com/office/drawing/2014/main" id="{29EED611-7F35-D805-9994-C9199CC8E3FC}"/>
                    </a:ext>
                  </a:extLst>
                </p14:cNvPr>
                <p14:cNvContentPartPr/>
                <p14:nvPr/>
              </p14:nvContentPartPr>
              <p14:xfrm>
                <a:off x="5794530" y="4177963"/>
                <a:ext cx="88920" cy="360360"/>
              </p14:xfrm>
            </p:contentPart>
          </mc:Choice>
          <mc:Fallback xmlns="">
            <p:pic>
              <p:nvPicPr>
                <p:cNvPr id="527" name="インク 526">
                  <a:extLst>
                    <a:ext uri="{FF2B5EF4-FFF2-40B4-BE49-F238E27FC236}">
                      <a16:creationId xmlns:a16="http://schemas.microsoft.com/office/drawing/2014/main" id="{29EED611-7F35-D805-9994-C9199CC8E3F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779050" y="4162498"/>
                  <a:ext cx="119520" cy="390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530" name="インク 529">
                  <a:extLst>
                    <a:ext uri="{FF2B5EF4-FFF2-40B4-BE49-F238E27FC236}">
                      <a16:creationId xmlns:a16="http://schemas.microsoft.com/office/drawing/2014/main" id="{19248E13-747A-EA53-E7DA-1FE2A8BBF6FA}"/>
                    </a:ext>
                  </a:extLst>
                </p14:cNvPr>
                <p14:cNvContentPartPr/>
                <p14:nvPr/>
              </p14:nvContentPartPr>
              <p14:xfrm>
                <a:off x="6123968" y="4238777"/>
                <a:ext cx="131760" cy="205200"/>
              </p14:xfrm>
            </p:contentPart>
          </mc:Choice>
          <mc:Fallback xmlns="">
            <p:pic>
              <p:nvPicPr>
                <p:cNvPr id="530" name="インク 529">
                  <a:extLst>
                    <a:ext uri="{FF2B5EF4-FFF2-40B4-BE49-F238E27FC236}">
                      <a16:creationId xmlns:a16="http://schemas.microsoft.com/office/drawing/2014/main" id="{19248E13-747A-EA53-E7DA-1FE2A8BBF6F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108488" y="4223297"/>
                  <a:ext cx="1623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538" name="インク 537">
                  <a:extLst>
                    <a:ext uri="{FF2B5EF4-FFF2-40B4-BE49-F238E27FC236}">
                      <a16:creationId xmlns:a16="http://schemas.microsoft.com/office/drawing/2014/main" id="{53D086F0-C333-EEDA-38C7-E1FBB8B525C0}"/>
                    </a:ext>
                  </a:extLst>
                </p14:cNvPr>
                <p14:cNvContentPartPr/>
                <p14:nvPr/>
              </p14:nvContentPartPr>
              <p14:xfrm>
                <a:off x="6419650" y="4136042"/>
                <a:ext cx="480240" cy="388800"/>
              </p14:xfrm>
            </p:contentPart>
          </mc:Choice>
          <mc:Fallback xmlns="">
            <p:pic>
              <p:nvPicPr>
                <p:cNvPr id="538" name="インク 537">
                  <a:extLst>
                    <a:ext uri="{FF2B5EF4-FFF2-40B4-BE49-F238E27FC236}">
                      <a16:creationId xmlns:a16="http://schemas.microsoft.com/office/drawing/2014/main" id="{53D086F0-C333-EEDA-38C7-E1FBB8B525C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404182" y="4120576"/>
                  <a:ext cx="510817" cy="4193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539" name="インク 538">
                  <a:extLst>
                    <a:ext uri="{FF2B5EF4-FFF2-40B4-BE49-F238E27FC236}">
                      <a16:creationId xmlns:a16="http://schemas.microsoft.com/office/drawing/2014/main" id="{17C8BB65-0A4E-2FFC-F695-5195D36425DF}"/>
                    </a:ext>
                  </a:extLst>
                </p14:cNvPr>
                <p14:cNvContentPartPr/>
                <p14:nvPr/>
              </p14:nvContentPartPr>
              <p14:xfrm>
                <a:off x="6971924" y="4332928"/>
                <a:ext cx="104040" cy="8640"/>
              </p14:xfrm>
            </p:contentPart>
          </mc:Choice>
          <mc:Fallback xmlns="">
            <p:pic>
              <p:nvPicPr>
                <p:cNvPr id="539" name="インク 538">
                  <a:extLst>
                    <a:ext uri="{FF2B5EF4-FFF2-40B4-BE49-F238E27FC236}">
                      <a16:creationId xmlns:a16="http://schemas.microsoft.com/office/drawing/2014/main" id="{17C8BB65-0A4E-2FFC-F695-5195D36425D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956444" y="4317448"/>
                  <a:ext cx="134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551" name="インク 550">
                  <a:extLst>
                    <a:ext uri="{FF2B5EF4-FFF2-40B4-BE49-F238E27FC236}">
                      <a16:creationId xmlns:a16="http://schemas.microsoft.com/office/drawing/2014/main" id="{85B6FF91-63D2-22BA-9313-D92639430FB8}"/>
                    </a:ext>
                  </a:extLst>
                </p14:cNvPr>
                <p14:cNvContentPartPr/>
                <p14:nvPr/>
              </p14:nvContentPartPr>
              <p14:xfrm>
                <a:off x="7237604" y="4157248"/>
                <a:ext cx="607320" cy="319320"/>
              </p14:xfrm>
            </p:contentPart>
          </mc:Choice>
          <mc:Fallback xmlns="">
            <p:pic>
              <p:nvPicPr>
                <p:cNvPr id="551" name="インク 550">
                  <a:extLst>
                    <a:ext uri="{FF2B5EF4-FFF2-40B4-BE49-F238E27FC236}">
                      <a16:creationId xmlns:a16="http://schemas.microsoft.com/office/drawing/2014/main" id="{85B6FF91-63D2-22BA-9313-D92639430FB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222124" y="4141768"/>
                  <a:ext cx="6379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560" name="インク 559">
                  <a:extLst>
                    <a:ext uri="{FF2B5EF4-FFF2-40B4-BE49-F238E27FC236}">
                      <a16:creationId xmlns:a16="http://schemas.microsoft.com/office/drawing/2014/main" id="{9A43EA91-4DE0-8E20-6A59-0B12553DC791}"/>
                    </a:ext>
                  </a:extLst>
                </p14:cNvPr>
                <p14:cNvContentPartPr/>
                <p14:nvPr/>
              </p14:nvContentPartPr>
              <p14:xfrm>
                <a:off x="7996816" y="4168930"/>
                <a:ext cx="899280" cy="299520"/>
              </p14:xfrm>
            </p:contentPart>
          </mc:Choice>
          <mc:Fallback xmlns="">
            <p:pic>
              <p:nvPicPr>
                <p:cNvPr id="560" name="インク 559">
                  <a:extLst>
                    <a:ext uri="{FF2B5EF4-FFF2-40B4-BE49-F238E27FC236}">
                      <a16:creationId xmlns:a16="http://schemas.microsoft.com/office/drawing/2014/main" id="{9A43EA91-4DE0-8E20-6A59-0B12553DC79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981330" y="4153469"/>
                  <a:ext cx="929892" cy="3300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561" name="インク 560">
                  <a:extLst>
                    <a:ext uri="{FF2B5EF4-FFF2-40B4-BE49-F238E27FC236}">
                      <a16:creationId xmlns:a16="http://schemas.microsoft.com/office/drawing/2014/main" id="{29658301-C484-ECB5-E4A2-2FFFA3367FCA}"/>
                    </a:ext>
                  </a:extLst>
                </p14:cNvPr>
                <p14:cNvContentPartPr/>
                <p14:nvPr/>
              </p14:nvContentPartPr>
              <p14:xfrm>
                <a:off x="8982496" y="4160650"/>
                <a:ext cx="99000" cy="361800"/>
              </p14:xfrm>
            </p:contentPart>
          </mc:Choice>
          <mc:Fallback xmlns="">
            <p:pic>
              <p:nvPicPr>
                <p:cNvPr id="561" name="インク 560">
                  <a:extLst>
                    <a:ext uri="{FF2B5EF4-FFF2-40B4-BE49-F238E27FC236}">
                      <a16:creationId xmlns:a16="http://schemas.microsoft.com/office/drawing/2014/main" id="{29658301-C484-ECB5-E4A2-2FFFA3367FC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967016" y="4145170"/>
                  <a:ext cx="12960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568" name="インク 567">
                  <a:extLst>
                    <a:ext uri="{FF2B5EF4-FFF2-40B4-BE49-F238E27FC236}">
                      <a16:creationId xmlns:a16="http://schemas.microsoft.com/office/drawing/2014/main" id="{50A76AE8-CD62-D2B3-7D0D-0A2360F32A24}"/>
                    </a:ext>
                  </a:extLst>
                </p14:cNvPr>
                <p14:cNvContentPartPr/>
                <p14:nvPr/>
              </p14:nvContentPartPr>
              <p14:xfrm>
                <a:off x="6395430" y="4534238"/>
                <a:ext cx="2657520" cy="70560"/>
              </p14:xfrm>
            </p:contentPart>
          </mc:Choice>
          <mc:Fallback xmlns="">
            <p:pic>
              <p:nvPicPr>
                <p:cNvPr id="568" name="インク 567">
                  <a:extLst>
                    <a:ext uri="{FF2B5EF4-FFF2-40B4-BE49-F238E27FC236}">
                      <a16:creationId xmlns:a16="http://schemas.microsoft.com/office/drawing/2014/main" id="{50A76AE8-CD62-D2B3-7D0D-0A2360F32A2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379950" y="4518679"/>
                  <a:ext cx="2688120" cy="1013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575" name="インク 574">
                  <a:extLst>
                    <a:ext uri="{FF2B5EF4-FFF2-40B4-BE49-F238E27FC236}">
                      <a16:creationId xmlns:a16="http://schemas.microsoft.com/office/drawing/2014/main" id="{9F450223-8283-E01E-5F96-553B6DA7B27D}"/>
                    </a:ext>
                  </a:extLst>
                </p14:cNvPr>
                <p14:cNvContentPartPr/>
                <p14:nvPr/>
              </p14:nvContentPartPr>
              <p14:xfrm>
                <a:off x="7467150" y="4612358"/>
                <a:ext cx="410760" cy="237960"/>
              </p14:xfrm>
            </p:contentPart>
          </mc:Choice>
          <mc:Fallback xmlns="">
            <p:pic>
              <p:nvPicPr>
                <p:cNvPr id="575" name="インク 574">
                  <a:extLst>
                    <a:ext uri="{FF2B5EF4-FFF2-40B4-BE49-F238E27FC236}">
                      <a16:creationId xmlns:a16="http://schemas.microsoft.com/office/drawing/2014/main" id="{9F450223-8283-E01E-5F96-553B6DA7B27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451684" y="4596878"/>
                  <a:ext cx="441333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87D9B37C-637E-5620-10BA-A371D2D284FF}"/>
              </a:ext>
            </a:extLst>
          </p:cNvPr>
          <p:cNvGrpSpPr/>
          <p:nvPr/>
        </p:nvGrpSpPr>
        <p:grpSpPr>
          <a:xfrm>
            <a:off x="2516213" y="4869368"/>
            <a:ext cx="5018154" cy="412264"/>
            <a:chOff x="2516213" y="4869368"/>
            <a:chExt cx="5018154" cy="41226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578" name="インク 577">
                  <a:extLst>
                    <a:ext uri="{FF2B5EF4-FFF2-40B4-BE49-F238E27FC236}">
                      <a16:creationId xmlns:a16="http://schemas.microsoft.com/office/drawing/2014/main" id="{6F9A8D25-FF3F-36C1-99BA-60C0EACC532C}"/>
                    </a:ext>
                  </a:extLst>
                </p14:cNvPr>
                <p14:cNvContentPartPr/>
                <p14:nvPr/>
              </p14:nvContentPartPr>
              <p14:xfrm>
                <a:off x="2516213" y="5035392"/>
                <a:ext cx="113400" cy="77400"/>
              </p14:xfrm>
            </p:contentPart>
          </mc:Choice>
          <mc:Fallback xmlns="">
            <p:pic>
              <p:nvPicPr>
                <p:cNvPr id="578" name="インク 577">
                  <a:extLst>
                    <a:ext uri="{FF2B5EF4-FFF2-40B4-BE49-F238E27FC236}">
                      <a16:creationId xmlns:a16="http://schemas.microsoft.com/office/drawing/2014/main" id="{6F9A8D25-FF3F-36C1-99BA-60C0EACC532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500684" y="5019912"/>
                  <a:ext cx="144097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601" name="インク 600">
                  <a:extLst>
                    <a:ext uri="{FF2B5EF4-FFF2-40B4-BE49-F238E27FC236}">
                      <a16:creationId xmlns:a16="http://schemas.microsoft.com/office/drawing/2014/main" id="{02B14661-D446-5529-350F-DF0B53DC76DB}"/>
                    </a:ext>
                  </a:extLst>
                </p14:cNvPr>
                <p14:cNvContentPartPr/>
                <p14:nvPr/>
              </p14:nvContentPartPr>
              <p14:xfrm>
                <a:off x="2817533" y="4914432"/>
                <a:ext cx="1782000" cy="338040"/>
              </p14:xfrm>
            </p:contentPart>
          </mc:Choice>
          <mc:Fallback xmlns="">
            <p:pic>
              <p:nvPicPr>
                <p:cNvPr id="601" name="インク 600">
                  <a:extLst>
                    <a:ext uri="{FF2B5EF4-FFF2-40B4-BE49-F238E27FC236}">
                      <a16:creationId xmlns:a16="http://schemas.microsoft.com/office/drawing/2014/main" id="{02B14661-D446-5529-350F-DF0B53DC76D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802053" y="4898952"/>
                  <a:ext cx="18126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605" name="インク 604">
                  <a:extLst>
                    <a:ext uri="{FF2B5EF4-FFF2-40B4-BE49-F238E27FC236}">
                      <a16:creationId xmlns:a16="http://schemas.microsoft.com/office/drawing/2014/main" id="{EBCA5692-3BD8-D46C-4BAA-8FBDF42E22EF}"/>
                    </a:ext>
                  </a:extLst>
                </p14:cNvPr>
                <p14:cNvContentPartPr/>
                <p14:nvPr/>
              </p14:nvContentPartPr>
              <p14:xfrm>
                <a:off x="4657853" y="4914432"/>
                <a:ext cx="407160" cy="367200"/>
              </p14:xfrm>
            </p:contentPart>
          </mc:Choice>
          <mc:Fallback xmlns="">
            <p:pic>
              <p:nvPicPr>
                <p:cNvPr id="605" name="インク 604">
                  <a:extLst>
                    <a:ext uri="{FF2B5EF4-FFF2-40B4-BE49-F238E27FC236}">
                      <a16:creationId xmlns:a16="http://schemas.microsoft.com/office/drawing/2014/main" id="{EBCA5692-3BD8-D46C-4BAA-8FBDF42E22E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642387" y="4898937"/>
                  <a:ext cx="437733" cy="3978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612" name="インク 611">
                  <a:extLst>
                    <a:ext uri="{FF2B5EF4-FFF2-40B4-BE49-F238E27FC236}">
                      <a16:creationId xmlns:a16="http://schemas.microsoft.com/office/drawing/2014/main" id="{C8A349DD-6098-B9CD-AB53-E75E7597705D}"/>
                    </a:ext>
                  </a:extLst>
                </p14:cNvPr>
                <p14:cNvContentPartPr/>
                <p14:nvPr/>
              </p14:nvContentPartPr>
              <p14:xfrm>
                <a:off x="5214506" y="4878368"/>
                <a:ext cx="744120" cy="354240"/>
              </p14:xfrm>
            </p:contentPart>
          </mc:Choice>
          <mc:Fallback xmlns="">
            <p:pic>
              <p:nvPicPr>
                <p:cNvPr id="612" name="インク 611">
                  <a:extLst>
                    <a:ext uri="{FF2B5EF4-FFF2-40B4-BE49-F238E27FC236}">
                      <a16:creationId xmlns:a16="http://schemas.microsoft.com/office/drawing/2014/main" id="{C8A349DD-6098-B9CD-AB53-E75E7597705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199026" y="4862904"/>
                  <a:ext cx="774720" cy="3848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617" name="インク 616">
                  <a:extLst>
                    <a:ext uri="{FF2B5EF4-FFF2-40B4-BE49-F238E27FC236}">
                      <a16:creationId xmlns:a16="http://schemas.microsoft.com/office/drawing/2014/main" id="{4FCEC189-6734-8271-9DB0-57031D796312}"/>
                    </a:ext>
                  </a:extLst>
                </p14:cNvPr>
                <p14:cNvContentPartPr/>
                <p14:nvPr/>
              </p14:nvContentPartPr>
              <p14:xfrm>
                <a:off x="6122066" y="5016968"/>
                <a:ext cx="117360" cy="179280"/>
              </p14:xfrm>
            </p:contentPart>
          </mc:Choice>
          <mc:Fallback xmlns="">
            <p:pic>
              <p:nvPicPr>
                <p:cNvPr id="617" name="インク 616">
                  <a:extLst>
                    <a:ext uri="{FF2B5EF4-FFF2-40B4-BE49-F238E27FC236}">
                      <a16:creationId xmlns:a16="http://schemas.microsoft.com/office/drawing/2014/main" id="{4FCEC189-6734-8271-9DB0-57031D79631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106586" y="5001519"/>
                  <a:ext cx="147960" cy="2098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628" name="インク 627">
                  <a:extLst>
                    <a:ext uri="{FF2B5EF4-FFF2-40B4-BE49-F238E27FC236}">
                      <a16:creationId xmlns:a16="http://schemas.microsoft.com/office/drawing/2014/main" id="{17B58642-C09E-0B0F-3276-1B01BC2679F9}"/>
                    </a:ext>
                  </a:extLst>
                </p14:cNvPr>
                <p14:cNvContentPartPr/>
                <p14:nvPr/>
              </p14:nvContentPartPr>
              <p14:xfrm>
                <a:off x="6661706" y="4869368"/>
                <a:ext cx="336240" cy="371880"/>
              </p14:xfrm>
            </p:contentPart>
          </mc:Choice>
          <mc:Fallback xmlns="">
            <p:pic>
              <p:nvPicPr>
                <p:cNvPr id="628" name="インク 627">
                  <a:extLst>
                    <a:ext uri="{FF2B5EF4-FFF2-40B4-BE49-F238E27FC236}">
                      <a16:creationId xmlns:a16="http://schemas.microsoft.com/office/drawing/2014/main" id="{17B58642-C09E-0B0F-3276-1B01BC2679F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646226" y="4853888"/>
                  <a:ext cx="3668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632" name="インク 631">
                  <a:extLst>
                    <a:ext uri="{FF2B5EF4-FFF2-40B4-BE49-F238E27FC236}">
                      <a16:creationId xmlns:a16="http://schemas.microsoft.com/office/drawing/2014/main" id="{31DD6162-C516-1C7D-164B-1C9DE39E5358}"/>
                    </a:ext>
                  </a:extLst>
                </p14:cNvPr>
                <p14:cNvContentPartPr/>
                <p14:nvPr/>
              </p14:nvContentPartPr>
              <p14:xfrm>
                <a:off x="7115666" y="5087168"/>
                <a:ext cx="111960" cy="9360"/>
              </p14:xfrm>
            </p:contentPart>
          </mc:Choice>
          <mc:Fallback xmlns="">
            <p:pic>
              <p:nvPicPr>
                <p:cNvPr id="632" name="インク 631">
                  <a:extLst>
                    <a:ext uri="{FF2B5EF4-FFF2-40B4-BE49-F238E27FC236}">
                      <a16:creationId xmlns:a16="http://schemas.microsoft.com/office/drawing/2014/main" id="{31DD6162-C516-1C7D-164B-1C9DE39E535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100186" y="5071688"/>
                  <a:ext cx="1425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636" name="インク 635">
                  <a:extLst>
                    <a:ext uri="{FF2B5EF4-FFF2-40B4-BE49-F238E27FC236}">
                      <a16:creationId xmlns:a16="http://schemas.microsoft.com/office/drawing/2014/main" id="{D3AB283A-CAF5-EB46-A8FF-35247053EC9F}"/>
                    </a:ext>
                  </a:extLst>
                </p14:cNvPr>
                <p14:cNvContentPartPr/>
                <p14:nvPr/>
              </p14:nvContentPartPr>
              <p14:xfrm>
                <a:off x="6405767" y="4877915"/>
                <a:ext cx="78480" cy="402840"/>
              </p14:xfrm>
            </p:contentPart>
          </mc:Choice>
          <mc:Fallback xmlns="">
            <p:pic>
              <p:nvPicPr>
                <p:cNvPr id="636" name="インク 635">
                  <a:extLst>
                    <a:ext uri="{FF2B5EF4-FFF2-40B4-BE49-F238E27FC236}">
                      <a16:creationId xmlns:a16="http://schemas.microsoft.com/office/drawing/2014/main" id="{D3AB283A-CAF5-EB46-A8FF-35247053EC9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390287" y="4862435"/>
                  <a:ext cx="10908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642" name="インク 641">
                  <a:extLst>
                    <a:ext uri="{FF2B5EF4-FFF2-40B4-BE49-F238E27FC236}">
                      <a16:creationId xmlns:a16="http://schemas.microsoft.com/office/drawing/2014/main" id="{3D7F267F-FDD1-E5B1-F558-FC686DED7B90}"/>
                    </a:ext>
                  </a:extLst>
                </p14:cNvPr>
                <p14:cNvContentPartPr/>
                <p14:nvPr/>
              </p14:nvContentPartPr>
              <p14:xfrm>
                <a:off x="7397927" y="4949555"/>
                <a:ext cx="136440" cy="306720"/>
              </p14:xfrm>
            </p:contentPart>
          </mc:Choice>
          <mc:Fallback xmlns="">
            <p:pic>
              <p:nvPicPr>
                <p:cNvPr id="642" name="インク 641">
                  <a:extLst>
                    <a:ext uri="{FF2B5EF4-FFF2-40B4-BE49-F238E27FC236}">
                      <a16:creationId xmlns:a16="http://schemas.microsoft.com/office/drawing/2014/main" id="{3D7F267F-FDD1-E5B1-F558-FC686DED7B9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382447" y="4934075"/>
                  <a:ext cx="167040" cy="337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ADF8A-30C2-C632-FD56-D4755B538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9E6CA45-E4EC-EE98-C139-BD6822BCF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495" y="0"/>
            <a:ext cx="6698759" cy="6858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DDED80D-74FB-9E72-389F-BB0D21B15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495" y="0"/>
            <a:ext cx="6698759" cy="6858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A76C095-0750-F23B-B7FB-AE7066DED1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495" y="0"/>
            <a:ext cx="6698759" cy="6858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B471238D-406A-24B0-0508-92F98783C6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7495" y="0"/>
            <a:ext cx="6698759" cy="685800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3BFADE1-3DB7-D287-C7A0-8415A8AE9A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7495" y="0"/>
            <a:ext cx="6698759" cy="685800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64301F8B-A81E-BCD5-BBFF-F160A63630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7495" y="0"/>
            <a:ext cx="6698759" cy="6858000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0001E148-F115-BD43-64BC-19AB8CBA8C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7495" y="0"/>
            <a:ext cx="6698759" cy="685800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A58DC0CB-C0B8-3E67-F123-1ED45554C60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77495" y="0"/>
            <a:ext cx="6698759" cy="6858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DFDA06AB-F0A8-4FC2-E3FF-441DA4AA5F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77495" y="0"/>
            <a:ext cx="6698759" cy="6858000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D662ABD1-444F-AA94-D645-5107719DD7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77495" y="0"/>
            <a:ext cx="6698759" cy="6858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89933117-E691-734A-5078-63B90894C8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77495" y="0"/>
            <a:ext cx="6698759" cy="6858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8DD496BB-8D99-533D-275A-356D8022938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77495" y="0"/>
            <a:ext cx="6698759" cy="6858000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FAF8F9AF-AF53-7B3A-2564-94C2FEB302C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77495" y="0"/>
            <a:ext cx="6698759" cy="6858000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D9C33C7A-126D-EC7D-F02A-3DE5F2087D2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77495" y="0"/>
            <a:ext cx="6698759" cy="6858000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05718426-A554-58EA-8A22-D5EB28A193C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77495" y="0"/>
            <a:ext cx="6698759" cy="6858000"/>
          </a:xfrm>
          <a:prstGeom prst="rect">
            <a:avLst/>
          </a:prstGeom>
        </p:spPr>
      </p:pic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89A5EC8A-1DCA-A2A8-434B-69C1F0FD52A8}"/>
              </a:ext>
            </a:extLst>
          </p:cNvPr>
          <p:cNvGrpSpPr/>
          <p:nvPr/>
        </p:nvGrpSpPr>
        <p:grpSpPr>
          <a:xfrm>
            <a:off x="217080" y="99360"/>
            <a:ext cx="4537800" cy="1409400"/>
            <a:chOff x="217080" y="99360"/>
            <a:chExt cx="4537800" cy="140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" name="インク 28">
                  <a:extLst>
                    <a:ext uri="{FF2B5EF4-FFF2-40B4-BE49-F238E27FC236}">
                      <a16:creationId xmlns:a16="http://schemas.microsoft.com/office/drawing/2014/main" id="{F019E238-7F04-1C3E-842E-2B3FB793CCF3}"/>
                    </a:ext>
                  </a:extLst>
                </p14:cNvPr>
                <p14:cNvContentPartPr/>
                <p14:nvPr/>
              </p14:nvContentPartPr>
              <p14:xfrm>
                <a:off x="217080" y="177480"/>
                <a:ext cx="180000" cy="281160"/>
              </p14:xfrm>
            </p:contentPart>
          </mc:Choice>
          <mc:Fallback xmlns="">
            <p:pic>
              <p:nvPicPr>
                <p:cNvPr id="29" name="インク 28">
                  <a:extLst>
                    <a:ext uri="{FF2B5EF4-FFF2-40B4-BE49-F238E27FC236}">
                      <a16:creationId xmlns:a16="http://schemas.microsoft.com/office/drawing/2014/main" id="{F019E238-7F04-1C3E-842E-2B3FB793CC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1600" y="162020"/>
                  <a:ext cx="210600" cy="3117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4" name="インク 53">
                  <a:extLst>
                    <a:ext uri="{FF2B5EF4-FFF2-40B4-BE49-F238E27FC236}">
                      <a16:creationId xmlns:a16="http://schemas.microsoft.com/office/drawing/2014/main" id="{5A9B44F9-0075-98BB-A9EE-9B19080C112B}"/>
                    </a:ext>
                  </a:extLst>
                </p14:cNvPr>
                <p14:cNvContentPartPr/>
                <p14:nvPr/>
              </p14:nvContentPartPr>
              <p14:xfrm>
                <a:off x="593280" y="121320"/>
                <a:ext cx="443880" cy="356040"/>
              </p14:xfrm>
            </p:contentPart>
          </mc:Choice>
          <mc:Fallback xmlns="">
            <p:pic>
              <p:nvPicPr>
                <p:cNvPr id="54" name="インク 53">
                  <a:extLst>
                    <a:ext uri="{FF2B5EF4-FFF2-40B4-BE49-F238E27FC236}">
                      <a16:creationId xmlns:a16="http://schemas.microsoft.com/office/drawing/2014/main" id="{5A9B44F9-0075-98BB-A9EE-9B19080C112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7800" y="105856"/>
                  <a:ext cx="474480" cy="3866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4" name="インク 63">
                  <a:extLst>
                    <a:ext uri="{FF2B5EF4-FFF2-40B4-BE49-F238E27FC236}">
                      <a16:creationId xmlns:a16="http://schemas.microsoft.com/office/drawing/2014/main" id="{D2BBE6BA-A216-D78A-F9BC-0BA706DCC85D}"/>
                    </a:ext>
                  </a:extLst>
                </p14:cNvPr>
                <p14:cNvContentPartPr/>
                <p14:nvPr/>
              </p14:nvContentPartPr>
              <p14:xfrm>
                <a:off x="1181880" y="99360"/>
                <a:ext cx="814680" cy="322920"/>
              </p14:xfrm>
            </p:contentPart>
          </mc:Choice>
          <mc:Fallback xmlns="">
            <p:pic>
              <p:nvPicPr>
                <p:cNvPr id="64" name="インク 63">
                  <a:extLst>
                    <a:ext uri="{FF2B5EF4-FFF2-40B4-BE49-F238E27FC236}">
                      <a16:creationId xmlns:a16="http://schemas.microsoft.com/office/drawing/2014/main" id="{D2BBE6BA-A216-D78A-F9BC-0BA706DCC85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66393" y="83880"/>
                  <a:ext cx="845294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1" name="インク 90">
                  <a:extLst>
                    <a:ext uri="{FF2B5EF4-FFF2-40B4-BE49-F238E27FC236}">
                      <a16:creationId xmlns:a16="http://schemas.microsoft.com/office/drawing/2014/main" id="{3E350AA4-410F-D4B1-BC71-8E4C4E11F770}"/>
                    </a:ext>
                  </a:extLst>
                </p14:cNvPr>
                <p14:cNvContentPartPr/>
                <p14:nvPr/>
              </p14:nvContentPartPr>
              <p14:xfrm>
                <a:off x="2154600" y="114840"/>
                <a:ext cx="995400" cy="328680"/>
              </p14:xfrm>
            </p:contentPart>
          </mc:Choice>
          <mc:Fallback xmlns="">
            <p:pic>
              <p:nvPicPr>
                <p:cNvPr id="91" name="インク 90">
                  <a:extLst>
                    <a:ext uri="{FF2B5EF4-FFF2-40B4-BE49-F238E27FC236}">
                      <a16:creationId xmlns:a16="http://schemas.microsoft.com/office/drawing/2014/main" id="{3E350AA4-410F-D4B1-BC71-8E4C4E11F77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39114" y="99343"/>
                  <a:ext cx="1026011" cy="3593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95" name="インク 94">
                  <a:extLst>
                    <a:ext uri="{FF2B5EF4-FFF2-40B4-BE49-F238E27FC236}">
                      <a16:creationId xmlns:a16="http://schemas.microsoft.com/office/drawing/2014/main" id="{8172C35F-E33F-3DAD-E6D6-B028F5E8FE23}"/>
                    </a:ext>
                  </a:extLst>
                </p14:cNvPr>
                <p14:cNvContentPartPr/>
                <p14:nvPr/>
              </p14:nvContentPartPr>
              <p14:xfrm>
                <a:off x="492480" y="625680"/>
                <a:ext cx="330840" cy="342360"/>
              </p14:xfrm>
            </p:contentPart>
          </mc:Choice>
          <mc:Fallback xmlns="">
            <p:pic>
              <p:nvPicPr>
                <p:cNvPr id="95" name="インク 94">
                  <a:extLst>
                    <a:ext uri="{FF2B5EF4-FFF2-40B4-BE49-F238E27FC236}">
                      <a16:creationId xmlns:a16="http://schemas.microsoft.com/office/drawing/2014/main" id="{8172C35F-E33F-3DAD-E6D6-B028F5E8FE2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6983" y="610200"/>
                  <a:ext cx="361473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00" name="インク 99">
                  <a:extLst>
                    <a:ext uri="{FF2B5EF4-FFF2-40B4-BE49-F238E27FC236}">
                      <a16:creationId xmlns:a16="http://schemas.microsoft.com/office/drawing/2014/main" id="{DBF16AB3-FFA0-5A9A-FD62-3F61429D8519}"/>
                    </a:ext>
                  </a:extLst>
                </p14:cNvPr>
                <p14:cNvContentPartPr/>
                <p14:nvPr/>
              </p14:nvContentPartPr>
              <p14:xfrm>
                <a:off x="974520" y="630360"/>
                <a:ext cx="488880" cy="290160"/>
              </p14:xfrm>
            </p:contentPart>
          </mc:Choice>
          <mc:Fallback xmlns="">
            <p:pic>
              <p:nvPicPr>
                <p:cNvPr id="100" name="インク 99">
                  <a:extLst>
                    <a:ext uri="{FF2B5EF4-FFF2-40B4-BE49-F238E27FC236}">
                      <a16:creationId xmlns:a16="http://schemas.microsoft.com/office/drawing/2014/main" id="{DBF16AB3-FFA0-5A9A-FD62-3F61429D851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9051" y="614861"/>
                  <a:ext cx="519457" cy="3207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10" name="インク 109">
                  <a:extLst>
                    <a:ext uri="{FF2B5EF4-FFF2-40B4-BE49-F238E27FC236}">
                      <a16:creationId xmlns:a16="http://schemas.microsoft.com/office/drawing/2014/main" id="{16DB3EA8-237D-A490-DE4C-45996260988E}"/>
                    </a:ext>
                  </a:extLst>
                </p14:cNvPr>
                <p14:cNvContentPartPr/>
                <p14:nvPr/>
              </p14:nvContentPartPr>
              <p14:xfrm>
                <a:off x="1648800" y="627480"/>
                <a:ext cx="658080" cy="335160"/>
              </p14:xfrm>
            </p:contentPart>
          </mc:Choice>
          <mc:Fallback xmlns="">
            <p:pic>
              <p:nvPicPr>
                <p:cNvPr id="110" name="インク 109">
                  <a:extLst>
                    <a:ext uri="{FF2B5EF4-FFF2-40B4-BE49-F238E27FC236}">
                      <a16:creationId xmlns:a16="http://schemas.microsoft.com/office/drawing/2014/main" id="{16DB3EA8-237D-A490-DE4C-45996260988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33312" y="612017"/>
                  <a:ext cx="688697" cy="3657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19" name="インク 118">
                  <a:extLst>
                    <a:ext uri="{FF2B5EF4-FFF2-40B4-BE49-F238E27FC236}">
                      <a16:creationId xmlns:a16="http://schemas.microsoft.com/office/drawing/2014/main" id="{E4A76CCE-C311-8939-C892-6BC7B593C818}"/>
                    </a:ext>
                  </a:extLst>
                </p14:cNvPr>
                <p14:cNvContentPartPr/>
                <p14:nvPr/>
              </p14:nvContentPartPr>
              <p14:xfrm>
                <a:off x="3067200" y="647280"/>
                <a:ext cx="342360" cy="330840"/>
              </p14:xfrm>
            </p:contentPart>
          </mc:Choice>
          <mc:Fallback xmlns="">
            <p:pic>
              <p:nvPicPr>
                <p:cNvPr id="119" name="インク 118">
                  <a:extLst>
                    <a:ext uri="{FF2B5EF4-FFF2-40B4-BE49-F238E27FC236}">
                      <a16:creationId xmlns:a16="http://schemas.microsoft.com/office/drawing/2014/main" id="{E4A76CCE-C311-8939-C892-6BC7B593C81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51720" y="631800"/>
                  <a:ext cx="37296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20" name="インク 119">
                  <a:extLst>
                    <a:ext uri="{FF2B5EF4-FFF2-40B4-BE49-F238E27FC236}">
                      <a16:creationId xmlns:a16="http://schemas.microsoft.com/office/drawing/2014/main" id="{745D5E1A-B618-2E4F-486B-F19BD47C0F2F}"/>
                    </a:ext>
                  </a:extLst>
                </p14:cNvPr>
                <p14:cNvContentPartPr/>
                <p14:nvPr/>
              </p14:nvContentPartPr>
              <p14:xfrm>
                <a:off x="2488680" y="664560"/>
                <a:ext cx="448920" cy="252000"/>
              </p14:xfrm>
            </p:contentPart>
          </mc:Choice>
          <mc:Fallback xmlns="">
            <p:pic>
              <p:nvPicPr>
                <p:cNvPr id="120" name="インク 119">
                  <a:extLst>
                    <a:ext uri="{FF2B5EF4-FFF2-40B4-BE49-F238E27FC236}">
                      <a16:creationId xmlns:a16="http://schemas.microsoft.com/office/drawing/2014/main" id="{745D5E1A-B618-2E4F-486B-F19BD47C0F2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73200" y="649102"/>
                  <a:ext cx="479520" cy="2825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33" name="インク 132">
                  <a:extLst>
                    <a:ext uri="{FF2B5EF4-FFF2-40B4-BE49-F238E27FC236}">
                      <a16:creationId xmlns:a16="http://schemas.microsoft.com/office/drawing/2014/main" id="{99E9410E-C5A4-A815-4ED6-4CC4370BC528}"/>
                    </a:ext>
                  </a:extLst>
                </p14:cNvPr>
                <p14:cNvContentPartPr/>
                <p14:nvPr/>
              </p14:nvContentPartPr>
              <p14:xfrm>
                <a:off x="3648600" y="617040"/>
                <a:ext cx="1106280" cy="300240"/>
              </p14:xfrm>
            </p:contentPart>
          </mc:Choice>
          <mc:Fallback xmlns="">
            <p:pic>
              <p:nvPicPr>
                <p:cNvPr id="133" name="インク 132">
                  <a:extLst>
                    <a:ext uri="{FF2B5EF4-FFF2-40B4-BE49-F238E27FC236}">
                      <a16:creationId xmlns:a16="http://schemas.microsoft.com/office/drawing/2014/main" id="{99E9410E-C5A4-A815-4ED6-4CC4370BC52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33125" y="601579"/>
                  <a:ext cx="1136870" cy="3308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81" name="インク 180">
                  <a:extLst>
                    <a:ext uri="{FF2B5EF4-FFF2-40B4-BE49-F238E27FC236}">
                      <a16:creationId xmlns:a16="http://schemas.microsoft.com/office/drawing/2014/main" id="{42973B42-1342-880D-7834-722BBE2ABCB9}"/>
                    </a:ext>
                  </a:extLst>
                </p14:cNvPr>
                <p14:cNvContentPartPr/>
                <p14:nvPr/>
              </p14:nvContentPartPr>
              <p14:xfrm>
                <a:off x="2035080" y="1396080"/>
                <a:ext cx="167400" cy="30600"/>
              </p14:xfrm>
            </p:contentPart>
          </mc:Choice>
          <mc:Fallback xmlns="">
            <p:pic>
              <p:nvPicPr>
                <p:cNvPr id="181" name="インク 180">
                  <a:extLst>
                    <a:ext uri="{FF2B5EF4-FFF2-40B4-BE49-F238E27FC236}">
                      <a16:creationId xmlns:a16="http://schemas.microsoft.com/office/drawing/2014/main" id="{42973B42-1342-880D-7834-722BBE2ABCB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19567" y="1380600"/>
                  <a:ext cx="198066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82" name="インク 181">
                  <a:extLst>
                    <a:ext uri="{FF2B5EF4-FFF2-40B4-BE49-F238E27FC236}">
                      <a16:creationId xmlns:a16="http://schemas.microsoft.com/office/drawing/2014/main" id="{B2DF2E4A-B4AE-EFB8-EED1-11B5E08EEA60}"/>
                    </a:ext>
                  </a:extLst>
                </p14:cNvPr>
                <p14:cNvContentPartPr/>
                <p14:nvPr/>
              </p14:nvContentPartPr>
              <p14:xfrm>
                <a:off x="1279800" y="1173240"/>
                <a:ext cx="581760" cy="288360"/>
              </p14:xfrm>
            </p:contentPart>
          </mc:Choice>
          <mc:Fallback xmlns="">
            <p:pic>
              <p:nvPicPr>
                <p:cNvPr id="182" name="インク 181">
                  <a:extLst>
                    <a:ext uri="{FF2B5EF4-FFF2-40B4-BE49-F238E27FC236}">
                      <a16:creationId xmlns:a16="http://schemas.microsoft.com/office/drawing/2014/main" id="{B2DF2E4A-B4AE-EFB8-EED1-11B5E08EEA6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64330" y="1157760"/>
                  <a:ext cx="612341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83" name="インク 182">
                  <a:extLst>
                    <a:ext uri="{FF2B5EF4-FFF2-40B4-BE49-F238E27FC236}">
                      <a16:creationId xmlns:a16="http://schemas.microsoft.com/office/drawing/2014/main" id="{F6049479-DA9E-2816-D53E-C7775732770A}"/>
                    </a:ext>
                  </a:extLst>
                </p14:cNvPr>
                <p14:cNvContentPartPr/>
                <p14:nvPr/>
              </p14:nvContentPartPr>
              <p14:xfrm>
                <a:off x="887040" y="1167120"/>
                <a:ext cx="235800" cy="341640"/>
              </p14:xfrm>
            </p:contentPart>
          </mc:Choice>
          <mc:Fallback xmlns="">
            <p:pic>
              <p:nvPicPr>
                <p:cNvPr id="183" name="インク 182">
                  <a:extLst>
                    <a:ext uri="{FF2B5EF4-FFF2-40B4-BE49-F238E27FC236}">
                      <a16:creationId xmlns:a16="http://schemas.microsoft.com/office/drawing/2014/main" id="{F6049479-DA9E-2816-D53E-C7775732770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1536" y="1151640"/>
                  <a:ext cx="266447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84" name="インク 183">
                  <a:extLst>
                    <a:ext uri="{FF2B5EF4-FFF2-40B4-BE49-F238E27FC236}">
                      <a16:creationId xmlns:a16="http://schemas.microsoft.com/office/drawing/2014/main" id="{8FBF232D-4322-5E0A-BE41-B3986437F36E}"/>
                    </a:ext>
                  </a:extLst>
                </p14:cNvPr>
                <p14:cNvContentPartPr/>
                <p14:nvPr/>
              </p14:nvContentPartPr>
              <p14:xfrm>
                <a:off x="453600" y="1194120"/>
                <a:ext cx="276840" cy="289440"/>
              </p14:xfrm>
            </p:contentPart>
          </mc:Choice>
          <mc:Fallback xmlns="">
            <p:pic>
              <p:nvPicPr>
                <p:cNvPr id="184" name="インク 183">
                  <a:extLst>
                    <a:ext uri="{FF2B5EF4-FFF2-40B4-BE49-F238E27FC236}">
                      <a16:creationId xmlns:a16="http://schemas.microsoft.com/office/drawing/2014/main" id="{8FBF232D-4322-5E0A-BE41-B3986437F36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8140" y="1178659"/>
                  <a:ext cx="307400" cy="32000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2D770B8E-067C-EBC3-AB32-9F765ECF8D32}"/>
              </a:ext>
            </a:extLst>
          </p:cNvPr>
          <p:cNvGrpSpPr/>
          <p:nvPr/>
        </p:nvGrpSpPr>
        <p:grpSpPr>
          <a:xfrm>
            <a:off x="431023" y="1755360"/>
            <a:ext cx="3407565" cy="1510920"/>
            <a:chOff x="431023" y="1755360"/>
            <a:chExt cx="3407565" cy="151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85" name="インク 184">
                  <a:extLst>
                    <a:ext uri="{FF2B5EF4-FFF2-40B4-BE49-F238E27FC236}">
                      <a16:creationId xmlns:a16="http://schemas.microsoft.com/office/drawing/2014/main" id="{DFD1D674-8572-7ADA-30F7-85938BA35CCE}"/>
                    </a:ext>
                  </a:extLst>
                </p14:cNvPr>
                <p14:cNvContentPartPr/>
                <p14:nvPr/>
              </p14:nvContentPartPr>
              <p14:xfrm>
                <a:off x="941308" y="1771560"/>
                <a:ext cx="360" cy="1490040"/>
              </p14:xfrm>
            </p:contentPart>
          </mc:Choice>
          <mc:Fallback xmlns="">
            <p:pic>
              <p:nvPicPr>
                <p:cNvPr id="185" name="インク 184">
                  <a:extLst>
                    <a:ext uri="{FF2B5EF4-FFF2-40B4-BE49-F238E27FC236}">
                      <a16:creationId xmlns:a16="http://schemas.microsoft.com/office/drawing/2014/main" id="{DFD1D674-8572-7ADA-30F7-85938BA35CC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2308" y="1762560"/>
                  <a:ext cx="18000" cy="150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86" name="インク 185">
                  <a:extLst>
                    <a:ext uri="{FF2B5EF4-FFF2-40B4-BE49-F238E27FC236}">
                      <a16:creationId xmlns:a16="http://schemas.microsoft.com/office/drawing/2014/main" id="{20791945-3A5A-EFF4-62E2-77D53CC2C518}"/>
                    </a:ext>
                  </a:extLst>
                </p14:cNvPr>
                <p14:cNvContentPartPr/>
                <p14:nvPr/>
              </p14:nvContentPartPr>
              <p14:xfrm>
                <a:off x="980188" y="1793520"/>
                <a:ext cx="360" cy="1472760"/>
              </p14:xfrm>
            </p:contentPart>
          </mc:Choice>
          <mc:Fallback xmlns="">
            <p:pic>
              <p:nvPicPr>
                <p:cNvPr id="186" name="インク 185">
                  <a:extLst>
                    <a:ext uri="{FF2B5EF4-FFF2-40B4-BE49-F238E27FC236}">
                      <a16:creationId xmlns:a16="http://schemas.microsoft.com/office/drawing/2014/main" id="{20791945-3A5A-EFF4-62E2-77D53CC2C51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1188" y="1784520"/>
                  <a:ext cx="18000" cy="14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87" name="インク 186">
                  <a:extLst>
                    <a:ext uri="{FF2B5EF4-FFF2-40B4-BE49-F238E27FC236}">
                      <a16:creationId xmlns:a16="http://schemas.microsoft.com/office/drawing/2014/main" id="{8BEBB16C-B689-B3BA-F7CB-1DBF2D3E058C}"/>
                    </a:ext>
                  </a:extLst>
                </p14:cNvPr>
                <p14:cNvContentPartPr/>
                <p14:nvPr/>
              </p14:nvContentPartPr>
              <p14:xfrm>
                <a:off x="507508" y="2251080"/>
                <a:ext cx="3294000" cy="360"/>
              </p14:xfrm>
            </p:contentPart>
          </mc:Choice>
          <mc:Fallback xmlns="">
            <p:pic>
              <p:nvPicPr>
                <p:cNvPr id="187" name="インク 186">
                  <a:extLst>
                    <a:ext uri="{FF2B5EF4-FFF2-40B4-BE49-F238E27FC236}">
                      <a16:creationId xmlns:a16="http://schemas.microsoft.com/office/drawing/2014/main" id="{8BEBB16C-B689-B3BA-F7CB-1DBF2D3E058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8508" y="2242080"/>
                  <a:ext cx="3311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88" name="インク 187">
                  <a:extLst>
                    <a:ext uri="{FF2B5EF4-FFF2-40B4-BE49-F238E27FC236}">
                      <a16:creationId xmlns:a16="http://schemas.microsoft.com/office/drawing/2014/main" id="{6CA799A4-EBA3-7CDF-81EC-D486341E0AA0}"/>
                    </a:ext>
                  </a:extLst>
                </p14:cNvPr>
                <p14:cNvContentPartPr/>
                <p14:nvPr/>
              </p14:nvContentPartPr>
              <p14:xfrm>
                <a:off x="1575268" y="1760400"/>
                <a:ext cx="360" cy="1504440"/>
              </p14:xfrm>
            </p:contentPart>
          </mc:Choice>
          <mc:Fallback xmlns="">
            <p:pic>
              <p:nvPicPr>
                <p:cNvPr id="188" name="インク 187">
                  <a:extLst>
                    <a:ext uri="{FF2B5EF4-FFF2-40B4-BE49-F238E27FC236}">
                      <a16:creationId xmlns:a16="http://schemas.microsoft.com/office/drawing/2014/main" id="{6CA799A4-EBA3-7CDF-81EC-D486341E0AA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66268" y="1751400"/>
                  <a:ext cx="18000" cy="15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92" name="インク 191">
                  <a:extLst>
                    <a:ext uri="{FF2B5EF4-FFF2-40B4-BE49-F238E27FC236}">
                      <a16:creationId xmlns:a16="http://schemas.microsoft.com/office/drawing/2014/main" id="{4CB9BCC4-272A-25CD-606D-31F832C39E69}"/>
                    </a:ext>
                  </a:extLst>
                </p14:cNvPr>
                <p14:cNvContentPartPr/>
                <p14:nvPr/>
              </p14:nvContentPartPr>
              <p14:xfrm>
                <a:off x="3838228" y="1755360"/>
                <a:ext cx="360" cy="1464840"/>
              </p14:xfrm>
            </p:contentPart>
          </mc:Choice>
          <mc:Fallback xmlns="">
            <p:pic>
              <p:nvPicPr>
                <p:cNvPr id="192" name="インク 191">
                  <a:extLst>
                    <a:ext uri="{FF2B5EF4-FFF2-40B4-BE49-F238E27FC236}">
                      <a16:creationId xmlns:a16="http://schemas.microsoft.com/office/drawing/2014/main" id="{4CB9BCC4-272A-25CD-606D-31F832C39E6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29228" y="1746360"/>
                  <a:ext cx="18000" cy="14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94" name="インク 193">
                  <a:extLst>
                    <a:ext uri="{FF2B5EF4-FFF2-40B4-BE49-F238E27FC236}">
                      <a16:creationId xmlns:a16="http://schemas.microsoft.com/office/drawing/2014/main" id="{B1BC8589-6766-7DA9-5267-868A3254F8E2}"/>
                    </a:ext>
                  </a:extLst>
                </p14:cNvPr>
                <p14:cNvContentPartPr/>
                <p14:nvPr/>
              </p14:nvContentPartPr>
              <p14:xfrm>
                <a:off x="518668" y="1762920"/>
                <a:ext cx="3302280" cy="1490040"/>
              </p14:xfrm>
            </p:contentPart>
          </mc:Choice>
          <mc:Fallback xmlns="">
            <p:pic>
              <p:nvPicPr>
                <p:cNvPr id="194" name="インク 193">
                  <a:extLst>
                    <a:ext uri="{FF2B5EF4-FFF2-40B4-BE49-F238E27FC236}">
                      <a16:creationId xmlns:a16="http://schemas.microsoft.com/office/drawing/2014/main" id="{B1BC8589-6766-7DA9-5267-868A3254F8E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09667" y="1753920"/>
                  <a:ext cx="3319922" cy="150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95" name="インク 194">
                  <a:extLst>
                    <a:ext uri="{FF2B5EF4-FFF2-40B4-BE49-F238E27FC236}">
                      <a16:creationId xmlns:a16="http://schemas.microsoft.com/office/drawing/2014/main" id="{C1826E2D-4C86-AA75-70A8-5E4C3C2483D6}"/>
                    </a:ext>
                  </a:extLst>
                </p14:cNvPr>
                <p14:cNvContentPartPr/>
                <p14:nvPr/>
              </p14:nvContentPartPr>
              <p14:xfrm>
                <a:off x="516148" y="3262680"/>
                <a:ext cx="3321360" cy="360"/>
              </p14:xfrm>
            </p:contentPart>
          </mc:Choice>
          <mc:Fallback xmlns="">
            <p:pic>
              <p:nvPicPr>
                <p:cNvPr id="195" name="インク 194">
                  <a:extLst>
                    <a:ext uri="{FF2B5EF4-FFF2-40B4-BE49-F238E27FC236}">
                      <a16:creationId xmlns:a16="http://schemas.microsoft.com/office/drawing/2014/main" id="{C1826E2D-4C86-AA75-70A8-5E4C3C2483D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7147" y="3253680"/>
                  <a:ext cx="3339002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04" name="インク 203">
                  <a:extLst>
                    <a:ext uri="{FF2B5EF4-FFF2-40B4-BE49-F238E27FC236}">
                      <a16:creationId xmlns:a16="http://schemas.microsoft.com/office/drawing/2014/main" id="{00F9FFC3-0FE1-A0DB-C144-A03628771A7F}"/>
                    </a:ext>
                  </a:extLst>
                </p14:cNvPr>
                <p14:cNvContentPartPr/>
                <p14:nvPr/>
              </p14:nvContentPartPr>
              <p14:xfrm>
                <a:off x="613348" y="1932480"/>
                <a:ext cx="756360" cy="172800"/>
              </p14:xfrm>
            </p:contentPart>
          </mc:Choice>
          <mc:Fallback xmlns="">
            <p:pic>
              <p:nvPicPr>
                <p:cNvPr id="204" name="インク 203">
                  <a:extLst>
                    <a:ext uri="{FF2B5EF4-FFF2-40B4-BE49-F238E27FC236}">
                      <a16:creationId xmlns:a16="http://schemas.microsoft.com/office/drawing/2014/main" id="{00F9FFC3-0FE1-A0DB-C144-A03628771A7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97868" y="1916968"/>
                  <a:ext cx="786960" cy="2034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16" name="インク 215">
                  <a:extLst>
                    <a:ext uri="{FF2B5EF4-FFF2-40B4-BE49-F238E27FC236}">
                      <a16:creationId xmlns:a16="http://schemas.microsoft.com/office/drawing/2014/main" id="{4BADE20F-0EC9-D487-38BC-55CD6D778E4C}"/>
                    </a:ext>
                  </a:extLst>
                </p14:cNvPr>
                <p14:cNvContentPartPr/>
                <p14:nvPr/>
              </p14:nvContentPartPr>
              <p14:xfrm>
                <a:off x="1757520" y="1883669"/>
                <a:ext cx="1922400" cy="777240"/>
              </p14:xfrm>
            </p:contentPart>
          </mc:Choice>
          <mc:Fallback xmlns="">
            <p:pic>
              <p:nvPicPr>
                <p:cNvPr id="216" name="インク 215">
                  <a:extLst>
                    <a:ext uri="{FF2B5EF4-FFF2-40B4-BE49-F238E27FC236}">
                      <a16:creationId xmlns:a16="http://schemas.microsoft.com/office/drawing/2014/main" id="{4BADE20F-0EC9-D487-38BC-55CD6D778E4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742040" y="1868189"/>
                  <a:ext cx="1953000" cy="80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19" name="インク 218">
                  <a:extLst>
                    <a:ext uri="{FF2B5EF4-FFF2-40B4-BE49-F238E27FC236}">
                      <a16:creationId xmlns:a16="http://schemas.microsoft.com/office/drawing/2014/main" id="{BF4C2406-60CE-CCF3-0972-33ED6D378615}"/>
                    </a:ext>
                  </a:extLst>
                </p14:cNvPr>
                <p14:cNvContentPartPr/>
                <p14:nvPr/>
              </p14:nvContentPartPr>
              <p14:xfrm>
                <a:off x="2368440" y="2522669"/>
                <a:ext cx="160920" cy="16920"/>
              </p14:xfrm>
            </p:contentPart>
          </mc:Choice>
          <mc:Fallback xmlns="">
            <p:pic>
              <p:nvPicPr>
                <p:cNvPr id="219" name="インク 218">
                  <a:extLst>
                    <a:ext uri="{FF2B5EF4-FFF2-40B4-BE49-F238E27FC236}">
                      <a16:creationId xmlns:a16="http://schemas.microsoft.com/office/drawing/2014/main" id="{BF4C2406-60CE-CCF3-0972-33ED6D37861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52960" y="2507189"/>
                  <a:ext cx="1915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28" name="インク 227">
                  <a:extLst>
                    <a:ext uri="{FF2B5EF4-FFF2-40B4-BE49-F238E27FC236}">
                      <a16:creationId xmlns:a16="http://schemas.microsoft.com/office/drawing/2014/main" id="{58586DAB-A529-E533-7755-DD0F4FB78E90}"/>
                    </a:ext>
                  </a:extLst>
                </p14:cNvPr>
                <p14:cNvContentPartPr/>
                <p14:nvPr/>
              </p14:nvContentPartPr>
              <p14:xfrm>
                <a:off x="3446280" y="2861789"/>
                <a:ext cx="255960" cy="311760"/>
              </p14:xfrm>
            </p:contentPart>
          </mc:Choice>
          <mc:Fallback xmlns="">
            <p:pic>
              <p:nvPicPr>
                <p:cNvPr id="228" name="インク 227">
                  <a:extLst>
                    <a:ext uri="{FF2B5EF4-FFF2-40B4-BE49-F238E27FC236}">
                      <a16:creationId xmlns:a16="http://schemas.microsoft.com/office/drawing/2014/main" id="{58586DAB-A529-E533-7755-DD0F4FB78E9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30800" y="2846291"/>
                  <a:ext cx="286560" cy="3423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29" name="インク 228">
                  <a:extLst>
                    <a:ext uri="{FF2B5EF4-FFF2-40B4-BE49-F238E27FC236}">
                      <a16:creationId xmlns:a16="http://schemas.microsoft.com/office/drawing/2014/main" id="{5A90D965-3F6B-8B28-1C6C-818C913E4523}"/>
                    </a:ext>
                  </a:extLst>
                </p14:cNvPr>
                <p14:cNvContentPartPr/>
                <p14:nvPr/>
              </p14:nvContentPartPr>
              <p14:xfrm>
                <a:off x="2373480" y="2879789"/>
                <a:ext cx="255960" cy="243720"/>
              </p14:xfrm>
            </p:contentPart>
          </mc:Choice>
          <mc:Fallback xmlns="">
            <p:pic>
              <p:nvPicPr>
                <p:cNvPr id="229" name="インク 228">
                  <a:extLst>
                    <a:ext uri="{FF2B5EF4-FFF2-40B4-BE49-F238E27FC236}">
                      <a16:creationId xmlns:a16="http://schemas.microsoft.com/office/drawing/2014/main" id="{5A90D965-3F6B-8B28-1C6C-818C913E452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358000" y="2864309"/>
                  <a:ext cx="2865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30" name="インク 229">
                  <a:extLst>
                    <a:ext uri="{FF2B5EF4-FFF2-40B4-BE49-F238E27FC236}">
                      <a16:creationId xmlns:a16="http://schemas.microsoft.com/office/drawing/2014/main" id="{08100D67-6EFF-BC80-08C5-6F80394BF72C}"/>
                    </a:ext>
                  </a:extLst>
                </p14:cNvPr>
                <p14:cNvContentPartPr/>
                <p14:nvPr/>
              </p14:nvContentPartPr>
              <p14:xfrm>
                <a:off x="1112040" y="2911829"/>
                <a:ext cx="277920" cy="261360"/>
              </p14:xfrm>
            </p:contentPart>
          </mc:Choice>
          <mc:Fallback xmlns="">
            <p:pic>
              <p:nvPicPr>
                <p:cNvPr id="230" name="インク 229">
                  <a:extLst>
                    <a:ext uri="{FF2B5EF4-FFF2-40B4-BE49-F238E27FC236}">
                      <a16:creationId xmlns:a16="http://schemas.microsoft.com/office/drawing/2014/main" id="{08100D67-6EFF-BC80-08C5-6F80394BF72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96540" y="2896349"/>
                  <a:ext cx="3085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31" name="インク 230">
                  <a:extLst>
                    <a:ext uri="{FF2B5EF4-FFF2-40B4-BE49-F238E27FC236}">
                      <a16:creationId xmlns:a16="http://schemas.microsoft.com/office/drawing/2014/main" id="{EFCD8C9C-CDC0-A3E6-BC1D-0BF952A6BE0B}"/>
                    </a:ext>
                  </a:extLst>
                </p14:cNvPr>
                <p14:cNvContentPartPr/>
                <p14:nvPr/>
              </p14:nvContentPartPr>
              <p14:xfrm>
                <a:off x="3518280" y="2444909"/>
                <a:ext cx="134280" cy="161640"/>
              </p14:xfrm>
            </p:contentPart>
          </mc:Choice>
          <mc:Fallback xmlns="">
            <p:pic>
              <p:nvPicPr>
                <p:cNvPr id="231" name="インク 230">
                  <a:extLst>
                    <a:ext uri="{FF2B5EF4-FFF2-40B4-BE49-F238E27FC236}">
                      <a16:creationId xmlns:a16="http://schemas.microsoft.com/office/drawing/2014/main" id="{EFCD8C9C-CDC0-A3E6-BC1D-0BF952A6BE0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02800" y="2429394"/>
                  <a:ext cx="164880" cy="1923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32" name="インク 231">
                  <a:extLst>
                    <a:ext uri="{FF2B5EF4-FFF2-40B4-BE49-F238E27FC236}">
                      <a16:creationId xmlns:a16="http://schemas.microsoft.com/office/drawing/2014/main" id="{253C6F3E-8127-AE81-43B0-73E50BF8DF17}"/>
                    </a:ext>
                  </a:extLst>
                </p14:cNvPr>
                <p14:cNvContentPartPr/>
                <p14:nvPr/>
              </p14:nvContentPartPr>
              <p14:xfrm>
                <a:off x="1195560" y="2462909"/>
                <a:ext cx="177480" cy="182520"/>
              </p14:xfrm>
            </p:contentPart>
          </mc:Choice>
          <mc:Fallback xmlns="">
            <p:pic>
              <p:nvPicPr>
                <p:cNvPr id="232" name="インク 231">
                  <a:extLst>
                    <a:ext uri="{FF2B5EF4-FFF2-40B4-BE49-F238E27FC236}">
                      <a16:creationId xmlns:a16="http://schemas.microsoft.com/office/drawing/2014/main" id="{253C6F3E-8127-AE81-43B0-73E50BF8DF1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80111" y="2447429"/>
                  <a:ext cx="208018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43" name="インク 242">
                  <a:extLst>
                    <a:ext uri="{FF2B5EF4-FFF2-40B4-BE49-F238E27FC236}">
                      <a16:creationId xmlns:a16="http://schemas.microsoft.com/office/drawing/2014/main" id="{5ADB7C43-1BF7-0CCC-960E-75086B6A5495}"/>
                    </a:ext>
                  </a:extLst>
                </p14:cNvPr>
                <p14:cNvContentPartPr/>
                <p14:nvPr/>
              </p14:nvContentPartPr>
              <p14:xfrm>
                <a:off x="1690200" y="2806349"/>
                <a:ext cx="388800" cy="205920"/>
              </p14:xfrm>
            </p:contentPart>
          </mc:Choice>
          <mc:Fallback xmlns="">
            <p:pic>
              <p:nvPicPr>
                <p:cNvPr id="243" name="インク 242">
                  <a:extLst>
                    <a:ext uri="{FF2B5EF4-FFF2-40B4-BE49-F238E27FC236}">
                      <a16:creationId xmlns:a16="http://schemas.microsoft.com/office/drawing/2014/main" id="{5ADB7C43-1BF7-0CCC-960E-75086B6A549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74720" y="2790896"/>
                  <a:ext cx="419400" cy="2364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44" name="インク 243">
                  <a:extLst>
                    <a:ext uri="{FF2B5EF4-FFF2-40B4-BE49-F238E27FC236}">
                      <a16:creationId xmlns:a16="http://schemas.microsoft.com/office/drawing/2014/main" id="{79CC511E-327E-9F78-78E9-5D7D90B04025}"/>
                    </a:ext>
                  </a:extLst>
                </p14:cNvPr>
                <p14:cNvContentPartPr/>
                <p14:nvPr/>
              </p14:nvContentPartPr>
              <p14:xfrm>
                <a:off x="1834200" y="3050789"/>
                <a:ext cx="105840" cy="178200"/>
              </p14:xfrm>
            </p:contentPart>
          </mc:Choice>
          <mc:Fallback xmlns="">
            <p:pic>
              <p:nvPicPr>
                <p:cNvPr id="244" name="インク 243">
                  <a:extLst>
                    <a:ext uri="{FF2B5EF4-FFF2-40B4-BE49-F238E27FC236}">
                      <a16:creationId xmlns:a16="http://schemas.microsoft.com/office/drawing/2014/main" id="{79CC511E-327E-9F78-78E9-5D7D90B0402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18772" y="3035309"/>
                  <a:ext cx="136336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55" name="インク 254">
                  <a:extLst>
                    <a:ext uri="{FF2B5EF4-FFF2-40B4-BE49-F238E27FC236}">
                      <a16:creationId xmlns:a16="http://schemas.microsoft.com/office/drawing/2014/main" id="{415BBBC3-B5AC-484F-BB76-13138226A471}"/>
                    </a:ext>
                  </a:extLst>
                </p14:cNvPr>
                <p14:cNvContentPartPr/>
                <p14:nvPr/>
              </p14:nvContentPartPr>
              <p14:xfrm>
                <a:off x="2890800" y="2809229"/>
                <a:ext cx="422280" cy="181080"/>
              </p14:xfrm>
            </p:contentPart>
          </mc:Choice>
          <mc:Fallback xmlns="">
            <p:pic>
              <p:nvPicPr>
                <p:cNvPr id="255" name="インク 254">
                  <a:extLst>
                    <a:ext uri="{FF2B5EF4-FFF2-40B4-BE49-F238E27FC236}">
                      <a16:creationId xmlns:a16="http://schemas.microsoft.com/office/drawing/2014/main" id="{415BBBC3-B5AC-484F-BB76-13138226A47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875320" y="2793718"/>
                  <a:ext cx="452880" cy="211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59" name="インク 258">
                  <a:extLst>
                    <a:ext uri="{FF2B5EF4-FFF2-40B4-BE49-F238E27FC236}">
                      <a16:creationId xmlns:a16="http://schemas.microsoft.com/office/drawing/2014/main" id="{AAC4A195-1497-0F9C-3D15-64D0712C8F90}"/>
                    </a:ext>
                  </a:extLst>
                </p14:cNvPr>
                <p14:cNvContentPartPr/>
                <p14:nvPr/>
              </p14:nvContentPartPr>
              <p14:xfrm>
                <a:off x="2896560" y="3056549"/>
                <a:ext cx="362880" cy="155880"/>
              </p14:xfrm>
            </p:contentPart>
          </mc:Choice>
          <mc:Fallback xmlns="">
            <p:pic>
              <p:nvPicPr>
                <p:cNvPr id="259" name="インク 258">
                  <a:extLst>
                    <a:ext uri="{FF2B5EF4-FFF2-40B4-BE49-F238E27FC236}">
                      <a16:creationId xmlns:a16="http://schemas.microsoft.com/office/drawing/2014/main" id="{AAC4A195-1497-0F9C-3D15-64D0712C8F9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881080" y="3041069"/>
                  <a:ext cx="3934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99" name="インク 298">
                  <a:extLst>
                    <a:ext uri="{FF2B5EF4-FFF2-40B4-BE49-F238E27FC236}">
                      <a16:creationId xmlns:a16="http://schemas.microsoft.com/office/drawing/2014/main" id="{A3B22F10-0CF2-703F-07B5-F1291025EEF7}"/>
                    </a:ext>
                  </a:extLst>
                </p14:cNvPr>
                <p14:cNvContentPartPr/>
                <p14:nvPr/>
              </p14:nvContentPartPr>
              <p14:xfrm>
                <a:off x="475303" y="2856781"/>
                <a:ext cx="402480" cy="321120"/>
              </p14:xfrm>
            </p:contentPart>
          </mc:Choice>
          <mc:Fallback xmlns="">
            <p:pic>
              <p:nvPicPr>
                <p:cNvPr id="299" name="インク 298">
                  <a:extLst>
                    <a:ext uri="{FF2B5EF4-FFF2-40B4-BE49-F238E27FC236}">
                      <a16:creationId xmlns:a16="http://schemas.microsoft.com/office/drawing/2014/main" id="{A3B22F10-0CF2-703F-07B5-F1291025EEF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59837" y="2841284"/>
                  <a:ext cx="433053" cy="3517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00" name="インク 299">
                  <a:extLst>
                    <a:ext uri="{FF2B5EF4-FFF2-40B4-BE49-F238E27FC236}">
                      <a16:creationId xmlns:a16="http://schemas.microsoft.com/office/drawing/2014/main" id="{CB9B2C19-FD05-363D-18B2-9BE5ADA88247}"/>
                    </a:ext>
                  </a:extLst>
                </p14:cNvPr>
                <p14:cNvContentPartPr/>
                <p14:nvPr/>
              </p14:nvContentPartPr>
              <p14:xfrm>
                <a:off x="431023" y="2342701"/>
                <a:ext cx="414720" cy="325800"/>
              </p14:xfrm>
            </p:contentPart>
          </mc:Choice>
          <mc:Fallback xmlns="">
            <p:pic>
              <p:nvPicPr>
                <p:cNvPr id="300" name="インク 299">
                  <a:extLst>
                    <a:ext uri="{FF2B5EF4-FFF2-40B4-BE49-F238E27FC236}">
                      <a16:creationId xmlns:a16="http://schemas.microsoft.com/office/drawing/2014/main" id="{CB9B2C19-FD05-363D-18B2-9BE5ADA8824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15530" y="2327238"/>
                  <a:ext cx="445347" cy="35636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7B1C1D53-8B70-1970-39AC-A8B7420C3F22}"/>
              </a:ext>
            </a:extLst>
          </p:cNvPr>
          <p:cNvGrpSpPr/>
          <p:nvPr/>
        </p:nvGrpSpPr>
        <p:grpSpPr>
          <a:xfrm>
            <a:off x="217440" y="5118106"/>
            <a:ext cx="4725395" cy="432720"/>
            <a:chOff x="217440" y="5118106"/>
            <a:chExt cx="4725395" cy="43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03" name="インク 402">
                  <a:extLst>
                    <a:ext uri="{FF2B5EF4-FFF2-40B4-BE49-F238E27FC236}">
                      <a16:creationId xmlns:a16="http://schemas.microsoft.com/office/drawing/2014/main" id="{36D689B9-531F-83EA-BE17-A702F190E17D}"/>
                    </a:ext>
                  </a:extLst>
                </p14:cNvPr>
                <p14:cNvContentPartPr/>
                <p14:nvPr/>
              </p14:nvContentPartPr>
              <p14:xfrm>
                <a:off x="217440" y="5221931"/>
                <a:ext cx="238680" cy="307080"/>
              </p14:xfrm>
            </p:contentPart>
          </mc:Choice>
          <mc:Fallback xmlns="">
            <p:pic>
              <p:nvPicPr>
                <p:cNvPr id="403" name="インク 402">
                  <a:extLst>
                    <a:ext uri="{FF2B5EF4-FFF2-40B4-BE49-F238E27FC236}">
                      <a16:creationId xmlns:a16="http://schemas.microsoft.com/office/drawing/2014/main" id="{36D689B9-531F-83EA-BE17-A702F190E17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1937" y="5206451"/>
                  <a:ext cx="269326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32" name="インク 431">
                  <a:extLst>
                    <a:ext uri="{FF2B5EF4-FFF2-40B4-BE49-F238E27FC236}">
                      <a16:creationId xmlns:a16="http://schemas.microsoft.com/office/drawing/2014/main" id="{F07B4A2B-44A9-49EF-A95F-B98DE899BC97}"/>
                    </a:ext>
                  </a:extLst>
                </p14:cNvPr>
                <p14:cNvContentPartPr/>
                <p14:nvPr/>
              </p14:nvContentPartPr>
              <p14:xfrm>
                <a:off x="595835" y="5175346"/>
                <a:ext cx="2796120" cy="375480"/>
              </p14:xfrm>
            </p:contentPart>
          </mc:Choice>
          <mc:Fallback xmlns="">
            <p:pic>
              <p:nvPicPr>
                <p:cNvPr id="432" name="インク 431">
                  <a:extLst>
                    <a:ext uri="{FF2B5EF4-FFF2-40B4-BE49-F238E27FC236}">
                      <a16:creationId xmlns:a16="http://schemas.microsoft.com/office/drawing/2014/main" id="{F07B4A2B-44A9-49EF-A95F-B98DE899BC9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0357" y="5159866"/>
                  <a:ext cx="2826716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41" name="インク 440">
                  <a:extLst>
                    <a:ext uri="{FF2B5EF4-FFF2-40B4-BE49-F238E27FC236}">
                      <a16:creationId xmlns:a16="http://schemas.microsoft.com/office/drawing/2014/main" id="{7BFBAE2E-F739-0F36-A6E8-7B7B44A38AF9}"/>
                    </a:ext>
                  </a:extLst>
                </p14:cNvPr>
                <p14:cNvContentPartPr/>
                <p14:nvPr/>
              </p14:nvContentPartPr>
              <p14:xfrm>
                <a:off x="3436955" y="5142586"/>
                <a:ext cx="312480" cy="378360"/>
              </p14:xfrm>
            </p:contentPart>
          </mc:Choice>
          <mc:Fallback xmlns="">
            <p:pic>
              <p:nvPicPr>
                <p:cNvPr id="441" name="インク 440">
                  <a:extLst>
                    <a:ext uri="{FF2B5EF4-FFF2-40B4-BE49-F238E27FC236}">
                      <a16:creationId xmlns:a16="http://schemas.microsoft.com/office/drawing/2014/main" id="{7BFBAE2E-F739-0F36-A6E8-7B7B44A38AF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421457" y="5127091"/>
                  <a:ext cx="343115" cy="4089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49" name="インク 448">
                  <a:extLst>
                    <a:ext uri="{FF2B5EF4-FFF2-40B4-BE49-F238E27FC236}">
                      <a16:creationId xmlns:a16="http://schemas.microsoft.com/office/drawing/2014/main" id="{CE1F340E-566C-754A-D39C-C5F1D1F47C50}"/>
                    </a:ext>
                  </a:extLst>
                </p14:cNvPr>
                <p14:cNvContentPartPr/>
                <p14:nvPr/>
              </p14:nvContentPartPr>
              <p14:xfrm>
                <a:off x="3779315" y="5118106"/>
                <a:ext cx="416520" cy="381600"/>
              </p14:xfrm>
            </p:contentPart>
          </mc:Choice>
          <mc:Fallback xmlns="">
            <p:pic>
              <p:nvPicPr>
                <p:cNvPr id="449" name="インク 448">
                  <a:extLst>
                    <a:ext uri="{FF2B5EF4-FFF2-40B4-BE49-F238E27FC236}">
                      <a16:creationId xmlns:a16="http://schemas.microsoft.com/office/drawing/2014/main" id="{CE1F340E-566C-754A-D39C-C5F1D1F47C5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63835" y="5102626"/>
                  <a:ext cx="44712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55" name="インク 454">
                  <a:extLst>
                    <a:ext uri="{FF2B5EF4-FFF2-40B4-BE49-F238E27FC236}">
                      <a16:creationId xmlns:a16="http://schemas.microsoft.com/office/drawing/2014/main" id="{C73A4E83-FF2C-385D-41E7-2936592A1559}"/>
                    </a:ext>
                  </a:extLst>
                </p14:cNvPr>
                <p14:cNvContentPartPr/>
                <p14:nvPr/>
              </p14:nvContentPartPr>
              <p14:xfrm>
                <a:off x="4281515" y="5240506"/>
                <a:ext cx="265680" cy="245160"/>
              </p14:xfrm>
            </p:contentPart>
          </mc:Choice>
          <mc:Fallback xmlns="">
            <p:pic>
              <p:nvPicPr>
                <p:cNvPr id="455" name="インク 454">
                  <a:extLst>
                    <a:ext uri="{FF2B5EF4-FFF2-40B4-BE49-F238E27FC236}">
                      <a16:creationId xmlns:a16="http://schemas.microsoft.com/office/drawing/2014/main" id="{C73A4E83-FF2C-385D-41E7-2936592A155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266035" y="5225026"/>
                  <a:ext cx="2962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62" name="インク 461">
                  <a:extLst>
                    <a:ext uri="{FF2B5EF4-FFF2-40B4-BE49-F238E27FC236}">
                      <a16:creationId xmlns:a16="http://schemas.microsoft.com/office/drawing/2014/main" id="{A44D2BFB-588E-2A3C-7333-FD84071A0F05}"/>
                    </a:ext>
                  </a:extLst>
                </p14:cNvPr>
                <p14:cNvContentPartPr/>
                <p14:nvPr/>
              </p14:nvContentPartPr>
              <p14:xfrm>
                <a:off x="4611275" y="5167066"/>
                <a:ext cx="331560" cy="358920"/>
              </p14:xfrm>
            </p:contentPart>
          </mc:Choice>
          <mc:Fallback xmlns="">
            <p:pic>
              <p:nvPicPr>
                <p:cNvPr id="462" name="インク 461">
                  <a:extLst>
                    <a:ext uri="{FF2B5EF4-FFF2-40B4-BE49-F238E27FC236}">
                      <a16:creationId xmlns:a16="http://schemas.microsoft.com/office/drawing/2014/main" id="{A44D2BFB-588E-2A3C-7333-FD84071A0F0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595812" y="5151586"/>
                  <a:ext cx="362127" cy="38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3CC3926E-B9F9-EF90-B875-E7765D90D7E4}"/>
              </a:ext>
            </a:extLst>
          </p:cNvPr>
          <p:cNvGrpSpPr/>
          <p:nvPr/>
        </p:nvGrpSpPr>
        <p:grpSpPr>
          <a:xfrm>
            <a:off x="193575" y="3628458"/>
            <a:ext cx="4750560" cy="1388880"/>
            <a:chOff x="193575" y="3628458"/>
            <a:chExt cx="4750560" cy="1388880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8B4C4823-5554-1ABE-BAF2-8B07038EE89D}"/>
                </a:ext>
              </a:extLst>
            </p:cNvPr>
            <p:cNvGrpSpPr/>
            <p:nvPr/>
          </p:nvGrpSpPr>
          <p:grpSpPr>
            <a:xfrm>
              <a:off x="209775" y="3628458"/>
              <a:ext cx="2704320" cy="371880"/>
              <a:chOff x="209775" y="3628458"/>
              <a:chExt cx="2704320" cy="3718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00">
                <p14:nvContentPartPr>
                  <p14:cNvPr id="298" name="インク 297">
                    <a:extLst>
                      <a:ext uri="{FF2B5EF4-FFF2-40B4-BE49-F238E27FC236}">
                        <a16:creationId xmlns:a16="http://schemas.microsoft.com/office/drawing/2014/main" id="{5BFB47D8-28F4-6207-453C-A81CF77DD6C1}"/>
                      </a:ext>
                    </a:extLst>
                  </p14:cNvPr>
                  <p14:cNvContentPartPr/>
                  <p14:nvPr/>
                </p14:nvContentPartPr>
                <p14:xfrm>
                  <a:off x="209775" y="3628458"/>
                  <a:ext cx="1592640" cy="371880"/>
                </p14:xfrm>
              </p:contentPart>
            </mc:Choice>
            <mc:Fallback xmlns="">
              <p:pic>
                <p:nvPicPr>
                  <p:cNvPr id="298" name="インク 297">
                    <a:extLst>
                      <a:ext uri="{FF2B5EF4-FFF2-40B4-BE49-F238E27FC236}">
                        <a16:creationId xmlns:a16="http://schemas.microsoft.com/office/drawing/2014/main" id="{5BFB47D8-28F4-6207-453C-A81CF77DD6C1}"/>
                      </a:ext>
                    </a:extLst>
                  </p:cNvPr>
                  <p:cNvPicPr/>
                  <p:nvPr/>
                </p:nvPicPr>
                <p:blipFill>
                  <a:blip r:embed="rId101"/>
                  <a:stretch>
                    <a:fillRect/>
                  </a:stretch>
                </p:blipFill>
                <p:spPr>
                  <a:xfrm>
                    <a:off x="194298" y="3612993"/>
                    <a:ext cx="1623233" cy="4024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2">
                <p14:nvContentPartPr>
                  <p14:cNvPr id="313" name="インク 312">
                    <a:extLst>
                      <a:ext uri="{FF2B5EF4-FFF2-40B4-BE49-F238E27FC236}">
                        <a16:creationId xmlns:a16="http://schemas.microsoft.com/office/drawing/2014/main" id="{322875A5-8487-A861-176C-60839640D05E}"/>
                      </a:ext>
                    </a:extLst>
                  </p14:cNvPr>
                  <p14:cNvContentPartPr/>
                  <p14:nvPr/>
                </p14:nvContentPartPr>
                <p14:xfrm>
                  <a:off x="2005815" y="3668778"/>
                  <a:ext cx="908280" cy="298440"/>
                </p14:xfrm>
              </p:contentPart>
            </mc:Choice>
            <mc:Fallback xmlns="">
              <p:pic>
                <p:nvPicPr>
                  <p:cNvPr id="313" name="インク 312">
                    <a:extLst>
                      <a:ext uri="{FF2B5EF4-FFF2-40B4-BE49-F238E27FC236}">
                        <a16:creationId xmlns:a16="http://schemas.microsoft.com/office/drawing/2014/main" id="{322875A5-8487-A861-176C-60839640D05E}"/>
                      </a:ext>
                    </a:extLst>
                  </p:cNvPr>
                  <p:cNvPicPr/>
                  <p:nvPr/>
                </p:nvPicPr>
                <p:blipFill>
                  <a:blip r:embed="rId103"/>
                  <a:stretch>
                    <a:fillRect/>
                  </a:stretch>
                </p:blipFill>
                <p:spPr>
                  <a:xfrm>
                    <a:off x="1990341" y="3653317"/>
                    <a:ext cx="938868" cy="329003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F83CB84F-E8BE-DCCF-5D5F-C42C753A1135}"/>
                </a:ext>
              </a:extLst>
            </p:cNvPr>
            <p:cNvGrpSpPr/>
            <p:nvPr/>
          </p:nvGrpSpPr>
          <p:grpSpPr>
            <a:xfrm>
              <a:off x="193575" y="4128858"/>
              <a:ext cx="4750560" cy="888480"/>
              <a:chOff x="193575" y="4128858"/>
              <a:chExt cx="4750560" cy="8884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04">
                <p14:nvContentPartPr>
                  <p14:cNvPr id="328" name="インク 327">
                    <a:extLst>
                      <a:ext uri="{FF2B5EF4-FFF2-40B4-BE49-F238E27FC236}">
                        <a16:creationId xmlns:a16="http://schemas.microsoft.com/office/drawing/2014/main" id="{F46D6CA5-BA69-C835-785B-F0CC513990B4}"/>
                      </a:ext>
                    </a:extLst>
                  </p14:cNvPr>
                  <p14:cNvContentPartPr/>
                  <p14:nvPr/>
                </p14:nvContentPartPr>
                <p14:xfrm>
                  <a:off x="193575" y="4151178"/>
                  <a:ext cx="654120" cy="363240"/>
                </p14:xfrm>
              </p:contentPart>
            </mc:Choice>
            <mc:Fallback xmlns="">
              <p:pic>
                <p:nvPicPr>
                  <p:cNvPr id="328" name="インク 327">
                    <a:extLst>
                      <a:ext uri="{FF2B5EF4-FFF2-40B4-BE49-F238E27FC236}">
                        <a16:creationId xmlns:a16="http://schemas.microsoft.com/office/drawing/2014/main" id="{F46D6CA5-BA69-C835-785B-F0CC513990B4}"/>
                      </a:ext>
                    </a:extLst>
                  </p:cNvPr>
                  <p:cNvPicPr/>
                  <p:nvPr/>
                </p:nvPicPr>
                <p:blipFill>
                  <a:blip r:embed="rId105"/>
                  <a:stretch>
                    <a:fillRect/>
                  </a:stretch>
                </p:blipFill>
                <p:spPr>
                  <a:xfrm>
                    <a:off x="178104" y="4135683"/>
                    <a:ext cx="684703" cy="3938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6">
                <p14:nvContentPartPr>
                  <p14:cNvPr id="332" name="インク 331">
                    <a:extLst>
                      <a:ext uri="{FF2B5EF4-FFF2-40B4-BE49-F238E27FC236}">
                        <a16:creationId xmlns:a16="http://schemas.microsoft.com/office/drawing/2014/main" id="{47B962B1-F95C-7BFC-2555-8E418D2BA15A}"/>
                      </a:ext>
                    </a:extLst>
                  </p14:cNvPr>
                  <p14:cNvContentPartPr/>
                  <p14:nvPr/>
                </p14:nvContentPartPr>
                <p14:xfrm>
                  <a:off x="960375" y="4171338"/>
                  <a:ext cx="137520" cy="377640"/>
                </p14:xfrm>
              </p:contentPart>
            </mc:Choice>
            <mc:Fallback xmlns="">
              <p:pic>
                <p:nvPicPr>
                  <p:cNvPr id="332" name="インク 331">
                    <a:extLst>
                      <a:ext uri="{FF2B5EF4-FFF2-40B4-BE49-F238E27FC236}">
                        <a16:creationId xmlns:a16="http://schemas.microsoft.com/office/drawing/2014/main" id="{47B962B1-F95C-7BFC-2555-8E418D2BA15A}"/>
                      </a:ext>
                    </a:extLst>
                  </p:cNvPr>
                  <p:cNvPicPr/>
                  <p:nvPr/>
                </p:nvPicPr>
                <p:blipFill>
                  <a:blip r:embed="rId107"/>
                  <a:stretch>
                    <a:fillRect/>
                  </a:stretch>
                </p:blipFill>
                <p:spPr>
                  <a:xfrm>
                    <a:off x="944895" y="4155843"/>
                    <a:ext cx="168120" cy="4082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8">
                <p14:nvContentPartPr>
                  <p14:cNvPr id="340" name="インク 339">
                    <a:extLst>
                      <a:ext uri="{FF2B5EF4-FFF2-40B4-BE49-F238E27FC236}">
                        <a16:creationId xmlns:a16="http://schemas.microsoft.com/office/drawing/2014/main" id="{C6991B26-90FE-2BF0-232D-0F7FD8D5C5D8}"/>
                      </a:ext>
                    </a:extLst>
                  </p14:cNvPr>
                  <p14:cNvContentPartPr/>
                  <p14:nvPr/>
                </p14:nvContentPartPr>
                <p14:xfrm>
                  <a:off x="1199055" y="4173138"/>
                  <a:ext cx="686520" cy="371520"/>
                </p14:xfrm>
              </p:contentPart>
            </mc:Choice>
            <mc:Fallback xmlns="">
              <p:pic>
                <p:nvPicPr>
                  <p:cNvPr id="340" name="インク 339">
                    <a:extLst>
                      <a:ext uri="{FF2B5EF4-FFF2-40B4-BE49-F238E27FC236}">
                        <a16:creationId xmlns:a16="http://schemas.microsoft.com/office/drawing/2014/main" id="{C6991B26-90FE-2BF0-232D-0F7FD8D5C5D8}"/>
                      </a:ext>
                    </a:extLst>
                  </p:cNvPr>
                  <p:cNvPicPr/>
                  <p:nvPr/>
                </p:nvPicPr>
                <p:blipFill>
                  <a:blip r:embed="rId109"/>
                  <a:stretch>
                    <a:fillRect/>
                  </a:stretch>
                </p:blipFill>
                <p:spPr>
                  <a:xfrm>
                    <a:off x="1183575" y="4157658"/>
                    <a:ext cx="717120" cy="402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0">
                <p14:nvContentPartPr>
                  <p14:cNvPr id="356" name="インク 355">
                    <a:extLst>
                      <a:ext uri="{FF2B5EF4-FFF2-40B4-BE49-F238E27FC236}">
                        <a16:creationId xmlns:a16="http://schemas.microsoft.com/office/drawing/2014/main" id="{C67B47D5-1421-CA8F-DAB6-7F3B327ABC17}"/>
                      </a:ext>
                    </a:extLst>
                  </p14:cNvPr>
                  <p14:cNvContentPartPr/>
                  <p14:nvPr/>
                </p14:nvContentPartPr>
                <p14:xfrm>
                  <a:off x="1933455" y="4189698"/>
                  <a:ext cx="1283400" cy="296280"/>
                </p14:xfrm>
              </p:contentPart>
            </mc:Choice>
            <mc:Fallback xmlns="">
              <p:pic>
                <p:nvPicPr>
                  <p:cNvPr id="356" name="インク 355">
                    <a:extLst>
                      <a:ext uri="{FF2B5EF4-FFF2-40B4-BE49-F238E27FC236}">
                        <a16:creationId xmlns:a16="http://schemas.microsoft.com/office/drawing/2014/main" id="{C67B47D5-1421-CA8F-DAB6-7F3B327ABC17}"/>
                      </a:ext>
                    </a:extLst>
                  </p:cNvPr>
                  <p:cNvPicPr/>
                  <p:nvPr/>
                </p:nvPicPr>
                <p:blipFill>
                  <a:blip r:embed="rId111"/>
                  <a:stretch>
                    <a:fillRect/>
                  </a:stretch>
                </p:blipFill>
                <p:spPr>
                  <a:xfrm>
                    <a:off x="1917975" y="4174218"/>
                    <a:ext cx="1314000" cy="326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2">
                <p14:nvContentPartPr>
                  <p14:cNvPr id="361" name="インク 360">
                    <a:extLst>
                      <a:ext uri="{FF2B5EF4-FFF2-40B4-BE49-F238E27FC236}">
                        <a16:creationId xmlns:a16="http://schemas.microsoft.com/office/drawing/2014/main" id="{3695A2AB-C3B2-BC99-B39C-2ADF77609ABE}"/>
                      </a:ext>
                    </a:extLst>
                  </p14:cNvPr>
                  <p14:cNvContentPartPr/>
                  <p14:nvPr/>
                </p14:nvContentPartPr>
                <p14:xfrm>
                  <a:off x="3402255" y="4197258"/>
                  <a:ext cx="323280" cy="238320"/>
                </p14:xfrm>
              </p:contentPart>
            </mc:Choice>
            <mc:Fallback xmlns="">
              <p:pic>
                <p:nvPicPr>
                  <p:cNvPr id="361" name="インク 360">
                    <a:extLst>
                      <a:ext uri="{FF2B5EF4-FFF2-40B4-BE49-F238E27FC236}">
                        <a16:creationId xmlns:a16="http://schemas.microsoft.com/office/drawing/2014/main" id="{3695A2AB-C3B2-BC99-B39C-2ADF77609ABE}"/>
                      </a:ext>
                    </a:extLst>
                  </p:cNvPr>
                  <p:cNvPicPr/>
                  <p:nvPr/>
                </p:nvPicPr>
                <p:blipFill>
                  <a:blip r:embed="rId113"/>
                  <a:stretch>
                    <a:fillRect/>
                  </a:stretch>
                </p:blipFill>
                <p:spPr>
                  <a:xfrm>
                    <a:off x="3386758" y="4181778"/>
                    <a:ext cx="353914" cy="268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4">
                <p14:nvContentPartPr>
                  <p14:cNvPr id="365" name="インク 364">
                    <a:extLst>
                      <a:ext uri="{FF2B5EF4-FFF2-40B4-BE49-F238E27FC236}">
                        <a16:creationId xmlns:a16="http://schemas.microsoft.com/office/drawing/2014/main" id="{10526412-4525-E904-F69D-6809A8232600}"/>
                      </a:ext>
                    </a:extLst>
                  </p14:cNvPr>
                  <p14:cNvContentPartPr/>
                  <p14:nvPr/>
                </p14:nvContentPartPr>
                <p14:xfrm>
                  <a:off x="3818775" y="4128858"/>
                  <a:ext cx="233640" cy="315000"/>
                </p14:xfrm>
              </p:contentPart>
            </mc:Choice>
            <mc:Fallback xmlns="">
              <p:pic>
                <p:nvPicPr>
                  <p:cNvPr id="365" name="インク 364">
                    <a:extLst>
                      <a:ext uri="{FF2B5EF4-FFF2-40B4-BE49-F238E27FC236}">
                        <a16:creationId xmlns:a16="http://schemas.microsoft.com/office/drawing/2014/main" id="{10526412-4525-E904-F69D-6809A8232600}"/>
                      </a:ext>
                    </a:extLst>
                  </p:cNvPr>
                  <p:cNvPicPr/>
                  <p:nvPr/>
                </p:nvPicPr>
                <p:blipFill>
                  <a:blip r:embed="rId115"/>
                  <a:stretch>
                    <a:fillRect/>
                  </a:stretch>
                </p:blipFill>
                <p:spPr>
                  <a:xfrm>
                    <a:off x="3803295" y="4113396"/>
                    <a:ext cx="264240" cy="34556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6">
                <p14:nvContentPartPr>
                  <p14:cNvPr id="375" name="インク 374">
                    <a:extLst>
                      <a:ext uri="{FF2B5EF4-FFF2-40B4-BE49-F238E27FC236}">
                        <a16:creationId xmlns:a16="http://schemas.microsoft.com/office/drawing/2014/main" id="{8AC546D4-2BB3-481F-BC4B-073742989979}"/>
                      </a:ext>
                    </a:extLst>
                  </p14:cNvPr>
                  <p14:cNvContentPartPr/>
                  <p14:nvPr/>
                </p14:nvContentPartPr>
                <p14:xfrm>
                  <a:off x="4098855" y="4134258"/>
                  <a:ext cx="845280" cy="361800"/>
                </p14:xfrm>
              </p:contentPart>
            </mc:Choice>
            <mc:Fallback xmlns="">
              <p:pic>
                <p:nvPicPr>
                  <p:cNvPr id="375" name="インク 374">
                    <a:extLst>
                      <a:ext uri="{FF2B5EF4-FFF2-40B4-BE49-F238E27FC236}">
                        <a16:creationId xmlns:a16="http://schemas.microsoft.com/office/drawing/2014/main" id="{8AC546D4-2BB3-481F-BC4B-073742989979}"/>
                      </a:ext>
                    </a:extLst>
                  </p:cNvPr>
                  <p:cNvPicPr/>
                  <p:nvPr/>
                </p:nvPicPr>
                <p:blipFill>
                  <a:blip r:embed="rId117"/>
                  <a:stretch>
                    <a:fillRect/>
                  </a:stretch>
                </p:blipFill>
                <p:spPr>
                  <a:xfrm>
                    <a:off x="4083375" y="4118778"/>
                    <a:ext cx="875880" cy="392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8">
                <p14:nvContentPartPr>
                  <p14:cNvPr id="387" name="インク 386">
                    <a:extLst>
                      <a:ext uri="{FF2B5EF4-FFF2-40B4-BE49-F238E27FC236}">
                        <a16:creationId xmlns:a16="http://schemas.microsoft.com/office/drawing/2014/main" id="{3D2A1400-F66F-055C-D9E7-90A361D3DD00}"/>
                      </a:ext>
                    </a:extLst>
                  </p14:cNvPr>
                  <p14:cNvContentPartPr/>
                  <p14:nvPr/>
                </p14:nvContentPartPr>
                <p14:xfrm>
                  <a:off x="367095" y="4625298"/>
                  <a:ext cx="868680" cy="359280"/>
                </p14:xfrm>
              </p:contentPart>
            </mc:Choice>
            <mc:Fallback xmlns="">
              <p:pic>
                <p:nvPicPr>
                  <p:cNvPr id="387" name="インク 386">
                    <a:extLst>
                      <a:ext uri="{FF2B5EF4-FFF2-40B4-BE49-F238E27FC236}">
                        <a16:creationId xmlns:a16="http://schemas.microsoft.com/office/drawing/2014/main" id="{3D2A1400-F66F-055C-D9E7-90A361D3DD00}"/>
                      </a:ext>
                    </a:extLst>
                  </p:cNvPr>
                  <p:cNvPicPr/>
                  <p:nvPr/>
                </p:nvPicPr>
                <p:blipFill>
                  <a:blip r:embed="rId119"/>
                  <a:stretch>
                    <a:fillRect/>
                  </a:stretch>
                </p:blipFill>
                <p:spPr>
                  <a:xfrm>
                    <a:off x="351609" y="4609833"/>
                    <a:ext cx="899293" cy="3898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0">
                <p14:nvContentPartPr>
                  <p14:cNvPr id="398" name="インク 397">
                    <a:extLst>
                      <a:ext uri="{FF2B5EF4-FFF2-40B4-BE49-F238E27FC236}">
                        <a16:creationId xmlns:a16="http://schemas.microsoft.com/office/drawing/2014/main" id="{EA0161BB-D2C6-DB15-AF49-DA59385947BA}"/>
                      </a:ext>
                    </a:extLst>
                  </p14:cNvPr>
                  <p14:cNvContentPartPr/>
                  <p14:nvPr/>
                </p14:nvContentPartPr>
                <p14:xfrm>
                  <a:off x="1402455" y="4657338"/>
                  <a:ext cx="676080" cy="294480"/>
                </p14:xfrm>
              </p:contentPart>
            </mc:Choice>
            <mc:Fallback xmlns="">
              <p:pic>
                <p:nvPicPr>
                  <p:cNvPr id="398" name="インク 397">
                    <a:extLst>
                      <a:ext uri="{FF2B5EF4-FFF2-40B4-BE49-F238E27FC236}">
                        <a16:creationId xmlns:a16="http://schemas.microsoft.com/office/drawing/2014/main" id="{EA0161BB-D2C6-DB15-AF49-DA59385947BA}"/>
                      </a:ext>
                    </a:extLst>
                  </p:cNvPr>
                  <p:cNvPicPr/>
                  <p:nvPr/>
                </p:nvPicPr>
                <p:blipFill>
                  <a:blip r:embed="rId121"/>
                  <a:stretch>
                    <a:fillRect/>
                  </a:stretch>
                </p:blipFill>
                <p:spPr>
                  <a:xfrm>
                    <a:off x="1386975" y="4641858"/>
                    <a:ext cx="706680" cy="325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2">
                <p14:nvContentPartPr>
                  <p14:cNvPr id="399" name="インク 398">
                    <a:extLst>
                      <a:ext uri="{FF2B5EF4-FFF2-40B4-BE49-F238E27FC236}">
                        <a16:creationId xmlns:a16="http://schemas.microsoft.com/office/drawing/2014/main" id="{2C89A3DA-49CA-5FAE-652E-22C12BD5E011}"/>
                      </a:ext>
                    </a:extLst>
                  </p14:cNvPr>
                  <p14:cNvContentPartPr/>
                  <p14:nvPr/>
                </p14:nvContentPartPr>
                <p14:xfrm>
                  <a:off x="2155215" y="4968378"/>
                  <a:ext cx="60840" cy="48960"/>
                </p14:xfrm>
              </p:contentPart>
            </mc:Choice>
            <mc:Fallback xmlns="">
              <p:pic>
                <p:nvPicPr>
                  <p:cNvPr id="399" name="インク 398">
                    <a:extLst>
                      <a:ext uri="{FF2B5EF4-FFF2-40B4-BE49-F238E27FC236}">
                        <a16:creationId xmlns:a16="http://schemas.microsoft.com/office/drawing/2014/main" id="{2C89A3DA-49CA-5FAE-652E-22C12BD5E011}"/>
                      </a:ext>
                    </a:extLst>
                  </p:cNvPr>
                  <p:cNvPicPr/>
                  <p:nvPr/>
                </p:nvPicPr>
                <p:blipFill>
                  <a:blip r:embed="rId123"/>
                  <a:stretch>
                    <a:fillRect/>
                  </a:stretch>
                </p:blipFill>
                <p:spPr>
                  <a:xfrm>
                    <a:off x="2139735" y="4952898"/>
                    <a:ext cx="91440" cy="79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4">
                <p14:nvContentPartPr>
                  <p14:cNvPr id="501" name="インク 500">
                    <a:extLst>
                      <a:ext uri="{FF2B5EF4-FFF2-40B4-BE49-F238E27FC236}">
                        <a16:creationId xmlns:a16="http://schemas.microsoft.com/office/drawing/2014/main" id="{9CE0541C-AA3E-442A-90D7-F2A541E402D7}"/>
                      </a:ext>
                    </a:extLst>
                  </p14:cNvPr>
                  <p14:cNvContentPartPr/>
                  <p14:nvPr/>
                </p14:nvContentPartPr>
                <p14:xfrm>
                  <a:off x="2487600" y="4654355"/>
                  <a:ext cx="354600" cy="362520"/>
                </p14:xfrm>
              </p:contentPart>
            </mc:Choice>
            <mc:Fallback xmlns="">
              <p:pic>
                <p:nvPicPr>
                  <p:cNvPr id="501" name="インク 500">
                    <a:extLst>
                      <a:ext uri="{FF2B5EF4-FFF2-40B4-BE49-F238E27FC236}">
                        <a16:creationId xmlns:a16="http://schemas.microsoft.com/office/drawing/2014/main" id="{9CE0541C-AA3E-442A-90D7-F2A541E402D7}"/>
                      </a:ext>
                    </a:extLst>
                  </p:cNvPr>
                  <p:cNvPicPr/>
                  <p:nvPr/>
                </p:nvPicPr>
                <p:blipFill>
                  <a:blip r:embed="rId125"/>
                  <a:stretch>
                    <a:fillRect/>
                  </a:stretch>
                </p:blipFill>
                <p:spPr>
                  <a:xfrm>
                    <a:off x="2472120" y="4638875"/>
                    <a:ext cx="385200" cy="393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6">
                <p14:nvContentPartPr>
                  <p14:cNvPr id="509" name="インク 508">
                    <a:extLst>
                      <a:ext uri="{FF2B5EF4-FFF2-40B4-BE49-F238E27FC236}">
                        <a16:creationId xmlns:a16="http://schemas.microsoft.com/office/drawing/2014/main" id="{5F220189-875A-34AA-EFDA-614DD842C53F}"/>
                      </a:ext>
                    </a:extLst>
                  </p14:cNvPr>
                  <p14:cNvContentPartPr/>
                  <p14:nvPr/>
                </p14:nvContentPartPr>
                <p14:xfrm>
                  <a:off x="2971080" y="4687475"/>
                  <a:ext cx="102240" cy="287640"/>
                </p14:xfrm>
              </p:contentPart>
            </mc:Choice>
            <mc:Fallback xmlns="">
              <p:pic>
                <p:nvPicPr>
                  <p:cNvPr id="509" name="インク 508">
                    <a:extLst>
                      <a:ext uri="{FF2B5EF4-FFF2-40B4-BE49-F238E27FC236}">
                        <a16:creationId xmlns:a16="http://schemas.microsoft.com/office/drawing/2014/main" id="{5F220189-875A-34AA-EFDA-614DD842C53F}"/>
                      </a:ext>
                    </a:extLst>
                  </p:cNvPr>
                  <p:cNvPicPr/>
                  <p:nvPr/>
                </p:nvPicPr>
                <p:blipFill>
                  <a:blip r:embed="rId127"/>
                  <a:stretch>
                    <a:fillRect/>
                  </a:stretch>
                </p:blipFill>
                <p:spPr>
                  <a:xfrm>
                    <a:off x="2955545" y="4672014"/>
                    <a:ext cx="132948" cy="3182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8">
                <p14:nvContentPartPr>
                  <p14:cNvPr id="519" name="インク 518">
                    <a:extLst>
                      <a:ext uri="{FF2B5EF4-FFF2-40B4-BE49-F238E27FC236}">
                        <a16:creationId xmlns:a16="http://schemas.microsoft.com/office/drawing/2014/main" id="{E2B3C05C-A839-1935-D42A-4A0D06A91933}"/>
                      </a:ext>
                    </a:extLst>
                  </p14:cNvPr>
                  <p14:cNvContentPartPr/>
                  <p14:nvPr/>
                </p14:nvContentPartPr>
                <p14:xfrm>
                  <a:off x="3130560" y="4682435"/>
                  <a:ext cx="745200" cy="302400"/>
                </p14:xfrm>
              </p:contentPart>
            </mc:Choice>
            <mc:Fallback xmlns="">
              <p:pic>
                <p:nvPicPr>
                  <p:cNvPr id="519" name="インク 518">
                    <a:extLst>
                      <a:ext uri="{FF2B5EF4-FFF2-40B4-BE49-F238E27FC236}">
                        <a16:creationId xmlns:a16="http://schemas.microsoft.com/office/drawing/2014/main" id="{E2B3C05C-A839-1935-D42A-4A0D06A91933}"/>
                      </a:ext>
                    </a:extLst>
                  </p:cNvPr>
                  <p:cNvPicPr/>
                  <p:nvPr/>
                </p:nvPicPr>
                <p:blipFill>
                  <a:blip r:embed="rId129"/>
                  <a:stretch>
                    <a:fillRect/>
                  </a:stretch>
                </p:blipFill>
                <p:spPr>
                  <a:xfrm>
                    <a:off x="3115073" y="4666955"/>
                    <a:ext cx="775815" cy="3330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E95BA08F-EAF1-C4CD-50F3-C236C8816E31}"/>
              </a:ext>
            </a:extLst>
          </p:cNvPr>
          <p:cNvGrpSpPr/>
          <p:nvPr/>
        </p:nvGrpSpPr>
        <p:grpSpPr>
          <a:xfrm>
            <a:off x="3427200" y="5549789"/>
            <a:ext cx="1456560" cy="545760"/>
            <a:chOff x="3427200" y="5549789"/>
            <a:chExt cx="1456560" cy="54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465" name="インク 464">
                  <a:extLst>
                    <a:ext uri="{FF2B5EF4-FFF2-40B4-BE49-F238E27FC236}">
                      <a16:creationId xmlns:a16="http://schemas.microsoft.com/office/drawing/2014/main" id="{3615468D-E4F0-8762-9840-D2A47D818936}"/>
                    </a:ext>
                  </a:extLst>
                </p14:cNvPr>
                <p14:cNvContentPartPr/>
                <p14:nvPr/>
              </p14:nvContentPartPr>
              <p14:xfrm>
                <a:off x="3427200" y="5549789"/>
                <a:ext cx="1456560" cy="92880"/>
              </p14:xfrm>
            </p:contentPart>
          </mc:Choice>
          <mc:Fallback xmlns="">
            <p:pic>
              <p:nvPicPr>
                <p:cNvPr id="465" name="インク 464">
                  <a:extLst>
                    <a:ext uri="{FF2B5EF4-FFF2-40B4-BE49-F238E27FC236}">
                      <a16:creationId xmlns:a16="http://schemas.microsoft.com/office/drawing/2014/main" id="{3615468D-E4F0-8762-9840-D2A47D81893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411716" y="5534249"/>
                  <a:ext cx="1487168" cy="1235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492" name="インク 491">
                  <a:extLst>
                    <a:ext uri="{FF2B5EF4-FFF2-40B4-BE49-F238E27FC236}">
                      <a16:creationId xmlns:a16="http://schemas.microsoft.com/office/drawing/2014/main" id="{F65DEAF2-80F9-890C-CB9B-14315A327638}"/>
                    </a:ext>
                  </a:extLst>
                </p14:cNvPr>
                <p14:cNvContentPartPr/>
                <p14:nvPr/>
              </p14:nvContentPartPr>
              <p14:xfrm>
                <a:off x="3521880" y="5830949"/>
                <a:ext cx="1188360" cy="264600"/>
              </p14:xfrm>
            </p:contentPart>
          </mc:Choice>
          <mc:Fallback xmlns="">
            <p:pic>
              <p:nvPicPr>
                <p:cNvPr id="492" name="インク 491">
                  <a:extLst>
                    <a:ext uri="{FF2B5EF4-FFF2-40B4-BE49-F238E27FC236}">
                      <a16:creationId xmlns:a16="http://schemas.microsoft.com/office/drawing/2014/main" id="{F65DEAF2-80F9-890C-CB9B-14315A32763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506405" y="5815469"/>
                  <a:ext cx="1218951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528" name="インク 527">
                  <a:extLst>
                    <a:ext uri="{FF2B5EF4-FFF2-40B4-BE49-F238E27FC236}">
                      <a16:creationId xmlns:a16="http://schemas.microsoft.com/office/drawing/2014/main" id="{9CE9F9EF-242D-EF75-1942-4D1C22EFEC10}"/>
                    </a:ext>
                  </a:extLst>
                </p14:cNvPr>
                <p14:cNvContentPartPr/>
                <p14:nvPr/>
              </p14:nvContentPartPr>
              <p14:xfrm>
                <a:off x="4002922" y="5645435"/>
                <a:ext cx="141840" cy="188640"/>
              </p14:xfrm>
            </p:contentPart>
          </mc:Choice>
          <mc:Fallback xmlns="">
            <p:pic>
              <p:nvPicPr>
                <p:cNvPr id="528" name="インク 527">
                  <a:extLst>
                    <a:ext uri="{FF2B5EF4-FFF2-40B4-BE49-F238E27FC236}">
                      <a16:creationId xmlns:a16="http://schemas.microsoft.com/office/drawing/2014/main" id="{9CE9F9EF-242D-EF75-1942-4D1C22EFEC1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987481" y="5629955"/>
                  <a:ext cx="172363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C2D69791-B21B-9E0F-5AE7-D3CD2321A14C}"/>
              </a:ext>
            </a:extLst>
          </p:cNvPr>
          <p:cNvGrpSpPr/>
          <p:nvPr/>
        </p:nvGrpSpPr>
        <p:grpSpPr>
          <a:xfrm>
            <a:off x="239760" y="6174384"/>
            <a:ext cx="4807800" cy="410400"/>
            <a:chOff x="239760" y="6174384"/>
            <a:chExt cx="4807800" cy="41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532" name="インク 531">
                  <a:extLst>
                    <a:ext uri="{FF2B5EF4-FFF2-40B4-BE49-F238E27FC236}">
                      <a16:creationId xmlns:a16="http://schemas.microsoft.com/office/drawing/2014/main" id="{DCB565C7-ED03-3D75-4A3C-A843E0960522}"/>
                    </a:ext>
                  </a:extLst>
                </p14:cNvPr>
                <p14:cNvContentPartPr/>
                <p14:nvPr/>
              </p14:nvContentPartPr>
              <p14:xfrm>
                <a:off x="239760" y="6174384"/>
                <a:ext cx="84240" cy="410400"/>
              </p14:xfrm>
            </p:contentPart>
          </mc:Choice>
          <mc:Fallback xmlns="">
            <p:pic>
              <p:nvPicPr>
                <p:cNvPr id="532" name="インク 531">
                  <a:extLst>
                    <a:ext uri="{FF2B5EF4-FFF2-40B4-BE49-F238E27FC236}">
                      <a16:creationId xmlns:a16="http://schemas.microsoft.com/office/drawing/2014/main" id="{DCB565C7-ED03-3D75-4A3C-A843E096052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24280" y="6158890"/>
                  <a:ext cx="114840" cy="4410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537" name="インク 536">
                  <a:extLst>
                    <a:ext uri="{FF2B5EF4-FFF2-40B4-BE49-F238E27FC236}">
                      <a16:creationId xmlns:a16="http://schemas.microsoft.com/office/drawing/2014/main" id="{0FCEBC37-90D0-B006-9B78-697E3ED0DEB9}"/>
                    </a:ext>
                  </a:extLst>
                </p14:cNvPr>
                <p14:cNvContentPartPr/>
                <p14:nvPr/>
              </p14:nvContentPartPr>
              <p14:xfrm>
                <a:off x="372240" y="6198504"/>
                <a:ext cx="566640" cy="330120"/>
              </p14:xfrm>
            </p:contentPart>
          </mc:Choice>
          <mc:Fallback xmlns="">
            <p:pic>
              <p:nvPicPr>
                <p:cNvPr id="537" name="インク 536">
                  <a:extLst>
                    <a:ext uri="{FF2B5EF4-FFF2-40B4-BE49-F238E27FC236}">
                      <a16:creationId xmlns:a16="http://schemas.microsoft.com/office/drawing/2014/main" id="{0FCEBC37-90D0-B006-9B78-697E3ED0DEB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56760" y="6183041"/>
                  <a:ext cx="597240" cy="360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564" name="インク 563">
                  <a:extLst>
                    <a:ext uri="{FF2B5EF4-FFF2-40B4-BE49-F238E27FC236}">
                      <a16:creationId xmlns:a16="http://schemas.microsoft.com/office/drawing/2014/main" id="{F768DF0E-1CE5-81F1-335C-59B3A248A065}"/>
                    </a:ext>
                  </a:extLst>
                </p14:cNvPr>
                <p14:cNvContentPartPr/>
                <p14:nvPr/>
              </p14:nvContentPartPr>
              <p14:xfrm>
                <a:off x="1067760" y="6182304"/>
                <a:ext cx="2065680" cy="349920"/>
              </p14:xfrm>
            </p:contentPart>
          </mc:Choice>
          <mc:Fallback xmlns="">
            <p:pic>
              <p:nvPicPr>
                <p:cNvPr id="564" name="インク 563">
                  <a:extLst>
                    <a:ext uri="{FF2B5EF4-FFF2-40B4-BE49-F238E27FC236}">
                      <a16:creationId xmlns:a16="http://schemas.microsoft.com/office/drawing/2014/main" id="{F768DF0E-1CE5-81F1-335C-59B3A248A06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52277" y="6166824"/>
                  <a:ext cx="2096285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589" name="インク 588">
                  <a:extLst>
                    <a:ext uri="{FF2B5EF4-FFF2-40B4-BE49-F238E27FC236}">
                      <a16:creationId xmlns:a16="http://schemas.microsoft.com/office/drawing/2014/main" id="{727AE7EC-7CDC-EC1D-6CD4-642A9BAD62D0}"/>
                    </a:ext>
                  </a:extLst>
                </p14:cNvPr>
                <p14:cNvContentPartPr/>
                <p14:nvPr/>
              </p14:nvContentPartPr>
              <p14:xfrm>
                <a:off x="3285000" y="6178704"/>
                <a:ext cx="1762560" cy="359280"/>
              </p14:xfrm>
            </p:contentPart>
          </mc:Choice>
          <mc:Fallback xmlns="">
            <p:pic>
              <p:nvPicPr>
                <p:cNvPr id="589" name="インク 588">
                  <a:extLst>
                    <a:ext uri="{FF2B5EF4-FFF2-40B4-BE49-F238E27FC236}">
                      <a16:creationId xmlns:a16="http://schemas.microsoft.com/office/drawing/2014/main" id="{727AE7EC-7CDC-EC1D-6CD4-642A9BAD62D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269523" y="6163224"/>
                  <a:ext cx="1793154" cy="389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58796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A0E10-E980-3C32-B452-EB15255B8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図 192">
            <a:extLst>
              <a:ext uri="{FF2B5EF4-FFF2-40B4-BE49-F238E27FC236}">
                <a16:creationId xmlns:a16="http://schemas.microsoft.com/office/drawing/2014/main" id="{70E5C27B-1A6E-0E2B-B510-2511B4B9B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2" y="4402545"/>
            <a:ext cx="2060610" cy="2233408"/>
          </a:xfrm>
          <a:prstGeom prst="rect">
            <a:avLst/>
          </a:prstGeom>
        </p:spPr>
      </p:pic>
      <p:pic>
        <p:nvPicPr>
          <p:cNvPr id="196" name="図 195">
            <a:extLst>
              <a:ext uri="{FF2B5EF4-FFF2-40B4-BE49-F238E27FC236}">
                <a16:creationId xmlns:a16="http://schemas.microsoft.com/office/drawing/2014/main" id="{A3436604-C2F7-798E-3F2C-6BD8B873D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4402545"/>
            <a:ext cx="2059311" cy="2232000"/>
          </a:xfrm>
          <a:prstGeom prst="rect">
            <a:avLst/>
          </a:prstGeom>
        </p:spPr>
      </p:pic>
      <p:grpSp>
        <p:nvGrpSpPr>
          <p:cNvPr id="560" name="グループ化 559">
            <a:extLst>
              <a:ext uri="{FF2B5EF4-FFF2-40B4-BE49-F238E27FC236}">
                <a16:creationId xmlns:a16="http://schemas.microsoft.com/office/drawing/2014/main" id="{78B4AE0E-7C2A-111F-FD1A-43EFE4E3DDE0}"/>
              </a:ext>
            </a:extLst>
          </p:cNvPr>
          <p:cNvGrpSpPr/>
          <p:nvPr/>
        </p:nvGrpSpPr>
        <p:grpSpPr>
          <a:xfrm>
            <a:off x="567000" y="117000"/>
            <a:ext cx="5635800" cy="422640"/>
            <a:chOff x="567000" y="117000"/>
            <a:chExt cx="5635800" cy="4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インク 4">
                  <a:extLst>
                    <a:ext uri="{FF2B5EF4-FFF2-40B4-BE49-F238E27FC236}">
                      <a16:creationId xmlns:a16="http://schemas.microsoft.com/office/drawing/2014/main" id="{7767543E-CD84-AEBB-FD95-CF2CC0416D02}"/>
                    </a:ext>
                  </a:extLst>
                </p14:cNvPr>
                <p14:cNvContentPartPr/>
                <p14:nvPr/>
              </p14:nvContentPartPr>
              <p14:xfrm>
                <a:off x="567000" y="117000"/>
                <a:ext cx="366840" cy="410760"/>
              </p14:xfrm>
            </p:contentPart>
          </mc:Choice>
          <mc:Fallback xmlns="">
            <p:pic>
              <p:nvPicPr>
                <p:cNvPr id="5" name="インク 4">
                  <a:extLst>
                    <a:ext uri="{FF2B5EF4-FFF2-40B4-BE49-F238E27FC236}">
                      <a16:creationId xmlns:a16="http://schemas.microsoft.com/office/drawing/2014/main" id="{7767543E-CD84-AEBB-FD95-CF2CC0416D0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1520" y="101520"/>
                  <a:ext cx="39744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2" name="インク 21">
                  <a:extLst>
                    <a:ext uri="{FF2B5EF4-FFF2-40B4-BE49-F238E27FC236}">
                      <a16:creationId xmlns:a16="http://schemas.microsoft.com/office/drawing/2014/main" id="{D9BFDA38-9D8F-23DA-078D-E8E77411DBC2}"/>
                    </a:ext>
                  </a:extLst>
                </p14:cNvPr>
                <p14:cNvContentPartPr/>
                <p14:nvPr/>
              </p14:nvContentPartPr>
              <p14:xfrm>
                <a:off x="2805120" y="185400"/>
                <a:ext cx="287640" cy="279000"/>
              </p14:xfrm>
            </p:contentPart>
          </mc:Choice>
          <mc:Fallback xmlns="">
            <p:pic>
              <p:nvPicPr>
                <p:cNvPr id="22" name="インク 21">
                  <a:extLst>
                    <a:ext uri="{FF2B5EF4-FFF2-40B4-BE49-F238E27FC236}">
                      <a16:creationId xmlns:a16="http://schemas.microsoft.com/office/drawing/2014/main" id="{D9BFDA38-9D8F-23DA-078D-E8E77411DBC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89659" y="169920"/>
                  <a:ext cx="318202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3" name="インク 22">
                  <a:extLst>
                    <a:ext uri="{FF2B5EF4-FFF2-40B4-BE49-F238E27FC236}">
                      <a16:creationId xmlns:a16="http://schemas.microsoft.com/office/drawing/2014/main" id="{09AAD395-EEBE-11AC-92B4-16F59F872EB2}"/>
                    </a:ext>
                  </a:extLst>
                </p14:cNvPr>
                <p14:cNvContentPartPr/>
                <p14:nvPr/>
              </p14:nvContentPartPr>
              <p14:xfrm>
                <a:off x="2224440" y="174960"/>
                <a:ext cx="445320" cy="326160"/>
              </p14:xfrm>
            </p:contentPart>
          </mc:Choice>
          <mc:Fallback xmlns="">
            <p:pic>
              <p:nvPicPr>
                <p:cNvPr id="23" name="インク 22">
                  <a:extLst>
                    <a:ext uri="{FF2B5EF4-FFF2-40B4-BE49-F238E27FC236}">
                      <a16:creationId xmlns:a16="http://schemas.microsoft.com/office/drawing/2014/main" id="{09AAD395-EEBE-11AC-92B4-16F59F872EB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08947" y="159497"/>
                  <a:ext cx="475945" cy="3567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4" name="インク 23">
                  <a:extLst>
                    <a:ext uri="{FF2B5EF4-FFF2-40B4-BE49-F238E27FC236}">
                      <a16:creationId xmlns:a16="http://schemas.microsoft.com/office/drawing/2014/main" id="{230983F9-AB7C-5759-C886-95CA7C5E3AEA}"/>
                    </a:ext>
                  </a:extLst>
                </p14:cNvPr>
                <p14:cNvContentPartPr/>
                <p14:nvPr/>
              </p14:nvContentPartPr>
              <p14:xfrm>
                <a:off x="1177560" y="143640"/>
                <a:ext cx="851040" cy="396000"/>
              </p14:xfrm>
            </p:contentPart>
          </mc:Choice>
          <mc:Fallback xmlns="">
            <p:pic>
              <p:nvPicPr>
                <p:cNvPr id="24" name="インク 23">
                  <a:extLst>
                    <a:ext uri="{FF2B5EF4-FFF2-40B4-BE49-F238E27FC236}">
                      <a16:creationId xmlns:a16="http://schemas.microsoft.com/office/drawing/2014/main" id="{230983F9-AB7C-5759-C886-95CA7C5E3AE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62073" y="128146"/>
                  <a:ext cx="881653" cy="4266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0" name="インク 39">
                  <a:extLst>
                    <a:ext uri="{FF2B5EF4-FFF2-40B4-BE49-F238E27FC236}">
                      <a16:creationId xmlns:a16="http://schemas.microsoft.com/office/drawing/2014/main" id="{4FD93A40-E7A1-CE20-F8FB-41D7D0095BC3}"/>
                    </a:ext>
                  </a:extLst>
                </p14:cNvPr>
                <p14:cNvContentPartPr/>
                <p14:nvPr/>
              </p14:nvContentPartPr>
              <p14:xfrm>
                <a:off x="3949920" y="135000"/>
                <a:ext cx="1049400" cy="305640"/>
              </p14:xfrm>
            </p:contentPart>
          </mc:Choice>
          <mc:Fallback xmlns="">
            <p:pic>
              <p:nvPicPr>
                <p:cNvPr id="40" name="インク 39">
                  <a:extLst>
                    <a:ext uri="{FF2B5EF4-FFF2-40B4-BE49-F238E27FC236}">
                      <a16:creationId xmlns:a16="http://schemas.microsoft.com/office/drawing/2014/main" id="{4FD93A40-E7A1-CE20-F8FB-41D7D0095BC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34440" y="119520"/>
                  <a:ext cx="10800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1" name="インク 40">
                  <a:extLst>
                    <a:ext uri="{FF2B5EF4-FFF2-40B4-BE49-F238E27FC236}">
                      <a16:creationId xmlns:a16="http://schemas.microsoft.com/office/drawing/2014/main" id="{34A464B1-DB43-2460-95AD-D21D699A1C90}"/>
                    </a:ext>
                  </a:extLst>
                </p14:cNvPr>
                <p14:cNvContentPartPr/>
                <p14:nvPr/>
              </p14:nvContentPartPr>
              <p14:xfrm>
                <a:off x="3177360" y="130680"/>
                <a:ext cx="609120" cy="349920"/>
              </p14:xfrm>
            </p:contentPart>
          </mc:Choice>
          <mc:Fallback xmlns="">
            <p:pic>
              <p:nvPicPr>
                <p:cNvPr id="41" name="インク 40">
                  <a:extLst>
                    <a:ext uri="{FF2B5EF4-FFF2-40B4-BE49-F238E27FC236}">
                      <a16:creationId xmlns:a16="http://schemas.microsoft.com/office/drawing/2014/main" id="{34A464B1-DB43-2460-95AD-D21D699A1C9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61880" y="115184"/>
                  <a:ext cx="639720" cy="3805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9" name="インク 48">
                  <a:extLst>
                    <a:ext uri="{FF2B5EF4-FFF2-40B4-BE49-F238E27FC236}">
                      <a16:creationId xmlns:a16="http://schemas.microsoft.com/office/drawing/2014/main" id="{ACE71C66-8BCF-A579-C780-119388A9F153}"/>
                    </a:ext>
                  </a:extLst>
                </p14:cNvPr>
                <p14:cNvContentPartPr/>
                <p14:nvPr/>
              </p14:nvContentPartPr>
              <p14:xfrm>
                <a:off x="5221080" y="130680"/>
                <a:ext cx="981720" cy="401760"/>
              </p14:xfrm>
            </p:contentPart>
          </mc:Choice>
          <mc:Fallback xmlns="">
            <p:pic>
              <p:nvPicPr>
                <p:cNvPr id="49" name="インク 48">
                  <a:extLst>
                    <a:ext uri="{FF2B5EF4-FFF2-40B4-BE49-F238E27FC236}">
                      <a16:creationId xmlns:a16="http://schemas.microsoft.com/office/drawing/2014/main" id="{ACE71C66-8BCF-A579-C780-119388A9F15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05600" y="115186"/>
                  <a:ext cx="1012320" cy="43238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8" name="グループ化 567">
            <a:extLst>
              <a:ext uri="{FF2B5EF4-FFF2-40B4-BE49-F238E27FC236}">
                <a16:creationId xmlns:a16="http://schemas.microsoft.com/office/drawing/2014/main" id="{34A8ECAD-C1B4-AC9C-8341-B8F7BF1178D4}"/>
              </a:ext>
            </a:extLst>
          </p:cNvPr>
          <p:cNvGrpSpPr/>
          <p:nvPr/>
        </p:nvGrpSpPr>
        <p:grpSpPr>
          <a:xfrm>
            <a:off x="497207" y="584280"/>
            <a:ext cx="3507222" cy="371629"/>
            <a:chOff x="576720" y="867240"/>
            <a:chExt cx="3507222" cy="37162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9" name="インク 58">
                  <a:extLst>
                    <a:ext uri="{FF2B5EF4-FFF2-40B4-BE49-F238E27FC236}">
                      <a16:creationId xmlns:a16="http://schemas.microsoft.com/office/drawing/2014/main" id="{78F7FB3D-753A-E6BA-F4D4-62EF20614A54}"/>
                    </a:ext>
                  </a:extLst>
                </p14:cNvPr>
                <p14:cNvContentPartPr/>
                <p14:nvPr/>
              </p14:nvContentPartPr>
              <p14:xfrm>
                <a:off x="576720" y="867240"/>
                <a:ext cx="837000" cy="370080"/>
              </p14:xfrm>
            </p:contentPart>
          </mc:Choice>
          <mc:Fallback xmlns="">
            <p:pic>
              <p:nvPicPr>
                <p:cNvPr id="59" name="インク 58">
                  <a:extLst>
                    <a:ext uri="{FF2B5EF4-FFF2-40B4-BE49-F238E27FC236}">
                      <a16:creationId xmlns:a16="http://schemas.microsoft.com/office/drawing/2014/main" id="{78F7FB3D-753A-E6BA-F4D4-62EF20614A5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61233" y="851745"/>
                  <a:ext cx="867613" cy="4007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7" name="インク 76">
                  <a:extLst>
                    <a:ext uri="{FF2B5EF4-FFF2-40B4-BE49-F238E27FC236}">
                      <a16:creationId xmlns:a16="http://schemas.microsoft.com/office/drawing/2014/main" id="{E3C60A1E-78F1-71F5-508B-07E8B11C6951}"/>
                    </a:ext>
                  </a:extLst>
                </p14:cNvPr>
                <p14:cNvContentPartPr/>
                <p14:nvPr/>
              </p14:nvContentPartPr>
              <p14:xfrm>
                <a:off x="2763102" y="894709"/>
                <a:ext cx="749880" cy="344160"/>
              </p14:xfrm>
            </p:contentPart>
          </mc:Choice>
          <mc:Fallback xmlns="">
            <p:pic>
              <p:nvPicPr>
                <p:cNvPr id="77" name="インク 76">
                  <a:extLst>
                    <a:ext uri="{FF2B5EF4-FFF2-40B4-BE49-F238E27FC236}">
                      <a16:creationId xmlns:a16="http://schemas.microsoft.com/office/drawing/2014/main" id="{E3C60A1E-78F1-71F5-508B-07E8B11C695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47629" y="879229"/>
                  <a:ext cx="780465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78" name="インク 77">
                  <a:extLst>
                    <a:ext uri="{FF2B5EF4-FFF2-40B4-BE49-F238E27FC236}">
                      <a16:creationId xmlns:a16="http://schemas.microsoft.com/office/drawing/2014/main" id="{5CDBA977-ABE8-D577-F844-8A70E3CF768C}"/>
                    </a:ext>
                  </a:extLst>
                </p14:cNvPr>
                <p14:cNvContentPartPr/>
                <p14:nvPr/>
              </p14:nvContentPartPr>
              <p14:xfrm>
                <a:off x="1551342" y="914509"/>
                <a:ext cx="1049760" cy="310320"/>
              </p14:xfrm>
            </p:contentPart>
          </mc:Choice>
          <mc:Fallback xmlns="">
            <p:pic>
              <p:nvPicPr>
                <p:cNvPr id="78" name="インク 77">
                  <a:extLst>
                    <a:ext uri="{FF2B5EF4-FFF2-40B4-BE49-F238E27FC236}">
                      <a16:creationId xmlns:a16="http://schemas.microsoft.com/office/drawing/2014/main" id="{5CDBA977-ABE8-D577-F844-8A70E3CF768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35867" y="899011"/>
                  <a:ext cx="1080350" cy="3409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87" name="インク 86">
                  <a:extLst>
                    <a:ext uri="{FF2B5EF4-FFF2-40B4-BE49-F238E27FC236}">
                      <a16:creationId xmlns:a16="http://schemas.microsoft.com/office/drawing/2014/main" id="{18EFC1B6-19F6-D029-EAAA-A5DBEBC5794B}"/>
                    </a:ext>
                  </a:extLst>
                </p14:cNvPr>
                <p14:cNvContentPartPr/>
                <p14:nvPr/>
              </p14:nvContentPartPr>
              <p14:xfrm>
                <a:off x="3699102" y="890389"/>
                <a:ext cx="384840" cy="343080"/>
              </p14:xfrm>
            </p:contentPart>
          </mc:Choice>
          <mc:Fallback xmlns="">
            <p:pic>
              <p:nvPicPr>
                <p:cNvPr id="87" name="インク 86">
                  <a:extLst>
                    <a:ext uri="{FF2B5EF4-FFF2-40B4-BE49-F238E27FC236}">
                      <a16:creationId xmlns:a16="http://schemas.microsoft.com/office/drawing/2014/main" id="{18EFC1B6-19F6-D029-EAAA-A5DBEBC5794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83608" y="874909"/>
                  <a:ext cx="415469" cy="37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グループ化 206">
            <a:extLst>
              <a:ext uri="{FF2B5EF4-FFF2-40B4-BE49-F238E27FC236}">
                <a16:creationId xmlns:a16="http://schemas.microsoft.com/office/drawing/2014/main" id="{B49FB29C-2D9B-6B5B-5790-C6EDFE265052}"/>
              </a:ext>
            </a:extLst>
          </p:cNvPr>
          <p:cNvGrpSpPr/>
          <p:nvPr/>
        </p:nvGrpSpPr>
        <p:grpSpPr>
          <a:xfrm>
            <a:off x="500087" y="1581224"/>
            <a:ext cx="7404863" cy="388800"/>
            <a:chOff x="500087" y="1581224"/>
            <a:chExt cx="7404863" cy="38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8" name="インク 157">
                  <a:extLst>
                    <a:ext uri="{FF2B5EF4-FFF2-40B4-BE49-F238E27FC236}">
                      <a16:creationId xmlns:a16="http://schemas.microsoft.com/office/drawing/2014/main" id="{C4EE771D-687A-77A2-12E9-E100E6DD1C74}"/>
                    </a:ext>
                  </a:extLst>
                </p14:cNvPr>
                <p14:cNvContentPartPr/>
                <p14:nvPr/>
              </p14:nvContentPartPr>
              <p14:xfrm>
                <a:off x="500087" y="1581224"/>
                <a:ext cx="2308320" cy="388800"/>
              </p14:xfrm>
            </p:contentPart>
          </mc:Choice>
          <mc:Fallback xmlns="">
            <p:pic>
              <p:nvPicPr>
                <p:cNvPr id="158" name="インク 157">
                  <a:extLst>
                    <a:ext uri="{FF2B5EF4-FFF2-40B4-BE49-F238E27FC236}">
                      <a16:creationId xmlns:a16="http://schemas.microsoft.com/office/drawing/2014/main" id="{C4EE771D-687A-77A2-12E9-E100E6DD1C7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4609" y="1565744"/>
                  <a:ext cx="2338915" cy="4194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91" name="グループ化 490">
              <a:extLst>
                <a:ext uri="{FF2B5EF4-FFF2-40B4-BE49-F238E27FC236}">
                  <a16:creationId xmlns:a16="http://schemas.microsoft.com/office/drawing/2014/main" id="{D9AC2B43-01C1-FFE5-4725-7691938CF824}"/>
                </a:ext>
              </a:extLst>
            </p:cNvPr>
            <p:cNvGrpSpPr/>
            <p:nvPr/>
          </p:nvGrpSpPr>
          <p:grpSpPr>
            <a:xfrm>
              <a:off x="2965863" y="1582056"/>
              <a:ext cx="4939087" cy="383904"/>
              <a:chOff x="3045376" y="1865016"/>
              <a:chExt cx="4939087" cy="383904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28" name="インク 27">
                    <a:extLst>
                      <a:ext uri="{FF2B5EF4-FFF2-40B4-BE49-F238E27FC236}">
                        <a16:creationId xmlns:a16="http://schemas.microsoft.com/office/drawing/2014/main" id="{04A1A742-30E0-23C2-29FA-2D2EA7AFA489}"/>
                      </a:ext>
                    </a:extLst>
                  </p14:cNvPr>
                  <p14:cNvContentPartPr/>
                  <p14:nvPr/>
                </p14:nvContentPartPr>
                <p14:xfrm>
                  <a:off x="3045376" y="1865016"/>
                  <a:ext cx="618480" cy="364680"/>
                </p14:xfrm>
              </p:contentPart>
            </mc:Choice>
            <mc:Fallback xmlns="">
              <p:pic>
                <p:nvPicPr>
                  <p:cNvPr id="28" name="インク 27">
                    <a:extLst>
                      <a:ext uri="{FF2B5EF4-FFF2-40B4-BE49-F238E27FC236}">
                        <a16:creationId xmlns:a16="http://schemas.microsoft.com/office/drawing/2014/main" id="{04A1A742-30E0-23C2-29FA-2D2EA7AFA489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3029905" y="1849536"/>
                    <a:ext cx="649062" cy="395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57" name="インク 56">
                    <a:extLst>
                      <a:ext uri="{FF2B5EF4-FFF2-40B4-BE49-F238E27FC236}">
                        <a16:creationId xmlns:a16="http://schemas.microsoft.com/office/drawing/2014/main" id="{67BC3B09-859F-447E-68A4-C648EEA05572}"/>
                      </a:ext>
                    </a:extLst>
                  </p14:cNvPr>
                  <p14:cNvContentPartPr/>
                  <p14:nvPr/>
                </p14:nvContentPartPr>
                <p14:xfrm>
                  <a:off x="3845313" y="1922400"/>
                  <a:ext cx="1470240" cy="326520"/>
                </p14:xfrm>
              </p:contentPart>
            </mc:Choice>
            <mc:Fallback xmlns="">
              <p:pic>
                <p:nvPicPr>
                  <p:cNvPr id="57" name="インク 56">
                    <a:extLst>
                      <a:ext uri="{FF2B5EF4-FFF2-40B4-BE49-F238E27FC236}">
                        <a16:creationId xmlns:a16="http://schemas.microsoft.com/office/drawing/2014/main" id="{67BC3B09-859F-447E-68A4-C648EEA05572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3829833" y="1906920"/>
                    <a:ext cx="1500840" cy="357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461" name="インク 460">
                    <a:extLst>
                      <a:ext uri="{FF2B5EF4-FFF2-40B4-BE49-F238E27FC236}">
                        <a16:creationId xmlns:a16="http://schemas.microsoft.com/office/drawing/2014/main" id="{E44673B7-7D2B-E0F7-6B4D-2B0003CDAE9A}"/>
                      </a:ext>
                    </a:extLst>
                  </p14:cNvPr>
                  <p14:cNvContentPartPr/>
                  <p14:nvPr/>
                </p14:nvContentPartPr>
                <p14:xfrm>
                  <a:off x="5385393" y="1888560"/>
                  <a:ext cx="913320" cy="349560"/>
                </p14:xfrm>
              </p:contentPart>
            </mc:Choice>
            <mc:Fallback xmlns="">
              <p:pic>
                <p:nvPicPr>
                  <p:cNvPr id="461" name="インク 460">
                    <a:extLst>
                      <a:ext uri="{FF2B5EF4-FFF2-40B4-BE49-F238E27FC236}">
                        <a16:creationId xmlns:a16="http://schemas.microsoft.com/office/drawing/2014/main" id="{E44673B7-7D2B-E0F7-6B4D-2B0003CDAE9A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5369913" y="1873096"/>
                    <a:ext cx="943920" cy="3801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480" name="インク 479">
                    <a:extLst>
                      <a:ext uri="{FF2B5EF4-FFF2-40B4-BE49-F238E27FC236}">
                        <a16:creationId xmlns:a16="http://schemas.microsoft.com/office/drawing/2014/main" id="{A1E294E0-56DC-14B9-0EB4-69BF5A9D7506}"/>
                      </a:ext>
                    </a:extLst>
                  </p14:cNvPr>
                  <p14:cNvContentPartPr/>
                  <p14:nvPr/>
                </p14:nvContentPartPr>
                <p14:xfrm>
                  <a:off x="6420033" y="1927440"/>
                  <a:ext cx="759960" cy="297720"/>
                </p14:xfrm>
              </p:contentPart>
            </mc:Choice>
            <mc:Fallback xmlns="">
              <p:pic>
                <p:nvPicPr>
                  <p:cNvPr id="480" name="インク 479">
                    <a:extLst>
                      <a:ext uri="{FF2B5EF4-FFF2-40B4-BE49-F238E27FC236}">
                        <a16:creationId xmlns:a16="http://schemas.microsoft.com/office/drawing/2014/main" id="{A1E294E0-56DC-14B9-0EB4-69BF5A9D7506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6404546" y="1911979"/>
                    <a:ext cx="790575" cy="32828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6">
                <p14:nvContentPartPr>
                  <p14:cNvPr id="481" name="インク 480">
                    <a:extLst>
                      <a:ext uri="{FF2B5EF4-FFF2-40B4-BE49-F238E27FC236}">
                        <a16:creationId xmlns:a16="http://schemas.microsoft.com/office/drawing/2014/main" id="{41FE0218-6DC9-FD00-FAC3-9892E122E233}"/>
                      </a:ext>
                    </a:extLst>
                  </p14:cNvPr>
                  <p14:cNvContentPartPr/>
                  <p14:nvPr/>
                </p14:nvContentPartPr>
                <p14:xfrm>
                  <a:off x="7363103" y="1998469"/>
                  <a:ext cx="131400" cy="171360"/>
                </p14:xfrm>
              </p:contentPart>
            </mc:Choice>
            <mc:Fallback xmlns="">
              <p:pic>
                <p:nvPicPr>
                  <p:cNvPr id="481" name="インク 480">
                    <a:extLst>
                      <a:ext uri="{FF2B5EF4-FFF2-40B4-BE49-F238E27FC236}">
                        <a16:creationId xmlns:a16="http://schemas.microsoft.com/office/drawing/2014/main" id="{41FE0218-6DC9-FD00-FAC3-9892E122E233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7347623" y="1982989"/>
                    <a:ext cx="162000" cy="201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490" name="インク 489">
                    <a:extLst>
                      <a:ext uri="{FF2B5EF4-FFF2-40B4-BE49-F238E27FC236}">
                        <a16:creationId xmlns:a16="http://schemas.microsoft.com/office/drawing/2014/main" id="{CA58369B-BD27-D202-2AFF-D52C85254FBB}"/>
                      </a:ext>
                    </a:extLst>
                  </p14:cNvPr>
                  <p14:cNvContentPartPr/>
                  <p14:nvPr/>
                </p14:nvContentPartPr>
                <p14:xfrm>
                  <a:off x="7599263" y="1895869"/>
                  <a:ext cx="385200" cy="348120"/>
                </p14:xfrm>
              </p:contentPart>
            </mc:Choice>
            <mc:Fallback xmlns="">
              <p:pic>
                <p:nvPicPr>
                  <p:cNvPr id="490" name="インク 489">
                    <a:extLst>
                      <a:ext uri="{FF2B5EF4-FFF2-40B4-BE49-F238E27FC236}">
                        <a16:creationId xmlns:a16="http://schemas.microsoft.com/office/drawing/2014/main" id="{CA58369B-BD27-D202-2AFF-D52C85254FBB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7583797" y="1880389"/>
                    <a:ext cx="415771" cy="3787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571" name="グループ化 570">
            <a:extLst>
              <a:ext uri="{FF2B5EF4-FFF2-40B4-BE49-F238E27FC236}">
                <a16:creationId xmlns:a16="http://schemas.microsoft.com/office/drawing/2014/main" id="{6BA6310C-006B-3D53-EAA4-1E19F75AF7D8}"/>
              </a:ext>
            </a:extLst>
          </p:cNvPr>
          <p:cNvGrpSpPr/>
          <p:nvPr/>
        </p:nvGrpSpPr>
        <p:grpSpPr>
          <a:xfrm>
            <a:off x="752589" y="1092960"/>
            <a:ext cx="3653498" cy="379080"/>
            <a:chOff x="832102" y="1375920"/>
            <a:chExt cx="3653498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03" name="インク 102">
                  <a:extLst>
                    <a:ext uri="{FF2B5EF4-FFF2-40B4-BE49-F238E27FC236}">
                      <a16:creationId xmlns:a16="http://schemas.microsoft.com/office/drawing/2014/main" id="{7FDD96CD-8290-14EE-3449-20556F047424}"/>
                    </a:ext>
                  </a:extLst>
                </p14:cNvPr>
                <p14:cNvContentPartPr/>
                <p14:nvPr/>
              </p14:nvContentPartPr>
              <p14:xfrm>
                <a:off x="832102" y="1413000"/>
                <a:ext cx="299520" cy="342000"/>
              </p14:xfrm>
            </p:contentPart>
          </mc:Choice>
          <mc:Fallback xmlns="">
            <p:pic>
              <p:nvPicPr>
                <p:cNvPr id="103" name="インク 102">
                  <a:extLst>
                    <a:ext uri="{FF2B5EF4-FFF2-40B4-BE49-F238E27FC236}">
                      <a16:creationId xmlns:a16="http://schemas.microsoft.com/office/drawing/2014/main" id="{7FDD96CD-8290-14EE-3449-20556F04742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16641" y="1397520"/>
                  <a:ext cx="330083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08" name="インク 107">
                  <a:extLst>
                    <a:ext uri="{FF2B5EF4-FFF2-40B4-BE49-F238E27FC236}">
                      <a16:creationId xmlns:a16="http://schemas.microsoft.com/office/drawing/2014/main" id="{33C80734-D650-2717-4D02-2879E4712795}"/>
                    </a:ext>
                  </a:extLst>
                </p14:cNvPr>
                <p14:cNvContentPartPr/>
                <p14:nvPr/>
              </p14:nvContentPartPr>
              <p14:xfrm>
                <a:off x="1314142" y="1414440"/>
                <a:ext cx="580680" cy="301320"/>
              </p14:xfrm>
            </p:contentPart>
          </mc:Choice>
          <mc:Fallback xmlns="">
            <p:pic>
              <p:nvPicPr>
                <p:cNvPr id="108" name="インク 107">
                  <a:extLst>
                    <a:ext uri="{FF2B5EF4-FFF2-40B4-BE49-F238E27FC236}">
                      <a16:creationId xmlns:a16="http://schemas.microsoft.com/office/drawing/2014/main" id="{33C80734-D650-2717-4D02-2879E471279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98652" y="1398941"/>
                  <a:ext cx="611299" cy="3319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17" name="インク 116">
                  <a:extLst>
                    <a:ext uri="{FF2B5EF4-FFF2-40B4-BE49-F238E27FC236}">
                      <a16:creationId xmlns:a16="http://schemas.microsoft.com/office/drawing/2014/main" id="{054E71D6-096D-9A26-E9B7-20874D947B48}"/>
                    </a:ext>
                  </a:extLst>
                </p14:cNvPr>
                <p14:cNvContentPartPr/>
                <p14:nvPr/>
              </p14:nvContentPartPr>
              <p14:xfrm>
                <a:off x="2405302" y="1380240"/>
                <a:ext cx="500400" cy="373320"/>
              </p14:xfrm>
            </p:contentPart>
          </mc:Choice>
          <mc:Fallback xmlns="">
            <p:pic>
              <p:nvPicPr>
                <p:cNvPr id="117" name="インク 116">
                  <a:extLst>
                    <a:ext uri="{FF2B5EF4-FFF2-40B4-BE49-F238E27FC236}">
                      <a16:creationId xmlns:a16="http://schemas.microsoft.com/office/drawing/2014/main" id="{054E71D6-096D-9A26-E9B7-20874D947B4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89833" y="1364760"/>
                  <a:ext cx="530978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18" name="インク 117">
                  <a:extLst>
                    <a:ext uri="{FF2B5EF4-FFF2-40B4-BE49-F238E27FC236}">
                      <a16:creationId xmlns:a16="http://schemas.microsoft.com/office/drawing/2014/main" id="{6053F7C0-016F-D181-3E88-2CC249560851}"/>
                    </a:ext>
                  </a:extLst>
                </p14:cNvPr>
                <p14:cNvContentPartPr/>
                <p14:nvPr/>
              </p14:nvContentPartPr>
              <p14:xfrm>
                <a:off x="1986982" y="1375920"/>
                <a:ext cx="246960" cy="266760"/>
              </p14:xfrm>
            </p:contentPart>
          </mc:Choice>
          <mc:Fallback xmlns="">
            <p:pic>
              <p:nvPicPr>
                <p:cNvPr id="118" name="インク 117">
                  <a:extLst>
                    <a:ext uri="{FF2B5EF4-FFF2-40B4-BE49-F238E27FC236}">
                      <a16:creationId xmlns:a16="http://schemas.microsoft.com/office/drawing/2014/main" id="{6053F7C0-016F-D181-3E88-2CC24956085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71502" y="1360440"/>
                  <a:ext cx="2775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19" name="インク 118">
                  <a:extLst>
                    <a:ext uri="{FF2B5EF4-FFF2-40B4-BE49-F238E27FC236}">
                      <a16:creationId xmlns:a16="http://schemas.microsoft.com/office/drawing/2014/main" id="{3F0ED058-8B06-4802-68DB-7A0C01314EB3}"/>
                    </a:ext>
                  </a:extLst>
                </p14:cNvPr>
                <p14:cNvContentPartPr/>
                <p14:nvPr/>
              </p14:nvContentPartPr>
              <p14:xfrm>
                <a:off x="2986702" y="1562040"/>
                <a:ext cx="108720" cy="15120"/>
              </p14:xfrm>
            </p:contentPart>
          </mc:Choice>
          <mc:Fallback xmlns="">
            <p:pic>
              <p:nvPicPr>
                <p:cNvPr id="119" name="インク 118">
                  <a:extLst>
                    <a:ext uri="{FF2B5EF4-FFF2-40B4-BE49-F238E27FC236}">
                      <a16:creationId xmlns:a16="http://schemas.microsoft.com/office/drawing/2014/main" id="{3F0ED058-8B06-4802-68DB-7A0C01314EB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71222" y="1546182"/>
                  <a:ext cx="139320" cy="464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22" name="インク 121">
                  <a:extLst>
                    <a:ext uri="{FF2B5EF4-FFF2-40B4-BE49-F238E27FC236}">
                      <a16:creationId xmlns:a16="http://schemas.microsoft.com/office/drawing/2014/main" id="{CEA4FA44-AF3D-1F0A-BBFB-C75764052D74}"/>
                    </a:ext>
                  </a:extLst>
                </p14:cNvPr>
                <p14:cNvContentPartPr/>
                <p14:nvPr/>
              </p14:nvContentPartPr>
              <p14:xfrm>
                <a:off x="3230062" y="1409760"/>
                <a:ext cx="117360" cy="327960"/>
              </p14:xfrm>
            </p:contentPart>
          </mc:Choice>
          <mc:Fallback xmlns="">
            <p:pic>
              <p:nvPicPr>
                <p:cNvPr id="122" name="インク 121">
                  <a:extLst>
                    <a:ext uri="{FF2B5EF4-FFF2-40B4-BE49-F238E27FC236}">
                      <a16:creationId xmlns:a16="http://schemas.microsoft.com/office/drawing/2014/main" id="{CEA4FA44-AF3D-1F0A-BBFB-C75764052D7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14534" y="1394280"/>
                  <a:ext cx="148054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95" name="インク 494">
                  <a:extLst>
                    <a:ext uri="{FF2B5EF4-FFF2-40B4-BE49-F238E27FC236}">
                      <a16:creationId xmlns:a16="http://schemas.microsoft.com/office/drawing/2014/main" id="{ED3E214B-E74E-9FE9-F72A-DA45A47643D1}"/>
                    </a:ext>
                  </a:extLst>
                </p14:cNvPr>
                <p14:cNvContentPartPr/>
                <p14:nvPr/>
              </p14:nvContentPartPr>
              <p14:xfrm>
                <a:off x="3678840" y="1559458"/>
                <a:ext cx="290160" cy="34200"/>
              </p14:xfrm>
            </p:contentPart>
          </mc:Choice>
          <mc:Fallback xmlns="">
            <p:pic>
              <p:nvPicPr>
                <p:cNvPr id="495" name="インク 494">
                  <a:extLst>
                    <a:ext uri="{FF2B5EF4-FFF2-40B4-BE49-F238E27FC236}">
                      <a16:creationId xmlns:a16="http://schemas.microsoft.com/office/drawing/2014/main" id="{ED3E214B-E74E-9FE9-F72A-DA45A47643D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63360" y="1543978"/>
                  <a:ext cx="3207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99" name="インク 498">
                  <a:extLst>
                    <a:ext uri="{FF2B5EF4-FFF2-40B4-BE49-F238E27FC236}">
                      <a16:creationId xmlns:a16="http://schemas.microsoft.com/office/drawing/2014/main" id="{3C0F37BE-6444-F9BC-4B22-C6099FB092D4}"/>
                    </a:ext>
                  </a:extLst>
                </p14:cNvPr>
                <p14:cNvContentPartPr/>
                <p14:nvPr/>
              </p14:nvContentPartPr>
              <p14:xfrm>
                <a:off x="4224600" y="1496458"/>
                <a:ext cx="130320" cy="159840"/>
              </p14:xfrm>
            </p:contentPart>
          </mc:Choice>
          <mc:Fallback xmlns="">
            <p:pic>
              <p:nvPicPr>
                <p:cNvPr id="499" name="インク 498">
                  <a:extLst>
                    <a:ext uri="{FF2B5EF4-FFF2-40B4-BE49-F238E27FC236}">
                      <a16:creationId xmlns:a16="http://schemas.microsoft.com/office/drawing/2014/main" id="{3C0F37BE-6444-F9BC-4B22-C6099FB092D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09120" y="1480943"/>
                  <a:ext cx="160920" cy="1905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00" name="インク 499">
                  <a:extLst>
                    <a:ext uri="{FF2B5EF4-FFF2-40B4-BE49-F238E27FC236}">
                      <a16:creationId xmlns:a16="http://schemas.microsoft.com/office/drawing/2014/main" id="{F41E84E3-F878-BD70-46E8-0AE296F5B8E4}"/>
                    </a:ext>
                  </a:extLst>
                </p14:cNvPr>
                <p14:cNvContentPartPr/>
                <p14:nvPr/>
              </p14:nvContentPartPr>
              <p14:xfrm>
                <a:off x="4147920" y="1467658"/>
                <a:ext cx="82080" cy="248760"/>
              </p14:xfrm>
            </p:contentPart>
          </mc:Choice>
          <mc:Fallback xmlns="">
            <p:pic>
              <p:nvPicPr>
                <p:cNvPr id="500" name="インク 499">
                  <a:extLst>
                    <a:ext uri="{FF2B5EF4-FFF2-40B4-BE49-F238E27FC236}">
                      <a16:creationId xmlns:a16="http://schemas.microsoft.com/office/drawing/2014/main" id="{F41E84E3-F878-BD70-46E8-0AE296F5B8E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32440" y="1452178"/>
                  <a:ext cx="1126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01" name="インク 500">
                  <a:extLst>
                    <a:ext uri="{FF2B5EF4-FFF2-40B4-BE49-F238E27FC236}">
                      <a16:creationId xmlns:a16="http://schemas.microsoft.com/office/drawing/2014/main" id="{9A3D8BB8-A557-C47E-D6EA-E14D37CA7735}"/>
                    </a:ext>
                  </a:extLst>
                </p14:cNvPr>
                <p14:cNvContentPartPr/>
                <p14:nvPr/>
              </p14:nvContentPartPr>
              <p14:xfrm>
                <a:off x="4393440" y="1472338"/>
                <a:ext cx="92160" cy="246600"/>
              </p14:xfrm>
            </p:contentPart>
          </mc:Choice>
          <mc:Fallback xmlns="">
            <p:pic>
              <p:nvPicPr>
                <p:cNvPr id="501" name="インク 500">
                  <a:extLst>
                    <a:ext uri="{FF2B5EF4-FFF2-40B4-BE49-F238E27FC236}">
                      <a16:creationId xmlns:a16="http://schemas.microsoft.com/office/drawing/2014/main" id="{9A3D8BB8-A557-C47E-D6EA-E14D37CA773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77960" y="1456858"/>
                  <a:ext cx="122760" cy="27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2" name="グループ化 501">
            <a:extLst>
              <a:ext uri="{FF2B5EF4-FFF2-40B4-BE49-F238E27FC236}">
                <a16:creationId xmlns:a16="http://schemas.microsoft.com/office/drawing/2014/main" id="{7D4F01FA-3A59-0FEB-5995-CFF66916C812}"/>
              </a:ext>
            </a:extLst>
          </p:cNvPr>
          <p:cNvGrpSpPr/>
          <p:nvPr/>
        </p:nvGrpSpPr>
        <p:grpSpPr>
          <a:xfrm>
            <a:off x="756047" y="2089200"/>
            <a:ext cx="8083938" cy="386280"/>
            <a:chOff x="835560" y="2372160"/>
            <a:chExt cx="8083938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07" name="インク 506">
                  <a:extLst>
                    <a:ext uri="{FF2B5EF4-FFF2-40B4-BE49-F238E27FC236}">
                      <a16:creationId xmlns:a16="http://schemas.microsoft.com/office/drawing/2014/main" id="{6E6D7E38-0533-48C8-6492-D2517E3B404D}"/>
                    </a:ext>
                  </a:extLst>
                </p14:cNvPr>
                <p14:cNvContentPartPr/>
                <p14:nvPr/>
              </p14:nvContentPartPr>
              <p14:xfrm>
                <a:off x="835560" y="2404440"/>
                <a:ext cx="376560" cy="330480"/>
              </p14:xfrm>
            </p:contentPart>
          </mc:Choice>
          <mc:Fallback xmlns="">
            <p:pic>
              <p:nvPicPr>
                <p:cNvPr id="507" name="インク 506">
                  <a:extLst>
                    <a:ext uri="{FF2B5EF4-FFF2-40B4-BE49-F238E27FC236}">
                      <a16:creationId xmlns:a16="http://schemas.microsoft.com/office/drawing/2014/main" id="{6E6D7E38-0533-48C8-6492-D2517E3B404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20065" y="2388960"/>
                  <a:ext cx="407189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91" name="インク 90">
                  <a:extLst>
                    <a:ext uri="{FF2B5EF4-FFF2-40B4-BE49-F238E27FC236}">
                      <a16:creationId xmlns:a16="http://schemas.microsoft.com/office/drawing/2014/main" id="{775CFD20-E90E-808D-111E-B0080124C930}"/>
                    </a:ext>
                  </a:extLst>
                </p14:cNvPr>
                <p14:cNvContentPartPr/>
                <p14:nvPr/>
              </p14:nvContentPartPr>
              <p14:xfrm>
                <a:off x="2399668" y="2450925"/>
                <a:ext cx="294840" cy="212040"/>
              </p14:xfrm>
            </p:contentPart>
          </mc:Choice>
          <mc:Fallback xmlns="">
            <p:pic>
              <p:nvPicPr>
                <p:cNvPr id="91" name="インク 90">
                  <a:extLst>
                    <a:ext uri="{FF2B5EF4-FFF2-40B4-BE49-F238E27FC236}">
                      <a16:creationId xmlns:a16="http://schemas.microsoft.com/office/drawing/2014/main" id="{775CFD20-E90E-808D-111E-B0080124C93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84207" y="2435445"/>
                  <a:ext cx="325403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92" name="インク 91">
                  <a:extLst>
                    <a:ext uri="{FF2B5EF4-FFF2-40B4-BE49-F238E27FC236}">
                      <a16:creationId xmlns:a16="http://schemas.microsoft.com/office/drawing/2014/main" id="{CC437AF5-70DC-7CF5-50F1-F2C545A98131}"/>
                    </a:ext>
                  </a:extLst>
                </p14:cNvPr>
                <p14:cNvContentPartPr/>
                <p14:nvPr/>
              </p14:nvContentPartPr>
              <p14:xfrm>
                <a:off x="1370068" y="2394045"/>
                <a:ext cx="872640" cy="338040"/>
              </p14:xfrm>
            </p:contentPart>
          </mc:Choice>
          <mc:Fallback xmlns="">
            <p:pic>
              <p:nvPicPr>
                <p:cNvPr id="92" name="インク 91">
                  <a:extLst>
                    <a:ext uri="{FF2B5EF4-FFF2-40B4-BE49-F238E27FC236}">
                      <a16:creationId xmlns:a16="http://schemas.microsoft.com/office/drawing/2014/main" id="{CC437AF5-70DC-7CF5-50F1-F2C545A9813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354588" y="2378565"/>
                  <a:ext cx="90324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94" name="インク 93">
                  <a:extLst>
                    <a:ext uri="{FF2B5EF4-FFF2-40B4-BE49-F238E27FC236}">
                      <a16:creationId xmlns:a16="http://schemas.microsoft.com/office/drawing/2014/main" id="{346A97E0-78BD-2B4F-D7A4-38EADB990426}"/>
                    </a:ext>
                  </a:extLst>
                </p14:cNvPr>
                <p14:cNvContentPartPr/>
                <p14:nvPr/>
              </p14:nvContentPartPr>
              <p14:xfrm>
                <a:off x="2874362" y="2497012"/>
                <a:ext cx="180000" cy="189720"/>
              </p14:xfrm>
            </p:contentPart>
          </mc:Choice>
          <mc:Fallback xmlns="">
            <p:pic>
              <p:nvPicPr>
                <p:cNvPr id="94" name="インク 93">
                  <a:extLst>
                    <a:ext uri="{FF2B5EF4-FFF2-40B4-BE49-F238E27FC236}">
                      <a16:creationId xmlns:a16="http://schemas.microsoft.com/office/drawing/2014/main" id="{346A97E0-78BD-2B4F-D7A4-38EADB99042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58913" y="2481532"/>
                  <a:ext cx="210539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13" name="インク 112">
                  <a:extLst>
                    <a:ext uri="{FF2B5EF4-FFF2-40B4-BE49-F238E27FC236}">
                      <a16:creationId xmlns:a16="http://schemas.microsoft.com/office/drawing/2014/main" id="{59315B3B-D562-C72E-FA36-C5992BD5341E}"/>
                    </a:ext>
                  </a:extLst>
                </p14:cNvPr>
                <p14:cNvContentPartPr/>
                <p14:nvPr/>
              </p14:nvContentPartPr>
              <p14:xfrm>
                <a:off x="3238322" y="2391892"/>
                <a:ext cx="641160" cy="329760"/>
              </p14:xfrm>
            </p:contentPart>
          </mc:Choice>
          <mc:Fallback xmlns="">
            <p:pic>
              <p:nvPicPr>
                <p:cNvPr id="113" name="インク 112">
                  <a:extLst>
                    <a:ext uri="{FF2B5EF4-FFF2-40B4-BE49-F238E27FC236}">
                      <a16:creationId xmlns:a16="http://schemas.microsoft.com/office/drawing/2014/main" id="{59315B3B-D562-C72E-FA36-C5992BD5341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22833" y="2376412"/>
                  <a:ext cx="671777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0" name="インク 529">
                  <a:extLst>
                    <a:ext uri="{FF2B5EF4-FFF2-40B4-BE49-F238E27FC236}">
                      <a16:creationId xmlns:a16="http://schemas.microsoft.com/office/drawing/2014/main" id="{9AD31310-84B0-76F9-4A3C-41F3118CCDE7}"/>
                    </a:ext>
                  </a:extLst>
                </p14:cNvPr>
                <p14:cNvContentPartPr/>
                <p14:nvPr/>
              </p14:nvContentPartPr>
              <p14:xfrm>
                <a:off x="4054082" y="2381812"/>
                <a:ext cx="1083600" cy="357120"/>
              </p14:xfrm>
            </p:contentPart>
          </mc:Choice>
          <mc:Fallback xmlns="">
            <p:pic>
              <p:nvPicPr>
                <p:cNvPr id="530" name="インク 529">
                  <a:extLst>
                    <a:ext uri="{FF2B5EF4-FFF2-40B4-BE49-F238E27FC236}">
                      <a16:creationId xmlns:a16="http://schemas.microsoft.com/office/drawing/2014/main" id="{9AD31310-84B0-76F9-4A3C-41F3118CCDE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038597" y="2366332"/>
                  <a:ext cx="111421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6" name="インク 545">
                  <a:extLst>
                    <a:ext uri="{FF2B5EF4-FFF2-40B4-BE49-F238E27FC236}">
                      <a16:creationId xmlns:a16="http://schemas.microsoft.com/office/drawing/2014/main" id="{35FE0C6D-AAAE-4F70-D96D-96437AB53D6F}"/>
                    </a:ext>
                  </a:extLst>
                </p14:cNvPr>
                <p14:cNvContentPartPr/>
                <p14:nvPr/>
              </p14:nvContentPartPr>
              <p14:xfrm>
                <a:off x="5264447" y="2402529"/>
                <a:ext cx="589680" cy="309600"/>
              </p14:xfrm>
            </p:contentPart>
          </mc:Choice>
          <mc:Fallback xmlns="">
            <p:pic>
              <p:nvPicPr>
                <p:cNvPr id="546" name="インク 545">
                  <a:extLst>
                    <a:ext uri="{FF2B5EF4-FFF2-40B4-BE49-F238E27FC236}">
                      <a16:creationId xmlns:a16="http://schemas.microsoft.com/office/drawing/2014/main" id="{35FE0C6D-AAAE-4F70-D96D-96437AB53D6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248976" y="2387031"/>
                  <a:ext cx="620261" cy="3402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38" name="インク 137">
                  <a:extLst>
                    <a:ext uri="{FF2B5EF4-FFF2-40B4-BE49-F238E27FC236}">
                      <a16:creationId xmlns:a16="http://schemas.microsoft.com/office/drawing/2014/main" id="{D340B354-384E-6FC2-C423-DE9E29297B25}"/>
                    </a:ext>
                  </a:extLst>
                </p14:cNvPr>
                <p14:cNvContentPartPr/>
                <p14:nvPr/>
              </p14:nvContentPartPr>
              <p14:xfrm>
                <a:off x="6007938" y="2388973"/>
                <a:ext cx="1346400" cy="330480"/>
              </p14:xfrm>
            </p:contentPart>
          </mc:Choice>
          <mc:Fallback xmlns="">
            <p:pic>
              <p:nvPicPr>
                <p:cNvPr id="138" name="インク 137">
                  <a:extLst>
                    <a:ext uri="{FF2B5EF4-FFF2-40B4-BE49-F238E27FC236}">
                      <a16:creationId xmlns:a16="http://schemas.microsoft.com/office/drawing/2014/main" id="{D340B354-384E-6FC2-C423-DE9E29297B2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992458" y="2373493"/>
                  <a:ext cx="13770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74" name="インク 173">
                  <a:extLst>
                    <a:ext uri="{FF2B5EF4-FFF2-40B4-BE49-F238E27FC236}">
                      <a16:creationId xmlns:a16="http://schemas.microsoft.com/office/drawing/2014/main" id="{78935302-6DAC-2B49-8E27-D4E60CEC40E3}"/>
                    </a:ext>
                  </a:extLst>
                </p14:cNvPr>
                <p14:cNvContentPartPr/>
                <p14:nvPr/>
              </p14:nvContentPartPr>
              <p14:xfrm>
                <a:off x="7442418" y="2372160"/>
                <a:ext cx="1477080" cy="386280"/>
              </p14:xfrm>
            </p:contentPart>
          </mc:Choice>
          <mc:Fallback xmlns="">
            <p:pic>
              <p:nvPicPr>
                <p:cNvPr id="174" name="インク 173">
                  <a:extLst>
                    <a:ext uri="{FF2B5EF4-FFF2-40B4-BE49-F238E27FC236}">
                      <a16:creationId xmlns:a16="http://schemas.microsoft.com/office/drawing/2014/main" id="{78935302-6DAC-2B49-8E27-D4E60CEC40E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26934" y="2356680"/>
                  <a:ext cx="1507687" cy="41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4" name="グループ化 553">
            <a:extLst>
              <a:ext uri="{FF2B5EF4-FFF2-40B4-BE49-F238E27FC236}">
                <a16:creationId xmlns:a16="http://schemas.microsoft.com/office/drawing/2014/main" id="{93EA1827-5482-49E5-2D8E-1FD8DF07428B}"/>
              </a:ext>
            </a:extLst>
          </p:cNvPr>
          <p:cNvGrpSpPr/>
          <p:nvPr/>
        </p:nvGrpSpPr>
        <p:grpSpPr>
          <a:xfrm>
            <a:off x="2793682" y="585852"/>
            <a:ext cx="5903487" cy="1511968"/>
            <a:chOff x="2873195" y="868812"/>
            <a:chExt cx="5903487" cy="151196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" name="インク 9">
                  <a:extLst>
                    <a:ext uri="{FF2B5EF4-FFF2-40B4-BE49-F238E27FC236}">
                      <a16:creationId xmlns:a16="http://schemas.microsoft.com/office/drawing/2014/main" id="{54A1C539-28A2-E926-DDD3-3F7245DA89EE}"/>
                    </a:ext>
                  </a:extLst>
                </p14:cNvPr>
                <p14:cNvContentPartPr/>
                <p14:nvPr/>
              </p14:nvContentPartPr>
              <p14:xfrm>
                <a:off x="2873195" y="1114660"/>
                <a:ext cx="1922760" cy="1266120"/>
              </p14:xfrm>
            </p:contentPart>
          </mc:Choice>
          <mc:Fallback xmlns="">
            <p:pic>
              <p:nvPicPr>
                <p:cNvPr id="10" name="インク 9">
                  <a:extLst>
                    <a:ext uri="{FF2B5EF4-FFF2-40B4-BE49-F238E27FC236}">
                      <a16:creationId xmlns:a16="http://schemas.microsoft.com/office/drawing/2014/main" id="{54A1C539-28A2-E926-DDD3-3F7245DA89E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57715" y="1099176"/>
                  <a:ext cx="1953360" cy="1296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5" name="インク 24">
                  <a:extLst>
                    <a:ext uri="{FF2B5EF4-FFF2-40B4-BE49-F238E27FC236}">
                      <a16:creationId xmlns:a16="http://schemas.microsoft.com/office/drawing/2014/main" id="{B0CCA238-7034-79BA-453D-AB62B8017E4E}"/>
                    </a:ext>
                  </a:extLst>
                </p14:cNvPr>
                <p14:cNvContentPartPr/>
                <p14:nvPr/>
              </p14:nvContentPartPr>
              <p14:xfrm>
                <a:off x="5001098" y="926640"/>
                <a:ext cx="619560" cy="250560"/>
              </p14:xfrm>
            </p:contentPart>
          </mc:Choice>
          <mc:Fallback xmlns="">
            <p:pic>
              <p:nvPicPr>
                <p:cNvPr id="25" name="インク 24">
                  <a:extLst>
                    <a:ext uri="{FF2B5EF4-FFF2-40B4-BE49-F238E27FC236}">
                      <a16:creationId xmlns:a16="http://schemas.microsoft.com/office/drawing/2014/main" id="{B0CCA238-7034-79BA-453D-AB62B8017E4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985618" y="911160"/>
                  <a:ext cx="6501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6" name="インク 35">
                  <a:extLst>
                    <a:ext uri="{FF2B5EF4-FFF2-40B4-BE49-F238E27FC236}">
                      <a16:creationId xmlns:a16="http://schemas.microsoft.com/office/drawing/2014/main" id="{596952F1-308C-9CDE-F811-41A3D4F1DE9D}"/>
                    </a:ext>
                  </a:extLst>
                </p14:cNvPr>
                <p14:cNvContentPartPr/>
                <p14:nvPr/>
              </p14:nvContentPartPr>
              <p14:xfrm>
                <a:off x="5661338" y="965160"/>
                <a:ext cx="345960" cy="234720"/>
              </p14:xfrm>
            </p:contentPart>
          </mc:Choice>
          <mc:Fallback xmlns="">
            <p:pic>
              <p:nvPicPr>
                <p:cNvPr id="36" name="インク 35">
                  <a:extLst>
                    <a:ext uri="{FF2B5EF4-FFF2-40B4-BE49-F238E27FC236}">
                      <a16:creationId xmlns:a16="http://schemas.microsoft.com/office/drawing/2014/main" id="{596952F1-308C-9CDE-F811-41A3D4F1DE9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645874" y="949680"/>
                  <a:ext cx="376528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49" name="インク 448">
                  <a:extLst>
                    <a:ext uri="{FF2B5EF4-FFF2-40B4-BE49-F238E27FC236}">
                      <a16:creationId xmlns:a16="http://schemas.microsoft.com/office/drawing/2014/main" id="{18526D8F-CA66-DDC7-766C-E09B4CB30D2D}"/>
                    </a:ext>
                  </a:extLst>
                </p14:cNvPr>
                <p14:cNvContentPartPr/>
                <p14:nvPr/>
              </p14:nvContentPartPr>
              <p14:xfrm>
                <a:off x="6125018" y="907920"/>
                <a:ext cx="855720" cy="281520"/>
              </p14:xfrm>
            </p:contentPart>
          </mc:Choice>
          <mc:Fallback xmlns="">
            <p:pic>
              <p:nvPicPr>
                <p:cNvPr id="449" name="インク 448">
                  <a:extLst>
                    <a:ext uri="{FF2B5EF4-FFF2-40B4-BE49-F238E27FC236}">
                      <a16:creationId xmlns:a16="http://schemas.microsoft.com/office/drawing/2014/main" id="{18526D8F-CA66-DDC7-766C-E09B4CB30D2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109531" y="892420"/>
                  <a:ext cx="886333" cy="3121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56" name="インク 455">
                  <a:extLst>
                    <a:ext uri="{FF2B5EF4-FFF2-40B4-BE49-F238E27FC236}">
                      <a16:creationId xmlns:a16="http://schemas.microsoft.com/office/drawing/2014/main" id="{06964205-D117-8FF8-FE79-9D0380DE3F7D}"/>
                    </a:ext>
                  </a:extLst>
                </p14:cNvPr>
                <p14:cNvContentPartPr/>
                <p14:nvPr/>
              </p14:nvContentPartPr>
              <p14:xfrm>
                <a:off x="7070018" y="914400"/>
                <a:ext cx="264960" cy="275040"/>
              </p14:xfrm>
            </p:contentPart>
          </mc:Choice>
          <mc:Fallback xmlns="">
            <p:pic>
              <p:nvPicPr>
                <p:cNvPr id="456" name="インク 455">
                  <a:extLst>
                    <a:ext uri="{FF2B5EF4-FFF2-40B4-BE49-F238E27FC236}">
                      <a16:creationId xmlns:a16="http://schemas.microsoft.com/office/drawing/2014/main" id="{06964205-D117-8FF8-FE79-9D0380DE3F7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54559" y="898920"/>
                  <a:ext cx="295518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93" name="インク 492">
                  <a:extLst>
                    <a:ext uri="{FF2B5EF4-FFF2-40B4-BE49-F238E27FC236}">
                      <a16:creationId xmlns:a16="http://schemas.microsoft.com/office/drawing/2014/main" id="{94B264A2-3794-6128-FBA3-95EAEC5FB290}"/>
                    </a:ext>
                  </a:extLst>
                </p14:cNvPr>
                <p14:cNvContentPartPr/>
                <p14:nvPr/>
              </p14:nvContentPartPr>
              <p14:xfrm>
                <a:off x="7402562" y="868812"/>
                <a:ext cx="1374120" cy="302040"/>
              </p14:xfrm>
            </p:contentPart>
          </mc:Choice>
          <mc:Fallback xmlns="">
            <p:pic>
              <p:nvPicPr>
                <p:cNvPr id="493" name="インク 492">
                  <a:extLst>
                    <a:ext uri="{FF2B5EF4-FFF2-40B4-BE49-F238E27FC236}">
                      <a16:creationId xmlns:a16="http://schemas.microsoft.com/office/drawing/2014/main" id="{94B264A2-3794-6128-FBA3-95EAEC5FB29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87082" y="853350"/>
                  <a:ext cx="1404720" cy="33260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89" name="インク 88">
                <a:extLst>
                  <a:ext uri="{FF2B5EF4-FFF2-40B4-BE49-F238E27FC236}">
                    <a16:creationId xmlns:a16="http://schemas.microsoft.com/office/drawing/2014/main" id="{CF14B3AD-541B-52C4-A7A4-27E614B4DD61}"/>
                  </a:ext>
                </a:extLst>
              </p14:cNvPr>
              <p14:cNvContentPartPr/>
              <p14:nvPr/>
            </p14:nvContentPartPr>
            <p14:xfrm>
              <a:off x="4843009" y="948372"/>
              <a:ext cx="1474200" cy="370440"/>
            </p14:xfrm>
          </p:contentPart>
        </mc:Choice>
        <mc:Fallback xmlns="">
          <p:pic>
            <p:nvPicPr>
              <p:cNvPr id="89" name="インク 88">
                <a:extLst>
                  <a:ext uri="{FF2B5EF4-FFF2-40B4-BE49-F238E27FC236}">
                    <a16:creationId xmlns:a16="http://schemas.microsoft.com/office/drawing/2014/main" id="{CF14B3AD-541B-52C4-A7A4-27E614B4DD6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827529" y="932907"/>
                <a:ext cx="1504800" cy="401010"/>
              </a:xfrm>
              <a:prstGeom prst="rect">
                <a:avLst/>
              </a:prstGeom>
            </p:spPr>
          </p:pic>
        </mc:Fallback>
      </mc:AlternateContent>
      <p:grpSp>
        <p:nvGrpSpPr>
          <p:cNvPr id="199" name="グループ化 198">
            <a:extLst>
              <a:ext uri="{FF2B5EF4-FFF2-40B4-BE49-F238E27FC236}">
                <a16:creationId xmlns:a16="http://schemas.microsoft.com/office/drawing/2014/main" id="{F11C5DE4-AEC2-15A9-C4B4-020F133F6311}"/>
              </a:ext>
            </a:extLst>
          </p:cNvPr>
          <p:cNvGrpSpPr/>
          <p:nvPr/>
        </p:nvGrpSpPr>
        <p:grpSpPr>
          <a:xfrm>
            <a:off x="511247" y="2844983"/>
            <a:ext cx="4170600" cy="405360"/>
            <a:chOff x="511247" y="2844983"/>
            <a:chExt cx="4170600" cy="40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6" name="インク 25">
                  <a:extLst>
                    <a:ext uri="{FF2B5EF4-FFF2-40B4-BE49-F238E27FC236}">
                      <a16:creationId xmlns:a16="http://schemas.microsoft.com/office/drawing/2014/main" id="{FF838AC1-F5CC-5EE2-919A-22631A365C7F}"/>
                    </a:ext>
                  </a:extLst>
                </p14:cNvPr>
                <p14:cNvContentPartPr/>
                <p14:nvPr/>
              </p14:nvContentPartPr>
              <p14:xfrm>
                <a:off x="511247" y="2856503"/>
                <a:ext cx="695520" cy="393840"/>
              </p14:xfrm>
            </p:contentPart>
          </mc:Choice>
          <mc:Fallback xmlns="">
            <p:pic>
              <p:nvPicPr>
                <p:cNvPr id="26" name="インク 25">
                  <a:extLst>
                    <a:ext uri="{FF2B5EF4-FFF2-40B4-BE49-F238E27FC236}">
                      <a16:creationId xmlns:a16="http://schemas.microsoft.com/office/drawing/2014/main" id="{FF838AC1-F5CC-5EE2-919A-22631A365C7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95767" y="2841023"/>
                  <a:ext cx="72612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4" name="インク 33">
                  <a:extLst>
                    <a:ext uri="{FF2B5EF4-FFF2-40B4-BE49-F238E27FC236}">
                      <a16:creationId xmlns:a16="http://schemas.microsoft.com/office/drawing/2014/main" id="{7D9954A5-A6B5-4341-036F-24D07C91DBDC}"/>
                    </a:ext>
                  </a:extLst>
                </p14:cNvPr>
                <p14:cNvContentPartPr/>
                <p14:nvPr/>
              </p14:nvContentPartPr>
              <p14:xfrm>
                <a:off x="1405487" y="2856503"/>
                <a:ext cx="627480" cy="324360"/>
              </p14:xfrm>
            </p:contentPart>
          </mc:Choice>
          <mc:Fallback xmlns="">
            <p:pic>
              <p:nvPicPr>
                <p:cNvPr id="34" name="インク 33">
                  <a:extLst>
                    <a:ext uri="{FF2B5EF4-FFF2-40B4-BE49-F238E27FC236}">
                      <a16:creationId xmlns:a16="http://schemas.microsoft.com/office/drawing/2014/main" id="{7D9954A5-A6B5-4341-036F-24D07C91DBD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390016" y="2841023"/>
                  <a:ext cx="658062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2" name="インク 41">
                  <a:extLst>
                    <a:ext uri="{FF2B5EF4-FFF2-40B4-BE49-F238E27FC236}">
                      <a16:creationId xmlns:a16="http://schemas.microsoft.com/office/drawing/2014/main" id="{40945187-FE6B-2BA0-3C42-46AE53A86FEF}"/>
                    </a:ext>
                  </a:extLst>
                </p14:cNvPr>
                <p14:cNvContentPartPr/>
                <p14:nvPr/>
              </p14:nvContentPartPr>
              <p14:xfrm>
                <a:off x="2086607" y="2844983"/>
                <a:ext cx="324720" cy="274320"/>
              </p14:xfrm>
            </p:contentPart>
          </mc:Choice>
          <mc:Fallback xmlns="">
            <p:pic>
              <p:nvPicPr>
                <p:cNvPr id="42" name="インク 41">
                  <a:extLst>
                    <a:ext uri="{FF2B5EF4-FFF2-40B4-BE49-F238E27FC236}">
                      <a16:creationId xmlns:a16="http://schemas.microsoft.com/office/drawing/2014/main" id="{40945187-FE6B-2BA0-3C42-46AE53A86FE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071127" y="2829523"/>
                  <a:ext cx="355320" cy="3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7" name="インク 46">
                  <a:extLst>
                    <a:ext uri="{FF2B5EF4-FFF2-40B4-BE49-F238E27FC236}">
                      <a16:creationId xmlns:a16="http://schemas.microsoft.com/office/drawing/2014/main" id="{1B9C68F3-E83A-611F-D1D7-B5C1A658DA9D}"/>
                    </a:ext>
                  </a:extLst>
                </p14:cNvPr>
                <p14:cNvContentPartPr/>
                <p14:nvPr/>
              </p14:nvContentPartPr>
              <p14:xfrm>
                <a:off x="2577287" y="2844983"/>
                <a:ext cx="599040" cy="392040"/>
              </p14:xfrm>
            </p:contentPart>
          </mc:Choice>
          <mc:Fallback xmlns="">
            <p:pic>
              <p:nvPicPr>
                <p:cNvPr id="47" name="インク 46">
                  <a:extLst>
                    <a:ext uri="{FF2B5EF4-FFF2-40B4-BE49-F238E27FC236}">
                      <a16:creationId xmlns:a16="http://schemas.microsoft.com/office/drawing/2014/main" id="{1B9C68F3-E83A-611F-D1D7-B5C1A658DA9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61807" y="2829503"/>
                  <a:ext cx="62964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1" name="インク 50">
                  <a:extLst>
                    <a:ext uri="{FF2B5EF4-FFF2-40B4-BE49-F238E27FC236}">
                      <a16:creationId xmlns:a16="http://schemas.microsoft.com/office/drawing/2014/main" id="{93600F65-F460-D241-524A-426C25353F7E}"/>
                    </a:ext>
                  </a:extLst>
                </p14:cNvPr>
                <p14:cNvContentPartPr/>
                <p14:nvPr/>
              </p14:nvContentPartPr>
              <p14:xfrm>
                <a:off x="3318527" y="2871983"/>
                <a:ext cx="135360" cy="344160"/>
              </p14:xfrm>
            </p:contentPart>
          </mc:Choice>
          <mc:Fallback xmlns="">
            <p:pic>
              <p:nvPicPr>
                <p:cNvPr id="51" name="インク 50">
                  <a:extLst>
                    <a:ext uri="{FF2B5EF4-FFF2-40B4-BE49-F238E27FC236}">
                      <a16:creationId xmlns:a16="http://schemas.microsoft.com/office/drawing/2014/main" id="{93600F65-F460-D241-524A-426C25353F7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03006" y="2856503"/>
                  <a:ext cx="166042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2" name="インク 51">
                  <a:extLst>
                    <a:ext uri="{FF2B5EF4-FFF2-40B4-BE49-F238E27FC236}">
                      <a16:creationId xmlns:a16="http://schemas.microsoft.com/office/drawing/2014/main" id="{469CA357-C452-9695-C50F-6C280716BE97}"/>
                    </a:ext>
                  </a:extLst>
                </p14:cNvPr>
                <p14:cNvContentPartPr/>
                <p14:nvPr/>
              </p14:nvContentPartPr>
              <p14:xfrm>
                <a:off x="3681767" y="2949383"/>
                <a:ext cx="92520" cy="185400"/>
              </p14:xfrm>
            </p:contentPart>
          </mc:Choice>
          <mc:Fallback xmlns="">
            <p:pic>
              <p:nvPicPr>
                <p:cNvPr id="52" name="インク 51">
                  <a:extLst>
                    <a:ext uri="{FF2B5EF4-FFF2-40B4-BE49-F238E27FC236}">
                      <a16:creationId xmlns:a16="http://schemas.microsoft.com/office/drawing/2014/main" id="{469CA357-C452-9695-C50F-6C280716BE9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66287" y="2933903"/>
                  <a:ext cx="1231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8" name="インク 57">
                  <a:extLst>
                    <a:ext uri="{FF2B5EF4-FFF2-40B4-BE49-F238E27FC236}">
                      <a16:creationId xmlns:a16="http://schemas.microsoft.com/office/drawing/2014/main" id="{9375C09F-FB1E-2DA4-A727-4E007C993274}"/>
                    </a:ext>
                  </a:extLst>
                </p14:cNvPr>
                <p14:cNvContentPartPr/>
                <p14:nvPr/>
              </p14:nvContentPartPr>
              <p14:xfrm>
                <a:off x="3924767" y="2872703"/>
                <a:ext cx="757080" cy="312480"/>
              </p14:xfrm>
            </p:contentPart>
          </mc:Choice>
          <mc:Fallback xmlns="">
            <p:pic>
              <p:nvPicPr>
                <p:cNvPr id="58" name="インク 57">
                  <a:extLst>
                    <a:ext uri="{FF2B5EF4-FFF2-40B4-BE49-F238E27FC236}">
                      <a16:creationId xmlns:a16="http://schemas.microsoft.com/office/drawing/2014/main" id="{9375C09F-FB1E-2DA4-A727-4E007C99327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09287" y="2857205"/>
                  <a:ext cx="787680" cy="34311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グループ化 200">
            <a:extLst>
              <a:ext uri="{FF2B5EF4-FFF2-40B4-BE49-F238E27FC236}">
                <a16:creationId xmlns:a16="http://schemas.microsoft.com/office/drawing/2014/main" id="{A39A6866-CF97-F875-0636-1FEE81636384}"/>
              </a:ext>
            </a:extLst>
          </p:cNvPr>
          <p:cNvGrpSpPr/>
          <p:nvPr/>
        </p:nvGrpSpPr>
        <p:grpSpPr>
          <a:xfrm>
            <a:off x="5221188" y="2847218"/>
            <a:ext cx="3745112" cy="367560"/>
            <a:chOff x="5221188" y="2847218"/>
            <a:chExt cx="3745112" cy="36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54" name="インク 453">
                  <a:extLst>
                    <a:ext uri="{FF2B5EF4-FFF2-40B4-BE49-F238E27FC236}">
                      <a16:creationId xmlns:a16="http://schemas.microsoft.com/office/drawing/2014/main" id="{51F273DD-3952-B21A-3BE2-6CA12ACCAEA2}"/>
                    </a:ext>
                  </a:extLst>
                </p14:cNvPr>
                <p14:cNvContentPartPr/>
                <p14:nvPr/>
              </p14:nvContentPartPr>
              <p14:xfrm>
                <a:off x="5221188" y="2847578"/>
                <a:ext cx="862560" cy="362880"/>
              </p14:xfrm>
            </p:contentPart>
          </mc:Choice>
          <mc:Fallback xmlns="">
            <p:pic>
              <p:nvPicPr>
                <p:cNvPr id="454" name="インク 453">
                  <a:extLst>
                    <a:ext uri="{FF2B5EF4-FFF2-40B4-BE49-F238E27FC236}">
                      <a16:creationId xmlns:a16="http://schemas.microsoft.com/office/drawing/2014/main" id="{51F273DD-3952-B21A-3BE2-6CA12ACCAEA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05714" y="2832098"/>
                  <a:ext cx="893147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70" name="インク 469">
                  <a:extLst>
                    <a:ext uri="{FF2B5EF4-FFF2-40B4-BE49-F238E27FC236}">
                      <a16:creationId xmlns:a16="http://schemas.microsoft.com/office/drawing/2014/main" id="{E5AA18DC-DEFC-1DCB-5EA1-08A41AA020DE}"/>
                    </a:ext>
                  </a:extLst>
                </p14:cNvPr>
                <p14:cNvContentPartPr/>
                <p14:nvPr/>
              </p14:nvContentPartPr>
              <p14:xfrm>
                <a:off x="6219828" y="2847218"/>
                <a:ext cx="653760" cy="367560"/>
              </p14:xfrm>
            </p:contentPart>
          </mc:Choice>
          <mc:Fallback xmlns="">
            <p:pic>
              <p:nvPicPr>
                <p:cNvPr id="470" name="インク 469">
                  <a:extLst>
                    <a:ext uri="{FF2B5EF4-FFF2-40B4-BE49-F238E27FC236}">
                      <a16:creationId xmlns:a16="http://schemas.microsoft.com/office/drawing/2014/main" id="{E5AA18DC-DEFC-1DCB-5EA1-08A41AA020D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204357" y="2831738"/>
                  <a:ext cx="684343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03" name="インク 502">
                  <a:extLst>
                    <a:ext uri="{FF2B5EF4-FFF2-40B4-BE49-F238E27FC236}">
                      <a16:creationId xmlns:a16="http://schemas.microsoft.com/office/drawing/2014/main" id="{0E17472C-1796-9F05-CC6B-68521C0E6F95}"/>
                    </a:ext>
                  </a:extLst>
                </p14:cNvPr>
                <p14:cNvContentPartPr/>
                <p14:nvPr/>
              </p14:nvContentPartPr>
              <p14:xfrm>
                <a:off x="8522060" y="2944493"/>
                <a:ext cx="444240" cy="230400"/>
              </p14:xfrm>
            </p:contentPart>
          </mc:Choice>
          <mc:Fallback xmlns="">
            <p:pic>
              <p:nvPicPr>
                <p:cNvPr id="503" name="インク 502">
                  <a:extLst>
                    <a:ext uri="{FF2B5EF4-FFF2-40B4-BE49-F238E27FC236}">
                      <a16:creationId xmlns:a16="http://schemas.microsoft.com/office/drawing/2014/main" id="{0E17472C-1796-9F05-CC6B-68521C0E6F9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06567" y="2929013"/>
                  <a:ext cx="474865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04" name="インク 503">
                  <a:extLst>
                    <a:ext uri="{FF2B5EF4-FFF2-40B4-BE49-F238E27FC236}">
                      <a16:creationId xmlns:a16="http://schemas.microsoft.com/office/drawing/2014/main" id="{6E6F99CE-877F-B6D5-7010-5411799E035C}"/>
                    </a:ext>
                  </a:extLst>
                </p14:cNvPr>
                <p14:cNvContentPartPr/>
                <p14:nvPr/>
              </p14:nvContentPartPr>
              <p14:xfrm>
                <a:off x="6979820" y="2863493"/>
                <a:ext cx="1366560" cy="322920"/>
              </p14:xfrm>
            </p:contentPart>
          </mc:Choice>
          <mc:Fallback xmlns="">
            <p:pic>
              <p:nvPicPr>
                <p:cNvPr id="504" name="インク 503">
                  <a:extLst>
                    <a:ext uri="{FF2B5EF4-FFF2-40B4-BE49-F238E27FC236}">
                      <a16:creationId xmlns:a16="http://schemas.microsoft.com/office/drawing/2014/main" id="{6E6F99CE-877F-B6D5-7010-5411799E035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964340" y="2848030"/>
                  <a:ext cx="1397160" cy="35348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グループ化 201">
            <a:extLst>
              <a:ext uri="{FF2B5EF4-FFF2-40B4-BE49-F238E27FC236}">
                <a16:creationId xmlns:a16="http://schemas.microsoft.com/office/drawing/2014/main" id="{EE732775-5E1C-8729-90FF-267B42F47301}"/>
              </a:ext>
            </a:extLst>
          </p:cNvPr>
          <p:cNvGrpSpPr/>
          <p:nvPr/>
        </p:nvGrpSpPr>
        <p:grpSpPr>
          <a:xfrm>
            <a:off x="511247" y="3355870"/>
            <a:ext cx="4560771" cy="403373"/>
            <a:chOff x="511247" y="3355870"/>
            <a:chExt cx="4560771" cy="40337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インク 68">
                  <a:extLst>
                    <a:ext uri="{FF2B5EF4-FFF2-40B4-BE49-F238E27FC236}">
                      <a16:creationId xmlns:a16="http://schemas.microsoft.com/office/drawing/2014/main" id="{6B646997-48BA-AC79-5944-05F57AB62F7E}"/>
                    </a:ext>
                  </a:extLst>
                </p14:cNvPr>
                <p14:cNvContentPartPr/>
                <p14:nvPr/>
              </p14:nvContentPartPr>
              <p14:xfrm>
                <a:off x="1182647" y="3527763"/>
                <a:ext cx="113760" cy="75960"/>
              </p14:xfrm>
            </p:contentPart>
          </mc:Choice>
          <mc:Fallback xmlns="">
            <p:pic>
              <p:nvPicPr>
                <p:cNvPr id="69" name="インク 68">
                  <a:extLst>
                    <a:ext uri="{FF2B5EF4-FFF2-40B4-BE49-F238E27FC236}">
                      <a16:creationId xmlns:a16="http://schemas.microsoft.com/office/drawing/2014/main" id="{6B646997-48BA-AC79-5944-05F57AB62F7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67167" y="3512283"/>
                  <a:ext cx="1443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インク 69">
                  <a:extLst>
                    <a:ext uri="{FF2B5EF4-FFF2-40B4-BE49-F238E27FC236}">
                      <a16:creationId xmlns:a16="http://schemas.microsoft.com/office/drawing/2014/main" id="{F5B2AE11-2B7D-E6F1-A58F-940F31516DCF}"/>
                    </a:ext>
                  </a:extLst>
                </p14:cNvPr>
                <p14:cNvContentPartPr/>
                <p14:nvPr/>
              </p14:nvContentPartPr>
              <p14:xfrm>
                <a:off x="511247" y="3391323"/>
                <a:ext cx="529920" cy="367920"/>
              </p14:xfrm>
            </p:contentPart>
          </mc:Choice>
          <mc:Fallback xmlns="">
            <p:pic>
              <p:nvPicPr>
                <p:cNvPr id="70" name="インク 69">
                  <a:extLst>
                    <a:ext uri="{FF2B5EF4-FFF2-40B4-BE49-F238E27FC236}">
                      <a16:creationId xmlns:a16="http://schemas.microsoft.com/office/drawing/2014/main" id="{F5B2AE11-2B7D-E6F1-A58F-940F31516DC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95767" y="3375858"/>
                  <a:ext cx="560520" cy="3984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インク 70">
                  <a:extLst>
                    <a:ext uri="{FF2B5EF4-FFF2-40B4-BE49-F238E27FC236}">
                      <a16:creationId xmlns:a16="http://schemas.microsoft.com/office/drawing/2014/main" id="{33E4557C-271A-2C37-A06E-411D94322CDC}"/>
                    </a:ext>
                  </a:extLst>
                </p14:cNvPr>
                <p14:cNvContentPartPr/>
                <p14:nvPr/>
              </p14:nvContentPartPr>
              <p14:xfrm>
                <a:off x="1430258" y="3549910"/>
                <a:ext cx="123840" cy="8280"/>
              </p14:xfrm>
            </p:contentPart>
          </mc:Choice>
          <mc:Fallback xmlns="">
            <p:pic>
              <p:nvPicPr>
                <p:cNvPr id="71" name="インク 70">
                  <a:extLst>
                    <a:ext uri="{FF2B5EF4-FFF2-40B4-BE49-F238E27FC236}">
                      <a16:creationId xmlns:a16="http://schemas.microsoft.com/office/drawing/2014/main" id="{33E4557C-271A-2C37-A06E-411D94322CD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414778" y="3534430"/>
                  <a:ext cx="1544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5" name="インク 84">
                  <a:extLst>
                    <a:ext uri="{FF2B5EF4-FFF2-40B4-BE49-F238E27FC236}">
                      <a16:creationId xmlns:a16="http://schemas.microsoft.com/office/drawing/2014/main" id="{39FF472C-4A7F-B51F-2A70-158F0857832D}"/>
                    </a:ext>
                  </a:extLst>
                </p14:cNvPr>
                <p14:cNvContentPartPr/>
                <p14:nvPr/>
              </p14:nvContentPartPr>
              <p14:xfrm>
                <a:off x="2516738" y="3390430"/>
                <a:ext cx="464760" cy="295200"/>
              </p14:xfrm>
            </p:contentPart>
          </mc:Choice>
          <mc:Fallback xmlns="">
            <p:pic>
              <p:nvPicPr>
                <p:cNvPr id="85" name="インク 84">
                  <a:extLst>
                    <a:ext uri="{FF2B5EF4-FFF2-40B4-BE49-F238E27FC236}">
                      <a16:creationId xmlns:a16="http://schemas.microsoft.com/office/drawing/2014/main" id="{39FF472C-4A7F-B51F-2A70-158F0857832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501258" y="3374931"/>
                  <a:ext cx="495360" cy="3258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インク 85">
                  <a:extLst>
                    <a:ext uri="{FF2B5EF4-FFF2-40B4-BE49-F238E27FC236}">
                      <a16:creationId xmlns:a16="http://schemas.microsoft.com/office/drawing/2014/main" id="{979B1012-35E6-D7DD-9340-B56376719BDB}"/>
                    </a:ext>
                  </a:extLst>
                </p14:cNvPr>
                <p14:cNvContentPartPr/>
                <p14:nvPr/>
              </p14:nvContentPartPr>
              <p14:xfrm>
                <a:off x="1687298" y="3376030"/>
                <a:ext cx="676080" cy="344160"/>
              </p14:xfrm>
            </p:contentPart>
          </mc:Choice>
          <mc:Fallback xmlns="">
            <p:pic>
              <p:nvPicPr>
                <p:cNvPr id="86" name="インク 85">
                  <a:extLst>
                    <a:ext uri="{FF2B5EF4-FFF2-40B4-BE49-F238E27FC236}">
                      <a16:creationId xmlns:a16="http://schemas.microsoft.com/office/drawing/2014/main" id="{979B1012-35E6-D7DD-9340-B56376719BD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671818" y="3360534"/>
                  <a:ext cx="706680" cy="3747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3" name="インク 92">
                  <a:extLst>
                    <a:ext uri="{FF2B5EF4-FFF2-40B4-BE49-F238E27FC236}">
                      <a16:creationId xmlns:a16="http://schemas.microsoft.com/office/drawing/2014/main" id="{8B6E337B-97E3-A8BF-4328-36A376D0F64A}"/>
                    </a:ext>
                  </a:extLst>
                </p14:cNvPr>
                <p14:cNvContentPartPr/>
                <p14:nvPr/>
              </p14:nvContentPartPr>
              <p14:xfrm>
                <a:off x="3236378" y="3529750"/>
                <a:ext cx="76680" cy="48960"/>
              </p14:xfrm>
            </p:contentPart>
          </mc:Choice>
          <mc:Fallback xmlns="">
            <p:pic>
              <p:nvPicPr>
                <p:cNvPr id="93" name="インク 92">
                  <a:extLst>
                    <a:ext uri="{FF2B5EF4-FFF2-40B4-BE49-F238E27FC236}">
                      <a16:creationId xmlns:a16="http://schemas.microsoft.com/office/drawing/2014/main" id="{8B6E337B-97E3-A8BF-4328-36A376D0F64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220898" y="3514155"/>
                  <a:ext cx="107280" cy="797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9" name="インク 98">
                  <a:extLst>
                    <a:ext uri="{FF2B5EF4-FFF2-40B4-BE49-F238E27FC236}">
                      <a16:creationId xmlns:a16="http://schemas.microsoft.com/office/drawing/2014/main" id="{4F212854-887B-3A4F-AED7-902185E7F2AE}"/>
                    </a:ext>
                  </a:extLst>
                </p14:cNvPr>
                <p14:cNvContentPartPr/>
                <p14:nvPr/>
              </p14:nvContentPartPr>
              <p14:xfrm>
                <a:off x="3514298" y="3385030"/>
                <a:ext cx="607320" cy="302760"/>
              </p14:xfrm>
            </p:contentPart>
          </mc:Choice>
          <mc:Fallback xmlns="">
            <p:pic>
              <p:nvPicPr>
                <p:cNvPr id="99" name="インク 98">
                  <a:extLst>
                    <a:ext uri="{FF2B5EF4-FFF2-40B4-BE49-F238E27FC236}">
                      <a16:creationId xmlns:a16="http://schemas.microsoft.com/office/drawing/2014/main" id="{4F212854-887B-3A4F-AED7-902185E7F2A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498818" y="3369550"/>
                  <a:ext cx="6379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7" name="インク 106">
                  <a:extLst>
                    <a:ext uri="{FF2B5EF4-FFF2-40B4-BE49-F238E27FC236}">
                      <a16:creationId xmlns:a16="http://schemas.microsoft.com/office/drawing/2014/main" id="{F0A038E5-F643-024E-02C1-9D3D0894A630}"/>
                    </a:ext>
                  </a:extLst>
                </p14:cNvPr>
                <p14:cNvContentPartPr/>
                <p14:nvPr/>
              </p14:nvContentPartPr>
              <p14:xfrm>
                <a:off x="4222418" y="3355870"/>
                <a:ext cx="849600" cy="380880"/>
              </p14:xfrm>
            </p:contentPart>
          </mc:Choice>
          <mc:Fallback xmlns="">
            <p:pic>
              <p:nvPicPr>
                <p:cNvPr id="107" name="インク 106">
                  <a:extLst>
                    <a:ext uri="{FF2B5EF4-FFF2-40B4-BE49-F238E27FC236}">
                      <a16:creationId xmlns:a16="http://schemas.microsoft.com/office/drawing/2014/main" id="{F0A038E5-F643-024E-02C1-9D3D0894A63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206931" y="3340390"/>
                  <a:ext cx="880213" cy="41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グループ化 202">
            <a:extLst>
              <a:ext uri="{FF2B5EF4-FFF2-40B4-BE49-F238E27FC236}">
                <a16:creationId xmlns:a16="http://schemas.microsoft.com/office/drawing/2014/main" id="{0BE4F3E7-905A-B5B0-E66C-735AA910A1DF}"/>
              </a:ext>
            </a:extLst>
          </p:cNvPr>
          <p:cNvGrpSpPr/>
          <p:nvPr/>
        </p:nvGrpSpPr>
        <p:grpSpPr>
          <a:xfrm>
            <a:off x="516070" y="3880251"/>
            <a:ext cx="6220882" cy="338845"/>
            <a:chOff x="516070" y="3880251"/>
            <a:chExt cx="6220882" cy="33884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527" name="インク 526">
                  <a:extLst>
                    <a:ext uri="{FF2B5EF4-FFF2-40B4-BE49-F238E27FC236}">
                      <a16:creationId xmlns:a16="http://schemas.microsoft.com/office/drawing/2014/main" id="{EEDB9752-0CC4-8D40-A3E2-0AFF45487367}"/>
                    </a:ext>
                  </a:extLst>
                </p14:cNvPr>
                <p14:cNvContentPartPr/>
                <p14:nvPr/>
              </p14:nvContentPartPr>
              <p14:xfrm>
                <a:off x="1368910" y="3951976"/>
                <a:ext cx="135360" cy="224280"/>
              </p14:xfrm>
            </p:contentPart>
          </mc:Choice>
          <mc:Fallback xmlns="">
            <p:pic>
              <p:nvPicPr>
                <p:cNvPr id="527" name="インク 526">
                  <a:extLst>
                    <a:ext uri="{FF2B5EF4-FFF2-40B4-BE49-F238E27FC236}">
                      <a16:creationId xmlns:a16="http://schemas.microsoft.com/office/drawing/2014/main" id="{EEDB9752-0CC4-8D40-A3E2-0AFF4548736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353430" y="3936496"/>
                  <a:ext cx="1659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540" name="インク 539">
                  <a:extLst>
                    <a:ext uri="{FF2B5EF4-FFF2-40B4-BE49-F238E27FC236}">
                      <a16:creationId xmlns:a16="http://schemas.microsoft.com/office/drawing/2014/main" id="{36694F25-0818-7343-FB15-23C99D765FEB}"/>
                    </a:ext>
                  </a:extLst>
                </p14:cNvPr>
                <p14:cNvContentPartPr/>
                <p14:nvPr/>
              </p14:nvContentPartPr>
              <p14:xfrm>
                <a:off x="1687150" y="3904096"/>
                <a:ext cx="536040" cy="315000"/>
              </p14:xfrm>
            </p:contentPart>
          </mc:Choice>
          <mc:Fallback xmlns="">
            <p:pic>
              <p:nvPicPr>
                <p:cNvPr id="540" name="インク 539">
                  <a:extLst>
                    <a:ext uri="{FF2B5EF4-FFF2-40B4-BE49-F238E27FC236}">
                      <a16:creationId xmlns:a16="http://schemas.microsoft.com/office/drawing/2014/main" id="{36694F25-0818-7343-FB15-23C99D765FE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671680" y="3888616"/>
                  <a:ext cx="566619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541" name="インク 540">
                  <a:extLst>
                    <a:ext uri="{FF2B5EF4-FFF2-40B4-BE49-F238E27FC236}">
                      <a16:creationId xmlns:a16="http://schemas.microsoft.com/office/drawing/2014/main" id="{2FCC2FAB-CEEA-4B25-AEC3-F74C9B0CA45D}"/>
                    </a:ext>
                  </a:extLst>
                </p14:cNvPr>
                <p14:cNvContentPartPr/>
                <p14:nvPr/>
              </p14:nvContentPartPr>
              <p14:xfrm>
                <a:off x="516070" y="3914536"/>
                <a:ext cx="708840" cy="298080"/>
              </p14:xfrm>
            </p:contentPart>
          </mc:Choice>
          <mc:Fallback xmlns="">
            <p:pic>
              <p:nvPicPr>
                <p:cNvPr id="541" name="インク 540">
                  <a:extLst>
                    <a:ext uri="{FF2B5EF4-FFF2-40B4-BE49-F238E27FC236}">
                      <a16:creationId xmlns:a16="http://schemas.microsoft.com/office/drawing/2014/main" id="{2FCC2FAB-CEEA-4B25-AEC3-F74C9B0CA45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0582" y="3894016"/>
                  <a:ext cx="739456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550" name="インク 549">
                  <a:extLst>
                    <a:ext uri="{FF2B5EF4-FFF2-40B4-BE49-F238E27FC236}">
                      <a16:creationId xmlns:a16="http://schemas.microsoft.com/office/drawing/2014/main" id="{34128692-5695-60E9-8B0B-C2B65068E560}"/>
                    </a:ext>
                  </a:extLst>
                </p14:cNvPr>
                <p14:cNvContentPartPr/>
                <p14:nvPr/>
              </p14:nvContentPartPr>
              <p14:xfrm>
                <a:off x="2424111" y="3893741"/>
                <a:ext cx="901800" cy="290160"/>
              </p14:xfrm>
            </p:contentPart>
          </mc:Choice>
          <mc:Fallback xmlns="">
            <p:pic>
              <p:nvPicPr>
                <p:cNvPr id="550" name="インク 549">
                  <a:extLst>
                    <a:ext uri="{FF2B5EF4-FFF2-40B4-BE49-F238E27FC236}">
                      <a16:creationId xmlns:a16="http://schemas.microsoft.com/office/drawing/2014/main" id="{34128692-5695-60E9-8B0B-C2B65068E56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408631" y="3878261"/>
                  <a:ext cx="9324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556" name="インク 555">
                  <a:extLst>
                    <a:ext uri="{FF2B5EF4-FFF2-40B4-BE49-F238E27FC236}">
                      <a16:creationId xmlns:a16="http://schemas.microsoft.com/office/drawing/2014/main" id="{129466DB-7ED5-E6AA-AF90-B00F0404F2C0}"/>
                    </a:ext>
                  </a:extLst>
                </p14:cNvPr>
                <p14:cNvContentPartPr/>
                <p14:nvPr/>
              </p14:nvContentPartPr>
              <p14:xfrm>
                <a:off x="3519231" y="3930101"/>
                <a:ext cx="319320" cy="288000"/>
              </p14:xfrm>
            </p:contentPart>
          </mc:Choice>
          <mc:Fallback xmlns="">
            <p:pic>
              <p:nvPicPr>
                <p:cNvPr id="556" name="インク 555">
                  <a:extLst>
                    <a:ext uri="{FF2B5EF4-FFF2-40B4-BE49-F238E27FC236}">
                      <a16:creationId xmlns:a16="http://schemas.microsoft.com/office/drawing/2014/main" id="{129466DB-7ED5-E6AA-AF90-B00F0404F2C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503734" y="3914621"/>
                  <a:ext cx="349955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43" name="インク 142">
                  <a:extLst>
                    <a:ext uri="{FF2B5EF4-FFF2-40B4-BE49-F238E27FC236}">
                      <a16:creationId xmlns:a16="http://schemas.microsoft.com/office/drawing/2014/main" id="{245D7A04-5658-B182-0362-2EF8BA9E7BCB}"/>
                    </a:ext>
                  </a:extLst>
                </p14:cNvPr>
                <p14:cNvContentPartPr/>
                <p14:nvPr/>
              </p14:nvContentPartPr>
              <p14:xfrm>
                <a:off x="4013748" y="3880251"/>
                <a:ext cx="1212480" cy="313920"/>
              </p14:xfrm>
            </p:contentPart>
          </mc:Choice>
          <mc:Fallback xmlns="">
            <p:pic>
              <p:nvPicPr>
                <p:cNvPr id="143" name="インク 142">
                  <a:extLst>
                    <a:ext uri="{FF2B5EF4-FFF2-40B4-BE49-F238E27FC236}">
                      <a16:creationId xmlns:a16="http://schemas.microsoft.com/office/drawing/2014/main" id="{245D7A04-5658-B182-0362-2EF8BA9E7BC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998268" y="3864771"/>
                  <a:ext cx="12430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77" name="インク 176">
                  <a:extLst>
                    <a:ext uri="{FF2B5EF4-FFF2-40B4-BE49-F238E27FC236}">
                      <a16:creationId xmlns:a16="http://schemas.microsoft.com/office/drawing/2014/main" id="{D64BDAA2-DF1C-1D13-33CE-80E611BD4698}"/>
                    </a:ext>
                  </a:extLst>
                </p14:cNvPr>
                <p14:cNvContentPartPr/>
                <p14:nvPr/>
              </p14:nvContentPartPr>
              <p14:xfrm>
                <a:off x="5287232" y="3898547"/>
                <a:ext cx="1449720" cy="311400"/>
              </p14:xfrm>
            </p:contentPart>
          </mc:Choice>
          <mc:Fallback xmlns="">
            <p:pic>
              <p:nvPicPr>
                <p:cNvPr id="177" name="インク 176">
                  <a:extLst>
                    <a:ext uri="{FF2B5EF4-FFF2-40B4-BE49-F238E27FC236}">
                      <a16:creationId xmlns:a16="http://schemas.microsoft.com/office/drawing/2014/main" id="{D64BDAA2-DF1C-1D13-33CE-80E611BD469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271752" y="3883067"/>
                  <a:ext cx="148032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グループ化 193">
            <a:extLst>
              <a:ext uri="{FF2B5EF4-FFF2-40B4-BE49-F238E27FC236}">
                <a16:creationId xmlns:a16="http://schemas.microsoft.com/office/drawing/2014/main" id="{DA584E98-2085-44E5-04E5-2D646CA4BA3C}"/>
              </a:ext>
            </a:extLst>
          </p:cNvPr>
          <p:cNvGrpSpPr/>
          <p:nvPr/>
        </p:nvGrpSpPr>
        <p:grpSpPr>
          <a:xfrm>
            <a:off x="8691428" y="3297221"/>
            <a:ext cx="3247560" cy="1553760"/>
            <a:chOff x="8372058" y="3385030"/>
            <a:chExt cx="3247560" cy="155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78" name="インク 177">
                  <a:extLst>
                    <a:ext uri="{FF2B5EF4-FFF2-40B4-BE49-F238E27FC236}">
                      <a16:creationId xmlns:a16="http://schemas.microsoft.com/office/drawing/2014/main" id="{908267DB-D31D-CA15-7F91-805841852B76}"/>
                    </a:ext>
                  </a:extLst>
                </p14:cNvPr>
                <p14:cNvContentPartPr/>
                <p14:nvPr/>
              </p14:nvContentPartPr>
              <p14:xfrm>
                <a:off x="8825298" y="3385030"/>
                <a:ext cx="360" cy="1540080"/>
              </p14:xfrm>
            </p:contentPart>
          </mc:Choice>
          <mc:Fallback xmlns="">
            <p:pic>
              <p:nvPicPr>
                <p:cNvPr id="178" name="インク 177">
                  <a:extLst>
                    <a:ext uri="{FF2B5EF4-FFF2-40B4-BE49-F238E27FC236}">
                      <a16:creationId xmlns:a16="http://schemas.microsoft.com/office/drawing/2014/main" id="{908267DB-D31D-CA15-7F91-805841852B7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816298" y="3376030"/>
                  <a:ext cx="18000" cy="155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86" name="インク 185">
                  <a:extLst>
                    <a:ext uri="{FF2B5EF4-FFF2-40B4-BE49-F238E27FC236}">
                      <a16:creationId xmlns:a16="http://schemas.microsoft.com/office/drawing/2014/main" id="{7E3CEFAC-2470-ABBF-0F68-C1EF545DF58C}"/>
                    </a:ext>
                  </a:extLst>
                </p14:cNvPr>
                <p14:cNvContentPartPr/>
                <p14:nvPr/>
              </p14:nvContentPartPr>
              <p14:xfrm>
                <a:off x="8425698" y="3392230"/>
                <a:ext cx="3193920" cy="1546560"/>
              </p14:xfrm>
            </p:contentPart>
          </mc:Choice>
          <mc:Fallback xmlns="">
            <p:pic>
              <p:nvPicPr>
                <p:cNvPr id="186" name="インク 185">
                  <a:extLst>
                    <a:ext uri="{FF2B5EF4-FFF2-40B4-BE49-F238E27FC236}">
                      <a16:creationId xmlns:a16="http://schemas.microsoft.com/office/drawing/2014/main" id="{7E3CEFAC-2470-ABBF-0F68-C1EF545DF58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416698" y="3383230"/>
                  <a:ext cx="3211560" cy="15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87" name="インク 186">
                  <a:extLst>
                    <a:ext uri="{FF2B5EF4-FFF2-40B4-BE49-F238E27FC236}">
                      <a16:creationId xmlns:a16="http://schemas.microsoft.com/office/drawing/2014/main" id="{AD025BBD-D1C0-ED86-D7D5-BD1F7504F811}"/>
                    </a:ext>
                  </a:extLst>
                </p14:cNvPr>
                <p14:cNvContentPartPr/>
                <p14:nvPr/>
              </p14:nvContentPartPr>
              <p14:xfrm>
                <a:off x="8391498" y="4440550"/>
                <a:ext cx="3212280" cy="360"/>
              </p14:xfrm>
            </p:contentPart>
          </mc:Choice>
          <mc:Fallback xmlns="">
            <p:pic>
              <p:nvPicPr>
                <p:cNvPr id="187" name="インク 186">
                  <a:extLst>
                    <a:ext uri="{FF2B5EF4-FFF2-40B4-BE49-F238E27FC236}">
                      <a16:creationId xmlns:a16="http://schemas.microsoft.com/office/drawing/2014/main" id="{AD025BBD-D1C0-ED86-D7D5-BD1F7504F81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382498" y="4431550"/>
                  <a:ext cx="3229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88" name="インク 187">
                  <a:extLst>
                    <a:ext uri="{FF2B5EF4-FFF2-40B4-BE49-F238E27FC236}">
                      <a16:creationId xmlns:a16="http://schemas.microsoft.com/office/drawing/2014/main" id="{F11D8E20-0E7E-50A3-5D2C-DCE16ECD7E75}"/>
                    </a:ext>
                  </a:extLst>
                </p14:cNvPr>
                <p14:cNvContentPartPr/>
                <p14:nvPr/>
              </p14:nvContentPartPr>
              <p14:xfrm>
                <a:off x="8377818" y="4926910"/>
                <a:ext cx="3232800" cy="360"/>
              </p14:xfrm>
            </p:contentPart>
          </mc:Choice>
          <mc:Fallback xmlns="">
            <p:pic>
              <p:nvPicPr>
                <p:cNvPr id="188" name="インク 187">
                  <a:extLst>
                    <a:ext uri="{FF2B5EF4-FFF2-40B4-BE49-F238E27FC236}">
                      <a16:creationId xmlns:a16="http://schemas.microsoft.com/office/drawing/2014/main" id="{F11D8E20-0E7E-50A3-5D2C-DCE16ECD7E7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368818" y="4917910"/>
                  <a:ext cx="3250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588" name="インク 587">
                  <a:extLst>
                    <a:ext uri="{FF2B5EF4-FFF2-40B4-BE49-F238E27FC236}">
                      <a16:creationId xmlns:a16="http://schemas.microsoft.com/office/drawing/2014/main" id="{B3BB45F5-0F31-CDB3-6E05-FA9AEE016F89}"/>
                    </a:ext>
                  </a:extLst>
                </p14:cNvPr>
                <p14:cNvContentPartPr/>
                <p14:nvPr/>
              </p14:nvContentPartPr>
              <p14:xfrm>
                <a:off x="8388258" y="4562950"/>
                <a:ext cx="350640" cy="278640"/>
              </p14:xfrm>
            </p:contentPart>
          </mc:Choice>
          <mc:Fallback xmlns="">
            <p:pic>
              <p:nvPicPr>
                <p:cNvPr id="588" name="インク 587">
                  <a:extLst>
                    <a:ext uri="{FF2B5EF4-FFF2-40B4-BE49-F238E27FC236}">
                      <a16:creationId xmlns:a16="http://schemas.microsoft.com/office/drawing/2014/main" id="{B3BB45F5-0F31-CDB3-6E05-FA9AEE016F8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72794" y="4547470"/>
                  <a:ext cx="381209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589" name="インク 588">
                  <a:extLst>
                    <a:ext uri="{FF2B5EF4-FFF2-40B4-BE49-F238E27FC236}">
                      <a16:creationId xmlns:a16="http://schemas.microsoft.com/office/drawing/2014/main" id="{C4E96262-B9DC-75A7-FE31-356B0DA9BADB}"/>
                    </a:ext>
                  </a:extLst>
                </p14:cNvPr>
                <p14:cNvContentPartPr/>
                <p14:nvPr/>
              </p14:nvContentPartPr>
              <p14:xfrm>
                <a:off x="8372058" y="4058950"/>
                <a:ext cx="373680" cy="304200"/>
              </p14:xfrm>
            </p:contentPart>
          </mc:Choice>
          <mc:Fallback xmlns="">
            <p:pic>
              <p:nvPicPr>
                <p:cNvPr id="589" name="インク 588">
                  <a:extLst>
                    <a:ext uri="{FF2B5EF4-FFF2-40B4-BE49-F238E27FC236}">
                      <a16:creationId xmlns:a16="http://schemas.microsoft.com/office/drawing/2014/main" id="{C4E96262-B9DC-75A7-FE31-356B0DA9BAD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356578" y="4043470"/>
                  <a:ext cx="4042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590" name="インク 589">
                  <a:extLst>
                    <a:ext uri="{FF2B5EF4-FFF2-40B4-BE49-F238E27FC236}">
                      <a16:creationId xmlns:a16="http://schemas.microsoft.com/office/drawing/2014/main" id="{984D8AE9-DA27-5DE1-A444-41A99B7D6FAA}"/>
                    </a:ext>
                  </a:extLst>
                </p14:cNvPr>
                <p14:cNvContentPartPr/>
                <p14:nvPr/>
              </p14:nvContentPartPr>
              <p14:xfrm>
                <a:off x="8558178" y="3532990"/>
                <a:ext cx="88920" cy="226800"/>
              </p14:xfrm>
            </p:contentPart>
          </mc:Choice>
          <mc:Fallback xmlns="">
            <p:pic>
              <p:nvPicPr>
                <p:cNvPr id="590" name="インク 589">
                  <a:extLst>
                    <a:ext uri="{FF2B5EF4-FFF2-40B4-BE49-F238E27FC236}">
                      <a16:creationId xmlns:a16="http://schemas.microsoft.com/office/drawing/2014/main" id="{984D8AE9-DA27-5DE1-A444-41A99B7D6FA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542698" y="3517510"/>
                  <a:ext cx="1195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602" name="インク 601">
                  <a:extLst>
                    <a:ext uri="{FF2B5EF4-FFF2-40B4-BE49-F238E27FC236}">
                      <a16:creationId xmlns:a16="http://schemas.microsoft.com/office/drawing/2014/main" id="{FECD04DF-7C83-D316-B5CB-F0388D0E7267}"/>
                    </a:ext>
                  </a:extLst>
                </p14:cNvPr>
                <p14:cNvContentPartPr/>
                <p14:nvPr/>
              </p14:nvContentPartPr>
              <p14:xfrm>
                <a:off x="9045258" y="3579070"/>
                <a:ext cx="2395440" cy="233640"/>
              </p14:xfrm>
            </p:contentPart>
          </mc:Choice>
          <mc:Fallback xmlns="">
            <p:pic>
              <p:nvPicPr>
                <p:cNvPr id="602" name="インク 601">
                  <a:extLst>
                    <a:ext uri="{FF2B5EF4-FFF2-40B4-BE49-F238E27FC236}">
                      <a16:creationId xmlns:a16="http://schemas.microsoft.com/office/drawing/2014/main" id="{FECD04DF-7C83-D316-B5CB-F0388D0E726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029778" y="3563590"/>
                  <a:ext cx="24260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615" name="インク 614">
                  <a:extLst>
                    <a:ext uri="{FF2B5EF4-FFF2-40B4-BE49-F238E27FC236}">
                      <a16:creationId xmlns:a16="http://schemas.microsoft.com/office/drawing/2014/main" id="{337B1790-9F73-1D59-3380-3B8095827555}"/>
                    </a:ext>
                  </a:extLst>
                </p14:cNvPr>
                <p14:cNvContentPartPr/>
                <p14:nvPr/>
              </p14:nvContentPartPr>
              <p14:xfrm>
                <a:off x="11190799" y="4559861"/>
                <a:ext cx="272520" cy="233280"/>
              </p14:xfrm>
            </p:contentPart>
          </mc:Choice>
          <mc:Fallback xmlns="">
            <p:pic>
              <p:nvPicPr>
                <p:cNvPr id="615" name="インク 614">
                  <a:extLst>
                    <a:ext uri="{FF2B5EF4-FFF2-40B4-BE49-F238E27FC236}">
                      <a16:creationId xmlns:a16="http://schemas.microsoft.com/office/drawing/2014/main" id="{337B1790-9F73-1D59-3380-3B809582755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175319" y="4544405"/>
                  <a:ext cx="303120" cy="2638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616" name="インク 615">
                  <a:extLst>
                    <a:ext uri="{FF2B5EF4-FFF2-40B4-BE49-F238E27FC236}">
                      <a16:creationId xmlns:a16="http://schemas.microsoft.com/office/drawing/2014/main" id="{B3A08FDF-C2CC-1EBE-83AC-182C9CAEEEA6}"/>
                    </a:ext>
                  </a:extLst>
                </p14:cNvPr>
                <p14:cNvContentPartPr/>
                <p14:nvPr/>
              </p14:nvContentPartPr>
              <p14:xfrm>
                <a:off x="10171279" y="4568501"/>
                <a:ext cx="231120" cy="274320"/>
              </p14:xfrm>
            </p:contentPart>
          </mc:Choice>
          <mc:Fallback xmlns="">
            <p:pic>
              <p:nvPicPr>
                <p:cNvPr id="616" name="インク 615">
                  <a:extLst>
                    <a:ext uri="{FF2B5EF4-FFF2-40B4-BE49-F238E27FC236}">
                      <a16:creationId xmlns:a16="http://schemas.microsoft.com/office/drawing/2014/main" id="{B3A08FDF-C2CC-1EBE-83AC-182C9CAEEEA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155775" y="4553021"/>
                  <a:ext cx="261768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617" name="インク 616">
                  <a:extLst>
                    <a:ext uri="{FF2B5EF4-FFF2-40B4-BE49-F238E27FC236}">
                      <a16:creationId xmlns:a16="http://schemas.microsoft.com/office/drawing/2014/main" id="{07C3E1DD-D0B8-683C-025D-210CFB373C6D}"/>
                    </a:ext>
                  </a:extLst>
                </p14:cNvPr>
                <p14:cNvContentPartPr/>
                <p14:nvPr/>
              </p14:nvContentPartPr>
              <p14:xfrm>
                <a:off x="9027199" y="4554461"/>
                <a:ext cx="229320" cy="271800"/>
              </p14:xfrm>
            </p:contentPart>
          </mc:Choice>
          <mc:Fallback xmlns="">
            <p:pic>
              <p:nvPicPr>
                <p:cNvPr id="617" name="インク 616">
                  <a:extLst>
                    <a:ext uri="{FF2B5EF4-FFF2-40B4-BE49-F238E27FC236}">
                      <a16:creationId xmlns:a16="http://schemas.microsoft.com/office/drawing/2014/main" id="{07C3E1DD-D0B8-683C-025D-210CFB373C6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011743" y="4538981"/>
                  <a:ext cx="259872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618" name="インク 617">
                  <a:extLst>
                    <a:ext uri="{FF2B5EF4-FFF2-40B4-BE49-F238E27FC236}">
                      <a16:creationId xmlns:a16="http://schemas.microsoft.com/office/drawing/2014/main" id="{55EADEAD-2C94-5E01-82B1-D0E30BCC9D5E}"/>
                    </a:ext>
                  </a:extLst>
                </p14:cNvPr>
                <p14:cNvContentPartPr/>
                <p14:nvPr/>
              </p14:nvContentPartPr>
              <p14:xfrm>
                <a:off x="9068239" y="4085741"/>
                <a:ext cx="2376000" cy="200520"/>
              </p14:xfrm>
            </p:contentPart>
          </mc:Choice>
          <mc:Fallback xmlns="">
            <p:pic>
              <p:nvPicPr>
                <p:cNvPr id="618" name="インク 617">
                  <a:extLst>
                    <a:ext uri="{FF2B5EF4-FFF2-40B4-BE49-F238E27FC236}">
                      <a16:creationId xmlns:a16="http://schemas.microsoft.com/office/drawing/2014/main" id="{55EADEAD-2C94-5E01-82B1-D0E30BCC9D5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052759" y="4070261"/>
                  <a:ext cx="24066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639" name="インク 638">
                  <a:extLst>
                    <a:ext uri="{FF2B5EF4-FFF2-40B4-BE49-F238E27FC236}">
                      <a16:creationId xmlns:a16="http://schemas.microsoft.com/office/drawing/2014/main" id="{2B92E2D3-7873-D98E-F607-8B955ED2A787}"/>
                    </a:ext>
                  </a:extLst>
                </p14:cNvPr>
                <p14:cNvContentPartPr/>
                <p14:nvPr/>
              </p14:nvContentPartPr>
              <p14:xfrm>
                <a:off x="10650079" y="4486781"/>
                <a:ext cx="316440" cy="174240"/>
              </p14:xfrm>
            </p:contentPart>
          </mc:Choice>
          <mc:Fallback xmlns="">
            <p:pic>
              <p:nvPicPr>
                <p:cNvPr id="639" name="インク 638">
                  <a:extLst>
                    <a:ext uri="{FF2B5EF4-FFF2-40B4-BE49-F238E27FC236}">
                      <a16:creationId xmlns:a16="http://schemas.microsoft.com/office/drawing/2014/main" id="{2B92E2D3-7873-D98E-F607-8B955ED2A7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634617" y="4471301"/>
                  <a:ext cx="347005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640" name="インク 639">
                  <a:extLst>
                    <a:ext uri="{FF2B5EF4-FFF2-40B4-BE49-F238E27FC236}">
                      <a16:creationId xmlns:a16="http://schemas.microsoft.com/office/drawing/2014/main" id="{E6360AB5-B4B3-E106-81EC-A0AD4F6C7DC6}"/>
                    </a:ext>
                  </a:extLst>
                </p14:cNvPr>
                <p14:cNvContentPartPr/>
                <p14:nvPr/>
              </p14:nvContentPartPr>
              <p14:xfrm>
                <a:off x="9557839" y="4486781"/>
                <a:ext cx="361080" cy="164520"/>
              </p14:xfrm>
            </p:contentPart>
          </mc:Choice>
          <mc:Fallback xmlns="">
            <p:pic>
              <p:nvPicPr>
                <p:cNvPr id="640" name="インク 639">
                  <a:extLst>
                    <a:ext uri="{FF2B5EF4-FFF2-40B4-BE49-F238E27FC236}">
                      <a16:creationId xmlns:a16="http://schemas.microsoft.com/office/drawing/2014/main" id="{E6360AB5-B4B3-E106-81EC-A0AD4F6C7DC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542374" y="4471335"/>
                  <a:ext cx="391650" cy="1950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644" name="インク 643">
                  <a:extLst>
                    <a:ext uri="{FF2B5EF4-FFF2-40B4-BE49-F238E27FC236}">
                      <a16:creationId xmlns:a16="http://schemas.microsoft.com/office/drawing/2014/main" id="{A2DC47ED-8867-25BC-A863-635756DA8888}"/>
                    </a:ext>
                  </a:extLst>
                </p14:cNvPr>
                <p14:cNvContentPartPr/>
                <p14:nvPr/>
              </p14:nvContentPartPr>
              <p14:xfrm>
                <a:off x="9638767" y="4709420"/>
                <a:ext cx="207360" cy="169560"/>
              </p14:xfrm>
            </p:contentPart>
          </mc:Choice>
          <mc:Fallback xmlns="">
            <p:pic>
              <p:nvPicPr>
                <p:cNvPr id="644" name="インク 643">
                  <a:extLst>
                    <a:ext uri="{FF2B5EF4-FFF2-40B4-BE49-F238E27FC236}">
                      <a16:creationId xmlns:a16="http://schemas.microsoft.com/office/drawing/2014/main" id="{A2DC47ED-8867-25BC-A863-635756DA888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623287" y="4693973"/>
                  <a:ext cx="237960" cy="2000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654" name="インク 653">
                  <a:extLst>
                    <a:ext uri="{FF2B5EF4-FFF2-40B4-BE49-F238E27FC236}">
                      <a16:creationId xmlns:a16="http://schemas.microsoft.com/office/drawing/2014/main" id="{88A3A765-40A7-EC1A-1B40-84EC2BE89E87}"/>
                    </a:ext>
                  </a:extLst>
                </p14:cNvPr>
                <p14:cNvContentPartPr/>
                <p14:nvPr/>
              </p14:nvContentPartPr>
              <p14:xfrm>
                <a:off x="10719503" y="4746471"/>
                <a:ext cx="202320" cy="125280"/>
              </p14:xfrm>
            </p:contentPart>
          </mc:Choice>
          <mc:Fallback xmlns="">
            <p:pic>
              <p:nvPicPr>
                <p:cNvPr id="654" name="インク 653">
                  <a:extLst>
                    <a:ext uri="{FF2B5EF4-FFF2-40B4-BE49-F238E27FC236}">
                      <a16:creationId xmlns:a16="http://schemas.microsoft.com/office/drawing/2014/main" id="{88A3A765-40A7-EC1A-1B40-84EC2BE89E8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704050" y="4730991"/>
                  <a:ext cx="232866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グループ化 203">
            <a:extLst>
              <a:ext uri="{FF2B5EF4-FFF2-40B4-BE49-F238E27FC236}">
                <a16:creationId xmlns:a16="http://schemas.microsoft.com/office/drawing/2014/main" id="{622E6ECF-245C-631B-B641-8793CA8E772D}"/>
              </a:ext>
            </a:extLst>
          </p:cNvPr>
          <p:cNvGrpSpPr/>
          <p:nvPr/>
        </p:nvGrpSpPr>
        <p:grpSpPr>
          <a:xfrm>
            <a:off x="569207" y="4378387"/>
            <a:ext cx="5076395" cy="401040"/>
            <a:chOff x="569207" y="4378387"/>
            <a:chExt cx="5076395" cy="4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666" name="インク 665">
                  <a:extLst>
                    <a:ext uri="{FF2B5EF4-FFF2-40B4-BE49-F238E27FC236}">
                      <a16:creationId xmlns:a16="http://schemas.microsoft.com/office/drawing/2014/main" id="{1F2D5D52-3C38-33C8-FB1F-11A07C47613E}"/>
                    </a:ext>
                  </a:extLst>
                </p14:cNvPr>
                <p14:cNvContentPartPr/>
                <p14:nvPr/>
              </p14:nvContentPartPr>
              <p14:xfrm>
                <a:off x="569207" y="4439227"/>
                <a:ext cx="614160" cy="252360"/>
              </p14:xfrm>
            </p:contentPart>
          </mc:Choice>
          <mc:Fallback xmlns="">
            <p:pic>
              <p:nvPicPr>
                <p:cNvPr id="666" name="インク 665">
                  <a:extLst>
                    <a:ext uri="{FF2B5EF4-FFF2-40B4-BE49-F238E27FC236}">
                      <a16:creationId xmlns:a16="http://schemas.microsoft.com/office/drawing/2014/main" id="{1F2D5D52-3C38-33C8-FB1F-11A07C47613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53727" y="4423747"/>
                  <a:ext cx="6447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670" name="インク 669">
                  <a:extLst>
                    <a:ext uri="{FF2B5EF4-FFF2-40B4-BE49-F238E27FC236}">
                      <a16:creationId xmlns:a16="http://schemas.microsoft.com/office/drawing/2014/main" id="{8DD889C4-2251-78F7-9FC0-BD8EB5C74763}"/>
                    </a:ext>
                  </a:extLst>
                </p14:cNvPr>
                <p14:cNvContentPartPr/>
                <p14:nvPr/>
              </p14:nvContentPartPr>
              <p14:xfrm>
                <a:off x="1361567" y="4378387"/>
                <a:ext cx="328680" cy="401040"/>
              </p14:xfrm>
            </p:contentPart>
          </mc:Choice>
          <mc:Fallback xmlns="">
            <p:pic>
              <p:nvPicPr>
                <p:cNvPr id="670" name="インク 669">
                  <a:extLst>
                    <a:ext uri="{FF2B5EF4-FFF2-40B4-BE49-F238E27FC236}">
                      <a16:creationId xmlns:a16="http://schemas.microsoft.com/office/drawing/2014/main" id="{8DD889C4-2251-78F7-9FC0-BD8EB5C7476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346087" y="4362921"/>
                  <a:ext cx="359280" cy="4316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677" name="インク 676">
                  <a:extLst>
                    <a:ext uri="{FF2B5EF4-FFF2-40B4-BE49-F238E27FC236}">
                      <a16:creationId xmlns:a16="http://schemas.microsoft.com/office/drawing/2014/main" id="{6DBABF90-0CA1-C3FB-3F0A-1F46944EE5EF}"/>
                    </a:ext>
                  </a:extLst>
                </p14:cNvPr>
                <p14:cNvContentPartPr/>
                <p14:nvPr/>
              </p14:nvContentPartPr>
              <p14:xfrm>
                <a:off x="1817327" y="4411507"/>
                <a:ext cx="473040" cy="355680"/>
              </p14:xfrm>
            </p:contentPart>
          </mc:Choice>
          <mc:Fallback xmlns="">
            <p:pic>
              <p:nvPicPr>
                <p:cNvPr id="677" name="インク 676">
                  <a:extLst>
                    <a:ext uri="{FF2B5EF4-FFF2-40B4-BE49-F238E27FC236}">
                      <a16:creationId xmlns:a16="http://schemas.microsoft.com/office/drawing/2014/main" id="{6DBABF90-0CA1-C3FB-3F0A-1F46944EE5E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801859" y="4396027"/>
                  <a:ext cx="503617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696" name="インク 695">
                  <a:extLst>
                    <a:ext uri="{FF2B5EF4-FFF2-40B4-BE49-F238E27FC236}">
                      <a16:creationId xmlns:a16="http://schemas.microsoft.com/office/drawing/2014/main" id="{D1FFC79C-DCAF-49C4-63BF-7C9393655853}"/>
                    </a:ext>
                  </a:extLst>
                </p14:cNvPr>
                <p14:cNvContentPartPr/>
                <p14:nvPr/>
              </p14:nvContentPartPr>
              <p14:xfrm>
                <a:off x="2491207" y="4439227"/>
                <a:ext cx="1679400" cy="272160"/>
              </p14:xfrm>
            </p:contentPart>
          </mc:Choice>
          <mc:Fallback xmlns="">
            <p:pic>
              <p:nvPicPr>
                <p:cNvPr id="696" name="インク 695">
                  <a:extLst>
                    <a:ext uri="{FF2B5EF4-FFF2-40B4-BE49-F238E27FC236}">
                      <a16:creationId xmlns:a16="http://schemas.microsoft.com/office/drawing/2014/main" id="{D1FFC79C-DCAF-49C4-63BF-7C939365585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475724" y="4423747"/>
                  <a:ext cx="1710007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712" name="インク 711">
                  <a:extLst>
                    <a:ext uri="{FF2B5EF4-FFF2-40B4-BE49-F238E27FC236}">
                      <a16:creationId xmlns:a16="http://schemas.microsoft.com/office/drawing/2014/main" id="{EA5F6B27-3364-4BAF-DBE8-D8000AF6E3A0}"/>
                    </a:ext>
                  </a:extLst>
                </p14:cNvPr>
                <p14:cNvContentPartPr/>
                <p14:nvPr/>
              </p14:nvContentPartPr>
              <p14:xfrm>
                <a:off x="4306042" y="4430910"/>
                <a:ext cx="1339560" cy="303480"/>
              </p14:xfrm>
            </p:contentPart>
          </mc:Choice>
          <mc:Fallback xmlns="">
            <p:pic>
              <p:nvPicPr>
                <p:cNvPr id="712" name="インク 711">
                  <a:extLst>
                    <a:ext uri="{FF2B5EF4-FFF2-40B4-BE49-F238E27FC236}">
                      <a16:creationId xmlns:a16="http://schemas.microsoft.com/office/drawing/2014/main" id="{EA5F6B27-3364-4BAF-DBE8-D8000AF6E3A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290562" y="4415430"/>
                  <a:ext cx="1370160" cy="33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グループ化 204">
            <a:extLst>
              <a:ext uri="{FF2B5EF4-FFF2-40B4-BE49-F238E27FC236}">
                <a16:creationId xmlns:a16="http://schemas.microsoft.com/office/drawing/2014/main" id="{C64A7213-9D79-B0A3-D7F3-2E56B1E9184E}"/>
              </a:ext>
            </a:extLst>
          </p:cNvPr>
          <p:cNvGrpSpPr/>
          <p:nvPr/>
        </p:nvGrpSpPr>
        <p:grpSpPr>
          <a:xfrm>
            <a:off x="501840" y="4909225"/>
            <a:ext cx="4205828" cy="887077"/>
            <a:chOff x="501840" y="4909225"/>
            <a:chExt cx="4205828" cy="88707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4305AE43-DB3E-29C2-7F71-D73653900F09}"/>
                    </a:ext>
                  </a:extLst>
                </p14:cNvPr>
                <p14:cNvContentPartPr/>
                <p14:nvPr/>
              </p14:nvContentPartPr>
              <p14:xfrm>
                <a:off x="501840" y="5023449"/>
                <a:ext cx="296280" cy="193680"/>
              </p14:xfrm>
            </p:contentPart>
          </mc:Choice>
          <mc:Fallback xmlns=""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4305AE43-DB3E-29C2-7F71-D73653900F0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86379" y="5007940"/>
                  <a:ext cx="326843" cy="2243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" name="インク 10">
                  <a:extLst>
                    <a:ext uri="{FF2B5EF4-FFF2-40B4-BE49-F238E27FC236}">
                      <a16:creationId xmlns:a16="http://schemas.microsoft.com/office/drawing/2014/main" id="{B4ECF234-0BA1-BB29-7A49-2691A953CB8A}"/>
                    </a:ext>
                  </a:extLst>
                </p14:cNvPr>
                <p14:cNvContentPartPr/>
                <p14:nvPr/>
              </p14:nvContentPartPr>
              <p14:xfrm>
                <a:off x="963142" y="5046385"/>
                <a:ext cx="145800" cy="120600"/>
              </p14:xfrm>
            </p:contentPart>
          </mc:Choice>
          <mc:Fallback xmlns="">
            <p:pic>
              <p:nvPicPr>
                <p:cNvPr id="11" name="インク 10">
                  <a:extLst>
                    <a:ext uri="{FF2B5EF4-FFF2-40B4-BE49-F238E27FC236}">
                      <a16:creationId xmlns:a16="http://schemas.microsoft.com/office/drawing/2014/main" id="{B4ECF234-0BA1-BB29-7A49-2691A953CB8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47662" y="5030951"/>
                  <a:ext cx="176400" cy="1511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472" name="インク 471">
                  <a:extLst>
                    <a:ext uri="{FF2B5EF4-FFF2-40B4-BE49-F238E27FC236}">
                      <a16:creationId xmlns:a16="http://schemas.microsoft.com/office/drawing/2014/main" id="{D17B9886-EC85-45A3-659E-CAA2BE01E863}"/>
                    </a:ext>
                  </a:extLst>
                </p14:cNvPr>
                <p14:cNvContentPartPr/>
                <p14:nvPr/>
              </p14:nvContentPartPr>
              <p14:xfrm>
                <a:off x="2114062" y="4909225"/>
                <a:ext cx="1726920" cy="370080"/>
              </p14:xfrm>
            </p:contentPart>
          </mc:Choice>
          <mc:Fallback xmlns="">
            <p:pic>
              <p:nvPicPr>
                <p:cNvPr id="472" name="インク 471">
                  <a:extLst>
                    <a:ext uri="{FF2B5EF4-FFF2-40B4-BE49-F238E27FC236}">
                      <a16:creationId xmlns:a16="http://schemas.microsoft.com/office/drawing/2014/main" id="{D17B9886-EC85-45A3-659E-CAA2BE01E86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098579" y="4893760"/>
                  <a:ext cx="1757526" cy="4006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473" name="インク 472">
                  <a:extLst>
                    <a:ext uri="{FF2B5EF4-FFF2-40B4-BE49-F238E27FC236}">
                      <a16:creationId xmlns:a16="http://schemas.microsoft.com/office/drawing/2014/main" id="{4AE2943A-9387-33D1-377B-ED898F9A12C0}"/>
                    </a:ext>
                  </a:extLst>
                </p14:cNvPr>
                <p14:cNvContentPartPr/>
                <p14:nvPr/>
              </p14:nvContentPartPr>
              <p14:xfrm>
                <a:off x="1247542" y="4920385"/>
                <a:ext cx="714960" cy="323640"/>
              </p14:xfrm>
            </p:contentPart>
          </mc:Choice>
          <mc:Fallback xmlns="">
            <p:pic>
              <p:nvPicPr>
                <p:cNvPr id="473" name="インク 472">
                  <a:extLst>
                    <a:ext uri="{FF2B5EF4-FFF2-40B4-BE49-F238E27FC236}">
                      <a16:creationId xmlns:a16="http://schemas.microsoft.com/office/drawing/2014/main" id="{4AE2943A-9387-33D1-377B-ED898F9A12C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232062" y="4904905"/>
                  <a:ext cx="7455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477" name="インク 476">
                  <a:extLst>
                    <a:ext uri="{FF2B5EF4-FFF2-40B4-BE49-F238E27FC236}">
                      <a16:creationId xmlns:a16="http://schemas.microsoft.com/office/drawing/2014/main" id="{D7D8562E-2DC3-53CE-55A6-18CDCF333D8B}"/>
                    </a:ext>
                  </a:extLst>
                </p14:cNvPr>
                <p14:cNvContentPartPr/>
                <p14:nvPr/>
              </p14:nvContentPartPr>
              <p14:xfrm>
                <a:off x="571682" y="5429822"/>
                <a:ext cx="289440" cy="366480"/>
              </p14:xfrm>
            </p:contentPart>
          </mc:Choice>
          <mc:Fallback xmlns="">
            <p:pic>
              <p:nvPicPr>
                <p:cNvPr id="477" name="インク 476">
                  <a:extLst>
                    <a:ext uri="{FF2B5EF4-FFF2-40B4-BE49-F238E27FC236}">
                      <a16:creationId xmlns:a16="http://schemas.microsoft.com/office/drawing/2014/main" id="{D7D8562E-2DC3-53CE-55A6-18CDCF333D8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56202" y="5414357"/>
                  <a:ext cx="320040" cy="3970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486" name="インク 485">
                  <a:extLst>
                    <a:ext uri="{FF2B5EF4-FFF2-40B4-BE49-F238E27FC236}">
                      <a16:creationId xmlns:a16="http://schemas.microsoft.com/office/drawing/2014/main" id="{0B4104FC-20E6-9582-5759-59C46B67E061}"/>
                    </a:ext>
                  </a:extLst>
                </p14:cNvPr>
                <p14:cNvContentPartPr/>
                <p14:nvPr/>
              </p14:nvContentPartPr>
              <p14:xfrm>
                <a:off x="969122" y="5467262"/>
                <a:ext cx="318960" cy="312120"/>
              </p14:xfrm>
            </p:contentPart>
          </mc:Choice>
          <mc:Fallback xmlns="">
            <p:pic>
              <p:nvPicPr>
                <p:cNvPr id="486" name="インク 485">
                  <a:extLst>
                    <a:ext uri="{FF2B5EF4-FFF2-40B4-BE49-F238E27FC236}">
                      <a16:creationId xmlns:a16="http://schemas.microsoft.com/office/drawing/2014/main" id="{0B4104FC-20E6-9582-5759-59C46B67E06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3642" y="5451782"/>
                  <a:ext cx="3495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488" name="インク 487">
                  <a:extLst>
                    <a:ext uri="{FF2B5EF4-FFF2-40B4-BE49-F238E27FC236}">
                      <a16:creationId xmlns:a16="http://schemas.microsoft.com/office/drawing/2014/main" id="{0A12E839-01F3-B615-FAD5-11757A9C9D70}"/>
                    </a:ext>
                  </a:extLst>
                </p14:cNvPr>
                <p14:cNvContentPartPr/>
                <p14:nvPr/>
              </p14:nvContentPartPr>
              <p14:xfrm>
                <a:off x="1350362" y="5477702"/>
                <a:ext cx="318960" cy="250560"/>
              </p14:xfrm>
            </p:contentPart>
          </mc:Choice>
          <mc:Fallback xmlns="">
            <p:pic>
              <p:nvPicPr>
                <p:cNvPr id="488" name="インク 487">
                  <a:extLst>
                    <a:ext uri="{FF2B5EF4-FFF2-40B4-BE49-F238E27FC236}">
                      <a16:creationId xmlns:a16="http://schemas.microsoft.com/office/drawing/2014/main" id="{0A12E839-01F3-B615-FAD5-11757A9C9D7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334899" y="5462222"/>
                  <a:ext cx="349526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496" name="インク 495">
                  <a:extLst>
                    <a:ext uri="{FF2B5EF4-FFF2-40B4-BE49-F238E27FC236}">
                      <a16:creationId xmlns:a16="http://schemas.microsoft.com/office/drawing/2014/main" id="{77667523-7005-9BCF-E0FD-EF57763164F6}"/>
                    </a:ext>
                  </a:extLst>
                </p14:cNvPr>
                <p14:cNvContentPartPr/>
                <p14:nvPr/>
              </p14:nvContentPartPr>
              <p14:xfrm>
                <a:off x="1820162" y="5416502"/>
                <a:ext cx="306000" cy="372240"/>
              </p14:xfrm>
            </p:contentPart>
          </mc:Choice>
          <mc:Fallback xmlns="">
            <p:pic>
              <p:nvPicPr>
                <p:cNvPr id="496" name="インク 495">
                  <a:extLst>
                    <a:ext uri="{FF2B5EF4-FFF2-40B4-BE49-F238E27FC236}">
                      <a16:creationId xmlns:a16="http://schemas.microsoft.com/office/drawing/2014/main" id="{77667523-7005-9BCF-E0FD-EF57763164F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804682" y="5401022"/>
                  <a:ext cx="33660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505" name="インク 504">
                  <a:extLst>
                    <a:ext uri="{FF2B5EF4-FFF2-40B4-BE49-F238E27FC236}">
                      <a16:creationId xmlns:a16="http://schemas.microsoft.com/office/drawing/2014/main" id="{989A777B-CAFE-62F8-4094-54F92F89A1C1}"/>
                    </a:ext>
                  </a:extLst>
                </p14:cNvPr>
                <p14:cNvContentPartPr/>
                <p14:nvPr/>
              </p14:nvContentPartPr>
              <p14:xfrm>
                <a:off x="2313002" y="5506862"/>
                <a:ext cx="392760" cy="231480"/>
              </p14:xfrm>
            </p:contentPart>
          </mc:Choice>
          <mc:Fallback xmlns="">
            <p:pic>
              <p:nvPicPr>
                <p:cNvPr id="505" name="インク 504">
                  <a:extLst>
                    <a:ext uri="{FF2B5EF4-FFF2-40B4-BE49-F238E27FC236}">
                      <a16:creationId xmlns:a16="http://schemas.microsoft.com/office/drawing/2014/main" id="{989A777B-CAFE-62F8-4094-54F92F89A1C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297522" y="5491382"/>
                  <a:ext cx="4233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542" name="インク 541">
                  <a:extLst>
                    <a:ext uri="{FF2B5EF4-FFF2-40B4-BE49-F238E27FC236}">
                      <a16:creationId xmlns:a16="http://schemas.microsoft.com/office/drawing/2014/main" id="{8C42A5C7-B979-1284-7FC7-CB3FD51C5374}"/>
                    </a:ext>
                  </a:extLst>
                </p14:cNvPr>
                <p14:cNvContentPartPr/>
                <p14:nvPr/>
              </p14:nvContentPartPr>
              <p14:xfrm>
                <a:off x="2866268" y="5425300"/>
                <a:ext cx="1559880" cy="306720"/>
              </p14:xfrm>
            </p:contentPart>
          </mc:Choice>
          <mc:Fallback xmlns="">
            <p:pic>
              <p:nvPicPr>
                <p:cNvPr id="542" name="インク 541">
                  <a:extLst>
                    <a:ext uri="{FF2B5EF4-FFF2-40B4-BE49-F238E27FC236}">
                      <a16:creationId xmlns:a16="http://schemas.microsoft.com/office/drawing/2014/main" id="{8C42A5C7-B979-1284-7FC7-CB3FD51C537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850788" y="5409802"/>
                  <a:ext cx="1590480" cy="3373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545" name="インク 544">
                  <a:extLst>
                    <a:ext uri="{FF2B5EF4-FFF2-40B4-BE49-F238E27FC236}">
                      <a16:creationId xmlns:a16="http://schemas.microsoft.com/office/drawing/2014/main" id="{37C5BD4E-ABF9-8315-643C-BD2D17F7A9B8}"/>
                    </a:ext>
                  </a:extLst>
                </p14:cNvPr>
                <p14:cNvContentPartPr/>
                <p14:nvPr/>
              </p14:nvContentPartPr>
              <p14:xfrm>
                <a:off x="4499588" y="5525020"/>
                <a:ext cx="208080" cy="218880"/>
              </p14:xfrm>
            </p:contentPart>
          </mc:Choice>
          <mc:Fallback xmlns="">
            <p:pic>
              <p:nvPicPr>
                <p:cNvPr id="545" name="インク 544">
                  <a:extLst>
                    <a:ext uri="{FF2B5EF4-FFF2-40B4-BE49-F238E27FC236}">
                      <a16:creationId xmlns:a16="http://schemas.microsoft.com/office/drawing/2014/main" id="{37C5BD4E-ABF9-8315-643C-BD2D17F7A9B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484108" y="5509514"/>
                  <a:ext cx="238680" cy="24953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グループ化 205">
            <a:extLst>
              <a:ext uri="{FF2B5EF4-FFF2-40B4-BE49-F238E27FC236}">
                <a16:creationId xmlns:a16="http://schemas.microsoft.com/office/drawing/2014/main" id="{A9C54B7B-5BD3-C15A-B57A-7A5F03F45252}"/>
              </a:ext>
            </a:extLst>
          </p:cNvPr>
          <p:cNvGrpSpPr/>
          <p:nvPr/>
        </p:nvGrpSpPr>
        <p:grpSpPr>
          <a:xfrm>
            <a:off x="581400" y="5948991"/>
            <a:ext cx="3063600" cy="843276"/>
            <a:chOff x="581400" y="5948991"/>
            <a:chExt cx="3063600" cy="84327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559" name="インク 558">
                  <a:extLst>
                    <a:ext uri="{FF2B5EF4-FFF2-40B4-BE49-F238E27FC236}">
                      <a16:creationId xmlns:a16="http://schemas.microsoft.com/office/drawing/2014/main" id="{1E77F6E7-0E5B-208D-0089-E62BCD44EEDD}"/>
                    </a:ext>
                  </a:extLst>
                </p14:cNvPr>
                <p14:cNvContentPartPr/>
                <p14:nvPr/>
              </p14:nvContentPartPr>
              <p14:xfrm>
                <a:off x="581400" y="5982471"/>
                <a:ext cx="620640" cy="256680"/>
              </p14:xfrm>
            </p:contentPart>
          </mc:Choice>
          <mc:Fallback xmlns="">
            <p:pic>
              <p:nvPicPr>
                <p:cNvPr id="559" name="インク 558">
                  <a:extLst>
                    <a:ext uri="{FF2B5EF4-FFF2-40B4-BE49-F238E27FC236}">
                      <a16:creationId xmlns:a16="http://schemas.microsoft.com/office/drawing/2014/main" id="{1E77F6E7-0E5B-208D-0089-E62BCD44EED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65920" y="5966991"/>
                  <a:ext cx="6512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95" name="インク 94">
                  <a:extLst>
                    <a:ext uri="{FF2B5EF4-FFF2-40B4-BE49-F238E27FC236}">
                      <a16:creationId xmlns:a16="http://schemas.microsoft.com/office/drawing/2014/main" id="{8DFCAA1F-82E1-4541-2848-176C4CE5B53D}"/>
                    </a:ext>
                  </a:extLst>
                </p14:cNvPr>
                <p14:cNvContentPartPr/>
                <p14:nvPr/>
              </p14:nvContentPartPr>
              <p14:xfrm>
                <a:off x="3074040" y="5948991"/>
                <a:ext cx="570960" cy="291600"/>
              </p14:xfrm>
            </p:contentPart>
          </mc:Choice>
          <mc:Fallback xmlns="">
            <p:pic>
              <p:nvPicPr>
                <p:cNvPr id="95" name="インク 94">
                  <a:extLst>
                    <a:ext uri="{FF2B5EF4-FFF2-40B4-BE49-F238E27FC236}">
                      <a16:creationId xmlns:a16="http://schemas.microsoft.com/office/drawing/2014/main" id="{8DFCAA1F-82E1-4541-2848-176C4CE5B53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058560" y="5933511"/>
                  <a:ext cx="6015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96" name="インク 95">
                  <a:extLst>
                    <a:ext uri="{FF2B5EF4-FFF2-40B4-BE49-F238E27FC236}">
                      <a16:creationId xmlns:a16="http://schemas.microsoft.com/office/drawing/2014/main" id="{257F09E8-3D9C-D1E7-CF5E-906CED739E31}"/>
                    </a:ext>
                  </a:extLst>
                </p14:cNvPr>
                <p14:cNvContentPartPr/>
                <p14:nvPr/>
              </p14:nvContentPartPr>
              <p14:xfrm>
                <a:off x="2729520" y="6014151"/>
                <a:ext cx="171360" cy="189000"/>
              </p14:xfrm>
            </p:contentPart>
          </mc:Choice>
          <mc:Fallback xmlns="">
            <p:pic>
              <p:nvPicPr>
                <p:cNvPr id="96" name="インク 95">
                  <a:extLst>
                    <a:ext uri="{FF2B5EF4-FFF2-40B4-BE49-F238E27FC236}">
                      <a16:creationId xmlns:a16="http://schemas.microsoft.com/office/drawing/2014/main" id="{257F09E8-3D9C-D1E7-CF5E-906CED739E3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714007" y="5998671"/>
                  <a:ext cx="202024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97" name="インク 96">
                  <a:extLst>
                    <a:ext uri="{FF2B5EF4-FFF2-40B4-BE49-F238E27FC236}">
                      <a16:creationId xmlns:a16="http://schemas.microsoft.com/office/drawing/2014/main" id="{5C00EB3A-8862-933B-8F26-9AF1C1B30991}"/>
                    </a:ext>
                  </a:extLst>
                </p14:cNvPr>
                <p14:cNvContentPartPr/>
                <p14:nvPr/>
              </p14:nvContentPartPr>
              <p14:xfrm>
                <a:off x="1895760" y="6001191"/>
                <a:ext cx="688680" cy="229320"/>
              </p14:xfrm>
            </p:contentPart>
          </mc:Choice>
          <mc:Fallback xmlns="">
            <p:pic>
              <p:nvPicPr>
                <p:cNvPr id="97" name="インク 96">
                  <a:extLst>
                    <a:ext uri="{FF2B5EF4-FFF2-40B4-BE49-F238E27FC236}">
                      <a16:creationId xmlns:a16="http://schemas.microsoft.com/office/drawing/2014/main" id="{5C00EB3A-8862-933B-8F26-9AF1C1B3099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880272" y="5985711"/>
                  <a:ext cx="719296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98" name="インク 97">
                  <a:extLst>
                    <a:ext uri="{FF2B5EF4-FFF2-40B4-BE49-F238E27FC236}">
                      <a16:creationId xmlns:a16="http://schemas.microsoft.com/office/drawing/2014/main" id="{C0627D76-9009-ACCF-D78F-5B542DCA3918}"/>
                    </a:ext>
                  </a:extLst>
                </p14:cNvPr>
                <p14:cNvContentPartPr/>
                <p14:nvPr/>
              </p14:nvContentPartPr>
              <p14:xfrm>
                <a:off x="1343520" y="5985351"/>
                <a:ext cx="416160" cy="255240"/>
              </p14:xfrm>
            </p:contentPart>
          </mc:Choice>
          <mc:Fallback xmlns="">
            <p:pic>
              <p:nvPicPr>
                <p:cNvPr id="98" name="インク 97">
                  <a:extLst>
                    <a:ext uri="{FF2B5EF4-FFF2-40B4-BE49-F238E27FC236}">
                      <a16:creationId xmlns:a16="http://schemas.microsoft.com/office/drawing/2014/main" id="{C0627D76-9009-ACCF-D78F-5B542DCA391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328027" y="5969871"/>
                  <a:ext cx="446786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00" name="インク 99">
                  <a:extLst>
                    <a:ext uri="{FF2B5EF4-FFF2-40B4-BE49-F238E27FC236}">
                      <a16:creationId xmlns:a16="http://schemas.microsoft.com/office/drawing/2014/main" id="{4CB1948E-6152-CC31-6661-21D9222D2CD7}"/>
                    </a:ext>
                  </a:extLst>
                </p14:cNvPr>
                <p14:cNvContentPartPr/>
                <p14:nvPr/>
              </p14:nvContentPartPr>
              <p14:xfrm>
                <a:off x="2332440" y="6153471"/>
                <a:ext cx="29160" cy="21240"/>
              </p14:xfrm>
            </p:contentPart>
          </mc:Choice>
          <mc:Fallback xmlns="">
            <p:pic>
              <p:nvPicPr>
                <p:cNvPr id="100" name="インク 99">
                  <a:extLst>
                    <a:ext uri="{FF2B5EF4-FFF2-40B4-BE49-F238E27FC236}">
                      <a16:creationId xmlns:a16="http://schemas.microsoft.com/office/drawing/2014/main" id="{4CB1948E-6152-CC31-6661-21D9222D2CD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316960" y="6137991"/>
                  <a:ext cx="597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2" name="インク 111">
                  <a:extLst>
                    <a:ext uri="{FF2B5EF4-FFF2-40B4-BE49-F238E27FC236}">
                      <a16:creationId xmlns:a16="http://schemas.microsoft.com/office/drawing/2014/main" id="{2199C0B6-5DFD-827B-0960-E7AC8BB80F6C}"/>
                    </a:ext>
                  </a:extLst>
                </p14:cNvPr>
                <p14:cNvContentPartPr/>
                <p14:nvPr/>
              </p14:nvContentPartPr>
              <p14:xfrm>
                <a:off x="2085289" y="6456027"/>
                <a:ext cx="1050840" cy="234000"/>
              </p14:xfrm>
            </p:contentPart>
          </mc:Choice>
          <mc:Fallback xmlns="">
            <p:pic>
              <p:nvPicPr>
                <p:cNvPr id="112" name="インク 111">
                  <a:extLst>
                    <a:ext uri="{FF2B5EF4-FFF2-40B4-BE49-F238E27FC236}">
                      <a16:creationId xmlns:a16="http://schemas.microsoft.com/office/drawing/2014/main" id="{2199C0B6-5DFD-827B-0960-E7AC8BB80F6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069814" y="6440523"/>
                  <a:ext cx="1081430" cy="2646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4" name="インク 113">
                  <a:extLst>
                    <a:ext uri="{FF2B5EF4-FFF2-40B4-BE49-F238E27FC236}">
                      <a16:creationId xmlns:a16="http://schemas.microsoft.com/office/drawing/2014/main" id="{6CE001AD-B05C-D690-4426-F76B2109653E}"/>
                    </a:ext>
                  </a:extLst>
                </p14:cNvPr>
                <p14:cNvContentPartPr/>
                <p14:nvPr/>
              </p14:nvContentPartPr>
              <p14:xfrm>
                <a:off x="1575529" y="6409227"/>
                <a:ext cx="356040" cy="300960"/>
              </p14:xfrm>
            </p:contentPart>
          </mc:Choice>
          <mc:Fallback xmlns="">
            <p:pic>
              <p:nvPicPr>
                <p:cNvPr id="114" name="インク 113">
                  <a:extLst>
                    <a:ext uri="{FF2B5EF4-FFF2-40B4-BE49-F238E27FC236}">
                      <a16:creationId xmlns:a16="http://schemas.microsoft.com/office/drawing/2014/main" id="{6CE001AD-B05C-D690-4426-F76B2109653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560049" y="6393747"/>
                  <a:ext cx="3866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1" name="インク 120">
                  <a:extLst>
                    <a:ext uri="{FF2B5EF4-FFF2-40B4-BE49-F238E27FC236}">
                      <a16:creationId xmlns:a16="http://schemas.microsoft.com/office/drawing/2014/main" id="{01DE8165-09E9-6D73-9800-6F0050B82154}"/>
                    </a:ext>
                  </a:extLst>
                </p14:cNvPr>
                <p14:cNvContentPartPr/>
                <p14:nvPr/>
              </p14:nvContentPartPr>
              <p14:xfrm>
                <a:off x="1455649" y="6674907"/>
                <a:ext cx="1898280" cy="117360"/>
              </p14:xfrm>
            </p:contentPart>
          </mc:Choice>
          <mc:Fallback xmlns="">
            <p:pic>
              <p:nvPicPr>
                <p:cNvPr id="121" name="インク 120">
                  <a:extLst>
                    <a:ext uri="{FF2B5EF4-FFF2-40B4-BE49-F238E27FC236}">
                      <a16:creationId xmlns:a16="http://schemas.microsoft.com/office/drawing/2014/main" id="{01DE8165-09E9-6D73-9800-6F0050B8215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446651" y="6654387"/>
                  <a:ext cx="1915917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グループ化 196">
            <a:extLst>
              <a:ext uri="{FF2B5EF4-FFF2-40B4-BE49-F238E27FC236}">
                <a16:creationId xmlns:a16="http://schemas.microsoft.com/office/drawing/2014/main" id="{6C189094-C44B-AE52-EF55-D0B7C7ABCC4F}"/>
              </a:ext>
            </a:extLst>
          </p:cNvPr>
          <p:cNvGrpSpPr/>
          <p:nvPr/>
        </p:nvGrpSpPr>
        <p:grpSpPr>
          <a:xfrm>
            <a:off x="3874554" y="5877210"/>
            <a:ext cx="2210760" cy="482400"/>
            <a:chOff x="3874554" y="5877210"/>
            <a:chExt cx="2210760" cy="48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37" name="インク 36">
                  <a:extLst>
                    <a:ext uri="{FF2B5EF4-FFF2-40B4-BE49-F238E27FC236}">
                      <a16:creationId xmlns:a16="http://schemas.microsoft.com/office/drawing/2014/main" id="{B5E6994B-46C6-511F-A9B5-9232031458E4}"/>
                    </a:ext>
                  </a:extLst>
                </p14:cNvPr>
                <p14:cNvContentPartPr/>
                <p14:nvPr/>
              </p14:nvContentPartPr>
              <p14:xfrm>
                <a:off x="3874554" y="5891610"/>
                <a:ext cx="150840" cy="217080"/>
              </p14:xfrm>
            </p:contentPart>
          </mc:Choice>
          <mc:Fallback xmlns="">
            <p:pic>
              <p:nvPicPr>
                <p:cNvPr id="37" name="インク 36">
                  <a:extLst>
                    <a:ext uri="{FF2B5EF4-FFF2-40B4-BE49-F238E27FC236}">
                      <a16:creationId xmlns:a16="http://schemas.microsoft.com/office/drawing/2014/main" id="{B5E6994B-46C6-511F-A9B5-9232031458E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859074" y="5876130"/>
                  <a:ext cx="1814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54" name="インク 53">
                  <a:extLst>
                    <a:ext uri="{FF2B5EF4-FFF2-40B4-BE49-F238E27FC236}">
                      <a16:creationId xmlns:a16="http://schemas.microsoft.com/office/drawing/2014/main" id="{9222921E-CBA7-267F-D21D-75BEADC45EE8}"/>
                    </a:ext>
                  </a:extLst>
                </p14:cNvPr>
                <p14:cNvContentPartPr/>
                <p14:nvPr/>
              </p14:nvContentPartPr>
              <p14:xfrm>
                <a:off x="4122594" y="5906730"/>
                <a:ext cx="558000" cy="158040"/>
              </p14:xfrm>
            </p:contentPart>
          </mc:Choice>
          <mc:Fallback xmlns="">
            <p:pic>
              <p:nvPicPr>
                <p:cNvPr id="54" name="インク 53">
                  <a:extLst>
                    <a:ext uri="{FF2B5EF4-FFF2-40B4-BE49-F238E27FC236}">
                      <a16:creationId xmlns:a16="http://schemas.microsoft.com/office/drawing/2014/main" id="{9222921E-CBA7-267F-D21D-75BEADC45EE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107114" y="5891250"/>
                  <a:ext cx="5886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482" name="インク 481">
                  <a:extLst>
                    <a:ext uri="{FF2B5EF4-FFF2-40B4-BE49-F238E27FC236}">
                      <a16:creationId xmlns:a16="http://schemas.microsoft.com/office/drawing/2014/main" id="{171814BF-7499-24B1-C9D0-63A8A634F255}"/>
                    </a:ext>
                  </a:extLst>
                </p14:cNvPr>
                <p14:cNvContentPartPr/>
                <p14:nvPr/>
              </p14:nvContentPartPr>
              <p14:xfrm>
                <a:off x="4780674" y="5877210"/>
                <a:ext cx="1154160" cy="208080"/>
              </p14:xfrm>
            </p:contentPart>
          </mc:Choice>
          <mc:Fallback xmlns="">
            <p:pic>
              <p:nvPicPr>
                <p:cNvPr id="482" name="インク 481">
                  <a:extLst>
                    <a:ext uri="{FF2B5EF4-FFF2-40B4-BE49-F238E27FC236}">
                      <a16:creationId xmlns:a16="http://schemas.microsoft.com/office/drawing/2014/main" id="{171814BF-7499-24B1-C9D0-63A8A634F25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765194" y="5861730"/>
                  <a:ext cx="11847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517" name="インク 516">
                  <a:extLst>
                    <a:ext uri="{FF2B5EF4-FFF2-40B4-BE49-F238E27FC236}">
                      <a16:creationId xmlns:a16="http://schemas.microsoft.com/office/drawing/2014/main" id="{35BCCF61-4BE6-67F5-6AE9-47B6C341B894}"/>
                    </a:ext>
                  </a:extLst>
                </p14:cNvPr>
                <p14:cNvContentPartPr/>
                <p14:nvPr/>
              </p14:nvContentPartPr>
              <p14:xfrm>
                <a:off x="3922074" y="6135690"/>
                <a:ext cx="669960" cy="215280"/>
              </p14:xfrm>
            </p:contentPart>
          </mc:Choice>
          <mc:Fallback xmlns="">
            <p:pic>
              <p:nvPicPr>
                <p:cNvPr id="517" name="インク 516">
                  <a:extLst>
                    <a:ext uri="{FF2B5EF4-FFF2-40B4-BE49-F238E27FC236}">
                      <a16:creationId xmlns:a16="http://schemas.microsoft.com/office/drawing/2014/main" id="{35BCCF61-4BE6-67F5-6AE9-47B6C341B89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906594" y="6120184"/>
                  <a:ext cx="700560" cy="2459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536" name="インク 535">
                  <a:extLst>
                    <a:ext uri="{FF2B5EF4-FFF2-40B4-BE49-F238E27FC236}">
                      <a16:creationId xmlns:a16="http://schemas.microsoft.com/office/drawing/2014/main" id="{73CBC707-609D-4BA7-B094-C9DA612D91AC}"/>
                    </a:ext>
                  </a:extLst>
                </p14:cNvPr>
                <p14:cNvContentPartPr/>
                <p14:nvPr/>
              </p14:nvContentPartPr>
              <p14:xfrm>
                <a:off x="4697874" y="6141810"/>
                <a:ext cx="696600" cy="217800"/>
              </p14:xfrm>
            </p:contentPart>
          </mc:Choice>
          <mc:Fallback xmlns="">
            <p:pic>
              <p:nvPicPr>
                <p:cNvPr id="536" name="インク 535">
                  <a:extLst>
                    <a:ext uri="{FF2B5EF4-FFF2-40B4-BE49-F238E27FC236}">
                      <a16:creationId xmlns:a16="http://schemas.microsoft.com/office/drawing/2014/main" id="{73CBC707-609D-4BA7-B094-C9DA612D91A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682394" y="6126330"/>
                  <a:ext cx="7272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565" name="インク 564">
                  <a:extLst>
                    <a:ext uri="{FF2B5EF4-FFF2-40B4-BE49-F238E27FC236}">
                      <a16:creationId xmlns:a16="http://schemas.microsoft.com/office/drawing/2014/main" id="{FB9FCA49-FC3E-3509-8A14-EC3483A787A9}"/>
                    </a:ext>
                  </a:extLst>
                </p14:cNvPr>
                <p14:cNvContentPartPr/>
                <p14:nvPr/>
              </p14:nvContentPartPr>
              <p14:xfrm>
                <a:off x="5423994" y="6141090"/>
                <a:ext cx="661320" cy="194040"/>
              </p14:xfrm>
            </p:contentPart>
          </mc:Choice>
          <mc:Fallback xmlns="">
            <p:pic>
              <p:nvPicPr>
                <p:cNvPr id="565" name="インク 564">
                  <a:extLst>
                    <a:ext uri="{FF2B5EF4-FFF2-40B4-BE49-F238E27FC236}">
                      <a16:creationId xmlns:a16="http://schemas.microsoft.com/office/drawing/2014/main" id="{FB9FCA49-FC3E-3509-8A14-EC3483A787A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408514" y="6125610"/>
                  <a:ext cx="69192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グループ化 197">
            <a:extLst>
              <a:ext uri="{FF2B5EF4-FFF2-40B4-BE49-F238E27FC236}">
                <a16:creationId xmlns:a16="http://schemas.microsoft.com/office/drawing/2014/main" id="{1B89C840-5C53-DB38-2809-05D8CA57607F}"/>
              </a:ext>
            </a:extLst>
          </p:cNvPr>
          <p:cNvGrpSpPr/>
          <p:nvPr/>
        </p:nvGrpSpPr>
        <p:grpSpPr>
          <a:xfrm>
            <a:off x="3897720" y="6384451"/>
            <a:ext cx="1949040" cy="421560"/>
            <a:chOff x="3897720" y="6384451"/>
            <a:chExt cx="194904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4" name="インク 133">
                  <a:extLst>
                    <a:ext uri="{FF2B5EF4-FFF2-40B4-BE49-F238E27FC236}">
                      <a16:creationId xmlns:a16="http://schemas.microsoft.com/office/drawing/2014/main" id="{C5AC5776-8F5C-3F42-1DB5-AC5F0DC00146}"/>
                    </a:ext>
                  </a:extLst>
                </p14:cNvPr>
                <p14:cNvContentPartPr/>
                <p14:nvPr/>
              </p14:nvContentPartPr>
              <p14:xfrm>
                <a:off x="3929938" y="6384760"/>
                <a:ext cx="857160" cy="212760"/>
              </p14:xfrm>
            </p:contentPart>
          </mc:Choice>
          <mc:Fallback xmlns="">
            <p:pic>
              <p:nvPicPr>
                <p:cNvPr id="134" name="インク 133">
                  <a:extLst>
                    <a:ext uri="{FF2B5EF4-FFF2-40B4-BE49-F238E27FC236}">
                      <a16:creationId xmlns:a16="http://schemas.microsoft.com/office/drawing/2014/main" id="{C5AC5776-8F5C-3F42-1DB5-AC5F0DC0014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914458" y="6369280"/>
                  <a:ext cx="8877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5" name="インク 134">
                  <a:extLst>
                    <a:ext uri="{FF2B5EF4-FFF2-40B4-BE49-F238E27FC236}">
                      <a16:creationId xmlns:a16="http://schemas.microsoft.com/office/drawing/2014/main" id="{620A1A4B-5499-EBD1-8CB0-6467B6C58545}"/>
                    </a:ext>
                  </a:extLst>
                </p14:cNvPr>
                <p14:cNvContentPartPr/>
                <p14:nvPr/>
              </p14:nvContentPartPr>
              <p14:xfrm>
                <a:off x="4853520" y="6488491"/>
                <a:ext cx="74160" cy="78480"/>
              </p14:xfrm>
            </p:contentPart>
          </mc:Choice>
          <mc:Fallback xmlns="">
            <p:pic>
              <p:nvPicPr>
                <p:cNvPr id="135" name="インク 134">
                  <a:extLst>
                    <a:ext uri="{FF2B5EF4-FFF2-40B4-BE49-F238E27FC236}">
                      <a16:creationId xmlns:a16="http://schemas.microsoft.com/office/drawing/2014/main" id="{620A1A4B-5499-EBD1-8CB0-6467B6C5854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838040" y="6473011"/>
                  <a:ext cx="1047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0" name="インク 159">
                  <a:extLst>
                    <a:ext uri="{FF2B5EF4-FFF2-40B4-BE49-F238E27FC236}">
                      <a16:creationId xmlns:a16="http://schemas.microsoft.com/office/drawing/2014/main" id="{6111C36C-71D9-9305-2491-22907B0E3D43}"/>
                    </a:ext>
                  </a:extLst>
                </p14:cNvPr>
                <p14:cNvContentPartPr/>
                <p14:nvPr/>
              </p14:nvContentPartPr>
              <p14:xfrm>
                <a:off x="4971240" y="6384451"/>
                <a:ext cx="420480" cy="191160"/>
              </p14:xfrm>
            </p:contentPart>
          </mc:Choice>
          <mc:Fallback xmlns="">
            <p:pic>
              <p:nvPicPr>
                <p:cNvPr id="160" name="インク 159">
                  <a:extLst>
                    <a:ext uri="{FF2B5EF4-FFF2-40B4-BE49-F238E27FC236}">
                      <a16:creationId xmlns:a16="http://schemas.microsoft.com/office/drawing/2014/main" id="{6111C36C-71D9-9305-2491-22907B0E3D4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955760" y="6368942"/>
                  <a:ext cx="451080" cy="2218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4" name="インク 163">
                  <a:extLst>
                    <a:ext uri="{FF2B5EF4-FFF2-40B4-BE49-F238E27FC236}">
                      <a16:creationId xmlns:a16="http://schemas.microsoft.com/office/drawing/2014/main" id="{0016B0EC-57CA-22B2-62CA-1D17516D584E}"/>
                    </a:ext>
                  </a:extLst>
                </p14:cNvPr>
                <p14:cNvContentPartPr/>
                <p14:nvPr/>
              </p14:nvContentPartPr>
              <p14:xfrm>
                <a:off x="5472360" y="6444571"/>
                <a:ext cx="81000" cy="88200"/>
              </p14:xfrm>
            </p:contentPart>
          </mc:Choice>
          <mc:Fallback xmlns="">
            <p:pic>
              <p:nvPicPr>
                <p:cNvPr id="164" name="インク 163">
                  <a:extLst>
                    <a:ext uri="{FF2B5EF4-FFF2-40B4-BE49-F238E27FC236}">
                      <a16:creationId xmlns:a16="http://schemas.microsoft.com/office/drawing/2014/main" id="{0016B0EC-57CA-22B2-62CA-1D17516D584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456880" y="6429091"/>
                  <a:ext cx="1116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9" name="インク 168">
                  <a:extLst>
                    <a:ext uri="{FF2B5EF4-FFF2-40B4-BE49-F238E27FC236}">
                      <a16:creationId xmlns:a16="http://schemas.microsoft.com/office/drawing/2014/main" id="{56EB6A4D-6A90-F255-848A-5CD6496EEF10}"/>
                    </a:ext>
                  </a:extLst>
                </p14:cNvPr>
                <p14:cNvContentPartPr/>
                <p14:nvPr/>
              </p14:nvContentPartPr>
              <p14:xfrm>
                <a:off x="5632200" y="6398131"/>
                <a:ext cx="214560" cy="184680"/>
              </p14:xfrm>
            </p:contentPart>
          </mc:Choice>
          <mc:Fallback xmlns="">
            <p:pic>
              <p:nvPicPr>
                <p:cNvPr id="169" name="インク 168">
                  <a:extLst>
                    <a:ext uri="{FF2B5EF4-FFF2-40B4-BE49-F238E27FC236}">
                      <a16:creationId xmlns:a16="http://schemas.microsoft.com/office/drawing/2014/main" id="{56EB6A4D-6A90-F255-848A-5CD6496EEF1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616720" y="6382681"/>
                  <a:ext cx="245160" cy="2152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4" name="インク 183">
                  <a:extLst>
                    <a:ext uri="{FF2B5EF4-FFF2-40B4-BE49-F238E27FC236}">
                      <a16:creationId xmlns:a16="http://schemas.microsoft.com/office/drawing/2014/main" id="{22DDA465-B01C-B196-05E9-8EEA5E6347A2}"/>
                    </a:ext>
                  </a:extLst>
                </p14:cNvPr>
                <p14:cNvContentPartPr/>
                <p14:nvPr/>
              </p14:nvContentPartPr>
              <p14:xfrm>
                <a:off x="3897720" y="6638611"/>
                <a:ext cx="392760" cy="157320"/>
              </p14:xfrm>
            </p:contentPart>
          </mc:Choice>
          <mc:Fallback xmlns="">
            <p:pic>
              <p:nvPicPr>
                <p:cNvPr id="184" name="インク 183">
                  <a:extLst>
                    <a:ext uri="{FF2B5EF4-FFF2-40B4-BE49-F238E27FC236}">
                      <a16:creationId xmlns:a16="http://schemas.microsoft.com/office/drawing/2014/main" id="{22DDA465-B01C-B196-05E9-8EEA5E6347A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882226" y="6623131"/>
                  <a:ext cx="423388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603" name="インク 602">
                  <a:extLst>
                    <a:ext uri="{FF2B5EF4-FFF2-40B4-BE49-F238E27FC236}">
                      <a16:creationId xmlns:a16="http://schemas.microsoft.com/office/drawing/2014/main" id="{D03B824D-3FAF-6CAB-D26B-C93FA0A4C8C7}"/>
                    </a:ext>
                  </a:extLst>
                </p14:cNvPr>
                <p14:cNvContentPartPr/>
                <p14:nvPr/>
              </p14:nvContentPartPr>
              <p14:xfrm>
                <a:off x="4366440" y="6629251"/>
                <a:ext cx="688320" cy="176760"/>
              </p14:xfrm>
            </p:contentPart>
          </mc:Choice>
          <mc:Fallback xmlns="">
            <p:pic>
              <p:nvPicPr>
                <p:cNvPr id="603" name="インク 602">
                  <a:extLst>
                    <a:ext uri="{FF2B5EF4-FFF2-40B4-BE49-F238E27FC236}">
                      <a16:creationId xmlns:a16="http://schemas.microsoft.com/office/drawing/2014/main" id="{D03B824D-3FAF-6CAB-D26B-C93FA0A4C8C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350968" y="6613802"/>
                  <a:ext cx="718904" cy="207298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9398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D94D0-7453-8295-C6F6-69A46F09B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インク 1">
                <a:extLst>
                  <a:ext uri="{FF2B5EF4-FFF2-40B4-BE49-F238E27FC236}">
                    <a16:creationId xmlns:a16="http://schemas.microsoft.com/office/drawing/2014/main" id="{6B54806F-37CD-BE47-8D24-B2E93481C981}"/>
                  </a:ext>
                </a:extLst>
              </p14:cNvPr>
              <p14:cNvContentPartPr/>
              <p14:nvPr/>
            </p14:nvContentPartPr>
            <p14:xfrm>
              <a:off x="281520" y="174600"/>
              <a:ext cx="223920" cy="337320"/>
            </p14:xfrm>
          </p:contentPart>
        </mc:Choice>
        <mc:Fallback xmlns="">
          <p:pic>
            <p:nvPicPr>
              <p:cNvPr id="2" name="インク 1">
                <a:extLst>
                  <a:ext uri="{FF2B5EF4-FFF2-40B4-BE49-F238E27FC236}">
                    <a16:creationId xmlns:a16="http://schemas.microsoft.com/office/drawing/2014/main" id="{6B54806F-37CD-BE47-8D24-B2E93481C9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6040" y="159120"/>
                <a:ext cx="25452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インク 21">
                <a:extLst>
                  <a:ext uri="{FF2B5EF4-FFF2-40B4-BE49-F238E27FC236}">
                    <a16:creationId xmlns:a16="http://schemas.microsoft.com/office/drawing/2014/main" id="{1B9C0F8A-C6DC-C3FD-585D-FB7CA170483A}"/>
                  </a:ext>
                </a:extLst>
              </p14:cNvPr>
              <p14:cNvContentPartPr/>
              <p14:nvPr/>
            </p14:nvContentPartPr>
            <p14:xfrm>
              <a:off x="642600" y="149040"/>
              <a:ext cx="588240" cy="362880"/>
            </p14:xfrm>
          </p:contentPart>
        </mc:Choice>
        <mc:Fallback xmlns="">
          <p:pic>
            <p:nvPicPr>
              <p:cNvPr id="22" name="インク 21">
                <a:extLst>
                  <a:ext uri="{FF2B5EF4-FFF2-40B4-BE49-F238E27FC236}">
                    <a16:creationId xmlns:a16="http://schemas.microsoft.com/office/drawing/2014/main" id="{1B9C0F8A-C6DC-C3FD-585D-FB7CA170483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7129" y="133560"/>
                <a:ext cx="618821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インク 25">
                <a:extLst>
                  <a:ext uri="{FF2B5EF4-FFF2-40B4-BE49-F238E27FC236}">
                    <a16:creationId xmlns:a16="http://schemas.microsoft.com/office/drawing/2014/main" id="{9F7857E2-19F0-B756-EA75-BA022ED32F82}"/>
                  </a:ext>
                </a:extLst>
              </p14:cNvPr>
              <p14:cNvContentPartPr/>
              <p14:nvPr/>
            </p14:nvContentPartPr>
            <p14:xfrm>
              <a:off x="1088280" y="258840"/>
              <a:ext cx="71640" cy="196560"/>
            </p14:xfrm>
          </p:contentPart>
        </mc:Choice>
        <mc:Fallback xmlns="">
          <p:pic>
            <p:nvPicPr>
              <p:cNvPr id="26" name="インク 25">
                <a:extLst>
                  <a:ext uri="{FF2B5EF4-FFF2-40B4-BE49-F238E27FC236}">
                    <a16:creationId xmlns:a16="http://schemas.microsoft.com/office/drawing/2014/main" id="{9F7857E2-19F0-B756-EA75-BA022ED32F8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2800" y="243360"/>
                <a:ext cx="1022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9" name="インク 48">
                <a:extLst>
                  <a:ext uri="{FF2B5EF4-FFF2-40B4-BE49-F238E27FC236}">
                    <a16:creationId xmlns:a16="http://schemas.microsoft.com/office/drawing/2014/main" id="{D956AC74-0316-AE4C-3ECA-603CFB3D1824}"/>
                  </a:ext>
                </a:extLst>
              </p14:cNvPr>
              <p14:cNvContentPartPr/>
              <p14:nvPr/>
            </p14:nvContentPartPr>
            <p14:xfrm>
              <a:off x="1839240" y="158400"/>
              <a:ext cx="294120" cy="311400"/>
            </p14:xfrm>
          </p:contentPart>
        </mc:Choice>
        <mc:Fallback xmlns="">
          <p:pic>
            <p:nvPicPr>
              <p:cNvPr id="49" name="インク 48">
                <a:extLst>
                  <a:ext uri="{FF2B5EF4-FFF2-40B4-BE49-F238E27FC236}">
                    <a16:creationId xmlns:a16="http://schemas.microsoft.com/office/drawing/2014/main" id="{D956AC74-0316-AE4C-3ECA-603CFB3D18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23760" y="142920"/>
                <a:ext cx="32472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0" name="インク 49">
                <a:extLst>
                  <a:ext uri="{FF2B5EF4-FFF2-40B4-BE49-F238E27FC236}">
                    <a16:creationId xmlns:a16="http://schemas.microsoft.com/office/drawing/2014/main" id="{12ACD847-BFC7-5D90-2C6D-8B7F13ECC618}"/>
                  </a:ext>
                </a:extLst>
              </p14:cNvPr>
              <p14:cNvContentPartPr/>
              <p14:nvPr/>
            </p14:nvContentPartPr>
            <p14:xfrm>
              <a:off x="1428120" y="148680"/>
              <a:ext cx="275760" cy="335880"/>
            </p14:xfrm>
          </p:contentPart>
        </mc:Choice>
        <mc:Fallback xmlns="">
          <p:pic>
            <p:nvPicPr>
              <p:cNvPr id="50" name="インク 49">
                <a:extLst>
                  <a:ext uri="{FF2B5EF4-FFF2-40B4-BE49-F238E27FC236}">
                    <a16:creationId xmlns:a16="http://schemas.microsoft.com/office/drawing/2014/main" id="{12ACD847-BFC7-5D90-2C6D-8B7F13ECC61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12620" y="133200"/>
                <a:ext cx="306400" cy="366480"/>
              </a:xfrm>
              <a:prstGeom prst="rect">
                <a:avLst/>
              </a:prstGeom>
            </p:spPr>
          </p:pic>
        </mc:Fallback>
      </mc:AlternateContent>
      <p:pic>
        <p:nvPicPr>
          <p:cNvPr id="52" name="図 51">
            <a:extLst>
              <a:ext uri="{FF2B5EF4-FFF2-40B4-BE49-F238E27FC236}">
                <a16:creationId xmlns:a16="http://schemas.microsoft.com/office/drawing/2014/main" id="{372C6F8E-BF7A-1BBB-3D11-F4371189A54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5440" y="686520"/>
            <a:ext cx="9621593" cy="771633"/>
          </a:xfrm>
          <a:prstGeom prst="rect">
            <a:avLst/>
          </a:prstGeom>
        </p:spPr>
      </p:pic>
      <p:grpSp>
        <p:nvGrpSpPr>
          <p:cNvPr id="69" name="グループ化 68">
            <a:extLst>
              <a:ext uri="{FF2B5EF4-FFF2-40B4-BE49-F238E27FC236}">
                <a16:creationId xmlns:a16="http://schemas.microsoft.com/office/drawing/2014/main" id="{9A4E0FFA-022E-1432-940D-7C9B7BF81164}"/>
              </a:ext>
            </a:extLst>
          </p:cNvPr>
          <p:cNvGrpSpPr/>
          <p:nvPr/>
        </p:nvGrpSpPr>
        <p:grpSpPr>
          <a:xfrm>
            <a:off x="441000" y="1636445"/>
            <a:ext cx="4871846" cy="397915"/>
            <a:chOff x="441000" y="1636445"/>
            <a:chExt cx="4871846" cy="39791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1" name="インク 110">
                  <a:extLst>
                    <a:ext uri="{FF2B5EF4-FFF2-40B4-BE49-F238E27FC236}">
                      <a16:creationId xmlns:a16="http://schemas.microsoft.com/office/drawing/2014/main" id="{D7D323E5-11BA-B66E-5298-011F5F42F222}"/>
                    </a:ext>
                  </a:extLst>
                </p14:cNvPr>
                <p14:cNvContentPartPr/>
                <p14:nvPr/>
              </p14:nvContentPartPr>
              <p14:xfrm>
                <a:off x="441000" y="1637640"/>
                <a:ext cx="314280" cy="396720"/>
              </p14:xfrm>
            </p:contentPart>
          </mc:Choice>
          <mc:Fallback xmlns="">
            <p:pic>
              <p:nvPicPr>
                <p:cNvPr id="111" name="インク 110">
                  <a:extLst>
                    <a:ext uri="{FF2B5EF4-FFF2-40B4-BE49-F238E27FC236}">
                      <a16:creationId xmlns:a16="http://schemas.microsoft.com/office/drawing/2014/main" id="{D7D323E5-11BA-B66E-5298-011F5F42F22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5520" y="1622160"/>
                  <a:ext cx="34488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5" name="インク 114">
                  <a:extLst>
                    <a:ext uri="{FF2B5EF4-FFF2-40B4-BE49-F238E27FC236}">
                      <a16:creationId xmlns:a16="http://schemas.microsoft.com/office/drawing/2014/main" id="{E7C83E6B-8983-111E-DAF4-EEACA68E0AFA}"/>
                    </a:ext>
                  </a:extLst>
                </p14:cNvPr>
                <p14:cNvContentPartPr/>
                <p14:nvPr/>
              </p14:nvContentPartPr>
              <p14:xfrm>
                <a:off x="983520" y="1686485"/>
                <a:ext cx="242280" cy="318960"/>
              </p14:xfrm>
            </p:contentPart>
          </mc:Choice>
          <mc:Fallback xmlns="">
            <p:pic>
              <p:nvPicPr>
                <p:cNvPr id="115" name="インク 114">
                  <a:extLst>
                    <a:ext uri="{FF2B5EF4-FFF2-40B4-BE49-F238E27FC236}">
                      <a16:creationId xmlns:a16="http://schemas.microsoft.com/office/drawing/2014/main" id="{E7C83E6B-8983-111E-DAF4-EEACA68E0AF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68017" y="1671022"/>
                  <a:ext cx="272926" cy="3495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2" name="インク 131">
                  <a:extLst>
                    <a:ext uri="{FF2B5EF4-FFF2-40B4-BE49-F238E27FC236}">
                      <a16:creationId xmlns:a16="http://schemas.microsoft.com/office/drawing/2014/main" id="{4D61C4B0-7D6E-DC43-8C88-FAD456E1C363}"/>
                    </a:ext>
                  </a:extLst>
                </p14:cNvPr>
                <p14:cNvContentPartPr/>
                <p14:nvPr/>
              </p14:nvContentPartPr>
              <p14:xfrm>
                <a:off x="1288440" y="1677845"/>
                <a:ext cx="1176840" cy="327240"/>
              </p14:xfrm>
            </p:contentPart>
          </mc:Choice>
          <mc:Fallback xmlns="">
            <p:pic>
              <p:nvPicPr>
                <p:cNvPr id="132" name="インク 131">
                  <a:extLst>
                    <a:ext uri="{FF2B5EF4-FFF2-40B4-BE49-F238E27FC236}">
                      <a16:creationId xmlns:a16="http://schemas.microsoft.com/office/drawing/2014/main" id="{4D61C4B0-7D6E-DC43-8C88-FAD456E1C36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72960" y="1662365"/>
                  <a:ext cx="120744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4" name="インク 143">
                  <a:extLst>
                    <a:ext uri="{FF2B5EF4-FFF2-40B4-BE49-F238E27FC236}">
                      <a16:creationId xmlns:a16="http://schemas.microsoft.com/office/drawing/2014/main" id="{DCC8BEBA-F941-1191-3CC1-4A08087EFDC3}"/>
                    </a:ext>
                  </a:extLst>
                </p14:cNvPr>
                <p14:cNvContentPartPr/>
                <p14:nvPr/>
              </p14:nvContentPartPr>
              <p14:xfrm>
                <a:off x="2670120" y="1636445"/>
                <a:ext cx="731160" cy="321840"/>
              </p14:xfrm>
            </p:contentPart>
          </mc:Choice>
          <mc:Fallback xmlns="">
            <p:pic>
              <p:nvPicPr>
                <p:cNvPr id="144" name="インク 143">
                  <a:extLst>
                    <a:ext uri="{FF2B5EF4-FFF2-40B4-BE49-F238E27FC236}">
                      <a16:creationId xmlns:a16="http://schemas.microsoft.com/office/drawing/2014/main" id="{DCC8BEBA-F941-1191-3CC1-4A08087EFDC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654640" y="1620965"/>
                  <a:ext cx="76176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6" name="インク 155">
                  <a:extLst>
                    <a:ext uri="{FF2B5EF4-FFF2-40B4-BE49-F238E27FC236}">
                      <a16:creationId xmlns:a16="http://schemas.microsoft.com/office/drawing/2014/main" id="{407A96D2-271A-DA70-1047-306BAE43BE36}"/>
                    </a:ext>
                  </a:extLst>
                </p14:cNvPr>
                <p14:cNvContentPartPr/>
                <p14:nvPr/>
              </p14:nvContentPartPr>
              <p14:xfrm>
                <a:off x="3530126" y="1643040"/>
                <a:ext cx="439920" cy="299520"/>
              </p14:xfrm>
            </p:contentPart>
          </mc:Choice>
          <mc:Fallback xmlns="">
            <p:pic>
              <p:nvPicPr>
                <p:cNvPr id="156" name="インク 155">
                  <a:extLst>
                    <a:ext uri="{FF2B5EF4-FFF2-40B4-BE49-F238E27FC236}">
                      <a16:creationId xmlns:a16="http://schemas.microsoft.com/office/drawing/2014/main" id="{407A96D2-271A-DA70-1047-306BAE43BE3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14646" y="1627560"/>
                  <a:ext cx="4705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0" name="インク 159">
                  <a:extLst>
                    <a:ext uri="{FF2B5EF4-FFF2-40B4-BE49-F238E27FC236}">
                      <a16:creationId xmlns:a16="http://schemas.microsoft.com/office/drawing/2014/main" id="{676FC4FD-3B99-0C8B-0BEF-4622E5E0D08D}"/>
                    </a:ext>
                  </a:extLst>
                </p14:cNvPr>
                <p14:cNvContentPartPr/>
                <p14:nvPr/>
              </p14:nvContentPartPr>
              <p14:xfrm>
                <a:off x="4033046" y="1696680"/>
                <a:ext cx="334080" cy="254160"/>
              </p14:xfrm>
            </p:contentPart>
          </mc:Choice>
          <mc:Fallback xmlns="">
            <p:pic>
              <p:nvPicPr>
                <p:cNvPr id="160" name="インク 159">
                  <a:extLst>
                    <a:ext uri="{FF2B5EF4-FFF2-40B4-BE49-F238E27FC236}">
                      <a16:creationId xmlns:a16="http://schemas.microsoft.com/office/drawing/2014/main" id="{676FC4FD-3B99-0C8B-0BEF-4622E5E0D08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017566" y="1681200"/>
                  <a:ext cx="3646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7" name="インク 166">
                  <a:extLst>
                    <a:ext uri="{FF2B5EF4-FFF2-40B4-BE49-F238E27FC236}">
                      <a16:creationId xmlns:a16="http://schemas.microsoft.com/office/drawing/2014/main" id="{7BBB86CB-5AD1-0CA3-CA18-FC05AD012BD0}"/>
                    </a:ext>
                  </a:extLst>
                </p14:cNvPr>
                <p14:cNvContentPartPr/>
                <p14:nvPr/>
              </p14:nvContentPartPr>
              <p14:xfrm>
                <a:off x="4445246" y="1645920"/>
                <a:ext cx="255600" cy="295560"/>
              </p14:xfrm>
            </p:contentPart>
          </mc:Choice>
          <mc:Fallback xmlns="">
            <p:pic>
              <p:nvPicPr>
                <p:cNvPr id="167" name="インク 166">
                  <a:extLst>
                    <a:ext uri="{FF2B5EF4-FFF2-40B4-BE49-F238E27FC236}">
                      <a16:creationId xmlns:a16="http://schemas.microsoft.com/office/drawing/2014/main" id="{7BBB86CB-5AD1-0CA3-CA18-FC05AD012BD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429744" y="1630421"/>
                  <a:ext cx="286243" cy="3261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8" name="インク 177">
                  <a:extLst>
                    <a:ext uri="{FF2B5EF4-FFF2-40B4-BE49-F238E27FC236}">
                      <a16:creationId xmlns:a16="http://schemas.microsoft.com/office/drawing/2014/main" id="{1D78B509-E912-0D67-61F0-911424577B48}"/>
                    </a:ext>
                  </a:extLst>
                </p14:cNvPr>
                <p14:cNvContentPartPr/>
                <p14:nvPr/>
              </p14:nvContentPartPr>
              <p14:xfrm>
                <a:off x="4700486" y="1656000"/>
                <a:ext cx="612360" cy="291240"/>
              </p14:xfrm>
            </p:contentPart>
          </mc:Choice>
          <mc:Fallback xmlns="">
            <p:pic>
              <p:nvPicPr>
                <p:cNvPr id="178" name="インク 177">
                  <a:extLst>
                    <a:ext uri="{FF2B5EF4-FFF2-40B4-BE49-F238E27FC236}">
                      <a16:creationId xmlns:a16="http://schemas.microsoft.com/office/drawing/2014/main" id="{1D78B509-E912-0D67-61F0-911424577B4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685015" y="1640539"/>
                  <a:ext cx="642942" cy="32180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グループ化 199">
            <a:extLst>
              <a:ext uri="{FF2B5EF4-FFF2-40B4-BE49-F238E27FC236}">
                <a16:creationId xmlns:a16="http://schemas.microsoft.com/office/drawing/2014/main" id="{ECECDE8B-CA2B-B761-4C7A-ACA38A4E5C8C}"/>
              </a:ext>
            </a:extLst>
          </p:cNvPr>
          <p:cNvGrpSpPr/>
          <p:nvPr/>
        </p:nvGrpSpPr>
        <p:grpSpPr>
          <a:xfrm>
            <a:off x="1209314" y="2127920"/>
            <a:ext cx="5492531" cy="384496"/>
            <a:chOff x="1209314" y="2127920"/>
            <a:chExt cx="5492531" cy="38449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9" name="インク 178">
                  <a:extLst>
                    <a:ext uri="{FF2B5EF4-FFF2-40B4-BE49-F238E27FC236}">
                      <a16:creationId xmlns:a16="http://schemas.microsoft.com/office/drawing/2014/main" id="{E05F531D-2655-0C51-DBEB-80545C539ADD}"/>
                    </a:ext>
                  </a:extLst>
                </p14:cNvPr>
                <p14:cNvContentPartPr/>
                <p14:nvPr/>
              </p14:nvContentPartPr>
              <p14:xfrm>
                <a:off x="1209314" y="2180496"/>
                <a:ext cx="113040" cy="331920"/>
              </p14:xfrm>
            </p:contentPart>
          </mc:Choice>
          <mc:Fallback xmlns="">
            <p:pic>
              <p:nvPicPr>
                <p:cNvPr id="179" name="インク 178">
                  <a:extLst>
                    <a:ext uri="{FF2B5EF4-FFF2-40B4-BE49-F238E27FC236}">
                      <a16:creationId xmlns:a16="http://schemas.microsoft.com/office/drawing/2014/main" id="{E05F531D-2655-0C51-DBEB-80545C539AD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93834" y="2165033"/>
                  <a:ext cx="143640" cy="3624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0" name="インク 179">
                  <a:extLst>
                    <a:ext uri="{FF2B5EF4-FFF2-40B4-BE49-F238E27FC236}">
                      <a16:creationId xmlns:a16="http://schemas.microsoft.com/office/drawing/2014/main" id="{AB17F07B-EC06-5414-FD3B-F60FA42104C7}"/>
                    </a:ext>
                  </a:extLst>
                </p14:cNvPr>
                <p14:cNvContentPartPr/>
                <p14:nvPr/>
              </p14:nvContentPartPr>
              <p14:xfrm>
                <a:off x="1412354" y="2296416"/>
                <a:ext cx="50040" cy="7560"/>
              </p14:xfrm>
            </p:contentPart>
          </mc:Choice>
          <mc:Fallback xmlns="">
            <p:pic>
              <p:nvPicPr>
                <p:cNvPr id="180" name="インク 179">
                  <a:extLst>
                    <a:ext uri="{FF2B5EF4-FFF2-40B4-BE49-F238E27FC236}">
                      <a16:creationId xmlns:a16="http://schemas.microsoft.com/office/drawing/2014/main" id="{AB17F07B-EC06-5414-FD3B-F60FA42104C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396762" y="2280936"/>
                  <a:ext cx="80862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1" name="インク 180">
                  <a:extLst>
                    <a:ext uri="{FF2B5EF4-FFF2-40B4-BE49-F238E27FC236}">
                      <a16:creationId xmlns:a16="http://schemas.microsoft.com/office/drawing/2014/main" id="{11B74193-7334-4E74-3252-2545AE9DCA74}"/>
                    </a:ext>
                  </a:extLst>
                </p14:cNvPr>
                <p14:cNvContentPartPr/>
                <p14:nvPr/>
              </p14:nvContentPartPr>
              <p14:xfrm>
                <a:off x="1413794" y="2346456"/>
                <a:ext cx="55800" cy="11160"/>
              </p14:xfrm>
            </p:contentPart>
          </mc:Choice>
          <mc:Fallback xmlns="">
            <p:pic>
              <p:nvPicPr>
                <p:cNvPr id="181" name="インク 180">
                  <a:extLst>
                    <a:ext uri="{FF2B5EF4-FFF2-40B4-BE49-F238E27FC236}">
                      <a16:creationId xmlns:a16="http://schemas.microsoft.com/office/drawing/2014/main" id="{11B74193-7334-4E74-3252-2545AE9DCA7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398314" y="2330976"/>
                  <a:ext cx="86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2" name="インク 181">
                  <a:extLst>
                    <a:ext uri="{FF2B5EF4-FFF2-40B4-BE49-F238E27FC236}">
                      <a16:creationId xmlns:a16="http://schemas.microsoft.com/office/drawing/2014/main" id="{955428A7-DA37-F809-CA82-E3F6A264E7AC}"/>
                    </a:ext>
                  </a:extLst>
                </p14:cNvPr>
                <p14:cNvContentPartPr/>
                <p14:nvPr/>
              </p14:nvContentPartPr>
              <p14:xfrm>
                <a:off x="1626194" y="2150256"/>
                <a:ext cx="60840" cy="335160"/>
              </p14:xfrm>
            </p:contentPart>
          </mc:Choice>
          <mc:Fallback xmlns="">
            <p:pic>
              <p:nvPicPr>
                <p:cNvPr id="182" name="インク 181">
                  <a:extLst>
                    <a:ext uri="{FF2B5EF4-FFF2-40B4-BE49-F238E27FC236}">
                      <a16:creationId xmlns:a16="http://schemas.microsoft.com/office/drawing/2014/main" id="{955428A7-DA37-F809-CA82-E3F6A264E7A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610714" y="2134776"/>
                  <a:ext cx="9144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83" name="インク 182">
                  <a:extLst>
                    <a:ext uri="{FF2B5EF4-FFF2-40B4-BE49-F238E27FC236}">
                      <a16:creationId xmlns:a16="http://schemas.microsoft.com/office/drawing/2014/main" id="{A41E69BC-5338-BEA3-2548-9690FF5B78FC}"/>
                    </a:ext>
                  </a:extLst>
                </p14:cNvPr>
                <p14:cNvContentPartPr/>
                <p14:nvPr/>
              </p14:nvContentPartPr>
              <p14:xfrm>
                <a:off x="1572554" y="2335656"/>
                <a:ext cx="57600" cy="7560"/>
              </p14:xfrm>
            </p:contentPart>
          </mc:Choice>
          <mc:Fallback xmlns="">
            <p:pic>
              <p:nvPicPr>
                <p:cNvPr id="183" name="インク 182">
                  <a:extLst>
                    <a:ext uri="{FF2B5EF4-FFF2-40B4-BE49-F238E27FC236}">
                      <a16:creationId xmlns:a16="http://schemas.microsoft.com/office/drawing/2014/main" id="{A41E69BC-5338-BEA3-2548-9690FF5B78F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557074" y="2320176"/>
                  <a:ext cx="882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84" name="インク 183">
                  <a:extLst>
                    <a:ext uri="{FF2B5EF4-FFF2-40B4-BE49-F238E27FC236}">
                      <a16:creationId xmlns:a16="http://schemas.microsoft.com/office/drawing/2014/main" id="{FB36CAF7-C674-AEB6-65CE-9C34B2E73488}"/>
                    </a:ext>
                  </a:extLst>
                </p14:cNvPr>
                <p14:cNvContentPartPr/>
                <p14:nvPr/>
              </p14:nvContentPartPr>
              <p14:xfrm>
                <a:off x="1733114" y="2214336"/>
                <a:ext cx="28800" cy="64440"/>
              </p14:xfrm>
            </p:contentPart>
          </mc:Choice>
          <mc:Fallback xmlns="">
            <p:pic>
              <p:nvPicPr>
                <p:cNvPr id="184" name="インク 183">
                  <a:extLst>
                    <a:ext uri="{FF2B5EF4-FFF2-40B4-BE49-F238E27FC236}">
                      <a16:creationId xmlns:a16="http://schemas.microsoft.com/office/drawing/2014/main" id="{FB36CAF7-C674-AEB6-65CE-9C34B2E7348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717825" y="2198856"/>
                  <a:ext cx="59022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85" name="インク 184">
                  <a:extLst>
                    <a:ext uri="{FF2B5EF4-FFF2-40B4-BE49-F238E27FC236}">
                      <a16:creationId xmlns:a16="http://schemas.microsoft.com/office/drawing/2014/main" id="{0CD23B56-2F2D-00D9-42CC-0C496D1F3A62}"/>
                    </a:ext>
                  </a:extLst>
                </p14:cNvPr>
                <p14:cNvContentPartPr/>
                <p14:nvPr/>
              </p14:nvContentPartPr>
              <p14:xfrm>
                <a:off x="1744274" y="2235936"/>
                <a:ext cx="74880" cy="225000"/>
              </p14:xfrm>
            </p:contentPart>
          </mc:Choice>
          <mc:Fallback xmlns="">
            <p:pic>
              <p:nvPicPr>
                <p:cNvPr id="185" name="インク 184">
                  <a:extLst>
                    <a:ext uri="{FF2B5EF4-FFF2-40B4-BE49-F238E27FC236}">
                      <a16:creationId xmlns:a16="http://schemas.microsoft.com/office/drawing/2014/main" id="{0CD23B56-2F2D-00D9-42CC-0C496D1F3A6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728794" y="2220456"/>
                  <a:ext cx="1054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86" name="インク 185">
                  <a:extLst>
                    <a:ext uri="{FF2B5EF4-FFF2-40B4-BE49-F238E27FC236}">
                      <a16:creationId xmlns:a16="http://schemas.microsoft.com/office/drawing/2014/main" id="{94E8DA17-E487-7C9D-212F-D06B971ECC2C}"/>
                    </a:ext>
                  </a:extLst>
                </p14:cNvPr>
                <p14:cNvContentPartPr/>
                <p14:nvPr/>
              </p14:nvContentPartPr>
              <p14:xfrm>
                <a:off x="1836434" y="2271576"/>
                <a:ext cx="57600" cy="168120"/>
              </p14:xfrm>
            </p:contentPart>
          </mc:Choice>
          <mc:Fallback xmlns="">
            <p:pic>
              <p:nvPicPr>
                <p:cNvPr id="186" name="インク 185">
                  <a:extLst>
                    <a:ext uri="{FF2B5EF4-FFF2-40B4-BE49-F238E27FC236}">
                      <a16:creationId xmlns:a16="http://schemas.microsoft.com/office/drawing/2014/main" id="{94E8DA17-E487-7C9D-212F-D06B971ECC2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820857" y="2256096"/>
                  <a:ext cx="88392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87" name="インク 186">
                  <a:extLst>
                    <a:ext uri="{FF2B5EF4-FFF2-40B4-BE49-F238E27FC236}">
                      <a16:creationId xmlns:a16="http://schemas.microsoft.com/office/drawing/2014/main" id="{E4CBEF4D-D8CF-8CD9-8B3A-1FA31C412F78}"/>
                    </a:ext>
                  </a:extLst>
                </p14:cNvPr>
                <p14:cNvContentPartPr/>
                <p14:nvPr/>
              </p14:nvContentPartPr>
              <p14:xfrm>
                <a:off x="1820594" y="2328456"/>
                <a:ext cx="94680" cy="7560"/>
              </p14:xfrm>
            </p:contentPart>
          </mc:Choice>
          <mc:Fallback xmlns="">
            <p:pic>
              <p:nvPicPr>
                <p:cNvPr id="187" name="インク 186">
                  <a:extLst>
                    <a:ext uri="{FF2B5EF4-FFF2-40B4-BE49-F238E27FC236}">
                      <a16:creationId xmlns:a16="http://schemas.microsoft.com/office/drawing/2014/main" id="{E4CBEF4D-D8CF-8CD9-8B3A-1FA31C412F7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805114" y="2312976"/>
                  <a:ext cx="125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88" name="インク 187">
                  <a:extLst>
                    <a:ext uri="{FF2B5EF4-FFF2-40B4-BE49-F238E27FC236}">
                      <a16:creationId xmlns:a16="http://schemas.microsoft.com/office/drawing/2014/main" id="{5D8BA8DC-5BA1-B28B-234F-7BDB54114085}"/>
                    </a:ext>
                  </a:extLst>
                </p14:cNvPr>
                <p14:cNvContentPartPr/>
                <p14:nvPr/>
              </p14:nvContentPartPr>
              <p14:xfrm>
                <a:off x="1886474" y="2260776"/>
                <a:ext cx="86040" cy="194760"/>
              </p14:xfrm>
            </p:contentPart>
          </mc:Choice>
          <mc:Fallback xmlns="">
            <p:pic>
              <p:nvPicPr>
                <p:cNvPr id="188" name="インク 187">
                  <a:extLst>
                    <a:ext uri="{FF2B5EF4-FFF2-40B4-BE49-F238E27FC236}">
                      <a16:creationId xmlns:a16="http://schemas.microsoft.com/office/drawing/2014/main" id="{5D8BA8DC-5BA1-B28B-234F-7BDB5411408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870994" y="2245296"/>
                  <a:ext cx="1166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93" name="インク 192">
                  <a:extLst>
                    <a:ext uri="{FF2B5EF4-FFF2-40B4-BE49-F238E27FC236}">
                      <a16:creationId xmlns:a16="http://schemas.microsoft.com/office/drawing/2014/main" id="{7B487299-6E11-877A-B883-105DB30EF984}"/>
                    </a:ext>
                  </a:extLst>
                </p14:cNvPr>
                <p14:cNvContentPartPr/>
                <p14:nvPr/>
              </p14:nvContentPartPr>
              <p14:xfrm>
                <a:off x="2075474" y="2236656"/>
                <a:ext cx="50040" cy="209160"/>
              </p14:xfrm>
            </p:contentPart>
          </mc:Choice>
          <mc:Fallback xmlns="">
            <p:pic>
              <p:nvPicPr>
                <p:cNvPr id="193" name="インク 192">
                  <a:extLst>
                    <a:ext uri="{FF2B5EF4-FFF2-40B4-BE49-F238E27FC236}">
                      <a16:creationId xmlns:a16="http://schemas.microsoft.com/office/drawing/2014/main" id="{7B487299-6E11-877A-B883-105DB30EF98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059994" y="2221176"/>
                  <a:ext cx="806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94" name="インク 193">
                  <a:extLst>
                    <a:ext uri="{FF2B5EF4-FFF2-40B4-BE49-F238E27FC236}">
                      <a16:creationId xmlns:a16="http://schemas.microsoft.com/office/drawing/2014/main" id="{2A0505AD-BC6E-A52E-B4E4-2D436DED90CB}"/>
                    </a:ext>
                  </a:extLst>
                </p14:cNvPr>
                <p14:cNvContentPartPr/>
                <p14:nvPr/>
              </p14:nvContentPartPr>
              <p14:xfrm>
                <a:off x="2168354" y="2289216"/>
                <a:ext cx="60480" cy="126000"/>
              </p14:xfrm>
            </p:contentPart>
          </mc:Choice>
          <mc:Fallback xmlns="">
            <p:pic>
              <p:nvPicPr>
                <p:cNvPr id="194" name="インク 193">
                  <a:extLst>
                    <a:ext uri="{FF2B5EF4-FFF2-40B4-BE49-F238E27FC236}">
                      <a16:creationId xmlns:a16="http://schemas.microsoft.com/office/drawing/2014/main" id="{2A0505AD-BC6E-A52E-B4E4-2D436DED90C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152874" y="2273736"/>
                  <a:ext cx="910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95" name="インク 194">
                  <a:extLst>
                    <a:ext uri="{FF2B5EF4-FFF2-40B4-BE49-F238E27FC236}">
                      <a16:creationId xmlns:a16="http://schemas.microsoft.com/office/drawing/2014/main" id="{89263722-22B1-59F8-3B3B-ACB955BADBAC}"/>
                    </a:ext>
                  </a:extLst>
                </p14:cNvPr>
                <p14:cNvContentPartPr/>
                <p14:nvPr/>
              </p14:nvContentPartPr>
              <p14:xfrm>
                <a:off x="2228834" y="2289936"/>
                <a:ext cx="54000" cy="103320"/>
              </p14:xfrm>
            </p:contentPart>
          </mc:Choice>
          <mc:Fallback xmlns="">
            <p:pic>
              <p:nvPicPr>
                <p:cNvPr id="195" name="インク 194">
                  <a:extLst>
                    <a:ext uri="{FF2B5EF4-FFF2-40B4-BE49-F238E27FC236}">
                      <a16:creationId xmlns:a16="http://schemas.microsoft.com/office/drawing/2014/main" id="{89263722-22B1-59F8-3B3B-ACB955BADBA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213354" y="2274456"/>
                  <a:ext cx="846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96" name="インク 195">
                  <a:extLst>
                    <a:ext uri="{FF2B5EF4-FFF2-40B4-BE49-F238E27FC236}">
                      <a16:creationId xmlns:a16="http://schemas.microsoft.com/office/drawing/2014/main" id="{C2D9E094-C0C1-35CF-03FC-94DCF2D8A8F1}"/>
                    </a:ext>
                  </a:extLst>
                </p14:cNvPr>
                <p14:cNvContentPartPr/>
                <p14:nvPr/>
              </p14:nvContentPartPr>
              <p14:xfrm>
                <a:off x="2324954" y="2339256"/>
                <a:ext cx="64440" cy="11160"/>
              </p14:xfrm>
            </p:contentPart>
          </mc:Choice>
          <mc:Fallback xmlns="">
            <p:pic>
              <p:nvPicPr>
                <p:cNvPr id="196" name="インク 195">
                  <a:extLst>
                    <a:ext uri="{FF2B5EF4-FFF2-40B4-BE49-F238E27FC236}">
                      <a16:creationId xmlns:a16="http://schemas.microsoft.com/office/drawing/2014/main" id="{C2D9E094-C0C1-35CF-03FC-94DCF2D8A8F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309474" y="2323260"/>
                  <a:ext cx="95040" cy="427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97" name="インク 196">
                  <a:extLst>
                    <a:ext uri="{FF2B5EF4-FFF2-40B4-BE49-F238E27FC236}">
                      <a16:creationId xmlns:a16="http://schemas.microsoft.com/office/drawing/2014/main" id="{8E3BAC41-6156-4A06-A384-0F6780F792F7}"/>
                    </a:ext>
                  </a:extLst>
                </p14:cNvPr>
                <p14:cNvContentPartPr/>
                <p14:nvPr/>
              </p14:nvContentPartPr>
              <p14:xfrm>
                <a:off x="2471474" y="2246736"/>
                <a:ext cx="74880" cy="171000"/>
              </p14:xfrm>
            </p:contentPart>
          </mc:Choice>
          <mc:Fallback xmlns="">
            <p:pic>
              <p:nvPicPr>
                <p:cNvPr id="197" name="インク 196">
                  <a:extLst>
                    <a:ext uri="{FF2B5EF4-FFF2-40B4-BE49-F238E27FC236}">
                      <a16:creationId xmlns:a16="http://schemas.microsoft.com/office/drawing/2014/main" id="{8E3BAC41-6156-4A06-A384-0F6780F792F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455994" y="2231256"/>
                  <a:ext cx="1054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98" name="インク 197">
                  <a:extLst>
                    <a:ext uri="{FF2B5EF4-FFF2-40B4-BE49-F238E27FC236}">
                      <a16:creationId xmlns:a16="http://schemas.microsoft.com/office/drawing/2014/main" id="{E91E70D1-1FB5-B6BF-E89E-9DDB131CBFE4}"/>
                    </a:ext>
                  </a:extLst>
                </p14:cNvPr>
                <p14:cNvContentPartPr/>
                <p14:nvPr/>
              </p14:nvContentPartPr>
              <p14:xfrm>
                <a:off x="2445194" y="2307216"/>
                <a:ext cx="108360" cy="7560"/>
              </p14:xfrm>
            </p:contentPart>
          </mc:Choice>
          <mc:Fallback xmlns="">
            <p:pic>
              <p:nvPicPr>
                <p:cNvPr id="198" name="インク 197">
                  <a:extLst>
                    <a:ext uri="{FF2B5EF4-FFF2-40B4-BE49-F238E27FC236}">
                      <a16:creationId xmlns:a16="http://schemas.microsoft.com/office/drawing/2014/main" id="{E91E70D1-1FB5-B6BF-E89E-9DDB131CBFE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429765" y="2291736"/>
                  <a:ext cx="138859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99" name="インク 198">
                  <a:extLst>
                    <a:ext uri="{FF2B5EF4-FFF2-40B4-BE49-F238E27FC236}">
                      <a16:creationId xmlns:a16="http://schemas.microsoft.com/office/drawing/2014/main" id="{38AFDDD6-D602-BD26-E3CD-10AE6FCF79F8}"/>
                    </a:ext>
                  </a:extLst>
                </p14:cNvPr>
                <p14:cNvContentPartPr/>
                <p14:nvPr/>
              </p14:nvContentPartPr>
              <p14:xfrm>
                <a:off x="2563994" y="2253576"/>
                <a:ext cx="73800" cy="171720"/>
              </p14:xfrm>
            </p:contentPart>
          </mc:Choice>
          <mc:Fallback xmlns="">
            <p:pic>
              <p:nvPicPr>
                <p:cNvPr id="199" name="インク 198">
                  <a:extLst>
                    <a:ext uri="{FF2B5EF4-FFF2-40B4-BE49-F238E27FC236}">
                      <a16:creationId xmlns:a16="http://schemas.microsoft.com/office/drawing/2014/main" id="{38AFDDD6-D602-BD26-E3CD-10AE6FCF79F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548514" y="2238063"/>
                  <a:ext cx="104400" cy="2023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12" name="インク 211">
                  <a:extLst>
                    <a:ext uri="{FF2B5EF4-FFF2-40B4-BE49-F238E27FC236}">
                      <a16:creationId xmlns:a16="http://schemas.microsoft.com/office/drawing/2014/main" id="{433B7D18-3A31-F828-BC66-3C4ED51E32B0}"/>
                    </a:ext>
                  </a:extLst>
                </p14:cNvPr>
                <p14:cNvContentPartPr/>
                <p14:nvPr/>
              </p14:nvContentPartPr>
              <p14:xfrm>
                <a:off x="2789120" y="2127920"/>
                <a:ext cx="295200" cy="363600"/>
              </p14:xfrm>
            </p:contentPart>
          </mc:Choice>
          <mc:Fallback xmlns="">
            <p:pic>
              <p:nvPicPr>
                <p:cNvPr id="212" name="インク 211">
                  <a:extLst>
                    <a:ext uri="{FF2B5EF4-FFF2-40B4-BE49-F238E27FC236}">
                      <a16:creationId xmlns:a16="http://schemas.microsoft.com/office/drawing/2014/main" id="{433B7D18-3A31-F828-BC66-3C4ED51E32B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773640" y="2112440"/>
                  <a:ext cx="32580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19" name="インク 218">
                  <a:extLst>
                    <a:ext uri="{FF2B5EF4-FFF2-40B4-BE49-F238E27FC236}">
                      <a16:creationId xmlns:a16="http://schemas.microsoft.com/office/drawing/2014/main" id="{3B935611-A7A1-B237-04E0-2E7277DE8BB0}"/>
                    </a:ext>
                  </a:extLst>
                </p14:cNvPr>
                <p14:cNvContentPartPr/>
                <p14:nvPr/>
              </p14:nvContentPartPr>
              <p14:xfrm>
                <a:off x="3121362" y="2226240"/>
                <a:ext cx="219960" cy="213840"/>
              </p14:xfrm>
            </p:contentPart>
          </mc:Choice>
          <mc:Fallback xmlns="">
            <p:pic>
              <p:nvPicPr>
                <p:cNvPr id="219" name="インク 218">
                  <a:extLst>
                    <a:ext uri="{FF2B5EF4-FFF2-40B4-BE49-F238E27FC236}">
                      <a16:creationId xmlns:a16="http://schemas.microsoft.com/office/drawing/2014/main" id="{3B935611-A7A1-B237-04E0-2E7277DE8BB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105882" y="2210734"/>
                  <a:ext cx="250560" cy="2444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22" name="インク 221">
                  <a:extLst>
                    <a:ext uri="{FF2B5EF4-FFF2-40B4-BE49-F238E27FC236}">
                      <a16:creationId xmlns:a16="http://schemas.microsoft.com/office/drawing/2014/main" id="{0BA4CC3E-1BE3-DAB3-472A-812D324FD2A6}"/>
                    </a:ext>
                  </a:extLst>
                </p14:cNvPr>
                <p14:cNvContentPartPr/>
                <p14:nvPr/>
              </p14:nvContentPartPr>
              <p14:xfrm>
                <a:off x="3443326" y="2299680"/>
                <a:ext cx="70200" cy="57600"/>
              </p14:xfrm>
            </p:contentPart>
          </mc:Choice>
          <mc:Fallback xmlns="">
            <p:pic>
              <p:nvPicPr>
                <p:cNvPr id="222" name="インク 221">
                  <a:extLst>
                    <a:ext uri="{FF2B5EF4-FFF2-40B4-BE49-F238E27FC236}">
                      <a16:creationId xmlns:a16="http://schemas.microsoft.com/office/drawing/2014/main" id="{0BA4CC3E-1BE3-DAB3-472A-812D324FD2A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427766" y="2284200"/>
                  <a:ext cx="100958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51" name="インク 250">
                  <a:extLst>
                    <a:ext uri="{FF2B5EF4-FFF2-40B4-BE49-F238E27FC236}">
                      <a16:creationId xmlns:a16="http://schemas.microsoft.com/office/drawing/2014/main" id="{9DC1C140-4359-9577-03DA-2808FAA6D239}"/>
                    </a:ext>
                  </a:extLst>
                </p14:cNvPr>
                <p14:cNvContentPartPr/>
                <p14:nvPr/>
              </p14:nvContentPartPr>
              <p14:xfrm>
                <a:off x="3669260" y="2165869"/>
                <a:ext cx="1242720" cy="308880"/>
              </p14:xfrm>
            </p:contentPart>
          </mc:Choice>
          <mc:Fallback xmlns="">
            <p:pic>
              <p:nvPicPr>
                <p:cNvPr id="251" name="インク 250">
                  <a:extLst>
                    <a:ext uri="{FF2B5EF4-FFF2-40B4-BE49-F238E27FC236}">
                      <a16:creationId xmlns:a16="http://schemas.microsoft.com/office/drawing/2014/main" id="{9DC1C140-4359-9577-03DA-2808FAA6D23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653780" y="2150407"/>
                  <a:ext cx="1273320" cy="3394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52" name="インク 251">
                  <a:extLst>
                    <a:ext uri="{FF2B5EF4-FFF2-40B4-BE49-F238E27FC236}">
                      <a16:creationId xmlns:a16="http://schemas.microsoft.com/office/drawing/2014/main" id="{DE2AA82E-8B7A-1BF8-560A-CFF0D0C4B51F}"/>
                    </a:ext>
                  </a:extLst>
                </p14:cNvPr>
                <p14:cNvContentPartPr/>
                <p14:nvPr/>
              </p14:nvContentPartPr>
              <p14:xfrm>
                <a:off x="4946540" y="2171989"/>
                <a:ext cx="73800" cy="276120"/>
              </p14:xfrm>
            </p:contentPart>
          </mc:Choice>
          <mc:Fallback xmlns="">
            <p:pic>
              <p:nvPicPr>
                <p:cNvPr id="252" name="インク 251">
                  <a:extLst>
                    <a:ext uri="{FF2B5EF4-FFF2-40B4-BE49-F238E27FC236}">
                      <a16:creationId xmlns:a16="http://schemas.microsoft.com/office/drawing/2014/main" id="{DE2AA82E-8B7A-1BF8-560A-CFF0D0C4B51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931060" y="2156509"/>
                  <a:ext cx="1044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58" name="インク 257">
                  <a:extLst>
                    <a:ext uri="{FF2B5EF4-FFF2-40B4-BE49-F238E27FC236}">
                      <a16:creationId xmlns:a16="http://schemas.microsoft.com/office/drawing/2014/main" id="{113C4D29-7138-B0BC-C300-493754228B92}"/>
                    </a:ext>
                  </a:extLst>
                </p14:cNvPr>
                <p14:cNvContentPartPr/>
                <p14:nvPr/>
              </p14:nvContentPartPr>
              <p14:xfrm>
                <a:off x="5109620" y="2242189"/>
                <a:ext cx="168480" cy="140040"/>
              </p14:xfrm>
            </p:contentPart>
          </mc:Choice>
          <mc:Fallback xmlns="">
            <p:pic>
              <p:nvPicPr>
                <p:cNvPr id="258" name="インク 257">
                  <a:extLst>
                    <a:ext uri="{FF2B5EF4-FFF2-40B4-BE49-F238E27FC236}">
                      <a16:creationId xmlns:a16="http://schemas.microsoft.com/office/drawing/2014/main" id="{113C4D29-7138-B0BC-C300-493754228B9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094140" y="2226709"/>
                  <a:ext cx="1990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76" name="インク 275">
                  <a:extLst>
                    <a:ext uri="{FF2B5EF4-FFF2-40B4-BE49-F238E27FC236}">
                      <a16:creationId xmlns:a16="http://schemas.microsoft.com/office/drawing/2014/main" id="{FEB31BB0-A498-F9A3-F3A7-5F974E84F298}"/>
                    </a:ext>
                  </a:extLst>
                </p14:cNvPr>
                <p14:cNvContentPartPr/>
                <p14:nvPr/>
              </p14:nvContentPartPr>
              <p14:xfrm>
                <a:off x="5411965" y="2156398"/>
                <a:ext cx="1289880" cy="321480"/>
              </p14:xfrm>
            </p:contentPart>
          </mc:Choice>
          <mc:Fallback xmlns="">
            <p:pic>
              <p:nvPicPr>
                <p:cNvPr id="276" name="インク 275">
                  <a:extLst>
                    <a:ext uri="{FF2B5EF4-FFF2-40B4-BE49-F238E27FC236}">
                      <a16:creationId xmlns:a16="http://schemas.microsoft.com/office/drawing/2014/main" id="{FEB31BB0-A498-F9A3-F3A7-5F974E84F29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396489" y="2140935"/>
                  <a:ext cx="1320471" cy="35204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グループ化 200">
            <a:extLst>
              <a:ext uri="{FF2B5EF4-FFF2-40B4-BE49-F238E27FC236}">
                <a16:creationId xmlns:a16="http://schemas.microsoft.com/office/drawing/2014/main" id="{942F2DDA-412C-57E4-1D5F-65DAB2F5E2F8}"/>
              </a:ext>
            </a:extLst>
          </p:cNvPr>
          <p:cNvGrpSpPr/>
          <p:nvPr/>
        </p:nvGrpSpPr>
        <p:grpSpPr>
          <a:xfrm>
            <a:off x="1103118" y="2666645"/>
            <a:ext cx="7054471" cy="287183"/>
            <a:chOff x="1103118" y="2666645"/>
            <a:chExt cx="7054471" cy="28718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01" name="インク 300">
                  <a:extLst>
                    <a:ext uri="{FF2B5EF4-FFF2-40B4-BE49-F238E27FC236}">
                      <a16:creationId xmlns:a16="http://schemas.microsoft.com/office/drawing/2014/main" id="{2270BA0B-CD96-AE73-9DA5-1EBA8BEB0323}"/>
                    </a:ext>
                  </a:extLst>
                </p14:cNvPr>
                <p14:cNvContentPartPr/>
                <p14:nvPr/>
              </p14:nvContentPartPr>
              <p14:xfrm>
                <a:off x="1103118" y="2709746"/>
                <a:ext cx="435960" cy="201240"/>
              </p14:xfrm>
            </p:contentPart>
          </mc:Choice>
          <mc:Fallback xmlns="">
            <p:pic>
              <p:nvPicPr>
                <p:cNvPr id="301" name="インク 300">
                  <a:extLst>
                    <a:ext uri="{FF2B5EF4-FFF2-40B4-BE49-F238E27FC236}">
                      <a16:creationId xmlns:a16="http://schemas.microsoft.com/office/drawing/2014/main" id="{2270BA0B-CD96-AE73-9DA5-1EBA8BEB032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87638" y="2694266"/>
                  <a:ext cx="4665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19" name="インク 318">
                  <a:extLst>
                    <a:ext uri="{FF2B5EF4-FFF2-40B4-BE49-F238E27FC236}">
                      <a16:creationId xmlns:a16="http://schemas.microsoft.com/office/drawing/2014/main" id="{1503104C-2019-55F4-25E5-DF24DABB87F2}"/>
                    </a:ext>
                  </a:extLst>
                </p14:cNvPr>
                <p14:cNvContentPartPr/>
                <p14:nvPr/>
              </p14:nvContentPartPr>
              <p14:xfrm>
                <a:off x="2289431" y="2705788"/>
                <a:ext cx="383400" cy="213840"/>
              </p14:xfrm>
            </p:contentPart>
          </mc:Choice>
          <mc:Fallback xmlns="">
            <p:pic>
              <p:nvPicPr>
                <p:cNvPr id="319" name="インク 318">
                  <a:extLst>
                    <a:ext uri="{FF2B5EF4-FFF2-40B4-BE49-F238E27FC236}">
                      <a16:creationId xmlns:a16="http://schemas.microsoft.com/office/drawing/2014/main" id="{1503104C-2019-55F4-25E5-DF24DABB87F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273951" y="2690282"/>
                  <a:ext cx="414000" cy="2444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20" name="インク 319">
                  <a:extLst>
                    <a:ext uri="{FF2B5EF4-FFF2-40B4-BE49-F238E27FC236}">
                      <a16:creationId xmlns:a16="http://schemas.microsoft.com/office/drawing/2014/main" id="{B082C365-6637-9659-35E4-C9BD1CCE076F}"/>
                    </a:ext>
                  </a:extLst>
                </p14:cNvPr>
                <p14:cNvContentPartPr/>
                <p14:nvPr/>
              </p14:nvContentPartPr>
              <p14:xfrm>
                <a:off x="1672391" y="2674828"/>
                <a:ext cx="464760" cy="279000"/>
              </p14:xfrm>
            </p:contentPart>
          </mc:Choice>
          <mc:Fallback xmlns="">
            <p:pic>
              <p:nvPicPr>
                <p:cNvPr id="320" name="インク 319">
                  <a:extLst>
                    <a:ext uri="{FF2B5EF4-FFF2-40B4-BE49-F238E27FC236}">
                      <a16:creationId xmlns:a16="http://schemas.microsoft.com/office/drawing/2014/main" id="{B082C365-6637-9659-35E4-C9BD1CCE076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656899" y="2659348"/>
                  <a:ext cx="495384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21" name="インク 320">
                  <a:extLst>
                    <a:ext uri="{FF2B5EF4-FFF2-40B4-BE49-F238E27FC236}">
                      <a16:creationId xmlns:a16="http://schemas.microsoft.com/office/drawing/2014/main" id="{CF7B86F0-7947-81D2-E018-7B5ADC56E4F6}"/>
                    </a:ext>
                  </a:extLst>
                </p14:cNvPr>
                <p14:cNvContentPartPr/>
                <p14:nvPr/>
              </p14:nvContentPartPr>
              <p14:xfrm>
                <a:off x="2760671" y="2750788"/>
                <a:ext cx="56880" cy="149400"/>
              </p14:xfrm>
            </p:contentPart>
          </mc:Choice>
          <mc:Fallback xmlns="">
            <p:pic>
              <p:nvPicPr>
                <p:cNvPr id="321" name="インク 320">
                  <a:extLst>
                    <a:ext uri="{FF2B5EF4-FFF2-40B4-BE49-F238E27FC236}">
                      <a16:creationId xmlns:a16="http://schemas.microsoft.com/office/drawing/2014/main" id="{CF7B86F0-7947-81D2-E018-7B5ADC56E4F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745191" y="2735308"/>
                  <a:ext cx="874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30" name="インク 329">
                  <a:extLst>
                    <a:ext uri="{FF2B5EF4-FFF2-40B4-BE49-F238E27FC236}">
                      <a16:creationId xmlns:a16="http://schemas.microsoft.com/office/drawing/2014/main" id="{7C811CD2-C126-927F-CA9F-7807E48CCD25}"/>
                    </a:ext>
                  </a:extLst>
                </p14:cNvPr>
                <p14:cNvContentPartPr/>
                <p14:nvPr/>
              </p14:nvContentPartPr>
              <p14:xfrm>
                <a:off x="2963711" y="2715508"/>
                <a:ext cx="365760" cy="187920"/>
              </p14:xfrm>
            </p:contentPart>
          </mc:Choice>
          <mc:Fallback xmlns="">
            <p:pic>
              <p:nvPicPr>
                <p:cNvPr id="330" name="インク 329">
                  <a:extLst>
                    <a:ext uri="{FF2B5EF4-FFF2-40B4-BE49-F238E27FC236}">
                      <a16:creationId xmlns:a16="http://schemas.microsoft.com/office/drawing/2014/main" id="{7C811CD2-C126-927F-CA9F-7807E48CCD2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948246" y="2700058"/>
                  <a:ext cx="396330" cy="2184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70" name="インク 369">
                  <a:extLst>
                    <a:ext uri="{FF2B5EF4-FFF2-40B4-BE49-F238E27FC236}">
                      <a16:creationId xmlns:a16="http://schemas.microsoft.com/office/drawing/2014/main" id="{C68DAB2E-7669-E662-7567-D823CE4F1F42}"/>
                    </a:ext>
                  </a:extLst>
                </p14:cNvPr>
                <p14:cNvContentPartPr/>
                <p14:nvPr/>
              </p14:nvContentPartPr>
              <p14:xfrm>
                <a:off x="3466106" y="2680711"/>
                <a:ext cx="1621800" cy="222480"/>
              </p14:xfrm>
            </p:contentPart>
          </mc:Choice>
          <mc:Fallback xmlns="">
            <p:pic>
              <p:nvPicPr>
                <p:cNvPr id="370" name="インク 369">
                  <a:extLst>
                    <a:ext uri="{FF2B5EF4-FFF2-40B4-BE49-F238E27FC236}">
                      <a16:creationId xmlns:a16="http://schemas.microsoft.com/office/drawing/2014/main" id="{C68DAB2E-7669-E662-7567-D823CE4F1F4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450629" y="2665231"/>
                  <a:ext cx="1652393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398" name="インク 397">
                  <a:extLst>
                    <a:ext uri="{FF2B5EF4-FFF2-40B4-BE49-F238E27FC236}">
                      <a16:creationId xmlns:a16="http://schemas.microsoft.com/office/drawing/2014/main" id="{370ED759-9CCA-D885-42E7-FE10FFCE160F}"/>
                    </a:ext>
                  </a:extLst>
                </p14:cNvPr>
                <p14:cNvContentPartPr/>
                <p14:nvPr/>
              </p14:nvContentPartPr>
              <p14:xfrm>
                <a:off x="5243310" y="2674978"/>
                <a:ext cx="1247400" cy="234720"/>
              </p14:xfrm>
            </p:contentPart>
          </mc:Choice>
          <mc:Fallback xmlns="">
            <p:pic>
              <p:nvPicPr>
                <p:cNvPr id="398" name="インク 397">
                  <a:extLst>
                    <a:ext uri="{FF2B5EF4-FFF2-40B4-BE49-F238E27FC236}">
                      <a16:creationId xmlns:a16="http://schemas.microsoft.com/office/drawing/2014/main" id="{370ED759-9CCA-D885-42E7-FE10FFCE160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227830" y="2659498"/>
                  <a:ext cx="12780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419" name="インク 418">
                  <a:extLst>
                    <a:ext uri="{FF2B5EF4-FFF2-40B4-BE49-F238E27FC236}">
                      <a16:creationId xmlns:a16="http://schemas.microsoft.com/office/drawing/2014/main" id="{4D8B319D-1EC2-593F-55AA-66EF610C5AD1}"/>
                    </a:ext>
                  </a:extLst>
                </p14:cNvPr>
                <p14:cNvContentPartPr/>
                <p14:nvPr/>
              </p14:nvContentPartPr>
              <p14:xfrm>
                <a:off x="6649909" y="2666645"/>
                <a:ext cx="1507680" cy="282240"/>
              </p14:xfrm>
            </p:contentPart>
          </mc:Choice>
          <mc:Fallback xmlns="">
            <p:pic>
              <p:nvPicPr>
                <p:cNvPr id="419" name="インク 418">
                  <a:extLst>
                    <a:ext uri="{FF2B5EF4-FFF2-40B4-BE49-F238E27FC236}">
                      <a16:creationId xmlns:a16="http://schemas.microsoft.com/office/drawing/2014/main" id="{4D8B319D-1EC2-593F-55AA-66EF610C5AD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634425" y="2651165"/>
                  <a:ext cx="1538287" cy="31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グループ化 261">
            <a:extLst>
              <a:ext uri="{FF2B5EF4-FFF2-40B4-BE49-F238E27FC236}">
                <a16:creationId xmlns:a16="http://schemas.microsoft.com/office/drawing/2014/main" id="{3023F6D2-D71F-1282-F9BD-6E87022E835A}"/>
              </a:ext>
            </a:extLst>
          </p:cNvPr>
          <p:cNvGrpSpPr/>
          <p:nvPr/>
        </p:nvGrpSpPr>
        <p:grpSpPr>
          <a:xfrm>
            <a:off x="1208005" y="3139217"/>
            <a:ext cx="3121560" cy="306000"/>
            <a:chOff x="1208005" y="3139217"/>
            <a:chExt cx="312156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432" name="インク 431">
                  <a:extLst>
                    <a:ext uri="{FF2B5EF4-FFF2-40B4-BE49-F238E27FC236}">
                      <a16:creationId xmlns:a16="http://schemas.microsoft.com/office/drawing/2014/main" id="{50531493-D240-FC4D-7FDA-E9B2EBFA2DCC}"/>
                    </a:ext>
                  </a:extLst>
                </p14:cNvPr>
                <p14:cNvContentPartPr/>
                <p14:nvPr/>
              </p14:nvContentPartPr>
              <p14:xfrm>
                <a:off x="1208005" y="3201857"/>
                <a:ext cx="238680" cy="218880"/>
              </p14:xfrm>
            </p:contentPart>
          </mc:Choice>
          <mc:Fallback xmlns="">
            <p:pic>
              <p:nvPicPr>
                <p:cNvPr id="432" name="インク 431">
                  <a:extLst>
                    <a:ext uri="{FF2B5EF4-FFF2-40B4-BE49-F238E27FC236}">
                      <a16:creationId xmlns:a16="http://schemas.microsoft.com/office/drawing/2014/main" id="{50531493-D240-FC4D-7FDA-E9B2EBFA2DC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92502" y="3186351"/>
                  <a:ext cx="269326" cy="2495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439" name="インク 438">
                  <a:extLst>
                    <a:ext uri="{FF2B5EF4-FFF2-40B4-BE49-F238E27FC236}">
                      <a16:creationId xmlns:a16="http://schemas.microsoft.com/office/drawing/2014/main" id="{3A330928-4435-022C-4ED7-BE80847B85EF}"/>
                    </a:ext>
                  </a:extLst>
                </p14:cNvPr>
                <p14:cNvContentPartPr/>
                <p14:nvPr/>
              </p14:nvContentPartPr>
              <p14:xfrm>
                <a:off x="1580965" y="3185657"/>
                <a:ext cx="447120" cy="259560"/>
              </p14:xfrm>
            </p:contentPart>
          </mc:Choice>
          <mc:Fallback xmlns="">
            <p:pic>
              <p:nvPicPr>
                <p:cNvPr id="439" name="インク 438">
                  <a:extLst>
                    <a:ext uri="{FF2B5EF4-FFF2-40B4-BE49-F238E27FC236}">
                      <a16:creationId xmlns:a16="http://schemas.microsoft.com/office/drawing/2014/main" id="{3A330928-4435-022C-4ED7-BE80847B85E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565497" y="3170177"/>
                  <a:ext cx="477695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453" name="インク 452">
                  <a:extLst>
                    <a:ext uri="{FF2B5EF4-FFF2-40B4-BE49-F238E27FC236}">
                      <a16:creationId xmlns:a16="http://schemas.microsoft.com/office/drawing/2014/main" id="{352A3D2E-49C0-AEE1-099B-9951A44A15FB}"/>
                    </a:ext>
                  </a:extLst>
                </p14:cNvPr>
                <p14:cNvContentPartPr/>
                <p14:nvPr/>
              </p14:nvContentPartPr>
              <p14:xfrm>
                <a:off x="2106925" y="3216257"/>
                <a:ext cx="730080" cy="210600"/>
              </p14:xfrm>
            </p:contentPart>
          </mc:Choice>
          <mc:Fallback xmlns="">
            <p:pic>
              <p:nvPicPr>
                <p:cNvPr id="453" name="インク 452">
                  <a:extLst>
                    <a:ext uri="{FF2B5EF4-FFF2-40B4-BE49-F238E27FC236}">
                      <a16:creationId xmlns:a16="http://schemas.microsoft.com/office/drawing/2014/main" id="{352A3D2E-49C0-AEE1-099B-9951A44A15F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091453" y="3200803"/>
                  <a:ext cx="760665" cy="2411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456" name="インク 455">
                  <a:extLst>
                    <a:ext uri="{FF2B5EF4-FFF2-40B4-BE49-F238E27FC236}">
                      <a16:creationId xmlns:a16="http://schemas.microsoft.com/office/drawing/2014/main" id="{52766059-FEF4-AA0E-8693-8D092DF36496}"/>
                    </a:ext>
                  </a:extLst>
                </p14:cNvPr>
                <p14:cNvContentPartPr/>
                <p14:nvPr/>
              </p14:nvContentPartPr>
              <p14:xfrm>
                <a:off x="2935285" y="3181697"/>
                <a:ext cx="105480" cy="217440"/>
              </p14:xfrm>
            </p:contentPart>
          </mc:Choice>
          <mc:Fallback xmlns="">
            <p:pic>
              <p:nvPicPr>
                <p:cNvPr id="456" name="インク 455">
                  <a:extLst>
                    <a:ext uri="{FF2B5EF4-FFF2-40B4-BE49-F238E27FC236}">
                      <a16:creationId xmlns:a16="http://schemas.microsoft.com/office/drawing/2014/main" id="{52766059-FEF4-AA0E-8693-8D092DF3649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919805" y="3166217"/>
                  <a:ext cx="1360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471" name="インク 470">
                  <a:extLst>
                    <a:ext uri="{FF2B5EF4-FFF2-40B4-BE49-F238E27FC236}">
                      <a16:creationId xmlns:a16="http://schemas.microsoft.com/office/drawing/2014/main" id="{8F7CEF96-3289-18CC-41B4-64033B2B929B}"/>
                    </a:ext>
                  </a:extLst>
                </p14:cNvPr>
                <p14:cNvContentPartPr/>
                <p14:nvPr/>
              </p14:nvContentPartPr>
              <p14:xfrm>
                <a:off x="3142645" y="3139217"/>
                <a:ext cx="1186920" cy="262800"/>
              </p14:xfrm>
            </p:contentPart>
          </mc:Choice>
          <mc:Fallback xmlns="">
            <p:pic>
              <p:nvPicPr>
                <p:cNvPr id="471" name="インク 470">
                  <a:extLst>
                    <a:ext uri="{FF2B5EF4-FFF2-40B4-BE49-F238E27FC236}">
                      <a16:creationId xmlns:a16="http://schemas.microsoft.com/office/drawing/2014/main" id="{8F7CEF96-3289-18CC-41B4-64033B2B929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127160" y="3123758"/>
                  <a:ext cx="1217529" cy="29335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2" name="グループ化 821">
            <a:extLst>
              <a:ext uri="{FF2B5EF4-FFF2-40B4-BE49-F238E27FC236}">
                <a16:creationId xmlns:a16="http://schemas.microsoft.com/office/drawing/2014/main" id="{80F6CD0C-7B7E-4345-A937-9625F791C29F}"/>
              </a:ext>
            </a:extLst>
          </p:cNvPr>
          <p:cNvGrpSpPr/>
          <p:nvPr/>
        </p:nvGrpSpPr>
        <p:grpSpPr>
          <a:xfrm>
            <a:off x="6456560" y="3660809"/>
            <a:ext cx="3541729" cy="226669"/>
            <a:chOff x="6456560" y="3660809"/>
            <a:chExt cx="3541729" cy="22666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82" name="インク 581">
                  <a:extLst>
                    <a:ext uri="{FF2B5EF4-FFF2-40B4-BE49-F238E27FC236}">
                      <a16:creationId xmlns:a16="http://schemas.microsoft.com/office/drawing/2014/main" id="{498C3DE8-8B21-03C9-12FF-40E3566B1CCF}"/>
                    </a:ext>
                  </a:extLst>
                </p14:cNvPr>
                <p14:cNvContentPartPr/>
                <p14:nvPr/>
              </p14:nvContentPartPr>
              <p14:xfrm>
                <a:off x="6456560" y="3690776"/>
                <a:ext cx="486360" cy="187920"/>
              </p14:xfrm>
            </p:contentPart>
          </mc:Choice>
          <mc:Fallback xmlns="">
            <p:pic>
              <p:nvPicPr>
                <p:cNvPr id="582" name="インク 581">
                  <a:extLst>
                    <a:ext uri="{FF2B5EF4-FFF2-40B4-BE49-F238E27FC236}">
                      <a16:creationId xmlns:a16="http://schemas.microsoft.com/office/drawing/2014/main" id="{498C3DE8-8B21-03C9-12FF-40E3566B1CC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441091" y="3675266"/>
                  <a:ext cx="516937" cy="2185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27" name="インク 626">
                  <a:extLst>
                    <a:ext uri="{FF2B5EF4-FFF2-40B4-BE49-F238E27FC236}">
                      <a16:creationId xmlns:a16="http://schemas.microsoft.com/office/drawing/2014/main" id="{3C8DC60D-8AC1-7C4B-7989-2EB5D0897345}"/>
                    </a:ext>
                  </a:extLst>
                </p14:cNvPr>
                <p14:cNvContentPartPr/>
                <p14:nvPr/>
              </p14:nvContentPartPr>
              <p14:xfrm>
                <a:off x="7088595" y="3684078"/>
                <a:ext cx="434520" cy="203400"/>
              </p14:xfrm>
            </p:contentPart>
          </mc:Choice>
          <mc:Fallback xmlns="">
            <p:pic>
              <p:nvPicPr>
                <p:cNvPr id="627" name="インク 626">
                  <a:extLst>
                    <a:ext uri="{FF2B5EF4-FFF2-40B4-BE49-F238E27FC236}">
                      <a16:creationId xmlns:a16="http://schemas.microsoft.com/office/drawing/2014/main" id="{3C8DC60D-8AC1-7C4B-7989-2EB5D089734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073102" y="3668598"/>
                  <a:ext cx="465145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44" name="インク 643">
                  <a:extLst>
                    <a:ext uri="{FF2B5EF4-FFF2-40B4-BE49-F238E27FC236}">
                      <a16:creationId xmlns:a16="http://schemas.microsoft.com/office/drawing/2014/main" id="{08BDE7AC-4D4F-773D-3DBA-A2D996720A06}"/>
                    </a:ext>
                  </a:extLst>
                </p14:cNvPr>
                <p14:cNvContentPartPr/>
                <p14:nvPr/>
              </p14:nvContentPartPr>
              <p14:xfrm>
                <a:off x="7638675" y="3670398"/>
                <a:ext cx="740880" cy="213480"/>
              </p14:xfrm>
            </p:contentPart>
          </mc:Choice>
          <mc:Fallback xmlns="">
            <p:pic>
              <p:nvPicPr>
                <p:cNvPr id="644" name="インク 643">
                  <a:extLst>
                    <a:ext uri="{FF2B5EF4-FFF2-40B4-BE49-F238E27FC236}">
                      <a16:creationId xmlns:a16="http://schemas.microsoft.com/office/drawing/2014/main" id="{08BDE7AC-4D4F-773D-3DBA-A2D996720A0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623195" y="3654918"/>
                  <a:ext cx="7714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53" name="インク 652">
                  <a:extLst>
                    <a:ext uri="{FF2B5EF4-FFF2-40B4-BE49-F238E27FC236}">
                      <a16:creationId xmlns:a16="http://schemas.microsoft.com/office/drawing/2014/main" id="{FC94B181-2D41-0152-0C68-82FB743D5D3C}"/>
                    </a:ext>
                  </a:extLst>
                </p14:cNvPr>
                <p14:cNvContentPartPr/>
                <p14:nvPr/>
              </p14:nvContentPartPr>
              <p14:xfrm>
                <a:off x="8476569" y="3661169"/>
                <a:ext cx="168840" cy="222480"/>
              </p14:xfrm>
            </p:contentPart>
          </mc:Choice>
          <mc:Fallback xmlns="">
            <p:pic>
              <p:nvPicPr>
                <p:cNvPr id="653" name="インク 652">
                  <a:extLst>
                    <a:ext uri="{FF2B5EF4-FFF2-40B4-BE49-F238E27FC236}">
                      <a16:creationId xmlns:a16="http://schemas.microsoft.com/office/drawing/2014/main" id="{FC94B181-2D41-0152-0C68-82FB743D5D3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461089" y="3645664"/>
                  <a:ext cx="199440" cy="2531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58" name="インク 657">
                  <a:extLst>
                    <a:ext uri="{FF2B5EF4-FFF2-40B4-BE49-F238E27FC236}">
                      <a16:creationId xmlns:a16="http://schemas.microsoft.com/office/drawing/2014/main" id="{EFF4BB6A-491E-B02E-CC4F-60E3B1C3F401}"/>
                    </a:ext>
                  </a:extLst>
                </p14:cNvPr>
                <p14:cNvContentPartPr/>
                <p14:nvPr/>
              </p14:nvContentPartPr>
              <p14:xfrm>
                <a:off x="8792649" y="3681689"/>
                <a:ext cx="242640" cy="184680"/>
              </p14:xfrm>
            </p:contentPart>
          </mc:Choice>
          <mc:Fallback xmlns="">
            <p:pic>
              <p:nvPicPr>
                <p:cNvPr id="658" name="インク 657">
                  <a:extLst>
                    <a:ext uri="{FF2B5EF4-FFF2-40B4-BE49-F238E27FC236}">
                      <a16:creationId xmlns:a16="http://schemas.microsoft.com/office/drawing/2014/main" id="{EFF4BB6A-491E-B02E-CC4F-60E3B1C3F40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777169" y="3666209"/>
                  <a:ext cx="2732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78" name="インク 677">
                  <a:extLst>
                    <a:ext uri="{FF2B5EF4-FFF2-40B4-BE49-F238E27FC236}">
                      <a16:creationId xmlns:a16="http://schemas.microsoft.com/office/drawing/2014/main" id="{C516FABE-25CE-94B2-C39C-B1759C571B0F}"/>
                    </a:ext>
                  </a:extLst>
                </p14:cNvPr>
                <p14:cNvContentPartPr/>
                <p14:nvPr/>
              </p14:nvContentPartPr>
              <p14:xfrm>
                <a:off x="9089649" y="3660809"/>
                <a:ext cx="908640" cy="206640"/>
              </p14:xfrm>
            </p:contentPart>
          </mc:Choice>
          <mc:Fallback xmlns="">
            <p:pic>
              <p:nvPicPr>
                <p:cNvPr id="678" name="インク 677">
                  <a:extLst>
                    <a:ext uri="{FF2B5EF4-FFF2-40B4-BE49-F238E27FC236}">
                      <a16:creationId xmlns:a16="http://schemas.microsoft.com/office/drawing/2014/main" id="{C516FABE-25CE-94B2-C39C-B1759C571B0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074175" y="3645329"/>
                  <a:ext cx="939228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4" name="グループ化 1033">
            <a:extLst>
              <a:ext uri="{FF2B5EF4-FFF2-40B4-BE49-F238E27FC236}">
                <a16:creationId xmlns:a16="http://schemas.microsoft.com/office/drawing/2014/main" id="{0B514E7C-6F43-5169-3C7B-D8F4B84D6E0E}"/>
              </a:ext>
            </a:extLst>
          </p:cNvPr>
          <p:cNvGrpSpPr/>
          <p:nvPr/>
        </p:nvGrpSpPr>
        <p:grpSpPr>
          <a:xfrm>
            <a:off x="5818144" y="4149659"/>
            <a:ext cx="3120080" cy="233451"/>
            <a:chOff x="5818144" y="4149659"/>
            <a:chExt cx="3120080" cy="23345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46" name="インク 745">
                  <a:extLst>
                    <a:ext uri="{FF2B5EF4-FFF2-40B4-BE49-F238E27FC236}">
                      <a16:creationId xmlns:a16="http://schemas.microsoft.com/office/drawing/2014/main" id="{2EA65AC0-49A6-9347-32C4-F4A20F2D56FC}"/>
                    </a:ext>
                  </a:extLst>
                </p14:cNvPr>
                <p14:cNvContentPartPr/>
                <p14:nvPr/>
              </p14:nvContentPartPr>
              <p14:xfrm>
                <a:off x="5818144" y="4176110"/>
                <a:ext cx="485280" cy="207000"/>
              </p14:xfrm>
            </p:contentPart>
          </mc:Choice>
          <mc:Fallback xmlns="">
            <p:pic>
              <p:nvPicPr>
                <p:cNvPr id="746" name="インク 745">
                  <a:extLst>
                    <a:ext uri="{FF2B5EF4-FFF2-40B4-BE49-F238E27FC236}">
                      <a16:creationId xmlns:a16="http://schemas.microsoft.com/office/drawing/2014/main" id="{2EA65AC0-49A6-9347-32C4-F4A20F2D56F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802664" y="4160657"/>
                  <a:ext cx="515880" cy="2375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66" name="インク 765">
                  <a:extLst>
                    <a:ext uri="{FF2B5EF4-FFF2-40B4-BE49-F238E27FC236}">
                      <a16:creationId xmlns:a16="http://schemas.microsoft.com/office/drawing/2014/main" id="{C7C3F29B-1053-2BA0-6B04-A6D3FF7C491D}"/>
                    </a:ext>
                  </a:extLst>
                </p14:cNvPr>
                <p14:cNvContentPartPr/>
                <p14:nvPr/>
              </p14:nvContentPartPr>
              <p14:xfrm>
                <a:off x="6400090" y="4164499"/>
                <a:ext cx="702360" cy="204480"/>
              </p14:xfrm>
            </p:contentPart>
          </mc:Choice>
          <mc:Fallback xmlns="">
            <p:pic>
              <p:nvPicPr>
                <p:cNvPr id="766" name="インク 765">
                  <a:extLst>
                    <a:ext uri="{FF2B5EF4-FFF2-40B4-BE49-F238E27FC236}">
                      <a16:creationId xmlns:a16="http://schemas.microsoft.com/office/drawing/2014/main" id="{C7C3F29B-1053-2BA0-6B04-A6D3FF7C491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384610" y="4148992"/>
                  <a:ext cx="732960" cy="2351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98" name="インク 797">
                  <a:extLst>
                    <a:ext uri="{FF2B5EF4-FFF2-40B4-BE49-F238E27FC236}">
                      <a16:creationId xmlns:a16="http://schemas.microsoft.com/office/drawing/2014/main" id="{DD4C29FC-085C-2ADC-200F-8D6F281C50E1}"/>
                    </a:ext>
                  </a:extLst>
                </p14:cNvPr>
                <p14:cNvContentPartPr/>
                <p14:nvPr/>
              </p14:nvContentPartPr>
              <p14:xfrm>
                <a:off x="7180704" y="4149659"/>
                <a:ext cx="1757520" cy="220680"/>
              </p14:xfrm>
            </p:contentPart>
          </mc:Choice>
          <mc:Fallback xmlns="">
            <p:pic>
              <p:nvPicPr>
                <p:cNvPr id="798" name="インク 797">
                  <a:extLst>
                    <a:ext uri="{FF2B5EF4-FFF2-40B4-BE49-F238E27FC236}">
                      <a16:creationId xmlns:a16="http://schemas.microsoft.com/office/drawing/2014/main" id="{DD4C29FC-085C-2ADC-200F-8D6F281C50E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165221" y="4134179"/>
                  <a:ext cx="1788126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5" name="グループ化 1034">
            <a:extLst>
              <a:ext uri="{FF2B5EF4-FFF2-40B4-BE49-F238E27FC236}">
                <a16:creationId xmlns:a16="http://schemas.microsoft.com/office/drawing/2014/main" id="{574D0C62-A4C8-5923-AB13-0327788F230E}"/>
              </a:ext>
            </a:extLst>
          </p:cNvPr>
          <p:cNvGrpSpPr/>
          <p:nvPr/>
        </p:nvGrpSpPr>
        <p:grpSpPr>
          <a:xfrm>
            <a:off x="1031040" y="4698764"/>
            <a:ext cx="4333441" cy="270720"/>
            <a:chOff x="1031040" y="4698764"/>
            <a:chExt cx="4333441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07" name="インク 806">
                  <a:extLst>
                    <a:ext uri="{FF2B5EF4-FFF2-40B4-BE49-F238E27FC236}">
                      <a16:creationId xmlns:a16="http://schemas.microsoft.com/office/drawing/2014/main" id="{20884C55-DE45-E5C8-5B72-40A72A9EB30B}"/>
                    </a:ext>
                  </a:extLst>
                </p14:cNvPr>
                <p14:cNvContentPartPr/>
                <p14:nvPr/>
              </p14:nvContentPartPr>
              <p14:xfrm>
                <a:off x="1031040" y="4710644"/>
                <a:ext cx="544320" cy="258840"/>
              </p14:xfrm>
            </p:contentPart>
          </mc:Choice>
          <mc:Fallback xmlns="">
            <p:pic>
              <p:nvPicPr>
                <p:cNvPr id="807" name="インク 806">
                  <a:extLst>
                    <a:ext uri="{FF2B5EF4-FFF2-40B4-BE49-F238E27FC236}">
                      <a16:creationId xmlns:a16="http://schemas.microsoft.com/office/drawing/2014/main" id="{20884C55-DE45-E5C8-5B72-40A72A9EB30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15560" y="4695185"/>
                  <a:ext cx="574920" cy="2893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13" name="インク 812">
                  <a:extLst>
                    <a:ext uri="{FF2B5EF4-FFF2-40B4-BE49-F238E27FC236}">
                      <a16:creationId xmlns:a16="http://schemas.microsoft.com/office/drawing/2014/main" id="{B6AABF91-C41B-452F-DF00-E00417E8054B}"/>
                    </a:ext>
                  </a:extLst>
                </p14:cNvPr>
                <p14:cNvContentPartPr/>
                <p14:nvPr/>
              </p14:nvContentPartPr>
              <p14:xfrm>
                <a:off x="1700280" y="4698764"/>
                <a:ext cx="424800" cy="231840"/>
              </p14:xfrm>
            </p:contentPart>
          </mc:Choice>
          <mc:Fallback xmlns="">
            <p:pic>
              <p:nvPicPr>
                <p:cNvPr id="813" name="インク 812">
                  <a:extLst>
                    <a:ext uri="{FF2B5EF4-FFF2-40B4-BE49-F238E27FC236}">
                      <a16:creationId xmlns:a16="http://schemas.microsoft.com/office/drawing/2014/main" id="{B6AABF91-C41B-452F-DF00-E00417E8054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684813" y="4683284"/>
                  <a:ext cx="455374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24" name="インク 823">
                  <a:extLst>
                    <a:ext uri="{FF2B5EF4-FFF2-40B4-BE49-F238E27FC236}">
                      <a16:creationId xmlns:a16="http://schemas.microsoft.com/office/drawing/2014/main" id="{F435A44E-C7AE-D44F-D892-A5493B2B9010}"/>
                    </a:ext>
                  </a:extLst>
                </p14:cNvPr>
                <p14:cNvContentPartPr/>
                <p14:nvPr/>
              </p14:nvContentPartPr>
              <p14:xfrm>
                <a:off x="2238120" y="4701644"/>
                <a:ext cx="725400" cy="226080"/>
              </p14:xfrm>
            </p:contentPart>
          </mc:Choice>
          <mc:Fallback xmlns="">
            <p:pic>
              <p:nvPicPr>
                <p:cNvPr id="824" name="インク 823">
                  <a:extLst>
                    <a:ext uri="{FF2B5EF4-FFF2-40B4-BE49-F238E27FC236}">
                      <a16:creationId xmlns:a16="http://schemas.microsoft.com/office/drawing/2014/main" id="{F435A44E-C7AE-D44F-D892-A5493B2B901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222632" y="4686164"/>
                  <a:ext cx="756015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31" name="インク 830">
                  <a:extLst>
                    <a:ext uri="{FF2B5EF4-FFF2-40B4-BE49-F238E27FC236}">
                      <a16:creationId xmlns:a16="http://schemas.microsoft.com/office/drawing/2014/main" id="{34CAFF28-CD1F-FD48-E1BC-0C5B5B32276A}"/>
                    </a:ext>
                  </a:extLst>
                </p14:cNvPr>
                <p14:cNvContentPartPr/>
                <p14:nvPr/>
              </p14:nvContentPartPr>
              <p14:xfrm>
                <a:off x="3070440" y="4701644"/>
                <a:ext cx="496440" cy="204480"/>
              </p14:xfrm>
            </p:contentPart>
          </mc:Choice>
          <mc:Fallback xmlns="">
            <p:pic>
              <p:nvPicPr>
                <p:cNvPr id="831" name="インク 830">
                  <a:extLst>
                    <a:ext uri="{FF2B5EF4-FFF2-40B4-BE49-F238E27FC236}">
                      <a16:creationId xmlns:a16="http://schemas.microsoft.com/office/drawing/2014/main" id="{34CAFF28-CD1F-FD48-E1BC-0C5B5B32276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054960" y="4686137"/>
                  <a:ext cx="527040" cy="2351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34" name="インク 833">
                  <a:extLst>
                    <a:ext uri="{FF2B5EF4-FFF2-40B4-BE49-F238E27FC236}">
                      <a16:creationId xmlns:a16="http://schemas.microsoft.com/office/drawing/2014/main" id="{58585AE5-AB06-7DFB-D683-EF2C516B6B53}"/>
                    </a:ext>
                  </a:extLst>
                </p14:cNvPr>
                <p14:cNvContentPartPr/>
                <p14:nvPr/>
              </p14:nvContentPartPr>
              <p14:xfrm>
                <a:off x="3943921" y="4722513"/>
                <a:ext cx="77760" cy="193320"/>
              </p14:xfrm>
            </p:contentPart>
          </mc:Choice>
          <mc:Fallback xmlns="">
            <p:pic>
              <p:nvPicPr>
                <p:cNvPr id="834" name="インク 833">
                  <a:extLst>
                    <a:ext uri="{FF2B5EF4-FFF2-40B4-BE49-F238E27FC236}">
                      <a16:creationId xmlns:a16="http://schemas.microsoft.com/office/drawing/2014/main" id="{58585AE5-AB06-7DFB-D683-EF2C516B6B5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928441" y="4707033"/>
                  <a:ext cx="1083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35" name="インク 834">
                  <a:extLst>
                    <a:ext uri="{FF2B5EF4-FFF2-40B4-BE49-F238E27FC236}">
                      <a16:creationId xmlns:a16="http://schemas.microsoft.com/office/drawing/2014/main" id="{130189E8-9A41-3FD3-BF65-137618A1D70B}"/>
                    </a:ext>
                  </a:extLst>
                </p14:cNvPr>
                <p14:cNvContentPartPr/>
                <p14:nvPr/>
              </p14:nvContentPartPr>
              <p14:xfrm>
                <a:off x="3748081" y="4817553"/>
                <a:ext cx="62280" cy="42120"/>
              </p14:xfrm>
            </p:contentPart>
          </mc:Choice>
          <mc:Fallback xmlns="">
            <p:pic>
              <p:nvPicPr>
                <p:cNvPr id="835" name="インク 834">
                  <a:extLst>
                    <a:ext uri="{FF2B5EF4-FFF2-40B4-BE49-F238E27FC236}">
                      <a16:creationId xmlns:a16="http://schemas.microsoft.com/office/drawing/2014/main" id="{130189E8-9A41-3FD3-BF65-137618A1D70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732690" y="4801940"/>
                  <a:ext cx="92704" cy="729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49" name="インク 848">
                  <a:extLst>
                    <a:ext uri="{FF2B5EF4-FFF2-40B4-BE49-F238E27FC236}">
                      <a16:creationId xmlns:a16="http://schemas.microsoft.com/office/drawing/2014/main" id="{4139EA3E-74A1-7B67-4138-7B8032464DAC}"/>
                    </a:ext>
                  </a:extLst>
                </p14:cNvPr>
                <p14:cNvContentPartPr/>
                <p14:nvPr/>
              </p14:nvContentPartPr>
              <p14:xfrm>
                <a:off x="4092241" y="4704513"/>
                <a:ext cx="1272240" cy="236880"/>
              </p14:xfrm>
            </p:contentPart>
          </mc:Choice>
          <mc:Fallback xmlns="">
            <p:pic>
              <p:nvPicPr>
                <p:cNvPr id="849" name="インク 848">
                  <a:extLst>
                    <a:ext uri="{FF2B5EF4-FFF2-40B4-BE49-F238E27FC236}">
                      <a16:creationId xmlns:a16="http://schemas.microsoft.com/office/drawing/2014/main" id="{4139EA3E-74A1-7B67-4138-7B8032464DA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076757" y="4689033"/>
                  <a:ext cx="1302849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52" name="インク 851">
                  <a:extLst>
                    <a:ext uri="{FF2B5EF4-FFF2-40B4-BE49-F238E27FC236}">
                      <a16:creationId xmlns:a16="http://schemas.microsoft.com/office/drawing/2014/main" id="{36462E81-2C1B-444A-4BA2-1C47298B65E4}"/>
                    </a:ext>
                  </a:extLst>
                </p14:cNvPr>
                <p14:cNvContentPartPr/>
                <p14:nvPr/>
              </p14:nvContentPartPr>
              <p14:xfrm>
                <a:off x="5129761" y="4749153"/>
                <a:ext cx="92520" cy="160920"/>
              </p14:xfrm>
            </p:contentPart>
          </mc:Choice>
          <mc:Fallback xmlns="">
            <p:pic>
              <p:nvPicPr>
                <p:cNvPr id="852" name="インク 851">
                  <a:extLst>
                    <a:ext uri="{FF2B5EF4-FFF2-40B4-BE49-F238E27FC236}">
                      <a16:creationId xmlns:a16="http://schemas.microsoft.com/office/drawing/2014/main" id="{36462E81-2C1B-444A-4BA2-1C47298B65E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114281" y="4733638"/>
                  <a:ext cx="123120" cy="19158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6" name="グループ化 1035">
            <a:extLst>
              <a:ext uri="{FF2B5EF4-FFF2-40B4-BE49-F238E27FC236}">
                <a16:creationId xmlns:a16="http://schemas.microsoft.com/office/drawing/2014/main" id="{EA0616A0-100F-BD69-85CF-8C05A36BB5E5}"/>
              </a:ext>
            </a:extLst>
          </p:cNvPr>
          <p:cNvGrpSpPr/>
          <p:nvPr/>
        </p:nvGrpSpPr>
        <p:grpSpPr>
          <a:xfrm>
            <a:off x="1009321" y="5208463"/>
            <a:ext cx="2314440" cy="269280"/>
            <a:chOff x="1009321" y="5208463"/>
            <a:chExt cx="231444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86" name="インク 885">
                  <a:extLst>
                    <a:ext uri="{FF2B5EF4-FFF2-40B4-BE49-F238E27FC236}">
                      <a16:creationId xmlns:a16="http://schemas.microsoft.com/office/drawing/2014/main" id="{D1D8701D-CCE9-0506-75AC-861BDE231D90}"/>
                    </a:ext>
                  </a:extLst>
                </p14:cNvPr>
                <p14:cNvContentPartPr/>
                <p14:nvPr/>
              </p14:nvContentPartPr>
              <p14:xfrm>
                <a:off x="2883121" y="5222143"/>
                <a:ext cx="440640" cy="205920"/>
              </p14:xfrm>
            </p:contentPart>
          </mc:Choice>
          <mc:Fallback xmlns="">
            <p:pic>
              <p:nvPicPr>
                <p:cNvPr id="886" name="インク 885">
                  <a:extLst>
                    <a:ext uri="{FF2B5EF4-FFF2-40B4-BE49-F238E27FC236}">
                      <a16:creationId xmlns:a16="http://schemas.microsoft.com/office/drawing/2014/main" id="{D1D8701D-CCE9-0506-75AC-861BDE231D9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867641" y="5206636"/>
                  <a:ext cx="471240" cy="2365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87" name="インク 886">
                  <a:extLst>
                    <a:ext uri="{FF2B5EF4-FFF2-40B4-BE49-F238E27FC236}">
                      <a16:creationId xmlns:a16="http://schemas.microsoft.com/office/drawing/2014/main" id="{EC5A5B06-C4E4-5CE8-E44A-842DEA222BD3}"/>
                    </a:ext>
                  </a:extLst>
                </p14:cNvPr>
                <p14:cNvContentPartPr/>
                <p14:nvPr/>
              </p14:nvContentPartPr>
              <p14:xfrm>
                <a:off x="2473441" y="5230783"/>
                <a:ext cx="256320" cy="189360"/>
              </p14:xfrm>
            </p:contentPart>
          </mc:Choice>
          <mc:Fallback xmlns="">
            <p:pic>
              <p:nvPicPr>
                <p:cNvPr id="887" name="インク 886">
                  <a:extLst>
                    <a:ext uri="{FF2B5EF4-FFF2-40B4-BE49-F238E27FC236}">
                      <a16:creationId xmlns:a16="http://schemas.microsoft.com/office/drawing/2014/main" id="{EC5A5B06-C4E4-5CE8-E44A-842DEA222BD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457983" y="5215303"/>
                  <a:ext cx="286877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88" name="インク 887">
                  <a:extLst>
                    <a:ext uri="{FF2B5EF4-FFF2-40B4-BE49-F238E27FC236}">
                      <a16:creationId xmlns:a16="http://schemas.microsoft.com/office/drawing/2014/main" id="{39C4AFEB-5311-EF75-53A0-77679091045B}"/>
                    </a:ext>
                  </a:extLst>
                </p14:cNvPr>
                <p14:cNvContentPartPr/>
                <p14:nvPr/>
              </p14:nvContentPartPr>
              <p14:xfrm>
                <a:off x="1009321" y="5208463"/>
                <a:ext cx="1282680" cy="269280"/>
              </p14:xfrm>
            </p:contentPart>
          </mc:Choice>
          <mc:Fallback xmlns="">
            <p:pic>
              <p:nvPicPr>
                <p:cNvPr id="888" name="インク 887">
                  <a:extLst>
                    <a:ext uri="{FF2B5EF4-FFF2-40B4-BE49-F238E27FC236}">
                      <a16:creationId xmlns:a16="http://schemas.microsoft.com/office/drawing/2014/main" id="{39C4AFEB-5311-EF75-53A0-77679091045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93845" y="5192983"/>
                  <a:ext cx="1313271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7" name="グループ化 1036">
            <a:extLst>
              <a:ext uri="{FF2B5EF4-FFF2-40B4-BE49-F238E27FC236}">
                <a16:creationId xmlns:a16="http://schemas.microsoft.com/office/drawing/2014/main" id="{E92B438C-7ABC-355F-A491-AB4520B5535D}"/>
              </a:ext>
            </a:extLst>
          </p:cNvPr>
          <p:cNvGrpSpPr/>
          <p:nvPr/>
        </p:nvGrpSpPr>
        <p:grpSpPr>
          <a:xfrm>
            <a:off x="1034030" y="5687273"/>
            <a:ext cx="5320205" cy="301616"/>
            <a:chOff x="1034030" y="5687273"/>
            <a:chExt cx="5320205" cy="30161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94" name="インク 893">
                  <a:extLst>
                    <a:ext uri="{FF2B5EF4-FFF2-40B4-BE49-F238E27FC236}">
                      <a16:creationId xmlns:a16="http://schemas.microsoft.com/office/drawing/2014/main" id="{2BDD6368-22C0-9A89-E9B9-C02364670FDF}"/>
                    </a:ext>
                  </a:extLst>
                </p14:cNvPr>
                <p14:cNvContentPartPr/>
                <p14:nvPr/>
              </p14:nvContentPartPr>
              <p14:xfrm>
                <a:off x="1034030" y="5712049"/>
                <a:ext cx="411480" cy="225360"/>
              </p14:xfrm>
            </p:contentPart>
          </mc:Choice>
          <mc:Fallback xmlns="">
            <p:pic>
              <p:nvPicPr>
                <p:cNvPr id="894" name="インク 893">
                  <a:extLst>
                    <a:ext uri="{FF2B5EF4-FFF2-40B4-BE49-F238E27FC236}">
                      <a16:creationId xmlns:a16="http://schemas.microsoft.com/office/drawing/2014/main" id="{2BDD6368-22C0-9A89-E9B9-C02364670FD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18536" y="5696569"/>
                  <a:ext cx="442107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18" name="インク 917">
                  <a:extLst>
                    <a:ext uri="{FF2B5EF4-FFF2-40B4-BE49-F238E27FC236}">
                      <a16:creationId xmlns:a16="http://schemas.microsoft.com/office/drawing/2014/main" id="{9FA58574-9492-9F23-F761-84F8311F5044}"/>
                    </a:ext>
                  </a:extLst>
                </p14:cNvPr>
                <p14:cNvContentPartPr/>
                <p14:nvPr/>
              </p14:nvContentPartPr>
              <p14:xfrm>
                <a:off x="1595990" y="5693689"/>
                <a:ext cx="1658520" cy="259920"/>
              </p14:xfrm>
            </p:contentPart>
          </mc:Choice>
          <mc:Fallback xmlns="">
            <p:pic>
              <p:nvPicPr>
                <p:cNvPr id="918" name="インク 917">
                  <a:extLst>
                    <a:ext uri="{FF2B5EF4-FFF2-40B4-BE49-F238E27FC236}">
                      <a16:creationId xmlns:a16="http://schemas.microsoft.com/office/drawing/2014/main" id="{9FA58574-9492-9F23-F761-84F8311F504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580513" y="5678230"/>
                  <a:ext cx="1689113" cy="2904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27" name="インク 926">
                  <a:extLst>
                    <a:ext uri="{FF2B5EF4-FFF2-40B4-BE49-F238E27FC236}">
                      <a16:creationId xmlns:a16="http://schemas.microsoft.com/office/drawing/2014/main" id="{BC6ADEB9-787C-4928-A6D4-7D92A65447A1}"/>
                    </a:ext>
                  </a:extLst>
                </p14:cNvPr>
                <p14:cNvContentPartPr/>
                <p14:nvPr/>
              </p14:nvContentPartPr>
              <p14:xfrm>
                <a:off x="3374750" y="5690449"/>
                <a:ext cx="447840" cy="298440"/>
              </p14:xfrm>
            </p:contentPart>
          </mc:Choice>
          <mc:Fallback xmlns="">
            <p:pic>
              <p:nvPicPr>
                <p:cNvPr id="927" name="インク 926">
                  <a:extLst>
                    <a:ext uri="{FF2B5EF4-FFF2-40B4-BE49-F238E27FC236}">
                      <a16:creationId xmlns:a16="http://schemas.microsoft.com/office/drawing/2014/main" id="{BC6ADEB9-787C-4928-A6D4-7D92A65447A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359282" y="5674969"/>
                  <a:ext cx="478415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59" name="インク 958">
                  <a:extLst>
                    <a:ext uri="{FF2B5EF4-FFF2-40B4-BE49-F238E27FC236}">
                      <a16:creationId xmlns:a16="http://schemas.microsoft.com/office/drawing/2014/main" id="{8794FC4E-F287-C839-2DAB-64FDFBEDBB2C}"/>
                    </a:ext>
                  </a:extLst>
                </p14:cNvPr>
                <p14:cNvContentPartPr/>
                <p14:nvPr/>
              </p14:nvContentPartPr>
              <p14:xfrm>
                <a:off x="3965866" y="5687273"/>
                <a:ext cx="925200" cy="277560"/>
              </p14:xfrm>
            </p:contentPart>
          </mc:Choice>
          <mc:Fallback xmlns="">
            <p:pic>
              <p:nvPicPr>
                <p:cNvPr id="959" name="インク 958">
                  <a:extLst>
                    <a:ext uri="{FF2B5EF4-FFF2-40B4-BE49-F238E27FC236}">
                      <a16:creationId xmlns:a16="http://schemas.microsoft.com/office/drawing/2014/main" id="{8794FC4E-F287-C839-2DAB-64FDFBEDBB2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950386" y="5671813"/>
                  <a:ext cx="955800" cy="30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79" name="インク 978">
                  <a:extLst>
                    <a:ext uri="{FF2B5EF4-FFF2-40B4-BE49-F238E27FC236}">
                      <a16:creationId xmlns:a16="http://schemas.microsoft.com/office/drawing/2014/main" id="{95C511FE-4505-607B-E215-CC4EBAC3EA0F}"/>
                    </a:ext>
                  </a:extLst>
                </p14:cNvPr>
                <p14:cNvContentPartPr/>
                <p14:nvPr/>
              </p14:nvContentPartPr>
              <p14:xfrm>
                <a:off x="5524435" y="5738092"/>
                <a:ext cx="829800" cy="214200"/>
              </p14:xfrm>
            </p:contentPart>
          </mc:Choice>
          <mc:Fallback xmlns="">
            <p:pic>
              <p:nvPicPr>
                <p:cNvPr id="979" name="インク 978">
                  <a:extLst>
                    <a:ext uri="{FF2B5EF4-FFF2-40B4-BE49-F238E27FC236}">
                      <a16:creationId xmlns:a16="http://schemas.microsoft.com/office/drawing/2014/main" id="{95C511FE-4505-607B-E215-CC4EBAC3EA0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508955" y="5722612"/>
                  <a:ext cx="8604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80" name="インク 979">
                  <a:extLst>
                    <a:ext uri="{FF2B5EF4-FFF2-40B4-BE49-F238E27FC236}">
                      <a16:creationId xmlns:a16="http://schemas.microsoft.com/office/drawing/2014/main" id="{BBFB2403-1BA9-E278-EF31-4D0538A24711}"/>
                    </a:ext>
                  </a:extLst>
                </p14:cNvPr>
                <p14:cNvContentPartPr/>
                <p14:nvPr/>
              </p14:nvContentPartPr>
              <p14:xfrm>
                <a:off x="5027275" y="5733052"/>
                <a:ext cx="371520" cy="206280"/>
              </p14:xfrm>
            </p:contentPart>
          </mc:Choice>
          <mc:Fallback xmlns="">
            <p:pic>
              <p:nvPicPr>
                <p:cNvPr id="980" name="インク 979">
                  <a:extLst>
                    <a:ext uri="{FF2B5EF4-FFF2-40B4-BE49-F238E27FC236}">
                      <a16:creationId xmlns:a16="http://schemas.microsoft.com/office/drawing/2014/main" id="{BBFB2403-1BA9-E278-EF31-4D0538A2471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011780" y="5717599"/>
                  <a:ext cx="402150" cy="23682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5" name="グループ化 544">
            <a:extLst>
              <a:ext uri="{FF2B5EF4-FFF2-40B4-BE49-F238E27FC236}">
                <a16:creationId xmlns:a16="http://schemas.microsoft.com/office/drawing/2014/main" id="{0B758D5B-8970-D0EB-2B8A-584AC2D68590}"/>
              </a:ext>
            </a:extLst>
          </p:cNvPr>
          <p:cNvGrpSpPr/>
          <p:nvPr/>
        </p:nvGrpSpPr>
        <p:grpSpPr>
          <a:xfrm>
            <a:off x="1161859" y="3653475"/>
            <a:ext cx="4715016" cy="272866"/>
            <a:chOff x="1161859" y="3653475"/>
            <a:chExt cx="4715016" cy="27286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497" name="インク 496">
                  <a:extLst>
                    <a:ext uri="{FF2B5EF4-FFF2-40B4-BE49-F238E27FC236}">
                      <a16:creationId xmlns:a16="http://schemas.microsoft.com/office/drawing/2014/main" id="{FCCAF01B-9D91-1D0F-E796-6B056275E00C}"/>
                    </a:ext>
                  </a:extLst>
                </p14:cNvPr>
                <p14:cNvContentPartPr/>
                <p14:nvPr/>
              </p14:nvContentPartPr>
              <p14:xfrm>
                <a:off x="1161859" y="3688755"/>
                <a:ext cx="738720" cy="214920"/>
              </p14:xfrm>
            </p:contentPart>
          </mc:Choice>
          <mc:Fallback xmlns="">
            <p:pic>
              <p:nvPicPr>
                <p:cNvPr id="497" name="インク 496">
                  <a:extLst>
                    <a:ext uri="{FF2B5EF4-FFF2-40B4-BE49-F238E27FC236}">
                      <a16:creationId xmlns:a16="http://schemas.microsoft.com/office/drawing/2014/main" id="{FCCAF01B-9D91-1D0F-E796-6B056275E00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146379" y="3673301"/>
                  <a:ext cx="769320" cy="245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503" name="インク 502">
                  <a:extLst>
                    <a:ext uri="{FF2B5EF4-FFF2-40B4-BE49-F238E27FC236}">
                      <a16:creationId xmlns:a16="http://schemas.microsoft.com/office/drawing/2014/main" id="{1ACC5411-A8FA-303D-51C2-945F4D0D8A8A}"/>
                    </a:ext>
                  </a:extLst>
                </p14:cNvPr>
                <p14:cNvContentPartPr/>
                <p14:nvPr/>
              </p14:nvContentPartPr>
              <p14:xfrm>
                <a:off x="2067979" y="3653475"/>
                <a:ext cx="282240" cy="238320"/>
              </p14:xfrm>
            </p:contentPart>
          </mc:Choice>
          <mc:Fallback xmlns="">
            <p:pic>
              <p:nvPicPr>
                <p:cNvPr id="503" name="インク 502">
                  <a:extLst>
                    <a:ext uri="{FF2B5EF4-FFF2-40B4-BE49-F238E27FC236}">
                      <a16:creationId xmlns:a16="http://schemas.microsoft.com/office/drawing/2014/main" id="{1ACC5411-A8FA-303D-51C2-945F4D0D8A8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052499" y="3638018"/>
                  <a:ext cx="312840" cy="2688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504" name="インク 503">
                  <a:extLst>
                    <a:ext uri="{FF2B5EF4-FFF2-40B4-BE49-F238E27FC236}">
                      <a16:creationId xmlns:a16="http://schemas.microsoft.com/office/drawing/2014/main" id="{6F35070E-A1A2-7E8B-CA46-1A136C25DBC3}"/>
                    </a:ext>
                  </a:extLst>
                </p14:cNvPr>
                <p14:cNvContentPartPr/>
                <p14:nvPr/>
              </p14:nvContentPartPr>
              <p14:xfrm>
                <a:off x="2373979" y="3806115"/>
                <a:ext cx="66240" cy="6120"/>
              </p14:xfrm>
            </p:contentPart>
          </mc:Choice>
          <mc:Fallback xmlns="">
            <p:pic>
              <p:nvPicPr>
                <p:cNvPr id="504" name="インク 503">
                  <a:extLst>
                    <a:ext uri="{FF2B5EF4-FFF2-40B4-BE49-F238E27FC236}">
                      <a16:creationId xmlns:a16="http://schemas.microsoft.com/office/drawing/2014/main" id="{6F35070E-A1A2-7E8B-CA46-1A136C25DBC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358499" y="3790635"/>
                  <a:ext cx="968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505" name="インク 504">
                  <a:extLst>
                    <a:ext uri="{FF2B5EF4-FFF2-40B4-BE49-F238E27FC236}">
                      <a16:creationId xmlns:a16="http://schemas.microsoft.com/office/drawing/2014/main" id="{A1896473-834A-ED32-7F6E-B5835DBE2F7F}"/>
                    </a:ext>
                  </a:extLst>
                </p14:cNvPr>
                <p14:cNvContentPartPr/>
                <p14:nvPr/>
              </p14:nvContentPartPr>
              <p14:xfrm>
                <a:off x="2526619" y="3697395"/>
                <a:ext cx="47520" cy="200160"/>
              </p14:xfrm>
            </p:contentPart>
          </mc:Choice>
          <mc:Fallback xmlns="">
            <p:pic>
              <p:nvPicPr>
                <p:cNvPr id="505" name="インク 504">
                  <a:extLst>
                    <a:ext uri="{FF2B5EF4-FFF2-40B4-BE49-F238E27FC236}">
                      <a16:creationId xmlns:a16="http://schemas.microsoft.com/office/drawing/2014/main" id="{A1896473-834A-ED32-7F6E-B5835DBE2F7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511021" y="3681887"/>
                  <a:ext cx="78354" cy="2308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510" name="インク 509">
                  <a:extLst>
                    <a:ext uri="{FF2B5EF4-FFF2-40B4-BE49-F238E27FC236}">
                      <a16:creationId xmlns:a16="http://schemas.microsoft.com/office/drawing/2014/main" id="{89C37608-93EE-CBAE-A0BE-4CCCE4BF2A20}"/>
                    </a:ext>
                  </a:extLst>
                </p14:cNvPr>
                <p14:cNvContentPartPr/>
                <p14:nvPr/>
              </p14:nvContentPartPr>
              <p14:xfrm>
                <a:off x="2614819" y="3718635"/>
                <a:ext cx="196200" cy="152280"/>
              </p14:xfrm>
            </p:contentPart>
          </mc:Choice>
          <mc:Fallback xmlns="">
            <p:pic>
              <p:nvPicPr>
                <p:cNvPr id="510" name="インク 509">
                  <a:extLst>
                    <a:ext uri="{FF2B5EF4-FFF2-40B4-BE49-F238E27FC236}">
                      <a16:creationId xmlns:a16="http://schemas.microsoft.com/office/drawing/2014/main" id="{89C37608-93EE-CBAE-A0BE-4CCCE4BF2A2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599339" y="3703155"/>
                  <a:ext cx="2268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513" name="インク 512">
                  <a:extLst>
                    <a:ext uri="{FF2B5EF4-FFF2-40B4-BE49-F238E27FC236}">
                      <a16:creationId xmlns:a16="http://schemas.microsoft.com/office/drawing/2014/main" id="{A4DFDB86-37D8-105C-6B26-8438F87FBEED}"/>
                    </a:ext>
                  </a:extLst>
                </p14:cNvPr>
                <p14:cNvContentPartPr/>
                <p14:nvPr/>
              </p14:nvContentPartPr>
              <p14:xfrm>
                <a:off x="2879779" y="3765075"/>
                <a:ext cx="59400" cy="73800"/>
              </p14:xfrm>
            </p:contentPart>
          </mc:Choice>
          <mc:Fallback xmlns="">
            <p:pic>
              <p:nvPicPr>
                <p:cNvPr id="513" name="インク 512">
                  <a:extLst>
                    <a:ext uri="{FF2B5EF4-FFF2-40B4-BE49-F238E27FC236}">
                      <a16:creationId xmlns:a16="http://schemas.microsoft.com/office/drawing/2014/main" id="{A4DFDB86-37D8-105C-6B26-8438F87FBEE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864392" y="3749595"/>
                  <a:ext cx="89816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519" name="インク 518">
                  <a:extLst>
                    <a:ext uri="{FF2B5EF4-FFF2-40B4-BE49-F238E27FC236}">
                      <a16:creationId xmlns:a16="http://schemas.microsoft.com/office/drawing/2014/main" id="{08376DA3-A340-59B1-D665-106812415ED5}"/>
                    </a:ext>
                  </a:extLst>
                </p14:cNvPr>
                <p14:cNvContentPartPr/>
                <p14:nvPr/>
              </p14:nvContentPartPr>
              <p14:xfrm>
                <a:off x="3009019" y="3665715"/>
                <a:ext cx="379800" cy="217440"/>
              </p14:xfrm>
            </p:contentPart>
          </mc:Choice>
          <mc:Fallback xmlns="">
            <p:pic>
              <p:nvPicPr>
                <p:cNvPr id="519" name="インク 518">
                  <a:extLst>
                    <a:ext uri="{FF2B5EF4-FFF2-40B4-BE49-F238E27FC236}">
                      <a16:creationId xmlns:a16="http://schemas.microsoft.com/office/drawing/2014/main" id="{08376DA3-A340-59B1-D665-106812415ED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993539" y="3650209"/>
                  <a:ext cx="410400" cy="2480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522" name="インク 521">
                  <a:extLst>
                    <a:ext uri="{FF2B5EF4-FFF2-40B4-BE49-F238E27FC236}">
                      <a16:creationId xmlns:a16="http://schemas.microsoft.com/office/drawing/2014/main" id="{5D8F13D1-F52A-C293-6F04-8298257AF2A0}"/>
                    </a:ext>
                  </a:extLst>
                </p14:cNvPr>
                <p14:cNvContentPartPr/>
                <p14:nvPr/>
              </p14:nvContentPartPr>
              <p14:xfrm>
                <a:off x="3462259" y="3788475"/>
                <a:ext cx="50040" cy="73800"/>
              </p14:xfrm>
            </p:contentPart>
          </mc:Choice>
          <mc:Fallback xmlns="">
            <p:pic>
              <p:nvPicPr>
                <p:cNvPr id="522" name="インク 521">
                  <a:extLst>
                    <a:ext uri="{FF2B5EF4-FFF2-40B4-BE49-F238E27FC236}">
                      <a16:creationId xmlns:a16="http://schemas.microsoft.com/office/drawing/2014/main" id="{5D8F13D1-F52A-C293-6F04-8298257AF2A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446779" y="3772995"/>
                  <a:ext cx="806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541" name="インク 540">
                  <a:extLst>
                    <a:ext uri="{FF2B5EF4-FFF2-40B4-BE49-F238E27FC236}">
                      <a16:creationId xmlns:a16="http://schemas.microsoft.com/office/drawing/2014/main" id="{55208129-DC37-B171-D98A-C654905C50EA}"/>
                    </a:ext>
                  </a:extLst>
                </p14:cNvPr>
                <p14:cNvContentPartPr/>
                <p14:nvPr/>
              </p14:nvContentPartPr>
              <p14:xfrm>
                <a:off x="3601055" y="3699181"/>
                <a:ext cx="456840" cy="208800"/>
              </p14:xfrm>
            </p:contentPart>
          </mc:Choice>
          <mc:Fallback xmlns="">
            <p:pic>
              <p:nvPicPr>
                <p:cNvPr id="541" name="インク 540">
                  <a:extLst>
                    <a:ext uri="{FF2B5EF4-FFF2-40B4-BE49-F238E27FC236}">
                      <a16:creationId xmlns:a16="http://schemas.microsoft.com/office/drawing/2014/main" id="{55208129-DC37-B171-D98A-C654905C50E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585575" y="3683701"/>
                  <a:ext cx="4874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551" name="インク 550">
                  <a:extLst>
                    <a:ext uri="{FF2B5EF4-FFF2-40B4-BE49-F238E27FC236}">
                      <a16:creationId xmlns:a16="http://schemas.microsoft.com/office/drawing/2014/main" id="{FD013842-582E-D846-8A97-148C28F29E2D}"/>
                    </a:ext>
                  </a:extLst>
                </p14:cNvPr>
                <p14:cNvContentPartPr/>
                <p14:nvPr/>
              </p14:nvContentPartPr>
              <p14:xfrm>
                <a:off x="4172015" y="3769021"/>
                <a:ext cx="56880" cy="91080"/>
              </p14:xfrm>
            </p:contentPart>
          </mc:Choice>
          <mc:Fallback xmlns="">
            <p:pic>
              <p:nvPicPr>
                <p:cNvPr id="551" name="インク 550">
                  <a:extLst>
                    <a:ext uri="{FF2B5EF4-FFF2-40B4-BE49-F238E27FC236}">
                      <a16:creationId xmlns:a16="http://schemas.microsoft.com/office/drawing/2014/main" id="{FD013842-582E-D846-8A97-148C28F29E2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156535" y="3753541"/>
                  <a:ext cx="87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571" name="インク 570">
                  <a:extLst>
                    <a:ext uri="{FF2B5EF4-FFF2-40B4-BE49-F238E27FC236}">
                      <a16:creationId xmlns:a16="http://schemas.microsoft.com/office/drawing/2014/main" id="{BA4A3856-8ECE-BF57-63F0-EA88243F098C}"/>
                    </a:ext>
                  </a:extLst>
                </p14:cNvPr>
                <p14:cNvContentPartPr/>
                <p14:nvPr/>
              </p14:nvContentPartPr>
              <p14:xfrm>
                <a:off x="5614795" y="3734677"/>
                <a:ext cx="262080" cy="133200"/>
              </p14:xfrm>
            </p:contentPart>
          </mc:Choice>
          <mc:Fallback xmlns="">
            <p:pic>
              <p:nvPicPr>
                <p:cNvPr id="571" name="インク 570">
                  <a:extLst>
                    <a:ext uri="{FF2B5EF4-FFF2-40B4-BE49-F238E27FC236}">
                      <a16:creationId xmlns:a16="http://schemas.microsoft.com/office/drawing/2014/main" id="{BA4A3856-8ECE-BF57-63F0-EA88243F098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599315" y="3719197"/>
                  <a:ext cx="2926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572" name="インク 571">
                  <a:extLst>
                    <a:ext uri="{FF2B5EF4-FFF2-40B4-BE49-F238E27FC236}">
                      <a16:creationId xmlns:a16="http://schemas.microsoft.com/office/drawing/2014/main" id="{C14CFF39-174C-AAE3-BBE5-81D18BFE8168}"/>
                    </a:ext>
                  </a:extLst>
                </p14:cNvPr>
                <p14:cNvContentPartPr/>
                <p14:nvPr/>
              </p14:nvContentPartPr>
              <p14:xfrm>
                <a:off x="4303055" y="3672541"/>
                <a:ext cx="1150560" cy="253800"/>
              </p14:xfrm>
            </p:contentPart>
          </mc:Choice>
          <mc:Fallback xmlns="">
            <p:pic>
              <p:nvPicPr>
                <p:cNvPr id="572" name="インク 571">
                  <a:extLst>
                    <a:ext uri="{FF2B5EF4-FFF2-40B4-BE49-F238E27FC236}">
                      <a16:creationId xmlns:a16="http://schemas.microsoft.com/office/drawing/2014/main" id="{C14CFF39-174C-AAE3-BBE5-81D18BFE816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287575" y="3657083"/>
                  <a:ext cx="1181160" cy="2843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994" name="インク 993">
                  <a:extLst>
                    <a:ext uri="{FF2B5EF4-FFF2-40B4-BE49-F238E27FC236}">
                      <a16:creationId xmlns:a16="http://schemas.microsoft.com/office/drawing/2014/main" id="{3A6DEFDF-3EBB-086C-66CB-75216F52DED5}"/>
                    </a:ext>
                  </a:extLst>
                </p14:cNvPr>
                <p14:cNvContentPartPr/>
                <p14:nvPr/>
              </p14:nvContentPartPr>
              <p14:xfrm>
                <a:off x="4405177" y="3702568"/>
                <a:ext cx="546480" cy="185400"/>
              </p14:xfrm>
            </p:contentPart>
          </mc:Choice>
          <mc:Fallback xmlns="">
            <p:pic>
              <p:nvPicPr>
                <p:cNvPr id="994" name="インク 993">
                  <a:extLst>
                    <a:ext uri="{FF2B5EF4-FFF2-40B4-BE49-F238E27FC236}">
                      <a16:creationId xmlns:a16="http://schemas.microsoft.com/office/drawing/2014/main" id="{3A6DEFDF-3EBB-086C-66CB-75216F52DED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389687" y="3687088"/>
                  <a:ext cx="57710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3" name="グループ化 822">
            <a:extLst>
              <a:ext uri="{FF2B5EF4-FFF2-40B4-BE49-F238E27FC236}">
                <a16:creationId xmlns:a16="http://schemas.microsoft.com/office/drawing/2014/main" id="{6E7827EE-C534-8492-D03D-2AF09FD499F0}"/>
              </a:ext>
            </a:extLst>
          </p:cNvPr>
          <p:cNvGrpSpPr/>
          <p:nvPr/>
        </p:nvGrpSpPr>
        <p:grpSpPr>
          <a:xfrm>
            <a:off x="1041840" y="4161171"/>
            <a:ext cx="4631464" cy="309852"/>
            <a:chOff x="1041840" y="4161171"/>
            <a:chExt cx="4631464" cy="30985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686" name="インク 685">
                  <a:extLst>
                    <a:ext uri="{FF2B5EF4-FFF2-40B4-BE49-F238E27FC236}">
                      <a16:creationId xmlns:a16="http://schemas.microsoft.com/office/drawing/2014/main" id="{11245182-54FE-40D0-6BC6-F84DE896955A}"/>
                    </a:ext>
                  </a:extLst>
                </p14:cNvPr>
                <p14:cNvContentPartPr/>
                <p14:nvPr/>
              </p14:nvContentPartPr>
              <p14:xfrm>
                <a:off x="1041840" y="4186263"/>
                <a:ext cx="541080" cy="284760"/>
              </p14:xfrm>
            </p:contentPart>
          </mc:Choice>
          <mc:Fallback xmlns="">
            <p:pic>
              <p:nvPicPr>
                <p:cNvPr id="686" name="インク 685">
                  <a:extLst>
                    <a:ext uri="{FF2B5EF4-FFF2-40B4-BE49-F238E27FC236}">
                      <a16:creationId xmlns:a16="http://schemas.microsoft.com/office/drawing/2014/main" id="{11245182-54FE-40D0-6BC6-F84DE896955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26370" y="4170783"/>
                  <a:ext cx="5716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711" name="インク 710">
                  <a:extLst>
                    <a:ext uri="{FF2B5EF4-FFF2-40B4-BE49-F238E27FC236}">
                      <a16:creationId xmlns:a16="http://schemas.microsoft.com/office/drawing/2014/main" id="{98475B64-D336-6B78-A168-3EA10DEEE427}"/>
                    </a:ext>
                  </a:extLst>
                </p14:cNvPr>
                <p14:cNvContentPartPr/>
                <p14:nvPr/>
              </p14:nvContentPartPr>
              <p14:xfrm>
                <a:off x="1689909" y="4161171"/>
                <a:ext cx="1917000" cy="257400"/>
              </p14:xfrm>
            </p:contentPart>
          </mc:Choice>
          <mc:Fallback xmlns="">
            <p:pic>
              <p:nvPicPr>
                <p:cNvPr id="711" name="インク 710">
                  <a:extLst>
                    <a:ext uri="{FF2B5EF4-FFF2-40B4-BE49-F238E27FC236}">
                      <a16:creationId xmlns:a16="http://schemas.microsoft.com/office/drawing/2014/main" id="{98475B64-D336-6B78-A168-3EA10DEEE42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674429" y="4145691"/>
                  <a:ext cx="19476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722" name="インク 721">
                  <a:extLst>
                    <a:ext uri="{FF2B5EF4-FFF2-40B4-BE49-F238E27FC236}">
                      <a16:creationId xmlns:a16="http://schemas.microsoft.com/office/drawing/2014/main" id="{E90B8585-900F-51AC-421E-3BFC487CA33C}"/>
                    </a:ext>
                  </a:extLst>
                </p14:cNvPr>
                <p14:cNvContentPartPr/>
                <p14:nvPr/>
              </p14:nvContentPartPr>
              <p14:xfrm>
                <a:off x="3704011" y="4171589"/>
                <a:ext cx="1079640" cy="232920"/>
              </p14:xfrm>
            </p:contentPart>
          </mc:Choice>
          <mc:Fallback xmlns="">
            <p:pic>
              <p:nvPicPr>
                <p:cNvPr id="722" name="インク 721">
                  <a:extLst>
                    <a:ext uri="{FF2B5EF4-FFF2-40B4-BE49-F238E27FC236}">
                      <a16:creationId xmlns:a16="http://schemas.microsoft.com/office/drawing/2014/main" id="{E90B8585-900F-51AC-421E-3BFC487CA33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688536" y="4156133"/>
                  <a:ext cx="1110230" cy="2634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735" name="インク 734">
                  <a:extLst>
                    <a:ext uri="{FF2B5EF4-FFF2-40B4-BE49-F238E27FC236}">
                      <a16:creationId xmlns:a16="http://schemas.microsoft.com/office/drawing/2014/main" id="{B28D007F-69EF-B3A1-FD1F-09354865C4E5}"/>
                    </a:ext>
                  </a:extLst>
                </p14:cNvPr>
                <p14:cNvContentPartPr/>
                <p14:nvPr/>
              </p14:nvContentPartPr>
              <p14:xfrm>
                <a:off x="4993984" y="4192074"/>
                <a:ext cx="679320" cy="150480"/>
              </p14:xfrm>
            </p:contentPart>
          </mc:Choice>
          <mc:Fallback xmlns="">
            <p:pic>
              <p:nvPicPr>
                <p:cNvPr id="735" name="インク 734">
                  <a:extLst>
                    <a:ext uri="{FF2B5EF4-FFF2-40B4-BE49-F238E27FC236}">
                      <a16:creationId xmlns:a16="http://schemas.microsoft.com/office/drawing/2014/main" id="{B28D007F-69EF-B3A1-FD1F-09354865C4E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978504" y="4176594"/>
                  <a:ext cx="7099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033" name="インク 1032">
                  <a:extLst>
                    <a:ext uri="{FF2B5EF4-FFF2-40B4-BE49-F238E27FC236}">
                      <a16:creationId xmlns:a16="http://schemas.microsoft.com/office/drawing/2014/main" id="{EB228D8E-4B5A-CEBE-1D6C-454D1616C1D1}"/>
                    </a:ext>
                  </a:extLst>
                </p14:cNvPr>
                <p14:cNvContentPartPr/>
                <p14:nvPr/>
              </p14:nvContentPartPr>
              <p14:xfrm>
                <a:off x="3922829" y="4193505"/>
                <a:ext cx="450720" cy="164160"/>
              </p14:xfrm>
            </p:contentPart>
          </mc:Choice>
          <mc:Fallback xmlns="">
            <p:pic>
              <p:nvPicPr>
                <p:cNvPr id="1033" name="インク 1032">
                  <a:extLst>
                    <a:ext uri="{FF2B5EF4-FFF2-40B4-BE49-F238E27FC236}">
                      <a16:creationId xmlns:a16="http://schemas.microsoft.com/office/drawing/2014/main" id="{EB228D8E-4B5A-CEBE-1D6C-454D1616C1D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907349" y="4178025"/>
                  <a:ext cx="481320" cy="194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69940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2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7C5B2-A3B4-1CCF-30B2-702AD0A7F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6" name="グループ化 675">
            <a:extLst>
              <a:ext uri="{FF2B5EF4-FFF2-40B4-BE49-F238E27FC236}">
                <a16:creationId xmlns:a16="http://schemas.microsoft.com/office/drawing/2014/main" id="{11E8B60F-8B86-ED09-D828-CE385ACA6B5C}"/>
              </a:ext>
            </a:extLst>
          </p:cNvPr>
          <p:cNvGrpSpPr/>
          <p:nvPr/>
        </p:nvGrpSpPr>
        <p:grpSpPr>
          <a:xfrm>
            <a:off x="249417" y="2374542"/>
            <a:ext cx="10449874" cy="2031363"/>
            <a:chOff x="249417" y="2374542"/>
            <a:chExt cx="10449874" cy="203136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64" name="インク 363">
                  <a:extLst>
                    <a:ext uri="{FF2B5EF4-FFF2-40B4-BE49-F238E27FC236}">
                      <a16:creationId xmlns:a16="http://schemas.microsoft.com/office/drawing/2014/main" id="{5F2014B9-0AC0-42B6-6F28-F3578D286FFD}"/>
                    </a:ext>
                  </a:extLst>
                </p14:cNvPr>
                <p14:cNvContentPartPr/>
                <p14:nvPr/>
              </p14:nvContentPartPr>
              <p14:xfrm>
                <a:off x="249417" y="2472705"/>
                <a:ext cx="1608840" cy="304920"/>
              </p14:xfrm>
            </p:contentPart>
          </mc:Choice>
          <mc:Fallback xmlns="">
            <p:pic>
              <p:nvPicPr>
                <p:cNvPr id="364" name="インク 363">
                  <a:extLst>
                    <a:ext uri="{FF2B5EF4-FFF2-40B4-BE49-F238E27FC236}">
                      <a16:creationId xmlns:a16="http://schemas.microsoft.com/office/drawing/2014/main" id="{5F2014B9-0AC0-42B6-6F28-F3578D286FF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3937" y="2457207"/>
                  <a:ext cx="1639440" cy="3355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67" name="インク 366">
                  <a:extLst>
                    <a:ext uri="{FF2B5EF4-FFF2-40B4-BE49-F238E27FC236}">
                      <a16:creationId xmlns:a16="http://schemas.microsoft.com/office/drawing/2014/main" id="{BB7ABA43-8B07-E6D6-D947-CAF9FD90F43C}"/>
                    </a:ext>
                  </a:extLst>
                </p14:cNvPr>
                <p14:cNvContentPartPr/>
                <p14:nvPr/>
              </p14:nvContentPartPr>
              <p14:xfrm>
                <a:off x="823617" y="2904705"/>
                <a:ext cx="360" cy="1458720"/>
              </p14:xfrm>
            </p:contentPart>
          </mc:Choice>
          <mc:Fallback xmlns="">
            <p:pic>
              <p:nvPicPr>
                <p:cNvPr id="367" name="インク 366">
                  <a:extLst>
                    <a:ext uri="{FF2B5EF4-FFF2-40B4-BE49-F238E27FC236}">
                      <a16:creationId xmlns:a16="http://schemas.microsoft.com/office/drawing/2014/main" id="{BB7ABA43-8B07-E6D6-D947-CAF9FD90F43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4617" y="2895703"/>
                  <a:ext cx="18000" cy="14763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68" name="インク 367">
                  <a:extLst>
                    <a:ext uri="{FF2B5EF4-FFF2-40B4-BE49-F238E27FC236}">
                      <a16:creationId xmlns:a16="http://schemas.microsoft.com/office/drawing/2014/main" id="{89C4D8F0-6C1C-B966-A2E9-2F9D0BEF982C}"/>
                    </a:ext>
                  </a:extLst>
                </p14:cNvPr>
                <p14:cNvContentPartPr/>
                <p14:nvPr/>
              </p14:nvContentPartPr>
              <p14:xfrm>
                <a:off x="784737" y="2901465"/>
                <a:ext cx="360" cy="1502640"/>
              </p14:xfrm>
            </p:contentPart>
          </mc:Choice>
          <mc:Fallback xmlns="">
            <p:pic>
              <p:nvPicPr>
                <p:cNvPr id="368" name="インク 367">
                  <a:extLst>
                    <a:ext uri="{FF2B5EF4-FFF2-40B4-BE49-F238E27FC236}">
                      <a16:creationId xmlns:a16="http://schemas.microsoft.com/office/drawing/2014/main" id="{89C4D8F0-6C1C-B966-A2E9-2F9D0BEF982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5737" y="2892467"/>
                  <a:ext cx="18000" cy="15202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69" name="インク 368">
                  <a:extLst>
                    <a:ext uri="{FF2B5EF4-FFF2-40B4-BE49-F238E27FC236}">
                      <a16:creationId xmlns:a16="http://schemas.microsoft.com/office/drawing/2014/main" id="{4BD9A95B-24C9-6380-42CC-7761710A790C}"/>
                    </a:ext>
                  </a:extLst>
                </p14:cNvPr>
                <p14:cNvContentPartPr/>
                <p14:nvPr/>
              </p14:nvContentPartPr>
              <p14:xfrm>
                <a:off x="523737" y="3406905"/>
                <a:ext cx="1307520" cy="360"/>
              </p14:xfrm>
            </p:contentPart>
          </mc:Choice>
          <mc:Fallback xmlns="">
            <p:pic>
              <p:nvPicPr>
                <p:cNvPr id="369" name="インク 368">
                  <a:extLst>
                    <a:ext uri="{FF2B5EF4-FFF2-40B4-BE49-F238E27FC236}">
                      <a16:creationId xmlns:a16="http://schemas.microsoft.com/office/drawing/2014/main" id="{4BD9A95B-24C9-6380-42CC-7761710A790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4737" y="3397905"/>
                  <a:ext cx="1325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70" name="インク 369">
                  <a:extLst>
                    <a:ext uri="{FF2B5EF4-FFF2-40B4-BE49-F238E27FC236}">
                      <a16:creationId xmlns:a16="http://schemas.microsoft.com/office/drawing/2014/main" id="{8BC6639F-B0ED-5FA9-6235-415B4E5F9E1D}"/>
                    </a:ext>
                  </a:extLst>
                </p14:cNvPr>
                <p14:cNvContentPartPr/>
                <p14:nvPr/>
              </p14:nvContentPartPr>
              <p14:xfrm>
                <a:off x="1162377" y="2912625"/>
                <a:ext cx="360" cy="1487880"/>
              </p14:xfrm>
            </p:contentPart>
          </mc:Choice>
          <mc:Fallback xmlns="">
            <p:pic>
              <p:nvPicPr>
                <p:cNvPr id="370" name="インク 369">
                  <a:extLst>
                    <a:ext uri="{FF2B5EF4-FFF2-40B4-BE49-F238E27FC236}">
                      <a16:creationId xmlns:a16="http://schemas.microsoft.com/office/drawing/2014/main" id="{8BC6639F-B0ED-5FA9-6235-415B4E5F9E1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53377" y="2903625"/>
                  <a:ext cx="18000" cy="15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71" name="インク 370">
                  <a:extLst>
                    <a:ext uri="{FF2B5EF4-FFF2-40B4-BE49-F238E27FC236}">
                      <a16:creationId xmlns:a16="http://schemas.microsoft.com/office/drawing/2014/main" id="{44999408-46B5-18F6-E663-9FDCFA2DA9C1}"/>
                    </a:ext>
                  </a:extLst>
                </p14:cNvPr>
                <p14:cNvContentPartPr/>
                <p14:nvPr/>
              </p14:nvContentPartPr>
              <p14:xfrm>
                <a:off x="1528857" y="2910825"/>
                <a:ext cx="360" cy="1495080"/>
              </p14:xfrm>
            </p:contentPart>
          </mc:Choice>
          <mc:Fallback xmlns="">
            <p:pic>
              <p:nvPicPr>
                <p:cNvPr id="371" name="インク 370">
                  <a:extLst>
                    <a:ext uri="{FF2B5EF4-FFF2-40B4-BE49-F238E27FC236}">
                      <a16:creationId xmlns:a16="http://schemas.microsoft.com/office/drawing/2014/main" id="{44999408-46B5-18F6-E663-9FDCFA2DA9C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19857" y="2901823"/>
                  <a:ext cx="18000" cy="15127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72" name="インク 371">
                  <a:extLst>
                    <a:ext uri="{FF2B5EF4-FFF2-40B4-BE49-F238E27FC236}">
                      <a16:creationId xmlns:a16="http://schemas.microsoft.com/office/drawing/2014/main" id="{DAA310D6-D995-46EC-FB06-A669112938A1}"/>
                    </a:ext>
                  </a:extLst>
                </p14:cNvPr>
                <p14:cNvContentPartPr/>
                <p14:nvPr/>
              </p14:nvContentPartPr>
              <p14:xfrm>
                <a:off x="1845297" y="2921985"/>
                <a:ext cx="360" cy="1460880"/>
              </p14:xfrm>
            </p:contentPart>
          </mc:Choice>
          <mc:Fallback xmlns="">
            <p:pic>
              <p:nvPicPr>
                <p:cNvPr id="372" name="インク 371">
                  <a:extLst>
                    <a:ext uri="{FF2B5EF4-FFF2-40B4-BE49-F238E27FC236}">
                      <a16:creationId xmlns:a16="http://schemas.microsoft.com/office/drawing/2014/main" id="{DAA310D6-D995-46EC-FB06-A669112938A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36297" y="2912983"/>
                  <a:ext cx="18000" cy="14785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73" name="インク 372">
                  <a:extLst>
                    <a:ext uri="{FF2B5EF4-FFF2-40B4-BE49-F238E27FC236}">
                      <a16:creationId xmlns:a16="http://schemas.microsoft.com/office/drawing/2014/main" id="{5675B0AA-4D4D-03BB-49D1-16AF9F23D99C}"/>
                    </a:ext>
                  </a:extLst>
                </p14:cNvPr>
                <p14:cNvContentPartPr/>
                <p14:nvPr/>
              </p14:nvContentPartPr>
              <p14:xfrm>
                <a:off x="520137" y="3902625"/>
                <a:ext cx="1296000" cy="360"/>
              </p14:xfrm>
            </p:contentPart>
          </mc:Choice>
          <mc:Fallback xmlns="">
            <p:pic>
              <p:nvPicPr>
                <p:cNvPr id="373" name="インク 372">
                  <a:extLst>
                    <a:ext uri="{FF2B5EF4-FFF2-40B4-BE49-F238E27FC236}">
                      <a16:creationId xmlns:a16="http://schemas.microsoft.com/office/drawing/2014/main" id="{5675B0AA-4D4D-03BB-49D1-16AF9F23D99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1137" y="3893625"/>
                  <a:ext cx="1313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74" name="インク 373">
                  <a:extLst>
                    <a:ext uri="{FF2B5EF4-FFF2-40B4-BE49-F238E27FC236}">
                      <a16:creationId xmlns:a16="http://schemas.microsoft.com/office/drawing/2014/main" id="{6D27FEC8-010D-0F49-90F6-6A0A666630EE}"/>
                    </a:ext>
                  </a:extLst>
                </p14:cNvPr>
                <p14:cNvContentPartPr/>
                <p14:nvPr/>
              </p14:nvContentPartPr>
              <p14:xfrm>
                <a:off x="554337" y="4385025"/>
                <a:ext cx="1296720" cy="360"/>
              </p14:xfrm>
            </p:contentPart>
          </mc:Choice>
          <mc:Fallback xmlns="">
            <p:pic>
              <p:nvPicPr>
                <p:cNvPr id="374" name="インク 373">
                  <a:extLst>
                    <a:ext uri="{FF2B5EF4-FFF2-40B4-BE49-F238E27FC236}">
                      <a16:creationId xmlns:a16="http://schemas.microsoft.com/office/drawing/2014/main" id="{6D27FEC8-010D-0F49-90F6-6A0A666630E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5337" y="4376025"/>
                  <a:ext cx="1314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88" name="インク 387">
                  <a:extLst>
                    <a:ext uri="{FF2B5EF4-FFF2-40B4-BE49-F238E27FC236}">
                      <a16:creationId xmlns:a16="http://schemas.microsoft.com/office/drawing/2014/main" id="{4C111F52-EAE2-2042-1512-70F8D644F20C}"/>
                    </a:ext>
                  </a:extLst>
                </p14:cNvPr>
                <p14:cNvContentPartPr/>
                <p14:nvPr/>
              </p14:nvContentPartPr>
              <p14:xfrm>
                <a:off x="399897" y="4062105"/>
                <a:ext cx="316800" cy="243000"/>
              </p14:xfrm>
            </p:contentPart>
          </mc:Choice>
          <mc:Fallback xmlns="">
            <p:pic>
              <p:nvPicPr>
                <p:cNvPr id="388" name="インク 387">
                  <a:extLst>
                    <a:ext uri="{FF2B5EF4-FFF2-40B4-BE49-F238E27FC236}">
                      <a16:creationId xmlns:a16="http://schemas.microsoft.com/office/drawing/2014/main" id="{4C111F52-EAE2-2042-1512-70F8D644F20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84399" y="4046625"/>
                  <a:ext cx="347435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89" name="インク 388">
                  <a:extLst>
                    <a:ext uri="{FF2B5EF4-FFF2-40B4-BE49-F238E27FC236}">
                      <a16:creationId xmlns:a16="http://schemas.microsoft.com/office/drawing/2014/main" id="{1BD0B261-5457-25E8-5262-B1C1093735D9}"/>
                    </a:ext>
                  </a:extLst>
                </p14:cNvPr>
                <p14:cNvContentPartPr/>
                <p14:nvPr/>
              </p14:nvContentPartPr>
              <p14:xfrm>
                <a:off x="403857" y="3518145"/>
                <a:ext cx="300960" cy="258120"/>
              </p14:xfrm>
            </p:contentPart>
          </mc:Choice>
          <mc:Fallback xmlns="">
            <p:pic>
              <p:nvPicPr>
                <p:cNvPr id="389" name="インク 388">
                  <a:extLst>
                    <a:ext uri="{FF2B5EF4-FFF2-40B4-BE49-F238E27FC236}">
                      <a16:creationId xmlns:a16="http://schemas.microsoft.com/office/drawing/2014/main" id="{1BD0B261-5457-25E8-5262-B1C1093735D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88395" y="3502643"/>
                  <a:ext cx="331523" cy="2887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90" name="インク 389">
                  <a:extLst>
                    <a:ext uri="{FF2B5EF4-FFF2-40B4-BE49-F238E27FC236}">
                      <a16:creationId xmlns:a16="http://schemas.microsoft.com/office/drawing/2014/main" id="{C67042B6-F416-C1F2-BCE1-0151D7B88F94}"/>
                    </a:ext>
                  </a:extLst>
                </p14:cNvPr>
                <p14:cNvContentPartPr/>
                <p14:nvPr/>
              </p14:nvContentPartPr>
              <p14:xfrm>
                <a:off x="545337" y="3063105"/>
                <a:ext cx="105840" cy="193320"/>
              </p14:xfrm>
            </p:contentPart>
          </mc:Choice>
          <mc:Fallback xmlns="">
            <p:pic>
              <p:nvPicPr>
                <p:cNvPr id="390" name="インク 389">
                  <a:extLst>
                    <a:ext uri="{FF2B5EF4-FFF2-40B4-BE49-F238E27FC236}">
                      <a16:creationId xmlns:a16="http://schemas.microsoft.com/office/drawing/2014/main" id="{C67042B6-F416-C1F2-BCE1-0151D7B88F9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29857" y="3047625"/>
                  <a:ext cx="1364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07" name="インク 406">
                  <a:extLst>
                    <a:ext uri="{FF2B5EF4-FFF2-40B4-BE49-F238E27FC236}">
                      <a16:creationId xmlns:a16="http://schemas.microsoft.com/office/drawing/2014/main" id="{B5B4842C-7F01-DE30-FD17-E7C27C0756D2}"/>
                    </a:ext>
                  </a:extLst>
                </p14:cNvPr>
                <p14:cNvContentPartPr/>
                <p14:nvPr/>
              </p14:nvContentPartPr>
              <p14:xfrm>
                <a:off x="1569177" y="4062105"/>
                <a:ext cx="169560" cy="192960"/>
              </p14:xfrm>
            </p:contentPart>
          </mc:Choice>
          <mc:Fallback xmlns="">
            <p:pic>
              <p:nvPicPr>
                <p:cNvPr id="407" name="インク 406">
                  <a:extLst>
                    <a:ext uri="{FF2B5EF4-FFF2-40B4-BE49-F238E27FC236}">
                      <a16:creationId xmlns:a16="http://schemas.microsoft.com/office/drawing/2014/main" id="{B5B4842C-7F01-DE30-FD17-E7C27C0756D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553697" y="4046596"/>
                  <a:ext cx="200160" cy="2236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08" name="インク 407">
                  <a:extLst>
                    <a:ext uri="{FF2B5EF4-FFF2-40B4-BE49-F238E27FC236}">
                      <a16:creationId xmlns:a16="http://schemas.microsoft.com/office/drawing/2014/main" id="{B19DC7A7-7B5E-70A1-99D2-47B34E326C5F}"/>
                    </a:ext>
                  </a:extLst>
                </p14:cNvPr>
                <p14:cNvContentPartPr/>
                <p14:nvPr/>
              </p14:nvContentPartPr>
              <p14:xfrm>
                <a:off x="870777" y="4046625"/>
                <a:ext cx="173880" cy="224280"/>
              </p14:xfrm>
            </p:contentPart>
          </mc:Choice>
          <mc:Fallback xmlns="">
            <p:pic>
              <p:nvPicPr>
                <p:cNvPr id="408" name="インク 407">
                  <a:extLst>
                    <a:ext uri="{FF2B5EF4-FFF2-40B4-BE49-F238E27FC236}">
                      <a16:creationId xmlns:a16="http://schemas.microsoft.com/office/drawing/2014/main" id="{B19DC7A7-7B5E-70A1-99D2-47B34E326C5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55297" y="4031120"/>
                  <a:ext cx="204480" cy="254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09" name="インク 408">
                  <a:extLst>
                    <a:ext uri="{FF2B5EF4-FFF2-40B4-BE49-F238E27FC236}">
                      <a16:creationId xmlns:a16="http://schemas.microsoft.com/office/drawing/2014/main" id="{2D947F08-AE2A-A0C9-A24E-1D6F6C18B219}"/>
                    </a:ext>
                  </a:extLst>
                </p14:cNvPr>
                <p14:cNvContentPartPr/>
                <p14:nvPr/>
              </p14:nvContentPartPr>
              <p14:xfrm>
                <a:off x="906057" y="3591945"/>
                <a:ext cx="817560" cy="160920"/>
              </p14:xfrm>
            </p:contentPart>
          </mc:Choice>
          <mc:Fallback xmlns="">
            <p:pic>
              <p:nvPicPr>
                <p:cNvPr id="409" name="インク 408">
                  <a:extLst>
                    <a:ext uri="{FF2B5EF4-FFF2-40B4-BE49-F238E27FC236}">
                      <a16:creationId xmlns:a16="http://schemas.microsoft.com/office/drawing/2014/main" id="{2D947F08-AE2A-A0C9-A24E-1D6F6C18B21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90570" y="3576465"/>
                  <a:ext cx="848173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10" name="インク 409">
                  <a:extLst>
                    <a:ext uri="{FF2B5EF4-FFF2-40B4-BE49-F238E27FC236}">
                      <a16:creationId xmlns:a16="http://schemas.microsoft.com/office/drawing/2014/main" id="{7A3F07B4-1965-B1EA-F5A8-B653CBA7B466}"/>
                    </a:ext>
                  </a:extLst>
                </p14:cNvPr>
                <p14:cNvContentPartPr/>
                <p14:nvPr/>
              </p14:nvContentPartPr>
              <p14:xfrm>
                <a:off x="916857" y="3055185"/>
                <a:ext cx="818280" cy="188280"/>
              </p14:xfrm>
            </p:contentPart>
          </mc:Choice>
          <mc:Fallback xmlns="">
            <p:pic>
              <p:nvPicPr>
                <p:cNvPr id="410" name="インク 409">
                  <a:extLst>
                    <a:ext uri="{FF2B5EF4-FFF2-40B4-BE49-F238E27FC236}">
                      <a16:creationId xmlns:a16="http://schemas.microsoft.com/office/drawing/2014/main" id="{7A3F07B4-1965-B1EA-F5A8-B653CBA7B46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01370" y="3039675"/>
                  <a:ext cx="848893" cy="2189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13" name="インク 412">
                  <a:extLst>
                    <a:ext uri="{FF2B5EF4-FFF2-40B4-BE49-F238E27FC236}">
                      <a16:creationId xmlns:a16="http://schemas.microsoft.com/office/drawing/2014/main" id="{DFF66763-E4AD-6786-4B5D-EAA5BC82386F}"/>
                    </a:ext>
                  </a:extLst>
                </p14:cNvPr>
                <p14:cNvContentPartPr/>
                <p14:nvPr/>
              </p14:nvContentPartPr>
              <p14:xfrm>
                <a:off x="2341377" y="2615022"/>
                <a:ext cx="1003320" cy="1532160"/>
              </p14:xfrm>
            </p:contentPart>
          </mc:Choice>
          <mc:Fallback xmlns="">
            <p:pic>
              <p:nvPicPr>
                <p:cNvPr id="413" name="インク 412">
                  <a:extLst>
                    <a:ext uri="{FF2B5EF4-FFF2-40B4-BE49-F238E27FC236}">
                      <a16:creationId xmlns:a16="http://schemas.microsoft.com/office/drawing/2014/main" id="{DFF66763-E4AD-6786-4B5D-EAA5BC82386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325891" y="2599546"/>
                  <a:ext cx="1033931" cy="15627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19" name="インク 418">
                  <a:extLst>
                    <a:ext uri="{FF2B5EF4-FFF2-40B4-BE49-F238E27FC236}">
                      <a16:creationId xmlns:a16="http://schemas.microsoft.com/office/drawing/2014/main" id="{C2A3FF91-8BC2-4154-9B84-EEC08D9F3867}"/>
                    </a:ext>
                  </a:extLst>
                </p14:cNvPr>
                <p14:cNvContentPartPr/>
                <p14:nvPr/>
              </p14:nvContentPartPr>
              <p14:xfrm>
                <a:off x="3404457" y="2374542"/>
                <a:ext cx="102600" cy="221760"/>
              </p14:xfrm>
            </p:contentPart>
          </mc:Choice>
          <mc:Fallback xmlns="">
            <p:pic>
              <p:nvPicPr>
                <p:cNvPr id="419" name="インク 418">
                  <a:extLst>
                    <a:ext uri="{FF2B5EF4-FFF2-40B4-BE49-F238E27FC236}">
                      <a16:creationId xmlns:a16="http://schemas.microsoft.com/office/drawing/2014/main" id="{C2A3FF91-8BC2-4154-9B84-EEC08D9F386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388977" y="2359037"/>
                  <a:ext cx="133200" cy="2524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31" name="インク 430">
                  <a:extLst>
                    <a:ext uri="{FF2B5EF4-FFF2-40B4-BE49-F238E27FC236}">
                      <a16:creationId xmlns:a16="http://schemas.microsoft.com/office/drawing/2014/main" id="{FDAF14A5-40B3-2A98-67D2-B360E0D43636}"/>
                    </a:ext>
                  </a:extLst>
                </p14:cNvPr>
                <p14:cNvContentPartPr/>
                <p14:nvPr/>
              </p14:nvContentPartPr>
              <p14:xfrm>
                <a:off x="3597091" y="2408996"/>
                <a:ext cx="465120" cy="197280"/>
              </p14:xfrm>
            </p:contentPart>
          </mc:Choice>
          <mc:Fallback xmlns="">
            <p:pic>
              <p:nvPicPr>
                <p:cNvPr id="431" name="インク 430">
                  <a:extLst>
                    <a:ext uri="{FF2B5EF4-FFF2-40B4-BE49-F238E27FC236}">
                      <a16:creationId xmlns:a16="http://schemas.microsoft.com/office/drawing/2014/main" id="{FDAF14A5-40B3-2A98-67D2-B360E0D4363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581611" y="2393488"/>
                  <a:ext cx="495720" cy="2279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42" name="インク 441">
                  <a:extLst>
                    <a:ext uri="{FF2B5EF4-FFF2-40B4-BE49-F238E27FC236}">
                      <a16:creationId xmlns:a16="http://schemas.microsoft.com/office/drawing/2014/main" id="{C8ABE87E-AF1A-87EC-A1FB-02667590E543}"/>
                    </a:ext>
                  </a:extLst>
                </p14:cNvPr>
                <p14:cNvContentPartPr/>
                <p14:nvPr/>
              </p14:nvContentPartPr>
              <p14:xfrm>
                <a:off x="2832451" y="3365156"/>
                <a:ext cx="524520" cy="263160"/>
              </p14:xfrm>
            </p:contentPart>
          </mc:Choice>
          <mc:Fallback xmlns="">
            <p:pic>
              <p:nvPicPr>
                <p:cNvPr id="442" name="インク 441">
                  <a:extLst>
                    <a:ext uri="{FF2B5EF4-FFF2-40B4-BE49-F238E27FC236}">
                      <a16:creationId xmlns:a16="http://schemas.microsoft.com/office/drawing/2014/main" id="{C8ABE87E-AF1A-87EC-A1FB-02667590E54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816971" y="3349655"/>
                  <a:ext cx="555120" cy="2938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54" name="インク 453">
                  <a:extLst>
                    <a:ext uri="{FF2B5EF4-FFF2-40B4-BE49-F238E27FC236}">
                      <a16:creationId xmlns:a16="http://schemas.microsoft.com/office/drawing/2014/main" id="{CB40D306-B22D-208A-CFC9-50897688749C}"/>
                    </a:ext>
                  </a:extLst>
                </p14:cNvPr>
                <p14:cNvContentPartPr/>
                <p14:nvPr/>
              </p14:nvContentPartPr>
              <p14:xfrm>
                <a:off x="2262537" y="3015791"/>
                <a:ext cx="2450160" cy="210240"/>
              </p14:xfrm>
            </p:contentPart>
          </mc:Choice>
          <mc:Fallback xmlns="">
            <p:pic>
              <p:nvPicPr>
                <p:cNvPr id="454" name="インク 453">
                  <a:extLst>
                    <a:ext uri="{FF2B5EF4-FFF2-40B4-BE49-F238E27FC236}">
                      <a16:creationId xmlns:a16="http://schemas.microsoft.com/office/drawing/2014/main" id="{CB40D306-B22D-208A-CFC9-50897688749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253538" y="3000311"/>
                  <a:ext cx="2474276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55" name="インク 454">
                  <a:extLst>
                    <a:ext uri="{FF2B5EF4-FFF2-40B4-BE49-F238E27FC236}">
                      <a16:creationId xmlns:a16="http://schemas.microsoft.com/office/drawing/2014/main" id="{140DADF8-AE95-DAFB-5172-9BDDFC72924C}"/>
                    </a:ext>
                  </a:extLst>
                </p14:cNvPr>
                <p14:cNvContentPartPr/>
                <p14:nvPr/>
              </p14:nvContentPartPr>
              <p14:xfrm>
                <a:off x="3201484" y="3095426"/>
                <a:ext cx="60480" cy="69480"/>
              </p14:xfrm>
            </p:contentPart>
          </mc:Choice>
          <mc:Fallback xmlns="">
            <p:pic>
              <p:nvPicPr>
                <p:cNvPr id="455" name="インク 454">
                  <a:extLst>
                    <a:ext uri="{FF2B5EF4-FFF2-40B4-BE49-F238E27FC236}">
                      <a16:creationId xmlns:a16="http://schemas.microsoft.com/office/drawing/2014/main" id="{140DADF8-AE95-DAFB-5172-9BDDFC72924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186004" y="3079946"/>
                  <a:ext cx="910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60" name="インク 459">
                  <a:extLst>
                    <a:ext uri="{FF2B5EF4-FFF2-40B4-BE49-F238E27FC236}">
                      <a16:creationId xmlns:a16="http://schemas.microsoft.com/office/drawing/2014/main" id="{5C3C38AA-05DA-671C-3A02-96CE56830A7F}"/>
                    </a:ext>
                  </a:extLst>
                </p14:cNvPr>
                <p14:cNvContentPartPr/>
                <p14:nvPr/>
              </p14:nvContentPartPr>
              <p14:xfrm>
                <a:off x="5919844" y="2464346"/>
                <a:ext cx="229320" cy="319680"/>
              </p14:xfrm>
            </p:contentPart>
          </mc:Choice>
          <mc:Fallback xmlns="">
            <p:pic>
              <p:nvPicPr>
                <p:cNvPr id="460" name="インク 459">
                  <a:extLst>
                    <a:ext uri="{FF2B5EF4-FFF2-40B4-BE49-F238E27FC236}">
                      <a16:creationId xmlns:a16="http://schemas.microsoft.com/office/drawing/2014/main" id="{5C3C38AA-05DA-671C-3A02-96CE56830A7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904364" y="2448866"/>
                  <a:ext cx="2599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85" name="インク 484">
                  <a:extLst>
                    <a:ext uri="{FF2B5EF4-FFF2-40B4-BE49-F238E27FC236}">
                      <a16:creationId xmlns:a16="http://schemas.microsoft.com/office/drawing/2014/main" id="{7DE206CE-A0AC-2954-0EE0-2DCECA9EB94A}"/>
                    </a:ext>
                  </a:extLst>
                </p14:cNvPr>
                <p14:cNvContentPartPr/>
                <p14:nvPr/>
              </p14:nvContentPartPr>
              <p14:xfrm>
                <a:off x="6198320" y="2487353"/>
                <a:ext cx="1459440" cy="297720"/>
              </p14:xfrm>
            </p:contentPart>
          </mc:Choice>
          <mc:Fallback xmlns="">
            <p:pic>
              <p:nvPicPr>
                <p:cNvPr id="485" name="インク 484">
                  <a:extLst>
                    <a:ext uri="{FF2B5EF4-FFF2-40B4-BE49-F238E27FC236}">
                      <a16:creationId xmlns:a16="http://schemas.microsoft.com/office/drawing/2014/main" id="{7DE206CE-A0AC-2954-0EE0-2DCECA9EB94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182840" y="2471854"/>
                  <a:ext cx="1490040" cy="3283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99" name="インク 498">
                  <a:extLst>
                    <a:ext uri="{FF2B5EF4-FFF2-40B4-BE49-F238E27FC236}">
                      <a16:creationId xmlns:a16="http://schemas.microsoft.com/office/drawing/2014/main" id="{430E955A-1A77-5498-3079-721485F22ABF}"/>
                    </a:ext>
                  </a:extLst>
                </p14:cNvPr>
                <p14:cNvContentPartPr/>
                <p14:nvPr/>
              </p14:nvContentPartPr>
              <p14:xfrm>
                <a:off x="5907800" y="2987033"/>
                <a:ext cx="624600" cy="286200"/>
              </p14:xfrm>
            </p:contentPart>
          </mc:Choice>
          <mc:Fallback xmlns="">
            <p:pic>
              <p:nvPicPr>
                <p:cNvPr id="499" name="インク 498">
                  <a:extLst>
                    <a:ext uri="{FF2B5EF4-FFF2-40B4-BE49-F238E27FC236}">
                      <a16:creationId xmlns:a16="http://schemas.microsoft.com/office/drawing/2014/main" id="{430E955A-1A77-5498-3079-721485F22AB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892320" y="2971534"/>
                  <a:ext cx="655200" cy="3168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03" name="インク 502">
                  <a:extLst>
                    <a:ext uri="{FF2B5EF4-FFF2-40B4-BE49-F238E27FC236}">
                      <a16:creationId xmlns:a16="http://schemas.microsoft.com/office/drawing/2014/main" id="{DE680E8C-9E10-AE7C-FEE8-F6EB6B4F5065}"/>
                    </a:ext>
                  </a:extLst>
                </p14:cNvPr>
                <p14:cNvContentPartPr/>
                <p14:nvPr/>
              </p14:nvContentPartPr>
              <p14:xfrm>
                <a:off x="6706640" y="3046433"/>
                <a:ext cx="136800" cy="194400"/>
              </p14:xfrm>
            </p:contentPart>
          </mc:Choice>
          <mc:Fallback xmlns="">
            <p:pic>
              <p:nvPicPr>
                <p:cNvPr id="503" name="インク 502">
                  <a:extLst>
                    <a:ext uri="{FF2B5EF4-FFF2-40B4-BE49-F238E27FC236}">
                      <a16:creationId xmlns:a16="http://schemas.microsoft.com/office/drawing/2014/main" id="{DE680E8C-9E10-AE7C-FEE8-F6EB6B4F506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691119" y="3030953"/>
                  <a:ext cx="167481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19" name="インク 518">
                  <a:extLst>
                    <a:ext uri="{FF2B5EF4-FFF2-40B4-BE49-F238E27FC236}">
                      <a16:creationId xmlns:a16="http://schemas.microsoft.com/office/drawing/2014/main" id="{8C6448F1-D22E-E015-F8DF-FBE6F3C320AD}"/>
                    </a:ext>
                  </a:extLst>
                </p14:cNvPr>
                <p14:cNvContentPartPr/>
                <p14:nvPr/>
              </p14:nvContentPartPr>
              <p14:xfrm>
                <a:off x="3070965" y="3461731"/>
                <a:ext cx="210240" cy="208080"/>
              </p14:xfrm>
            </p:contentPart>
          </mc:Choice>
          <mc:Fallback xmlns="">
            <p:pic>
              <p:nvPicPr>
                <p:cNvPr id="519" name="インク 518">
                  <a:extLst>
                    <a:ext uri="{FF2B5EF4-FFF2-40B4-BE49-F238E27FC236}">
                      <a16:creationId xmlns:a16="http://schemas.microsoft.com/office/drawing/2014/main" id="{8C6448F1-D22E-E015-F8DF-FBE6F3C320A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055511" y="3446251"/>
                  <a:ext cx="240788" cy="23868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674" name="グループ化 673">
              <a:extLst>
                <a:ext uri="{FF2B5EF4-FFF2-40B4-BE49-F238E27FC236}">
                  <a16:creationId xmlns:a16="http://schemas.microsoft.com/office/drawing/2014/main" id="{705315C6-8747-5419-0A11-9FF2DE4E9F0A}"/>
                </a:ext>
              </a:extLst>
            </p:cNvPr>
            <p:cNvGrpSpPr/>
            <p:nvPr/>
          </p:nvGrpSpPr>
          <p:grpSpPr>
            <a:xfrm>
              <a:off x="7085526" y="2987949"/>
              <a:ext cx="3613765" cy="282600"/>
              <a:chOff x="7085526" y="2987949"/>
              <a:chExt cx="3613765" cy="2826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5">
                <p14:nvContentPartPr>
                  <p14:cNvPr id="543" name="インク 542">
                    <a:extLst>
                      <a:ext uri="{FF2B5EF4-FFF2-40B4-BE49-F238E27FC236}">
                        <a16:creationId xmlns:a16="http://schemas.microsoft.com/office/drawing/2014/main" id="{4996125D-A1EB-1AAA-F395-45151481AB98}"/>
                      </a:ext>
                    </a:extLst>
                  </p14:cNvPr>
                  <p14:cNvContentPartPr/>
                  <p14:nvPr/>
                </p14:nvContentPartPr>
                <p14:xfrm>
                  <a:off x="7085526" y="2987949"/>
                  <a:ext cx="873720" cy="282600"/>
                </p14:xfrm>
              </p:contentPart>
            </mc:Choice>
            <mc:Fallback xmlns="">
              <p:pic>
                <p:nvPicPr>
                  <p:cNvPr id="543" name="インク 542">
                    <a:extLst>
                      <a:ext uri="{FF2B5EF4-FFF2-40B4-BE49-F238E27FC236}">
                        <a16:creationId xmlns:a16="http://schemas.microsoft.com/office/drawing/2014/main" id="{4996125D-A1EB-1AAA-F395-45151481AB98}"/>
                      </a:ext>
                    </a:extLst>
                  </p:cNvPr>
                  <p:cNvPicPr/>
                  <p:nvPr/>
                </p:nvPicPr>
                <p:blipFill>
                  <a:blip r:embed="rId56"/>
                  <a:stretch>
                    <a:fillRect/>
                  </a:stretch>
                </p:blipFill>
                <p:spPr>
                  <a:xfrm>
                    <a:off x="7070046" y="2972489"/>
                    <a:ext cx="904320" cy="31316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7">
                <p14:nvContentPartPr>
                  <p14:cNvPr id="567" name="インク 566">
                    <a:extLst>
                      <a:ext uri="{FF2B5EF4-FFF2-40B4-BE49-F238E27FC236}">
                        <a16:creationId xmlns:a16="http://schemas.microsoft.com/office/drawing/2014/main" id="{EBED19F4-00DB-E20E-82F5-C748BC651DB6}"/>
                      </a:ext>
                    </a:extLst>
                  </p14:cNvPr>
                  <p14:cNvContentPartPr/>
                  <p14:nvPr/>
                </p14:nvContentPartPr>
                <p14:xfrm>
                  <a:off x="8104150" y="3014561"/>
                  <a:ext cx="767160" cy="230760"/>
                </p14:xfrm>
              </p:contentPart>
            </mc:Choice>
            <mc:Fallback xmlns="">
              <p:pic>
                <p:nvPicPr>
                  <p:cNvPr id="567" name="インク 566">
                    <a:extLst>
                      <a:ext uri="{FF2B5EF4-FFF2-40B4-BE49-F238E27FC236}">
                        <a16:creationId xmlns:a16="http://schemas.microsoft.com/office/drawing/2014/main" id="{EBED19F4-00DB-E20E-82F5-C748BC651DB6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8088670" y="2999105"/>
                    <a:ext cx="797760" cy="2613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9">
                <p14:nvContentPartPr>
                  <p14:cNvPr id="576" name="インク 575">
                    <a:extLst>
                      <a:ext uri="{FF2B5EF4-FFF2-40B4-BE49-F238E27FC236}">
                        <a16:creationId xmlns:a16="http://schemas.microsoft.com/office/drawing/2014/main" id="{9AE51A64-4A82-1DAA-E408-D6C87823A9ED}"/>
                      </a:ext>
                    </a:extLst>
                  </p14:cNvPr>
                  <p14:cNvContentPartPr/>
                  <p14:nvPr/>
                </p14:nvContentPartPr>
                <p14:xfrm>
                  <a:off x="8955910" y="3050921"/>
                  <a:ext cx="399960" cy="147240"/>
                </p14:xfrm>
              </p:contentPart>
            </mc:Choice>
            <mc:Fallback xmlns="">
              <p:pic>
                <p:nvPicPr>
                  <p:cNvPr id="576" name="インク 575">
                    <a:extLst>
                      <a:ext uri="{FF2B5EF4-FFF2-40B4-BE49-F238E27FC236}">
                        <a16:creationId xmlns:a16="http://schemas.microsoft.com/office/drawing/2014/main" id="{9AE51A64-4A82-1DAA-E408-D6C87823A9ED}"/>
                      </a:ext>
                    </a:extLst>
                  </p:cNvPr>
                  <p:cNvPicPr/>
                  <p:nvPr/>
                </p:nvPicPr>
                <p:blipFill>
                  <a:blip r:embed="rId60"/>
                  <a:stretch>
                    <a:fillRect/>
                  </a:stretch>
                </p:blipFill>
                <p:spPr>
                  <a:xfrm>
                    <a:off x="8940444" y="3035441"/>
                    <a:ext cx="430532" cy="177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1">
                <p14:nvContentPartPr>
                  <p14:cNvPr id="596" name="インク 595">
                    <a:extLst>
                      <a:ext uri="{FF2B5EF4-FFF2-40B4-BE49-F238E27FC236}">
                        <a16:creationId xmlns:a16="http://schemas.microsoft.com/office/drawing/2014/main" id="{61C7614F-FF94-7E48-A11B-4E9472FF3ABF}"/>
                      </a:ext>
                    </a:extLst>
                  </p14:cNvPr>
                  <p14:cNvContentPartPr/>
                  <p14:nvPr/>
                </p14:nvContentPartPr>
                <p14:xfrm>
                  <a:off x="9521371" y="3020274"/>
                  <a:ext cx="1177920" cy="220320"/>
                </p14:xfrm>
              </p:contentPart>
            </mc:Choice>
            <mc:Fallback xmlns="">
              <p:pic>
                <p:nvPicPr>
                  <p:cNvPr id="596" name="インク 595">
                    <a:extLst>
                      <a:ext uri="{FF2B5EF4-FFF2-40B4-BE49-F238E27FC236}">
                        <a16:creationId xmlns:a16="http://schemas.microsoft.com/office/drawing/2014/main" id="{61C7614F-FF94-7E48-A11B-4E9472FF3ABF}"/>
                      </a:ext>
                    </a:extLst>
                  </p:cNvPr>
                  <p:cNvPicPr/>
                  <p:nvPr/>
                </p:nvPicPr>
                <p:blipFill>
                  <a:blip r:embed="rId62"/>
                  <a:stretch>
                    <a:fillRect/>
                  </a:stretch>
                </p:blipFill>
                <p:spPr>
                  <a:xfrm>
                    <a:off x="9505886" y="3004794"/>
                    <a:ext cx="1208529" cy="25092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633" name="インク 632">
                  <a:extLst>
                    <a:ext uri="{FF2B5EF4-FFF2-40B4-BE49-F238E27FC236}">
                      <a16:creationId xmlns:a16="http://schemas.microsoft.com/office/drawing/2014/main" id="{2FB6DA0E-85CC-68CF-7D8A-AE15017A4C55}"/>
                    </a:ext>
                  </a:extLst>
                </p14:cNvPr>
                <p14:cNvContentPartPr/>
                <p14:nvPr/>
              </p14:nvContentPartPr>
              <p14:xfrm>
                <a:off x="5934095" y="3457785"/>
                <a:ext cx="1505160" cy="263880"/>
              </p14:xfrm>
            </p:contentPart>
          </mc:Choice>
          <mc:Fallback xmlns="">
            <p:pic>
              <p:nvPicPr>
                <p:cNvPr id="633" name="インク 632">
                  <a:extLst>
                    <a:ext uri="{FF2B5EF4-FFF2-40B4-BE49-F238E27FC236}">
                      <a16:creationId xmlns:a16="http://schemas.microsoft.com/office/drawing/2014/main" id="{2FB6DA0E-85CC-68CF-7D8A-AE15017A4C5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918615" y="3442305"/>
                  <a:ext cx="1535760" cy="29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5" name="グループ化 674">
            <a:extLst>
              <a:ext uri="{FF2B5EF4-FFF2-40B4-BE49-F238E27FC236}">
                <a16:creationId xmlns:a16="http://schemas.microsoft.com/office/drawing/2014/main" id="{D7E6E58D-2015-6D0E-4B1C-E6904BFDE0C3}"/>
              </a:ext>
            </a:extLst>
          </p:cNvPr>
          <p:cNvGrpSpPr/>
          <p:nvPr/>
        </p:nvGrpSpPr>
        <p:grpSpPr>
          <a:xfrm>
            <a:off x="280737" y="176557"/>
            <a:ext cx="9760358" cy="1978920"/>
            <a:chOff x="280737" y="176557"/>
            <a:chExt cx="9760358" cy="19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6" name="インク 25">
                  <a:extLst>
                    <a:ext uri="{FF2B5EF4-FFF2-40B4-BE49-F238E27FC236}">
                      <a16:creationId xmlns:a16="http://schemas.microsoft.com/office/drawing/2014/main" id="{B4130C10-7994-5ED6-DA3E-4EA653E7B5EE}"/>
                    </a:ext>
                  </a:extLst>
                </p14:cNvPr>
                <p14:cNvContentPartPr/>
                <p14:nvPr/>
              </p14:nvContentPartPr>
              <p14:xfrm>
                <a:off x="789129" y="573997"/>
                <a:ext cx="360" cy="1558440"/>
              </p14:xfrm>
            </p:contentPart>
          </mc:Choice>
          <mc:Fallback xmlns="">
            <p:pic>
              <p:nvPicPr>
                <p:cNvPr id="26" name="インク 25">
                  <a:extLst>
                    <a:ext uri="{FF2B5EF4-FFF2-40B4-BE49-F238E27FC236}">
                      <a16:creationId xmlns:a16="http://schemas.microsoft.com/office/drawing/2014/main" id="{B4130C10-7994-5ED6-DA3E-4EA653E7B5E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80129" y="564997"/>
                  <a:ext cx="18000" cy="157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3" name="インク 52">
                  <a:extLst>
                    <a:ext uri="{FF2B5EF4-FFF2-40B4-BE49-F238E27FC236}">
                      <a16:creationId xmlns:a16="http://schemas.microsoft.com/office/drawing/2014/main" id="{F6BDC34D-F234-C4E4-0307-94FF302B5EED}"/>
                    </a:ext>
                  </a:extLst>
                </p14:cNvPr>
                <p14:cNvContentPartPr/>
                <p14:nvPr/>
              </p14:nvContentPartPr>
              <p14:xfrm>
                <a:off x="1873017" y="242884"/>
                <a:ext cx="217080" cy="240480"/>
              </p14:xfrm>
            </p:contentPart>
          </mc:Choice>
          <mc:Fallback xmlns="">
            <p:pic>
              <p:nvPicPr>
                <p:cNvPr id="53" name="インク 52">
                  <a:extLst>
                    <a:ext uri="{FF2B5EF4-FFF2-40B4-BE49-F238E27FC236}">
                      <a16:creationId xmlns:a16="http://schemas.microsoft.com/office/drawing/2014/main" id="{F6BDC34D-F234-C4E4-0307-94FF302B5EE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864032" y="233884"/>
                  <a:ext cx="234691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4" name="インク 53">
                  <a:extLst>
                    <a:ext uri="{FF2B5EF4-FFF2-40B4-BE49-F238E27FC236}">
                      <a16:creationId xmlns:a16="http://schemas.microsoft.com/office/drawing/2014/main" id="{ECDCF07C-F3F1-AB50-EFDA-A37C7583100A}"/>
                    </a:ext>
                  </a:extLst>
                </p14:cNvPr>
                <p14:cNvContentPartPr/>
                <p14:nvPr/>
              </p14:nvContentPartPr>
              <p14:xfrm>
                <a:off x="769977" y="242884"/>
                <a:ext cx="145080" cy="239760"/>
              </p14:xfrm>
            </p:contentPart>
          </mc:Choice>
          <mc:Fallback xmlns="">
            <p:pic>
              <p:nvPicPr>
                <p:cNvPr id="54" name="インク 53">
                  <a:extLst>
                    <a:ext uri="{FF2B5EF4-FFF2-40B4-BE49-F238E27FC236}">
                      <a16:creationId xmlns:a16="http://schemas.microsoft.com/office/drawing/2014/main" id="{ECDCF07C-F3F1-AB50-EFDA-A37C7583100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60977" y="233870"/>
                  <a:ext cx="162720" cy="2574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5" name="インク 54">
                  <a:extLst>
                    <a:ext uri="{FF2B5EF4-FFF2-40B4-BE49-F238E27FC236}">
                      <a16:creationId xmlns:a16="http://schemas.microsoft.com/office/drawing/2014/main" id="{424B614B-E191-8DF3-1B9A-35414E425579}"/>
                    </a:ext>
                  </a:extLst>
                </p14:cNvPr>
                <p14:cNvContentPartPr/>
                <p14:nvPr/>
              </p14:nvContentPartPr>
              <p14:xfrm>
                <a:off x="280737" y="227044"/>
                <a:ext cx="111600" cy="222840"/>
              </p14:xfrm>
            </p:contentPart>
          </mc:Choice>
          <mc:Fallback xmlns="">
            <p:pic>
              <p:nvPicPr>
                <p:cNvPr id="55" name="インク 54">
                  <a:extLst>
                    <a:ext uri="{FF2B5EF4-FFF2-40B4-BE49-F238E27FC236}">
                      <a16:creationId xmlns:a16="http://schemas.microsoft.com/office/drawing/2014/main" id="{424B614B-E191-8DF3-1B9A-35414E42557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71737" y="218029"/>
                  <a:ext cx="129240" cy="2405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7" name="インク 56">
                  <a:extLst>
                    <a:ext uri="{FF2B5EF4-FFF2-40B4-BE49-F238E27FC236}">
                      <a16:creationId xmlns:a16="http://schemas.microsoft.com/office/drawing/2014/main" id="{D64ABDD5-9453-BB33-ACBF-74929FDD261B}"/>
                    </a:ext>
                  </a:extLst>
                </p14:cNvPr>
                <p14:cNvContentPartPr/>
                <p14:nvPr/>
              </p14:nvContentPartPr>
              <p14:xfrm>
                <a:off x="472257" y="229204"/>
                <a:ext cx="2039472" cy="1926273"/>
              </p14:xfrm>
            </p:contentPart>
          </mc:Choice>
          <mc:Fallback xmlns="">
            <p:pic>
              <p:nvPicPr>
                <p:cNvPr id="57" name="インク 56">
                  <a:extLst>
                    <a:ext uri="{FF2B5EF4-FFF2-40B4-BE49-F238E27FC236}">
                      <a16:creationId xmlns:a16="http://schemas.microsoft.com/office/drawing/2014/main" id="{D64ABDD5-9453-BB33-ACBF-74929FDD261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63257" y="220206"/>
                  <a:ext cx="2057113" cy="19439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8" name="インク 57">
                  <a:extLst>
                    <a:ext uri="{FF2B5EF4-FFF2-40B4-BE49-F238E27FC236}">
                      <a16:creationId xmlns:a16="http://schemas.microsoft.com/office/drawing/2014/main" id="{84F28BED-B89A-0D19-7628-A27BF3EA8566}"/>
                    </a:ext>
                  </a:extLst>
                </p14:cNvPr>
                <p14:cNvContentPartPr/>
                <p14:nvPr/>
              </p14:nvContentPartPr>
              <p14:xfrm>
                <a:off x="2414457" y="1136404"/>
                <a:ext cx="160920" cy="360"/>
              </p14:xfrm>
            </p:contentPart>
          </mc:Choice>
          <mc:Fallback xmlns="">
            <p:pic>
              <p:nvPicPr>
                <p:cNvPr id="58" name="インク 57">
                  <a:extLst>
                    <a:ext uri="{FF2B5EF4-FFF2-40B4-BE49-F238E27FC236}">
                      <a16:creationId xmlns:a16="http://schemas.microsoft.com/office/drawing/2014/main" id="{84F28BED-B89A-0D19-7628-A27BF3EA856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405457" y="1127404"/>
                  <a:ext cx="178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9" name="インク 58">
                  <a:extLst>
                    <a:ext uri="{FF2B5EF4-FFF2-40B4-BE49-F238E27FC236}">
                      <a16:creationId xmlns:a16="http://schemas.microsoft.com/office/drawing/2014/main" id="{F4B0E7D4-3B64-844B-691D-46CF85155905}"/>
                    </a:ext>
                  </a:extLst>
                </p14:cNvPr>
                <p14:cNvContentPartPr/>
                <p14:nvPr/>
              </p14:nvContentPartPr>
              <p14:xfrm>
                <a:off x="482337" y="1638244"/>
                <a:ext cx="2007720" cy="360"/>
              </p14:xfrm>
            </p:contentPart>
          </mc:Choice>
          <mc:Fallback xmlns="">
            <p:pic>
              <p:nvPicPr>
                <p:cNvPr id="59" name="インク 58">
                  <a:extLst>
                    <a:ext uri="{FF2B5EF4-FFF2-40B4-BE49-F238E27FC236}">
                      <a16:creationId xmlns:a16="http://schemas.microsoft.com/office/drawing/2014/main" id="{F4B0E7D4-3B64-844B-691D-46CF8515590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73337" y="1629244"/>
                  <a:ext cx="2025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0" name="インク 59">
                  <a:extLst>
                    <a:ext uri="{FF2B5EF4-FFF2-40B4-BE49-F238E27FC236}">
                      <a16:creationId xmlns:a16="http://schemas.microsoft.com/office/drawing/2014/main" id="{DED43709-3B99-A99D-9E00-02AB389B2D30}"/>
                    </a:ext>
                  </a:extLst>
                </p14:cNvPr>
                <p14:cNvContentPartPr/>
                <p14:nvPr/>
              </p14:nvContentPartPr>
              <p14:xfrm>
                <a:off x="528057" y="2143684"/>
                <a:ext cx="1988280" cy="360"/>
              </p14:xfrm>
            </p:contentPart>
          </mc:Choice>
          <mc:Fallback xmlns="">
            <p:pic>
              <p:nvPicPr>
                <p:cNvPr id="60" name="インク 59">
                  <a:extLst>
                    <a:ext uri="{FF2B5EF4-FFF2-40B4-BE49-F238E27FC236}">
                      <a16:creationId xmlns:a16="http://schemas.microsoft.com/office/drawing/2014/main" id="{DED43709-3B99-A99D-9E00-02AB389B2D3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19059" y="2134684"/>
                  <a:ext cx="2005917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79" name="インク 78">
                  <a:extLst>
                    <a:ext uri="{FF2B5EF4-FFF2-40B4-BE49-F238E27FC236}">
                      <a16:creationId xmlns:a16="http://schemas.microsoft.com/office/drawing/2014/main" id="{9D991520-5A3E-6AE6-0C7C-62ABE7BBE5DC}"/>
                    </a:ext>
                  </a:extLst>
                </p14:cNvPr>
                <p14:cNvContentPartPr/>
                <p14:nvPr/>
              </p14:nvContentPartPr>
              <p14:xfrm>
                <a:off x="346617" y="1780444"/>
                <a:ext cx="338760" cy="270720"/>
              </p14:xfrm>
            </p:contentPart>
          </mc:Choice>
          <mc:Fallback xmlns="">
            <p:pic>
              <p:nvPicPr>
                <p:cNvPr id="79" name="インク 78">
                  <a:extLst>
                    <a:ext uri="{FF2B5EF4-FFF2-40B4-BE49-F238E27FC236}">
                      <a16:creationId xmlns:a16="http://schemas.microsoft.com/office/drawing/2014/main" id="{9D991520-5A3E-6AE6-0C7C-62ABE7BBE5D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31121" y="1764943"/>
                  <a:ext cx="369393" cy="3013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80" name="インク 79">
                  <a:extLst>
                    <a:ext uri="{FF2B5EF4-FFF2-40B4-BE49-F238E27FC236}">
                      <a16:creationId xmlns:a16="http://schemas.microsoft.com/office/drawing/2014/main" id="{4DF16CE5-AF57-A91C-1162-EFDC2EEFE176}"/>
                    </a:ext>
                  </a:extLst>
                </p14:cNvPr>
                <p14:cNvContentPartPr/>
                <p14:nvPr/>
              </p14:nvContentPartPr>
              <p14:xfrm>
                <a:off x="343377" y="1253404"/>
                <a:ext cx="372960" cy="289080"/>
              </p14:xfrm>
            </p:contentPart>
          </mc:Choice>
          <mc:Fallback xmlns="">
            <p:pic>
              <p:nvPicPr>
                <p:cNvPr id="80" name="インク 79">
                  <a:extLst>
                    <a:ext uri="{FF2B5EF4-FFF2-40B4-BE49-F238E27FC236}">
                      <a16:creationId xmlns:a16="http://schemas.microsoft.com/office/drawing/2014/main" id="{4DF16CE5-AF57-A91C-1162-EFDC2EEFE17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27897" y="1237924"/>
                  <a:ext cx="4035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81" name="インク 80">
                  <a:extLst>
                    <a:ext uri="{FF2B5EF4-FFF2-40B4-BE49-F238E27FC236}">
                      <a16:creationId xmlns:a16="http://schemas.microsoft.com/office/drawing/2014/main" id="{85920DD3-5D62-2B9A-DFC4-9CEA5C0D6A24}"/>
                    </a:ext>
                  </a:extLst>
                </p14:cNvPr>
                <p14:cNvContentPartPr/>
                <p14:nvPr/>
              </p14:nvContentPartPr>
              <p14:xfrm>
                <a:off x="511137" y="769564"/>
                <a:ext cx="97200" cy="205200"/>
              </p14:xfrm>
            </p:contentPart>
          </mc:Choice>
          <mc:Fallback xmlns="">
            <p:pic>
              <p:nvPicPr>
                <p:cNvPr id="81" name="インク 80">
                  <a:extLst>
                    <a:ext uri="{FF2B5EF4-FFF2-40B4-BE49-F238E27FC236}">
                      <a16:creationId xmlns:a16="http://schemas.microsoft.com/office/drawing/2014/main" id="{85920DD3-5D62-2B9A-DFC4-9CEA5C0D6A2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95657" y="754084"/>
                  <a:ext cx="1278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07" name="インク 106">
                  <a:extLst>
                    <a:ext uri="{FF2B5EF4-FFF2-40B4-BE49-F238E27FC236}">
                      <a16:creationId xmlns:a16="http://schemas.microsoft.com/office/drawing/2014/main" id="{B08F8E3F-E643-6D91-F752-952A94D188E4}"/>
                    </a:ext>
                  </a:extLst>
                </p14:cNvPr>
                <p14:cNvContentPartPr/>
                <p14:nvPr/>
              </p14:nvContentPartPr>
              <p14:xfrm>
                <a:off x="2237337" y="1769284"/>
                <a:ext cx="167760" cy="242280"/>
              </p14:xfrm>
            </p:contentPart>
          </mc:Choice>
          <mc:Fallback xmlns="">
            <p:pic>
              <p:nvPicPr>
                <p:cNvPr id="107" name="インク 106">
                  <a:extLst>
                    <a:ext uri="{FF2B5EF4-FFF2-40B4-BE49-F238E27FC236}">
                      <a16:creationId xmlns:a16="http://schemas.microsoft.com/office/drawing/2014/main" id="{B08F8E3F-E643-6D91-F752-952A94D188E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221890" y="1753827"/>
                  <a:ext cx="198294" cy="2728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08" name="インク 107">
                  <a:extLst>
                    <a:ext uri="{FF2B5EF4-FFF2-40B4-BE49-F238E27FC236}">
                      <a16:creationId xmlns:a16="http://schemas.microsoft.com/office/drawing/2014/main" id="{7A498A43-045B-35E2-E37F-EBB26742092A}"/>
                    </a:ext>
                  </a:extLst>
                </p14:cNvPr>
                <p14:cNvContentPartPr/>
                <p14:nvPr/>
              </p14:nvContentPartPr>
              <p14:xfrm>
                <a:off x="1583937" y="1767844"/>
                <a:ext cx="216360" cy="249120"/>
              </p14:xfrm>
            </p:contentPart>
          </mc:Choice>
          <mc:Fallback xmlns="">
            <p:pic>
              <p:nvPicPr>
                <p:cNvPr id="108" name="インク 107">
                  <a:extLst>
                    <a:ext uri="{FF2B5EF4-FFF2-40B4-BE49-F238E27FC236}">
                      <a16:creationId xmlns:a16="http://schemas.microsoft.com/office/drawing/2014/main" id="{7A498A43-045B-35E2-E37F-EBB26742092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568431" y="1752386"/>
                  <a:ext cx="247011" cy="2796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9" name="インク 108">
                  <a:extLst>
                    <a:ext uri="{FF2B5EF4-FFF2-40B4-BE49-F238E27FC236}">
                      <a16:creationId xmlns:a16="http://schemas.microsoft.com/office/drawing/2014/main" id="{C7DC1057-6B16-D903-8271-282B4D37E73A}"/>
                    </a:ext>
                  </a:extLst>
                </p14:cNvPr>
                <p14:cNvContentPartPr/>
                <p14:nvPr/>
              </p14:nvContentPartPr>
              <p14:xfrm>
                <a:off x="899217" y="1793764"/>
                <a:ext cx="172800" cy="226800"/>
              </p14:xfrm>
            </p:contentPart>
          </mc:Choice>
          <mc:Fallback xmlns="">
            <p:pic>
              <p:nvPicPr>
                <p:cNvPr id="109" name="インク 108">
                  <a:extLst>
                    <a:ext uri="{FF2B5EF4-FFF2-40B4-BE49-F238E27FC236}">
                      <a16:creationId xmlns:a16="http://schemas.microsoft.com/office/drawing/2014/main" id="{C7DC1057-6B16-D903-8271-282B4D37E73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83737" y="1778284"/>
                  <a:ext cx="2034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10" name="インク 109">
                  <a:extLst>
                    <a:ext uri="{FF2B5EF4-FFF2-40B4-BE49-F238E27FC236}">
                      <a16:creationId xmlns:a16="http://schemas.microsoft.com/office/drawing/2014/main" id="{D96A2979-9BB8-D33E-ADBB-E873599F6E23}"/>
                    </a:ext>
                  </a:extLst>
                </p14:cNvPr>
                <p14:cNvContentPartPr/>
                <p14:nvPr/>
              </p14:nvContentPartPr>
              <p14:xfrm>
                <a:off x="942417" y="1295884"/>
                <a:ext cx="1429200" cy="190800"/>
              </p14:xfrm>
            </p:contentPart>
          </mc:Choice>
          <mc:Fallback xmlns="">
            <p:pic>
              <p:nvPicPr>
                <p:cNvPr id="110" name="インク 109">
                  <a:extLst>
                    <a:ext uri="{FF2B5EF4-FFF2-40B4-BE49-F238E27FC236}">
                      <a16:creationId xmlns:a16="http://schemas.microsoft.com/office/drawing/2014/main" id="{D96A2979-9BB8-D33E-ADBB-E873599F6E2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26933" y="1280433"/>
                  <a:ext cx="1459808" cy="2213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11" name="インク 110">
                  <a:extLst>
                    <a:ext uri="{FF2B5EF4-FFF2-40B4-BE49-F238E27FC236}">
                      <a16:creationId xmlns:a16="http://schemas.microsoft.com/office/drawing/2014/main" id="{E8941F9F-1398-8018-FD24-DDB7BF95A3D9}"/>
                    </a:ext>
                  </a:extLst>
                </p14:cNvPr>
                <p14:cNvContentPartPr/>
                <p14:nvPr/>
              </p14:nvContentPartPr>
              <p14:xfrm>
                <a:off x="935577" y="755164"/>
                <a:ext cx="1484640" cy="226800"/>
              </p14:xfrm>
            </p:contentPart>
          </mc:Choice>
          <mc:Fallback xmlns="">
            <p:pic>
              <p:nvPicPr>
                <p:cNvPr id="111" name="インク 110">
                  <a:extLst>
                    <a:ext uri="{FF2B5EF4-FFF2-40B4-BE49-F238E27FC236}">
                      <a16:creationId xmlns:a16="http://schemas.microsoft.com/office/drawing/2014/main" id="{E8941F9F-1398-8018-FD24-DDB7BF95A3D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20097" y="739684"/>
                  <a:ext cx="15152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30" name="インク 129">
                  <a:extLst>
                    <a:ext uri="{FF2B5EF4-FFF2-40B4-BE49-F238E27FC236}">
                      <a16:creationId xmlns:a16="http://schemas.microsoft.com/office/drawing/2014/main" id="{D7AD200E-34EF-C1A2-4EBD-DFD2864E0C60}"/>
                    </a:ext>
                  </a:extLst>
                </p14:cNvPr>
                <p14:cNvContentPartPr/>
                <p14:nvPr/>
              </p14:nvContentPartPr>
              <p14:xfrm>
                <a:off x="1911177" y="1699444"/>
                <a:ext cx="251280" cy="176760"/>
              </p14:xfrm>
            </p:contentPart>
          </mc:Choice>
          <mc:Fallback xmlns="">
            <p:pic>
              <p:nvPicPr>
                <p:cNvPr id="130" name="インク 129">
                  <a:extLst>
                    <a:ext uri="{FF2B5EF4-FFF2-40B4-BE49-F238E27FC236}">
                      <a16:creationId xmlns:a16="http://schemas.microsoft.com/office/drawing/2014/main" id="{D7AD200E-34EF-C1A2-4EBD-DFD2864E0C6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895697" y="1683964"/>
                  <a:ext cx="2818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31" name="インク 130">
                  <a:extLst>
                    <a:ext uri="{FF2B5EF4-FFF2-40B4-BE49-F238E27FC236}">
                      <a16:creationId xmlns:a16="http://schemas.microsoft.com/office/drawing/2014/main" id="{864C51D0-3E74-EDEA-6681-EA4B886E8D30}"/>
                    </a:ext>
                  </a:extLst>
                </p14:cNvPr>
                <p14:cNvContentPartPr/>
                <p14:nvPr/>
              </p14:nvContentPartPr>
              <p14:xfrm>
                <a:off x="1218537" y="1696204"/>
                <a:ext cx="268200" cy="169200"/>
              </p14:xfrm>
            </p:contentPart>
          </mc:Choice>
          <mc:Fallback xmlns="">
            <p:pic>
              <p:nvPicPr>
                <p:cNvPr id="131" name="インク 130">
                  <a:extLst>
                    <a:ext uri="{FF2B5EF4-FFF2-40B4-BE49-F238E27FC236}">
                      <a16:creationId xmlns:a16="http://schemas.microsoft.com/office/drawing/2014/main" id="{864C51D0-3E74-EDEA-6681-EA4B886E8D3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203036" y="1680724"/>
                  <a:ext cx="298841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41" name="インク 140">
                  <a:extLst>
                    <a:ext uri="{FF2B5EF4-FFF2-40B4-BE49-F238E27FC236}">
                      <a16:creationId xmlns:a16="http://schemas.microsoft.com/office/drawing/2014/main" id="{B3398D18-D4B0-B535-D640-51947360946D}"/>
                    </a:ext>
                  </a:extLst>
                </p14:cNvPr>
                <p14:cNvContentPartPr/>
                <p14:nvPr/>
              </p14:nvContentPartPr>
              <p14:xfrm>
                <a:off x="2813697" y="1130557"/>
                <a:ext cx="934920" cy="885240"/>
              </p14:xfrm>
            </p:contentPart>
          </mc:Choice>
          <mc:Fallback xmlns="">
            <p:pic>
              <p:nvPicPr>
                <p:cNvPr id="141" name="インク 140">
                  <a:extLst>
                    <a:ext uri="{FF2B5EF4-FFF2-40B4-BE49-F238E27FC236}">
                      <a16:creationId xmlns:a16="http://schemas.microsoft.com/office/drawing/2014/main" id="{B3398D18-D4B0-B535-D640-51947360946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793177" y="1110037"/>
                  <a:ext cx="975600" cy="9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42" name="インク 141">
                  <a:extLst>
                    <a:ext uri="{FF2B5EF4-FFF2-40B4-BE49-F238E27FC236}">
                      <a16:creationId xmlns:a16="http://schemas.microsoft.com/office/drawing/2014/main" id="{EE9388AB-2AB8-D05C-6A53-BE05A7DF73F4}"/>
                    </a:ext>
                  </a:extLst>
                </p14:cNvPr>
                <p14:cNvContentPartPr/>
                <p14:nvPr/>
              </p14:nvContentPartPr>
              <p14:xfrm>
                <a:off x="3738537" y="610717"/>
                <a:ext cx="720000" cy="880200"/>
              </p14:xfrm>
            </p:contentPart>
          </mc:Choice>
          <mc:Fallback xmlns="">
            <p:pic>
              <p:nvPicPr>
                <p:cNvPr id="142" name="インク 141">
                  <a:extLst>
                    <a:ext uri="{FF2B5EF4-FFF2-40B4-BE49-F238E27FC236}">
                      <a16:creationId xmlns:a16="http://schemas.microsoft.com/office/drawing/2014/main" id="{EE9388AB-2AB8-D05C-6A53-BE05A7DF73F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723057" y="595237"/>
                  <a:ext cx="750600" cy="9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51" name="インク 150">
                  <a:extLst>
                    <a:ext uri="{FF2B5EF4-FFF2-40B4-BE49-F238E27FC236}">
                      <a16:creationId xmlns:a16="http://schemas.microsoft.com/office/drawing/2014/main" id="{94D2825E-8D1D-1FE1-7991-3BA8EC37E010}"/>
                    </a:ext>
                  </a:extLst>
                </p14:cNvPr>
                <p14:cNvContentPartPr/>
                <p14:nvPr/>
              </p14:nvContentPartPr>
              <p14:xfrm>
                <a:off x="4470726" y="363334"/>
                <a:ext cx="597960" cy="201600"/>
              </p14:xfrm>
            </p:contentPart>
          </mc:Choice>
          <mc:Fallback xmlns="">
            <p:pic>
              <p:nvPicPr>
                <p:cNvPr id="151" name="インク 150">
                  <a:extLst>
                    <a:ext uri="{FF2B5EF4-FFF2-40B4-BE49-F238E27FC236}">
                      <a16:creationId xmlns:a16="http://schemas.microsoft.com/office/drawing/2014/main" id="{94D2825E-8D1D-1FE1-7991-3BA8EC37E01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455237" y="347826"/>
                  <a:ext cx="628578" cy="232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54" name="インク 153">
                  <a:extLst>
                    <a:ext uri="{FF2B5EF4-FFF2-40B4-BE49-F238E27FC236}">
                      <a16:creationId xmlns:a16="http://schemas.microsoft.com/office/drawing/2014/main" id="{980DC7E5-0228-F8D4-38C6-DFB9B85C0307}"/>
                    </a:ext>
                  </a:extLst>
                </p14:cNvPr>
                <p14:cNvContentPartPr/>
                <p14:nvPr/>
              </p14:nvContentPartPr>
              <p14:xfrm>
                <a:off x="3929286" y="1467454"/>
                <a:ext cx="139320" cy="300240"/>
              </p14:xfrm>
            </p:contentPart>
          </mc:Choice>
          <mc:Fallback xmlns="">
            <p:pic>
              <p:nvPicPr>
                <p:cNvPr id="154" name="インク 153">
                  <a:extLst>
                    <a:ext uri="{FF2B5EF4-FFF2-40B4-BE49-F238E27FC236}">
                      <a16:creationId xmlns:a16="http://schemas.microsoft.com/office/drawing/2014/main" id="{980DC7E5-0228-F8D4-38C6-DFB9B85C030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913806" y="1451993"/>
                  <a:ext cx="169920" cy="3308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64" name="インク 163">
                  <a:extLst>
                    <a:ext uri="{FF2B5EF4-FFF2-40B4-BE49-F238E27FC236}">
                      <a16:creationId xmlns:a16="http://schemas.microsoft.com/office/drawing/2014/main" id="{9CE31847-D6F2-2782-18CD-FB9A5BE680A3}"/>
                    </a:ext>
                  </a:extLst>
                </p14:cNvPr>
                <p14:cNvContentPartPr/>
                <p14:nvPr/>
              </p14:nvContentPartPr>
              <p14:xfrm>
                <a:off x="4107126" y="1589134"/>
                <a:ext cx="590040" cy="191520"/>
              </p14:xfrm>
            </p:contentPart>
          </mc:Choice>
          <mc:Fallback xmlns="">
            <p:pic>
              <p:nvPicPr>
                <p:cNvPr id="164" name="インク 163">
                  <a:extLst>
                    <a:ext uri="{FF2B5EF4-FFF2-40B4-BE49-F238E27FC236}">
                      <a16:creationId xmlns:a16="http://schemas.microsoft.com/office/drawing/2014/main" id="{9CE31847-D6F2-2782-18CD-FB9A5BE680A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091646" y="1573625"/>
                  <a:ext cx="620640" cy="2221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77" name="インク 176">
                  <a:extLst>
                    <a:ext uri="{FF2B5EF4-FFF2-40B4-BE49-F238E27FC236}">
                      <a16:creationId xmlns:a16="http://schemas.microsoft.com/office/drawing/2014/main" id="{87266F5A-A323-D69D-FFA6-34156EF3D0B9}"/>
                    </a:ext>
                  </a:extLst>
                </p14:cNvPr>
                <p14:cNvContentPartPr/>
                <p14:nvPr/>
              </p14:nvContentPartPr>
              <p14:xfrm>
                <a:off x="3106326" y="758974"/>
                <a:ext cx="608040" cy="405360"/>
              </p14:xfrm>
            </p:contentPart>
          </mc:Choice>
          <mc:Fallback xmlns="">
            <p:pic>
              <p:nvPicPr>
                <p:cNvPr id="177" name="インク 176">
                  <a:extLst>
                    <a:ext uri="{FF2B5EF4-FFF2-40B4-BE49-F238E27FC236}">
                      <a16:creationId xmlns:a16="http://schemas.microsoft.com/office/drawing/2014/main" id="{87266F5A-A323-D69D-FFA6-34156EF3D0B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090846" y="743508"/>
                  <a:ext cx="638640" cy="4359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78" name="インク 177">
                  <a:extLst>
                    <a:ext uri="{FF2B5EF4-FFF2-40B4-BE49-F238E27FC236}">
                      <a16:creationId xmlns:a16="http://schemas.microsoft.com/office/drawing/2014/main" id="{47AC7E25-1308-E03D-7E36-AE557CE419EF}"/>
                    </a:ext>
                  </a:extLst>
                </p14:cNvPr>
                <p14:cNvContentPartPr/>
                <p14:nvPr/>
              </p14:nvContentPartPr>
              <p14:xfrm>
                <a:off x="2690032" y="1368157"/>
                <a:ext cx="13680" cy="360"/>
              </p14:xfrm>
            </p:contentPart>
          </mc:Choice>
          <mc:Fallback xmlns="">
            <p:pic>
              <p:nvPicPr>
                <p:cNvPr id="178" name="インク 177">
                  <a:extLst>
                    <a:ext uri="{FF2B5EF4-FFF2-40B4-BE49-F238E27FC236}">
                      <a16:creationId xmlns:a16="http://schemas.microsoft.com/office/drawing/2014/main" id="{47AC7E25-1308-E03D-7E36-AE557CE419E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680789" y="1359157"/>
                  <a:ext cx="31797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83" name="インク 182">
                  <a:extLst>
                    <a:ext uri="{FF2B5EF4-FFF2-40B4-BE49-F238E27FC236}">
                      <a16:creationId xmlns:a16="http://schemas.microsoft.com/office/drawing/2014/main" id="{6956B7E3-8AB5-86F2-DEA8-213698BAF86F}"/>
                    </a:ext>
                  </a:extLst>
                </p14:cNvPr>
                <p14:cNvContentPartPr/>
                <p14:nvPr/>
              </p14:nvContentPartPr>
              <p14:xfrm>
                <a:off x="2720992" y="1368157"/>
                <a:ext cx="2100600" cy="360"/>
              </p14:xfrm>
            </p:contentPart>
          </mc:Choice>
          <mc:Fallback xmlns="">
            <p:pic>
              <p:nvPicPr>
                <p:cNvPr id="183" name="インク 182">
                  <a:extLst>
                    <a:ext uri="{FF2B5EF4-FFF2-40B4-BE49-F238E27FC236}">
                      <a16:creationId xmlns:a16="http://schemas.microsoft.com/office/drawing/2014/main" id="{6956B7E3-8AB5-86F2-DEA8-213698BAF86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711992" y="1359157"/>
                  <a:ext cx="2118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88" name="インク 187">
                  <a:extLst>
                    <a:ext uri="{FF2B5EF4-FFF2-40B4-BE49-F238E27FC236}">
                      <a16:creationId xmlns:a16="http://schemas.microsoft.com/office/drawing/2014/main" id="{DDA3863B-2203-D47B-49D0-381AEF628937}"/>
                    </a:ext>
                  </a:extLst>
                </p14:cNvPr>
                <p14:cNvContentPartPr/>
                <p14:nvPr/>
              </p14:nvContentPartPr>
              <p14:xfrm>
                <a:off x="4757800" y="1256018"/>
                <a:ext cx="299160" cy="230040"/>
              </p14:xfrm>
            </p:contentPart>
          </mc:Choice>
          <mc:Fallback xmlns="">
            <p:pic>
              <p:nvPicPr>
                <p:cNvPr id="188" name="インク 187">
                  <a:extLst>
                    <a:ext uri="{FF2B5EF4-FFF2-40B4-BE49-F238E27FC236}">
                      <a16:creationId xmlns:a16="http://schemas.microsoft.com/office/drawing/2014/main" id="{DDA3863B-2203-D47B-49D0-381AEF62893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742320" y="1240538"/>
                  <a:ext cx="3297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20" name="インク 219">
                  <a:extLst>
                    <a:ext uri="{FF2B5EF4-FFF2-40B4-BE49-F238E27FC236}">
                      <a16:creationId xmlns:a16="http://schemas.microsoft.com/office/drawing/2014/main" id="{A0F62D30-A498-AC4A-9D90-557172C11CE9}"/>
                    </a:ext>
                  </a:extLst>
                </p14:cNvPr>
                <p14:cNvContentPartPr/>
                <p14:nvPr/>
              </p14:nvContentPartPr>
              <p14:xfrm>
                <a:off x="5914686" y="176557"/>
                <a:ext cx="1866960" cy="311040"/>
              </p14:xfrm>
            </p:contentPart>
          </mc:Choice>
          <mc:Fallback xmlns="">
            <p:pic>
              <p:nvPicPr>
                <p:cNvPr id="220" name="インク 219">
                  <a:extLst>
                    <a:ext uri="{FF2B5EF4-FFF2-40B4-BE49-F238E27FC236}">
                      <a16:creationId xmlns:a16="http://schemas.microsoft.com/office/drawing/2014/main" id="{A0F62D30-A498-AC4A-9D90-557172C11CE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899209" y="161077"/>
                  <a:ext cx="1897554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30" name="インク 229">
                  <a:extLst>
                    <a:ext uri="{FF2B5EF4-FFF2-40B4-BE49-F238E27FC236}">
                      <a16:creationId xmlns:a16="http://schemas.microsoft.com/office/drawing/2014/main" id="{62B9AE2F-9EF1-73C5-2452-A1836C0F5E7A}"/>
                    </a:ext>
                  </a:extLst>
                </p14:cNvPr>
                <p14:cNvContentPartPr/>
                <p14:nvPr/>
              </p14:nvContentPartPr>
              <p14:xfrm>
                <a:off x="5914686" y="731974"/>
                <a:ext cx="917640" cy="254880"/>
              </p14:xfrm>
            </p:contentPart>
          </mc:Choice>
          <mc:Fallback xmlns="">
            <p:pic>
              <p:nvPicPr>
                <p:cNvPr id="230" name="インク 229">
                  <a:extLst>
                    <a:ext uri="{FF2B5EF4-FFF2-40B4-BE49-F238E27FC236}">
                      <a16:creationId xmlns:a16="http://schemas.microsoft.com/office/drawing/2014/main" id="{62B9AE2F-9EF1-73C5-2452-A1836C0F5E7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899206" y="716494"/>
                  <a:ext cx="9482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73" name="インク 272">
                  <a:extLst>
                    <a:ext uri="{FF2B5EF4-FFF2-40B4-BE49-F238E27FC236}">
                      <a16:creationId xmlns:a16="http://schemas.microsoft.com/office/drawing/2014/main" id="{A9A137C8-8ECE-BF27-C8CF-FEA5EF958044}"/>
                    </a:ext>
                  </a:extLst>
                </p14:cNvPr>
                <p14:cNvContentPartPr/>
                <p14:nvPr/>
              </p14:nvContentPartPr>
              <p14:xfrm>
                <a:off x="6926353" y="714037"/>
                <a:ext cx="1324080" cy="247320"/>
              </p14:xfrm>
            </p:contentPart>
          </mc:Choice>
          <mc:Fallback xmlns="">
            <p:pic>
              <p:nvPicPr>
                <p:cNvPr id="273" name="インク 272">
                  <a:extLst>
                    <a:ext uri="{FF2B5EF4-FFF2-40B4-BE49-F238E27FC236}">
                      <a16:creationId xmlns:a16="http://schemas.microsoft.com/office/drawing/2014/main" id="{A9A137C8-8ECE-BF27-C8CF-FEA5EF95804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910873" y="698557"/>
                  <a:ext cx="13546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74" name="インク 273">
                  <a:extLst>
                    <a:ext uri="{FF2B5EF4-FFF2-40B4-BE49-F238E27FC236}">
                      <a16:creationId xmlns:a16="http://schemas.microsoft.com/office/drawing/2014/main" id="{FC5391B4-248B-B4AB-5CE0-E0ACB8BE07B8}"/>
                    </a:ext>
                  </a:extLst>
                </p14:cNvPr>
                <p14:cNvContentPartPr/>
                <p14:nvPr/>
              </p14:nvContentPartPr>
              <p14:xfrm>
                <a:off x="8261790" y="780277"/>
                <a:ext cx="6840" cy="26280"/>
              </p14:xfrm>
            </p:contentPart>
          </mc:Choice>
          <mc:Fallback xmlns="">
            <p:pic>
              <p:nvPicPr>
                <p:cNvPr id="274" name="インク 273">
                  <a:extLst>
                    <a:ext uri="{FF2B5EF4-FFF2-40B4-BE49-F238E27FC236}">
                      <a16:creationId xmlns:a16="http://schemas.microsoft.com/office/drawing/2014/main" id="{FC5391B4-248B-B4AB-5CE0-E0ACB8BE07B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246310" y="765006"/>
                  <a:ext cx="37440" cy="564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96" name="インク 295">
                  <a:extLst>
                    <a:ext uri="{FF2B5EF4-FFF2-40B4-BE49-F238E27FC236}">
                      <a16:creationId xmlns:a16="http://schemas.microsoft.com/office/drawing/2014/main" id="{BBEC5E01-8BAF-9627-7ADB-92823AB08482}"/>
                    </a:ext>
                  </a:extLst>
                </p14:cNvPr>
                <p14:cNvContentPartPr/>
                <p14:nvPr/>
              </p14:nvContentPartPr>
              <p14:xfrm>
                <a:off x="8408855" y="734557"/>
                <a:ext cx="1632240" cy="276840"/>
              </p14:xfrm>
            </p:contentPart>
          </mc:Choice>
          <mc:Fallback xmlns="">
            <p:pic>
              <p:nvPicPr>
                <p:cNvPr id="296" name="インク 295">
                  <a:extLst>
                    <a:ext uri="{FF2B5EF4-FFF2-40B4-BE49-F238E27FC236}">
                      <a16:creationId xmlns:a16="http://schemas.microsoft.com/office/drawing/2014/main" id="{BBEC5E01-8BAF-9627-7ADB-92823AB0848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393375" y="719077"/>
                  <a:ext cx="16628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303" name="インク 302">
                  <a:extLst>
                    <a:ext uri="{FF2B5EF4-FFF2-40B4-BE49-F238E27FC236}">
                      <a16:creationId xmlns:a16="http://schemas.microsoft.com/office/drawing/2014/main" id="{2A74090B-433F-D8C6-86F5-A4D0586594AB}"/>
                    </a:ext>
                  </a:extLst>
                </p14:cNvPr>
                <p14:cNvContentPartPr/>
                <p14:nvPr/>
              </p14:nvContentPartPr>
              <p14:xfrm>
                <a:off x="5186482" y="1248553"/>
                <a:ext cx="529200" cy="245880"/>
              </p14:xfrm>
            </p:contentPart>
          </mc:Choice>
          <mc:Fallback xmlns="">
            <p:pic>
              <p:nvPicPr>
                <p:cNvPr id="303" name="インク 302">
                  <a:extLst>
                    <a:ext uri="{FF2B5EF4-FFF2-40B4-BE49-F238E27FC236}">
                      <a16:creationId xmlns:a16="http://schemas.microsoft.com/office/drawing/2014/main" id="{2A74090B-433F-D8C6-86F5-A4D0586594A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170991" y="1233073"/>
                  <a:ext cx="559821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311" name="インク 310">
                  <a:extLst>
                    <a:ext uri="{FF2B5EF4-FFF2-40B4-BE49-F238E27FC236}">
                      <a16:creationId xmlns:a16="http://schemas.microsoft.com/office/drawing/2014/main" id="{388D908A-C4FF-9B36-62DA-F473B3B001BD}"/>
                    </a:ext>
                  </a:extLst>
                </p14:cNvPr>
                <p14:cNvContentPartPr/>
                <p14:nvPr/>
              </p14:nvContentPartPr>
              <p14:xfrm>
                <a:off x="3706209" y="1305465"/>
                <a:ext cx="488880" cy="90720"/>
              </p14:xfrm>
            </p:contentPart>
          </mc:Choice>
          <mc:Fallback xmlns="">
            <p:pic>
              <p:nvPicPr>
                <p:cNvPr id="311" name="インク 310">
                  <a:extLst>
                    <a:ext uri="{FF2B5EF4-FFF2-40B4-BE49-F238E27FC236}">
                      <a16:creationId xmlns:a16="http://schemas.microsoft.com/office/drawing/2014/main" id="{388D908A-C4FF-9B36-62DA-F473B3B001B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690740" y="1290046"/>
                  <a:ext cx="519457" cy="1211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314" name="インク 313">
                  <a:extLst>
                    <a:ext uri="{FF2B5EF4-FFF2-40B4-BE49-F238E27FC236}">
                      <a16:creationId xmlns:a16="http://schemas.microsoft.com/office/drawing/2014/main" id="{992F85DF-8249-7618-BFBB-7162390AB538}"/>
                    </a:ext>
                  </a:extLst>
                </p14:cNvPr>
                <p14:cNvContentPartPr/>
                <p14:nvPr/>
              </p14:nvContentPartPr>
              <p14:xfrm>
                <a:off x="3061449" y="1092705"/>
                <a:ext cx="930600" cy="464040"/>
              </p14:xfrm>
            </p:contentPart>
          </mc:Choice>
          <mc:Fallback xmlns="">
            <p:pic>
              <p:nvPicPr>
                <p:cNvPr id="314" name="インク 313">
                  <a:extLst>
                    <a:ext uri="{FF2B5EF4-FFF2-40B4-BE49-F238E27FC236}">
                      <a16:creationId xmlns:a16="http://schemas.microsoft.com/office/drawing/2014/main" id="{992F85DF-8249-7618-BFBB-7162390AB53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045975" y="1077213"/>
                  <a:ext cx="961188" cy="4946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320" name="インク 319">
                  <a:extLst>
                    <a:ext uri="{FF2B5EF4-FFF2-40B4-BE49-F238E27FC236}">
                      <a16:creationId xmlns:a16="http://schemas.microsoft.com/office/drawing/2014/main" id="{FEBF70D1-2CA5-5397-064B-64552B8D3F77}"/>
                    </a:ext>
                  </a:extLst>
                </p14:cNvPr>
                <p14:cNvContentPartPr/>
                <p14:nvPr/>
              </p14:nvContentPartPr>
              <p14:xfrm>
                <a:off x="3346569" y="1205385"/>
                <a:ext cx="95760" cy="342360"/>
              </p14:xfrm>
            </p:contentPart>
          </mc:Choice>
          <mc:Fallback xmlns="">
            <p:pic>
              <p:nvPicPr>
                <p:cNvPr id="320" name="インク 319">
                  <a:extLst>
                    <a:ext uri="{FF2B5EF4-FFF2-40B4-BE49-F238E27FC236}">
                      <a16:creationId xmlns:a16="http://schemas.microsoft.com/office/drawing/2014/main" id="{FEBF70D1-2CA5-5397-064B-64552B8D3F7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331031" y="1189921"/>
                  <a:ext cx="126475" cy="3729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324" name="インク 323">
                  <a:extLst>
                    <a:ext uri="{FF2B5EF4-FFF2-40B4-BE49-F238E27FC236}">
                      <a16:creationId xmlns:a16="http://schemas.microsoft.com/office/drawing/2014/main" id="{47B45A5F-9E59-9C91-E572-0A63349889F6}"/>
                    </a:ext>
                  </a:extLst>
                </p14:cNvPr>
                <p14:cNvContentPartPr/>
                <p14:nvPr/>
              </p14:nvContentPartPr>
              <p14:xfrm>
                <a:off x="3946689" y="1387185"/>
                <a:ext cx="19800" cy="87120"/>
              </p14:xfrm>
            </p:contentPart>
          </mc:Choice>
          <mc:Fallback xmlns="">
            <p:pic>
              <p:nvPicPr>
                <p:cNvPr id="324" name="インク 323">
                  <a:extLst>
                    <a:ext uri="{FF2B5EF4-FFF2-40B4-BE49-F238E27FC236}">
                      <a16:creationId xmlns:a16="http://schemas.microsoft.com/office/drawing/2014/main" id="{47B45A5F-9E59-9C91-E572-0A63349889F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931209" y="1371641"/>
                  <a:ext cx="50400" cy="1178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325" name="インク 324">
                  <a:extLst>
                    <a:ext uri="{FF2B5EF4-FFF2-40B4-BE49-F238E27FC236}">
                      <a16:creationId xmlns:a16="http://schemas.microsoft.com/office/drawing/2014/main" id="{61A372B5-8A44-7B8D-5EE7-88DA2EDA2BF0}"/>
                    </a:ext>
                  </a:extLst>
                </p14:cNvPr>
                <p14:cNvContentPartPr/>
                <p14:nvPr/>
              </p14:nvContentPartPr>
              <p14:xfrm>
                <a:off x="3922569" y="1192785"/>
                <a:ext cx="60840" cy="125280"/>
              </p14:xfrm>
            </p:contentPart>
          </mc:Choice>
          <mc:Fallback xmlns="">
            <p:pic>
              <p:nvPicPr>
                <p:cNvPr id="325" name="インク 324">
                  <a:extLst>
                    <a:ext uri="{FF2B5EF4-FFF2-40B4-BE49-F238E27FC236}">
                      <a16:creationId xmlns:a16="http://schemas.microsoft.com/office/drawing/2014/main" id="{61A372B5-8A44-7B8D-5EE7-88DA2EDA2BF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907089" y="1177305"/>
                  <a:ext cx="914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331" name="インク 330">
                  <a:extLst>
                    <a:ext uri="{FF2B5EF4-FFF2-40B4-BE49-F238E27FC236}">
                      <a16:creationId xmlns:a16="http://schemas.microsoft.com/office/drawing/2014/main" id="{178ADB83-B24D-DC13-69FE-C19C9C073ABB}"/>
                    </a:ext>
                  </a:extLst>
                </p14:cNvPr>
                <p14:cNvContentPartPr/>
                <p14:nvPr/>
              </p14:nvContentPartPr>
              <p14:xfrm>
                <a:off x="6754730" y="1316808"/>
                <a:ext cx="113760" cy="132840"/>
              </p14:xfrm>
            </p:contentPart>
          </mc:Choice>
          <mc:Fallback xmlns="">
            <p:pic>
              <p:nvPicPr>
                <p:cNvPr id="331" name="インク 330">
                  <a:extLst>
                    <a:ext uri="{FF2B5EF4-FFF2-40B4-BE49-F238E27FC236}">
                      <a16:creationId xmlns:a16="http://schemas.microsoft.com/office/drawing/2014/main" id="{178ADB83-B24D-DC13-69FE-C19C9C073AB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739250" y="1301328"/>
                  <a:ext cx="1443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332" name="インク 331">
                  <a:extLst>
                    <a:ext uri="{FF2B5EF4-FFF2-40B4-BE49-F238E27FC236}">
                      <a16:creationId xmlns:a16="http://schemas.microsoft.com/office/drawing/2014/main" id="{60097FED-A0AA-727A-8BB3-CE923C2052D1}"/>
                    </a:ext>
                  </a:extLst>
                </p14:cNvPr>
                <p14:cNvContentPartPr/>
                <p14:nvPr/>
              </p14:nvContentPartPr>
              <p14:xfrm>
                <a:off x="7033010" y="1321128"/>
                <a:ext cx="104400" cy="144000"/>
              </p14:xfrm>
            </p:contentPart>
          </mc:Choice>
          <mc:Fallback xmlns="">
            <p:pic>
              <p:nvPicPr>
                <p:cNvPr id="332" name="インク 331">
                  <a:extLst>
                    <a:ext uri="{FF2B5EF4-FFF2-40B4-BE49-F238E27FC236}">
                      <a16:creationId xmlns:a16="http://schemas.microsoft.com/office/drawing/2014/main" id="{60097FED-A0AA-727A-8BB3-CE923C2052D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017530" y="1305609"/>
                  <a:ext cx="135000" cy="1746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333" name="インク 332">
                  <a:extLst>
                    <a:ext uri="{FF2B5EF4-FFF2-40B4-BE49-F238E27FC236}">
                      <a16:creationId xmlns:a16="http://schemas.microsoft.com/office/drawing/2014/main" id="{82EED8CD-F141-642F-6DDE-D36B79FD9752}"/>
                    </a:ext>
                  </a:extLst>
                </p14:cNvPr>
                <p14:cNvContentPartPr/>
                <p14:nvPr/>
              </p14:nvContentPartPr>
              <p14:xfrm>
                <a:off x="7278530" y="1320768"/>
                <a:ext cx="101520" cy="123840"/>
              </p14:xfrm>
            </p:contentPart>
          </mc:Choice>
          <mc:Fallback xmlns="">
            <p:pic>
              <p:nvPicPr>
                <p:cNvPr id="333" name="インク 332">
                  <a:extLst>
                    <a:ext uri="{FF2B5EF4-FFF2-40B4-BE49-F238E27FC236}">
                      <a16:creationId xmlns:a16="http://schemas.microsoft.com/office/drawing/2014/main" id="{82EED8CD-F141-642F-6DDE-D36B79FD975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263050" y="1305333"/>
                  <a:ext cx="132120" cy="1543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509" name="インク 508">
                  <a:extLst>
                    <a:ext uri="{FF2B5EF4-FFF2-40B4-BE49-F238E27FC236}">
                      <a16:creationId xmlns:a16="http://schemas.microsoft.com/office/drawing/2014/main" id="{E4DDE504-A443-EC44-EEF0-D93377B20701}"/>
                    </a:ext>
                  </a:extLst>
                </p14:cNvPr>
                <p14:cNvContentPartPr/>
                <p14:nvPr/>
              </p14:nvContentPartPr>
              <p14:xfrm>
                <a:off x="3371634" y="721734"/>
                <a:ext cx="281160" cy="235440"/>
              </p14:xfrm>
            </p:contentPart>
          </mc:Choice>
          <mc:Fallback xmlns="">
            <p:pic>
              <p:nvPicPr>
                <p:cNvPr id="509" name="インク 508">
                  <a:extLst>
                    <a:ext uri="{FF2B5EF4-FFF2-40B4-BE49-F238E27FC236}">
                      <a16:creationId xmlns:a16="http://schemas.microsoft.com/office/drawing/2014/main" id="{E4DDE504-A443-EC44-EEF0-D93377B2070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356134" y="706278"/>
                  <a:ext cx="311799" cy="2659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514" name="インク 513">
                  <a:extLst>
                    <a:ext uri="{FF2B5EF4-FFF2-40B4-BE49-F238E27FC236}">
                      <a16:creationId xmlns:a16="http://schemas.microsoft.com/office/drawing/2014/main" id="{14D40AAF-43AB-D47F-FE6A-8750F54542CD}"/>
                    </a:ext>
                  </a:extLst>
                </p14:cNvPr>
                <p14:cNvContentPartPr/>
                <p14:nvPr/>
              </p14:nvContentPartPr>
              <p14:xfrm>
                <a:off x="4318794" y="1536774"/>
                <a:ext cx="293400" cy="262800"/>
              </p14:xfrm>
            </p:contentPart>
          </mc:Choice>
          <mc:Fallback xmlns="">
            <p:pic>
              <p:nvPicPr>
                <p:cNvPr id="514" name="インク 513">
                  <a:extLst>
                    <a:ext uri="{FF2B5EF4-FFF2-40B4-BE49-F238E27FC236}">
                      <a16:creationId xmlns:a16="http://schemas.microsoft.com/office/drawing/2014/main" id="{14D40AAF-43AB-D47F-FE6A-8750F54542C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303295" y="1521294"/>
                  <a:ext cx="324038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47" name="インク 46">
                  <a:extLst>
                    <a:ext uri="{FF2B5EF4-FFF2-40B4-BE49-F238E27FC236}">
                      <a16:creationId xmlns:a16="http://schemas.microsoft.com/office/drawing/2014/main" id="{7EFBF990-897D-50B9-06AB-3DA690FE831C}"/>
                    </a:ext>
                  </a:extLst>
                </p14:cNvPr>
                <p14:cNvContentPartPr/>
                <p14:nvPr/>
              </p14:nvContentPartPr>
              <p14:xfrm>
                <a:off x="6180291" y="1236716"/>
                <a:ext cx="465840" cy="302400"/>
              </p14:xfrm>
            </p:contentPart>
          </mc:Choice>
          <mc:Fallback xmlns="">
            <p:pic>
              <p:nvPicPr>
                <p:cNvPr id="47" name="インク 46">
                  <a:extLst>
                    <a:ext uri="{FF2B5EF4-FFF2-40B4-BE49-F238E27FC236}">
                      <a16:creationId xmlns:a16="http://schemas.microsoft.com/office/drawing/2014/main" id="{7EFBF990-897D-50B9-06AB-3DA690FE831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164811" y="1221254"/>
                  <a:ext cx="496440" cy="3329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48" name="インク 47">
                  <a:extLst>
                    <a:ext uri="{FF2B5EF4-FFF2-40B4-BE49-F238E27FC236}">
                      <a16:creationId xmlns:a16="http://schemas.microsoft.com/office/drawing/2014/main" id="{A53569E3-50E0-0A90-0BEC-2DEA271994F8}"/>
                    </a:ext>
                  </a:extLst>
                </p14:cNvPr>
                <p14:cNvContentPartPr/>
                <p14:nvPr/>
              </p14:nvContentPartPr>
              <p14:xfrm>
                <a:off x="6452848" y="1279800"/>
                <a:ext cx="72360" cy="182880"/>
              </p14:xfrm>
            </p:contentPart>
          </mc:Choice>
          <mc:Fallback xmlns="">
            <p:pic>
              <p:nvPicPr>
                <p:cNvPr id="48" name="インク 47">
                  <a:extLst>
                    <a:ext uri="{FF2B5EF4-FFF2-40B4-BE49-F238E27FC236}">
                      <a16:creationId xmlns:a16="http://schemas.microsoft.com/office/drawing/2014/main" id="{A53569E3-50E0-0A90-0BEC-2DEA271994F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437368" y="1264320"/>
                  <a:ext cx="1029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61" name="インク 60">
                  <a:extLst>
                    <a:ext uri="{FF2B5EF4-FFF2-40B4-BE49-F238E27FC236}">
                      <a16:creationId xmlns:a16="http://schemas.microsoft.com/office/drawing/2014/main" id="{6921B016-7675-4710-32EF-1E4055FC7366}"/>
                    </a:ext>
                  </a:extLst>
                </p14:cNvPr>
                <p14:cNvContentPartPr/>
                <p14:nvPr/>
              </p14:nvContentPartPr>
              <p14:xfrm>
                <a:off x="7461208" y="1236960"/>
                <a:ext cx="358560" cy="269280"/>
              </p14:xfrm>
            </p:contentPart>
          </mc:Choice>
          <mc:Fallback xmlns="">
            <p:pic>
              <p:nvPicPr>
                <p:cNvPr id="61" name="インク 60">
                  <a:extLst>
                    <a:ext uri="{FF2B5EF4-FFF2-40B4-BE49-F238E27FC236}">
                      <a16:creationId xmlns:a16="http://schemas.microsoft.com/office/drawing/2014/main" id="{6921B016-7675-4710-32EF-1E4055FC736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445728" y="1221480"/>
                  <a:ext cx="3891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62" name="インク 61">
                  <a:extLst>
                    <a:ext uri="{FF2B5EF4-FFF2-40B4-BE49-F238E27FC236}">
                      <a16:creationId xmlns:a16="http://schemas.microsoft.com/office/drawing/2014/main" id="{A90E9561-623B-133E-1AAA-8230FC1756C7}"/>
                    </a:ext>
                  </a:extLst>
                </p14:cNvPr>
                <p14:cNvContentPartPr/>
                <p14:nvPr/>
              </p14:nvContentPartPr>
              <p14:xfrm>
                <a:off x="7875928" y="1243440"/>
                <a:ext cx="89640" cy="266400"/>
              </p14:xfrm>
            </p:contentPart>
          </mc:Choice>
          <mc:Fallback xmlns="">
            <p:pic>
              <p:nvPicPr>
                <p:cNvPr id="62" name="インク 61">
                  <a:extLst>
                    <a:ext uri="{FF2B5EF4-FFF2-40B4-BE49-F238E27FC236}">
                      <a16:creationId xmlns:a16="http://schemas.microsoft.com/office/drawing/2014/main" id="{A90E9561-623B-133E-1AAA-8230FC1756C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860448" y="1227960"/>
                  <a:ext cx="120240" cy="29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7" name="グループ化 676">
            <a:extLst>
              <a:ext uri="{FF2B5EF4-FFF2-40B4-BE49-F238E27FC236}">
                <a16:creationId xmlns:a16="http://schemas.microsoft.com/office/drawing/2014/main" id="{C79E579D-C102-D7EE-3773-6A56ABC4073D}"/>
              </a:ext>
            </a:extLst>
          </p:cNvPr>
          <p:cNvGrpSpPr/>
          <p:nvPr/>
        </p:nvGrpSpPr>
        <p:grpSpPr>
          <a:xfrm>
            <a:off x="228960" y="4622736"/>
            <a:ext cx="9812135" cy="1979367"/>
            <a:chOff x="228960" y="4622736"/>
            <a:chExt cx="9812135" cy="197936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67" name="インク 66">
                  <a:extLst>
                    <a:ext uri="{FF2B5EF4-FFF2-40B4-BE49-F238E27FC236}">
                      <a16:creationId xmlns:a16="http://schemas.microsoft.com/office/drawing/2014/main" id="{8AB72C63-AD3F-ABEE-CF23-AC2E153DB316}"/>
                    </a:ext>
                  </a:extLst>
                </p14:cNvPr>
                <p14:cNvContentPartPr/>
                <p14:nvPr/>
              </p14:nvContentPartPr>
              <p14:xfrm>
                <a:off x="789129" y="5020176"/>
                <a:ext cx="360" cy="1558440"/>
              </p14:xfrm>
            </p:contentPart>
          </mc:Choice>
          <mc:Fallback xmlns="">
            <p:pic>
              <p:nvPicPr>
                <p:cNvPr id="67" name="インク 66">
                  <a:extLst>
                    <a:ext uri="{FF2B5EF4-FFF2-40B4-BE49-F238E27FC236}">
                      <a16:creationId xmlns:a16="http://schemas.microsoft.com/office/drawing/2014/main" id="{8AB72C63-AD3F-ABEE-CF23-AC2E153DB31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80129" y="5011176"/>
                  <a:ext cx="18000" cy="157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68" name="インク 67">
                  <a:extLst>
                    <a:ext uri="{FF2B5EF4-FFF2-40B4-BE49-F238E27FC236}">
                      <a16:creationId xmlns:a16="http://schemas.microsoft.com/office/drawing/2014/main" id="{9B29E188-7EA6-1E1B-BABF-3FB0DDE0ADA3}"/>
                    </a:ext>
                  </a:extLst>
                </p14:cNvPr>
                <p14:cNvContentPartPr/>
                <p14:nvPr/>
              </p14:nvContentPartPr>
              <p14:xfrm>
                <a:off x="1873017" y="4689063"/>
                <a:ext cx="217080" cy="240480"/>
              </p14:xfrm>
            </p:contentPart>
          </mc:Choice>
          <mc:Fallback xmlns="">
            <p:pic>
              <p:nvPicPr>
                <p:cNvPr id="68" name="インク 67">
                  <a:extLst>
                    <a:ext uri="{FF2B5EF4-FFF2-40B4-BE49-F238E27FC236}">
                      <a16:creationId xmlns:a16="http://schemas.microsoft.com/office/drawing/2014/main" id="{9B29E188-7EA6-1E1B-BABF-3FB0DDE0ADA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864032" y="4680063"/>
                  <a:ext cx="234691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32" name="インク 131">
                  <a:extLst>
                    <a:ext uri="{FF2B5EF4-FFF2-40B4-BE49-F238E27FC236}">
                      <a16:creationId xmlns:a16="http://schemas.microsoft.com/office/drawing/2014/main" id="{A6C95A89-650F-3816-1127-7AC39C0D345D}"/>
                    </a:ext>
                  </a:extLst>
                </p14:cNvPr>
                <p14:cNvContentPartPr/>
                <p14:nvPr/>
              </p14:nvContentPartPr>
              <p14:xfrm>
                <a:off x="1341117" y="4677944"/>
                <a:ext cx="145080" cy="239760"/>
              </p14:xfrm>
            </p:contentPart>
          </mc:Choice>
          <mc:Fallback xmlns="">
            <p:pic>
              <p:nvPicPr>
                <p:cNvPr id="132" name="インク 131">
                  <a:extLst>
                    <a:ext uri="{FF2B5EF4-FFF2-40B4-BE49-F238E27FC236}">
                      <a16:creationId xmlns:a16="http://schemas.microsoft.com/office/drawing/2014/main" id="{A6C95A89-650F-3816-1127-7AC39C0D345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332117" y="4668930"/>
                  <a:ext cx="162720" cy="2574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4" name="インク 133">
                  <a:extLst>
                    <a:ext uri="{FF2B5EF4-FFF2-40B4-BE49-F238E27FC236}">
                      <a16:creationId xmlns:a16="http://schemas.microsoft.com/office/drawing/2014/main" id="{93182874-FAEF-A3C9-DFD5-EDEEDC3419F3}"/>
                    </a:ext>
                  </a:extLst>
                </p14:cNvPr>
                <p14:cNvContentPartPr/>
                <p14:nvPr/>
              </p14:nvContentPartPr>
              <p14:xfrm>
                <a:off x="472257" y="4703463"/>
                <a:ext cx="2039400" cy="1898640"/>
              </p14:xfrm>
            </p:contentPart>
          </mc:Choice>
          <mc:Fallback xmlns="">
            <p:pic>
              <p:nvPicPr>
                <p:cNvPr id="134" name="インク 133">
                  <a:extLst>
                    <a:ext uri="{FF2B5EF4-FFF2-40B4-BE49-F238E27FC236}">
                      <a16:creationId xmlns:a16="http://schemas.microsoft.com/office/drawing/2014/main" id="{93182874-FAEF-A3C9-DFD5-EDEEDC3419F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63257" y="4694463"/>
                  <a:ext cx="2057040" cy="19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634" name="インク 633">
                  <a:extLst>
                    <a:ext uri="{FF2B5EF4-FFF2-40B4-BE49-F238E27FC236}">
                      <a16:creationId xmlns:a16="http://schemas.microsoft.com/office/drawing/2014/main" id="{76C56344-C214-8A32-7487-A3DE122E1BCE}"/>
                    </a:ext>
                  </a:extLst>
                </p14:cNvPr>
                <p14:cNvContentPartPr/>
                <p14:nvPr/>
              </p14:nvContentPartPr>
              <p14:xfrm>
                <a:off x="2414457" y="5582583"/>
                <a:ext cx="160920" cy="360"/>
              </p14:xfrm>
            </p:contentPart>
          </mc:Choice>
          <mc:Fallback xmlns="">
            <p:pic>
              <p:nvPicPr>
                <p:cNvPr id="634" name="インク 633">
                  <a:extLst>
                    <a:ext uri="{FF2B5EF4-FFF2-40B4-BE49-F238E27FC236}">
                      <a16:creationId xmlns:a16="http://schemas.microsoft.com/office/drawing/2014/main" id="{76C56344-C214-8A32-7487-A3DE122E1BC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405457" y="5573583"/>
                  <a:ext cx="178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635" name="インク 634">
                  <a:extLst>
                    <a:ext uri="{FF2B5EF4-FFF2-40B4-BE49-F238E27FC236}">
                      <a16:creationId xmlns:a16="http://schemas.microsoft.com/office/drawing/2014/main" id="{01F32ABD-88D9-D482-5391-B4812724EB86}"/>
                    </a:ext>
                  </a:extLst>
                </p14:cNvPr>
                <p14:cNvContentPartPr/>
                <p14:nvPr/>
              </p14:nvContentPartPr>
              <p14:xfrm>
                <a:off x="482337" y="6084423"/>
                <a:ext cx="2007720" cy="360"/>
              </p14:xfrm>
            </p:contentPart>
          </mc:Choice>
          <mc:Fallback xmlns="">
            <p:pic>
              <p:nvPicPr>
                <p:cNvPr id="635" name="インク 634">
                  <a:extLst>
                    <a:ext uri="{FF2B5EF4-FFF2-40B4-BE49-F238E27FC236}">
                      <a16:creationId xmlns:a16="http://schemas.microsoft.com/office/drawing/2014/main" id="{01F32ABD-88D9-D482-5391-B4812724EB8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73337" y="6075423"/>
                  <a:ext cx="2025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636" name="インク 635">
                  <a:extLst>
                    <a:ext uri="{FF2B5EF4-FFF2-40B4-BE49-F238E27FC236}">
                      <a16:creationId xmlns:a16="http://schemas.microsoft.com/office/drawing/2014/main" id="{A73AC4C9-3C53-3E3F-B547-2844DCC0961C}"/>
                    </a:ext>
                  </a:extLst>
                </p14:cNvPr>
                <p14:cNvContentPartPr/>
                <p14:nvPr/>
              </p14:nvContentPartPr>
              <p14:xfrm>
                <a:off x="528057" y="6589863"/>
                <a:ext cx="1988280" cy="360"/>
              </p14:xfrm>
            </p:contentPart>
          </mc:Choice>
          <mc:Fallback xmlns="">
            <p:pic>
              <p:nvPicPr>
                <p:cNvPr id="636" name="インク 635">
                  <a:extLst>
                    <a:ext uri="{FF2B5EF4-FFF2-40B4-BE49-F238E27FC236}">
                      <a16:creationId xmlns:a16="http://schemas.microsoft.com/office/drawing/2014/main" id="{A73AC4C9-3C53-3E3F-B547-2844DCC0961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19059" y="6580863"/>
                  <a:ext cx="2005917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637" name="インク 636">
                  <a:extLst>
                    <a:ext uri="{FF2B5EF4-FFF2-40B4-BE49-F238E27FC236}">
                      <a16:creationId xmlns:a16="http://schemas.microsoft.com/office/drawing/2014/main" id="{A7DC3D17-E7A9-B2EA-D249-96F35B9FA513}"/>
                    </a:ext>
                  </a:extLst>
                </p14:cNvPr>
                <p14:cNvContentPartPr/>
                <p14:nvPr/>
              </p14:nvContentPartPr>
              <p14:xfrm>
                <a:off x="346617" y="6226623"/>
                <a:ext cx="338760" cy="270720"/>
              </p14:xfrm>
            </p:contentPart>
          </mc:Choice>
          <mc:Fallback xmlns="">
            <p:pic>
              <p:nvPicPr>
                <p:cNvPr id="637" name="インク 636">
                  <a:extLst>
                    <a:ext uri="{FF2B5EF4-FFF2-40B4-BE49-F238E27FC236}">
                      <a16:creationId xmlns:a16="http://schemas.microsoft.com/office/drawing/2014/main" id="{A7DC3D17-E7A9-B2EA-D249-96F35B9FA51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31121" y="6211122"/>
                  <a:ext cx="369393" cy="3013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638" name="インク 637">
                  <a:extLst>
                    <a:ext uri="{FF2B5EF4-FFF2-40B4-BE49-F238E27FC236}">
                      <a16:creationId xmlns:a16="http://schemas.microsoft.com/office/drawing/2014/main" id="{F7E80777-AA06-CB70-EC3D-5D2B0DB20410}"/>
                    </a:ext>
                  </a:extLst>
                </p14:cNvPr>
                <p14:cNvContentPartPr/>
                <p14:nvPr/>
              </p14:nvContentPartPr>
              <p14:xfrm>
                <a:off x="343377" y="5699583"/>
                <a:ext cx="372960" cy="289080"/>
              </p14:xfrm>
            </p:contentPart>
          </mc:Choice>
          <mc:Fallback xmlns="">
            <p:pic>
              <p:nvPicPr>
                <p:cNvPr id="638" name="インク 637">
                  <a:extLst>
                    <a:ext uri="{FF2B5EF4-FFF2-40B4-BE49-F238E27FC236}">
                      <a16:creationId xmlns:a16="http://schemas.microsoft.com/office/drawing/2014/main" id="{F7E80777-AA06-CB70-EC3D-5D2B0DB2041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27897" y="5684103"/>
                  <a:ext cx="4035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639" name="インク 638">
                  <a:extLst>
                    <a:ext uri="{FF2B5EF4-FFF2-40B4-BE49-F238E27FC236}">
                      <a16:creationId xmlns:a16="http://schemas.microsoft.com/office/drawing/2014/main" id="{D38AA86F-097C-F415-0D4D-B049B1EBCB62}"/>
                    </a:ext>
                  </a:extLst>
                </p14:cNvPr>
                <p14:cNvContentPartPr/>
                <p14:nvPr/>
              </p14:nvContentPartPr>
              <p14:xfrm>
                <a:off x="511137" y="5215743"/>
                <a:ext cx="97200" cy="205200"/>
              </p14:xfrm>
            </p:contentPart>
          </mc:Choice>
          <mc:Fallback xmlns="">
            <p:pic>
              <p:nvPicPr>
                <p:cNvPr id="639" name="インク 638">
                  <a:extLst>
                    <a:ext uri="{FF2B5EF4-FFF2-40B4-BE49-F238E27FC236}">
                      <a16:creationId xmlns:a16="http://schemas.microsoft.com/office/drawing/2014/main" id="{D38AA86F-097C-F415-0D4D-B049B1EBCB6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95657" y="5200263"/>
                  <a:ext cx="1278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16" name="インク 215">
                  <a:extLst>
                    <a:ext uri="{FF2B5EF4-FFF2-40B4-BE49-F238E27FC236}">
                      <a16:creationId xmlns:a16="http://schemas.microsoft.com/office/drawing/2014/main" id="{535B4F8F-9F81-061D-79EC-C033E6EDED8A}"/>
                    </a:ext>
                  </a:extLst>
                </p14:cNvPr>
                <p14:cNvContentPartPr/>
                <p14:nvPr/>
              </p14:nvContentPartPr>
              <p14:xfrm>
                <a:off x="2237337" y="6215463"/>
                <a:ext cx="167760" cy="242280"/>
              </p14:xfrm>
            </p:contentPart>
          </mc:Choice>
          <mc:Fallback xmlns="">
            <p:pic>
              <p:nvPicPr>
                <p:cNvPr id="216" name="インク 215">
                  <a:extLst>
                    <a:ext uri="{FF2B5EF4-FFF2-40B4-BE49-F238E27FC236}">
                      <a16:creationId xmlns:a16="http://schemas.microsoft.com/office/drawing/2014/main" id="{535B4F8F-9F81-061D-79EC-C033E6EDED8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221890" y="6200006"/>
                  <a:ext cx="198294" cy="2728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17" name="インク 216">
                  <a:extLst>
                    <a:ext uri="{FF2B5EF4-FFF2-40B4-BE49-F238E27FC236}">
                      <a16:creationId xmlns:a16="http://schemas.microsoft.com/office/drawing/2014/main" id="{1FA51A72-1685-0C83-A219-1FC6F38CFDEB}"/>
                    </a:ext>
                  </a:extLst>
                </p14:cNvPr>
                <p14:cNvContentPartPr/>
                <p14:nvPr/>
              </p14:nvContentPartPr>
              <p14:xfrm>
                <a:off x="1583937" y="6214023"/>
                <a:ext cx="216360" cy="249120"/>
              </p14:xfrm>
            </p:contentPart>
          </mc:Choice>
          <mc:Fallback xmlns="">
            <p:pic>
              <p:nvPicPr>
                <p:cNvPr id="217" name="インク 216">
                  <a:extLst>
                    <a:ext uri="{FF2B5EF4-FFF2-40B4-BE49-F238E27FC236}">
                      <a16:creationId xmlns:a16="http://schemas.microsoft.com/office/drawing/2014/main" id="{1FA51A72-1685-0C83-A219-1FC6F38CFDE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568431" y="6198565"/>
                  <a:ext cx="247011" cy="2796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18" name="インク 217">
                  <a:extLst>
                    <a:ext uri="{FF2B5EF4-FFF2-40B4-BE49-F238E27FC236}">
                      <a16:creationId xmlns:a16="http://schemas.microsoft.com/office/drawing/2014/main" id="{4AD5ECD6-0EA3-01AF-D258-F3FC95A9F8D9}"/>
                    </a:ext>
                  </a:extLst>
                </p14:cNvPr>
                <p14:cNvContentPartPr/>
                <p14:nvPr/>
              </p14:nvContentPartPr>
              <p14:xfrm>
                <a:off x="899217" y="6239943"/>
                <a:ext cx="172800" cy="226800"/>
              </p14:xfrm>
            </p:contentPart>
          </mc:Choice>
          <mc:Fallback xmlns="">
            <p:pic>
              <p:nvPicPr>
                <p:cNvPr id="218" name="インク 217">
                  <a:extLst>
                    <a:ext uri="{FF2B5EF4-FFF2-40B4-BE49-F238E27FC236}">
                      <a16:creationId xmlns:a16="http://schemas.microsoft.com/office/drawing/2014/main" id="{4AD5ECD6-0EA3-01AF-D258-F3FC95A9F8D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83737" y="6224463"/>
                  <a:ext cx="2034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19" name="インク 218">
                  <a:extLst>
                    <a:ext uri="{FF2B5EF4-FFF2-40B4-BE49-F238E27FC236}">
                      <a16:creationId xmlns:a16="http://schemas.microsoft.com/office/drawing/2014/main" id="{C8420F2E-3026-BB0B-FC5C-BE8EC066FEE2}"/>
                    </a:ext>
                  </a:extLst>
                </p14:cNvPr>
                <p14:cNvContentPartPr/>
                <p14:nvPr/>
              </p14:nvContentPartPr>
              <p14:xfrm>
                <a:off x="942417" y="5742063"/>
                <a:ext cx="1429200" cy="190800"/>
              </p14:xfrm>
            </p:contentPart>
          </mc:Choice>
          <mc:Fallback xmlns="">
            <p:pic>
              <p:nvPicPr>
                <p:cNvPr id="219" name="インク 218">
                  <a:extLst>
                    <a:ext uri="{FF2B5EF4-FFF2-40B4-BE49-F238E27FC236}">
                      <a16:creationId xmlns:a16="http://schemas.microsoft.com/office/drawing/2014/main" id="{C8420F2E-3026-BB0B-FC5C-BE8EC066FEE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26933" y="5726612"/>
                  <a:ext cx="1459808" cy="2213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308" name="インク 307">
                  <a:extLst>
                    <a:ext uri="{FF2B5EF4-FFF2-40B4-BE49-F238E27FC236}">
                      <a16:creationId xmlns:a16="http://schemas.microsoft.com/office/drawing/2014/main" id="{3F88F5E0-091D-3B7A-46E6-C80AC7B01959}"/>
                    </a:ext>
                  </a:extLst>
                </p14:cNvPr>
                <p14:cNvContentPartPr/>
                <p14:nvPr/>
              </p14:nvContentPartPr>
              <p14:xfrm>
                <a:off x="935577" y="5291703"/>
                <a:ext cx="1484640" cy="49320"/>
              </p14:xfrm>
            </p:contentPart>
          </mc:Choice>
          <mc:Fallback xmlns="">
            <p:pic>
              <p:nvPicPr>
                <p:cNvPr id="308" name="インク 307">
                  <a:extLst>
                    <a:ext uri="{FF2B5EF4-FFF2-40B4-BE49-F238E27FC236}">
                      <a16:creationId xmlns:a16="http://schemas.microsoft.com/office/drawing/2014/main" id="{3F88F5E0-091D-3B7A-46E6-C80AC7B0195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20097" y="5276223"/>
                  <a:ext cx="15152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309" name="インク 308">
                  <a:extLst>
                    <a:ext uri="{FF2B5EF4-FFF2-40B4-BE49-F238E27FC236}">
                      <a16:creationId xmlns:a16="http://schemas.microsoft.com/office/drawing/2014/main" id="{54F47A20-63FF-D352-D9B1-0E46D707D422}"/>
                    </a:ext>
                  </a:extLst>
                </p14:cNvPr>
                <p14:cNvContentPartPr/>
                <p14:nvPr/>
              </p14:nvContentPartPr>
              <p14:xfrm>
                <a:off x="1911177" y="6145623"/>
                <a:ext cx="251280" cy="176760"/>
              </p14:xfrm>
            </p:contentPart>
          </mc:Choice>
          <mc:Fallback xmlns="">
            <p:pic>
              <p:nvPicPr>
                <p:cNvPr id="309" name="インク 308">
                  <a:extLst>
                    <a:ext uri="{FF2B5EF4-FFF2-40B4-BE49-F238E27FC236}">
                      <a16:creationId xmlns:a16="http://schemas.microsoft.com/office/drawing/2014/main" id="{54F47A20-63FF-D352-D9B1-0E46D707D42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895697" y="6130143"/>
                  <a:ext cx="2818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340" name="インク 339">
                  <a:extLst>
                    <a:ext uri="{FF2B5EF4-FFF2-40B4-BE49-F238E27FC236}">
                      <a16:creationId xmlns:a16="http://schemas.microsoft.com/office/drawing/2014/main" id="{4E798912-F56E-88B2-ABDE-9DD897D2213D}"/>
                    </a:ext>
                  </a:extLst>
                </p14:cNvPr>
                <p14:cNvContentPartPr/>
                <p14:nvPr/>
              </p14:nvContentPartPr>
              <p14:xfrm>
                <a:off x="1218537" y="6142383"/>
                <a:ext cx="268200" cy="169200"/>
              </p14:xfrm>
            </p:contentPart>
          </mc:Choice>
          <mc:Fallback xmlns="">
            <p:pic>
              <p:nvPicPr>
                <p:cNvPr id="340" name="インク 339">
                  <a:extLst>
                    <a:ext uri="{FF2B5EF4-FFF2-40B4-BE49-F238E27FC236}">
                      <a16:creationId xmlns:a16="http://schemas.microsoft.com/office/drawing/2014/main" id="{4E798912-F56E-88B2-ABDE-9DD897D2213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203036" y="6126903"/>
                  <a:ext cx="298841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341" name="インク 340">
                  <a:extLst>
                    <a:ext uri="{FF2B5EF4-FFF2-40B4-BE49-F238E27FC236}">
                      <a16:creationId xmlns:a16="http://schemas.microsoft.com/office/drawing/2014/main" id="{44C2C1C7-94B4-3633-E574-2F959D988F3A}"/>
                    </a:ext>
                  </a:extLst>
                </p14:cNvPr>
                <p14:cNvContentPartPr/>
                <p14:nvPr/>
              </p14:nvContentPartPr>
              <p14:xfrm>
                <a:off x="2813697" y="5576736"/>
                <a:ext cx="934920" cy="885240"/>
              </p14:xfrm>
            </p:contentPart>
          </mc:Choice>
          <mc:Fallback xmlns="">
            <p:pic>
              <p:nvPicPr>
                <p:cNvPr id="341" name="インク 340">
                  <a:extLst>
                    <a:ext uri="{FF2B5EF4-FFF2-40B4-BE49-F238E27FC236}">
                      <a16:creationId xmlns:a16="http://schemas.microsoft.com/office/drawing/2014/main" id="{44C2C1C7-94B4-3633-E574-2F959D988F3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793177" y="5556216"/>
                  <a:ext cx="975600" cy="9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342" name="インク 341">
                  <a:extLst>
                    <a:ext uri="{FF2B5EF4-FFF2-40B4-BE49-F238E27FC236}">
                      <a16:creationId xmlns:a16="http://schemas.microsoft.com/office/drawing/2014/main" id="{F123BD26-F75A-6B40-0ACE-A0FF9A424352}"/>
                    </a:ext>
                  </a:extLst>
                </p14:cNvPr>
                <p14:cNvContentPartPr/>
                <p14:nvPr/>
              </p14:nvContentPartPr>
              <p14:xfrm>
                <a:off x="3738537" y="5056896"/>
                <a:ext cx="720000" cy="880200"/>
              </p14:xfrm>
            </p:contentPart>
          </mc:Choice>
          <mc:Fallback xmlns="">
            <p:pic>
              <p:nvPicPr>
                <p:cNvPr id="342" name="インク 341">
                  <a:extLst>
                    <a:ext uri="{FF2B5EF4-FFF2-40B4-BE49-F238E27FC236}">
                      <a16:creationId xmlns:a16="http://schemas.microsoft.com/office/drawing/2014/main" id="{F123BD26-F75A-6B40-0ACE-A0FF9A42435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723057" y="5041416"/>
                  <a:ext cx="750600" cy="9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640" name="インク 639">
                  <a:extLst>
                    <a:ext uri="{FF2B5EF4-FFF2-40B4-BE49-F238E27FC236}">
                      <a16:creationId xmlns:a16="http://schemas.microsoft.com/office/drawing/2014/main" id="{BD42381D-6A10-6C61-D7AB-21D774605780}"/>
                    </a:ext>
                  </a:extLst>
                </p14:cNvPr>
                <p14:cNvContentPartPr/>
                <p14:nvPr/>
              </p14:nvContentPartPr>
              <p14:xfrm>
                <a:off x="4470726" y="4809513"/>
                <a:ext cx="597960" cy="201600"/>
              </p14:xfrm>
            </p:contentPart>
          </mc:Choice>
          <mc:Fallback xmlns="">
            <p:pic>
              <p:nvPicPr>
                <p:cNvPr id="640" name="インク 639">
                  <a:extLst>
                    <a:ext uri="{FF2B5EF4-FFF2-40B4-BE49-F238E27FC236}">
                      <a16:creationId xmlns:a16="http://schemas.microsoft.com/office/drawing/2014/main" id="{BD42381D-6A10-6C61-D7AB-21D77460578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455237" y="4794005"/>
                  <a:ext cx="628578" cy="232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641" name="インク 640">
                  <a:extLst>
                    <a:ext uri="{FF2B5EF4-FFF2-40B4-BE49-F238E27FC236}">
                      <a16:creationId xmlns:a16="http://schemas.microsoft.com/office/drawing/2014/main" id="{FCC08717-8C7C-37E2-7E5A-9A4B7458E596}"/>
                    </a:ext>
                  </a:extLst>
                </p14:cNvPr>
                <p14:cNvContentPartPr/>
                <p14:nvPr/>
              </p14:nvContentPartPr>
              <p14:xfrm>
                <a:off x="3929286" y="5913633"/>
                <a:ext cx="139320" cy="300240"/>
              </p14:xfrm>
            </p:contentPart>
          </mc:Choice>
          <mc:Fallback xmlns="">
            <p:pic>
              <p:nvPicPr>
                <p:cNvPr id="641" name="インク 640">
                  <a:extLst>
                    <a:ext uri="{FF2B5EF4-FFF2-40B4-BE49-F238E27FC236}">
                      <a16:creationId xmlns:a16="http://schemas.microsoft.com/office/drawing/2014/main" id="{FCC08717-8C7C-37E2-7E5A-9A4B7458E59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913806" y="5898172"/>
                  <a:ext cx="169920" cy="3308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642" name="インク 641">
                  <a:extLst>
                    <a:ext uri="{FF2B5EF4-FFF2-40B4-BE49-F238E27FC236}">
                      <a16:creationId xmlns:a16="http://schemas.microsoft.com/office/drawing/2014/main" id="{128F398B-66AD-E884-0349-52BA4BE973EB}"/>
                    </a:ext>
                  </a:extLst>
                </p14:cNvPr>
                <p14:cNvContentPartPr/>
                <p14:nvPr/>
              </p14:nvContentPartPr>
              <p14:xfrm>
                <a:off x="4224486" y="6035313"/>
                <a:ext cx="472680" cy="191160"/>
              </p14:xfrm>
            </p:contentPart>
          </mc:Choice>
          <mc:Fallback xmlns="">
            <p:pic>
              <p:nvPicPr>
                <p:cNvPr id="642" name="インク 641">
                  <a:extLst>
                    <a:ext uri="{FF2B5EF4-FFF2-40B4-BE49-F238E27FC236}">
                      <a16:creationId xmlns:a16="http://schemas.microsoft.com/office/drawing/2014/main" id="{128F398B-66AD-E884-0349-52BA4BE973E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209006" y="6019833"/>
                  <a:ext cx="5032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643" name="インク 642">
                  <a:extLst>
                    <a:ext uri="{FF2B5EF4-FFF2-40B4-BE49-F238E27FC236}">
                      <a16:creationId xmlns:a16="http://schemas.microsoft.com/office/drawing/2014/main" id="{60D9EFDA-4153-0B18-C4F6-6478CFF2E588}"/>
                    </a:ext>
                  </a:extLst>
                </p14:cNvPr>
                <p14:cNvContentPartPr/>
                <p14:nvPr/>
              </p14:nvContentPartPr>
              <p14:xfrm>
                <a:off x="3106326" y="5205153"/>
                <a:ext cx="608040" cy="405720"/>
              </p14:xfrm>
            </p:contentPart>
          </mc:Choice>
          <mc:Fallback xmlns="">
            <p:pic>
              <p:nvPicPr>
                <p:cNvPr id="643" name="インク 642">
                  <a:extLst>
                    <a:ext uri="{FF2B5EF4-FFF2-40B4-BE49-F238E27FC236}">
                      <a16:creationId xmlns:a16="http://schemas.microsoft.com/office/drawing/2014/main" id="{60D9EFDA-4153-0B18-C4F6-6478CFF2E58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90846" y="5189673"/>
                  <a:ext cx="63864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644" name="インク 643">
                  <a:extLst>
                    <a:ext uri="{FF2B5EF4-FFF2-40B4-BE49-F238E27FC236}">
                      <a16:creationId xmlns:a16="http://schemas.microsoft.com/office/drawing/2014/main" id="{3D02E502-3C55-14E4-E9C8-BFCF5236BBC2}"/>
                    </a:ext>
                  </a:extLst>
                </p14:cNvPr>
                <p14:cNvContentPartPr/>
                <p14:nvPr/>
              </p14:nvContentPartPr>
              <p14:xfrm>
                <a:off x="2690032" y="5814336"/>
                <a:ext cx="13680" cy="360"/>
              </p14:xfrm>
            </p:contentPart>
          </mc:Choice>
          <mc:Fallback xmlns="">
            <p:pic>
              <p:nvPicPr>
                <p:cNvPr id="644" name="インク 643">
                  <a:extLst>
                    <a:ext uri="{FF2B5EF4-FFF2-40B4-BE49-F238E27FC236}">
                      <a16:creationId xmlns:a16="http://schemas.microsoft.com/office/drawing/2014/main" id="{3D02E502-3C55-14E4-E9C8-BFCF5236BBC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680789" y="5805336"/>
                  <a:ext cx="31797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645" name="インク 644">
                  <a:extLst>
                    <a:ext uri="{FF2B5EF4-FFF2-40B4-BE49-F238E27FC236}">
                      <a16:creationId xmlns:a16="http://schemas.microsoft.com/office/drawing/2014/main" id="{82E0D9B8-0B42-8037-C2FB-4507F91EEE1B}"/>
                    </a:ext>
                  </a:extLst>
                </p14:cNvPr>
                <p14:cNvContentPartPr/>
                <p14:nvPr/>
              </p14:nvContentPartPr>
              <p14:xfrm>
                <a:off x="2720992" y="5814336"/>
                <a:ext cx="2100600" cy="360"/>
              </p14:xfrm>
            </p:contentPart>
          </mc:Choice>
          <mc:Fallback xmlns="">
            <p:pic>
              <p:nvPicPr>
                <p:cNvPr id="645" name="インク 644">
                  <a:extLst>
                    <a:ext uri="{FF2B5EF4-FFF2-40B4-BE49-F238E27FC236}">
                      <a16:creationId xmlns:a16="http://schemas.microsoft.com/office/drawing/2014/main" id="{82E0D9B8-0B42-8037-C2FB-4507F91EEE1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711992" y="5805336"/>
                  <a:ext cx="2118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646" name="インク 645">
                  <a:extLst>
                    <a:ext uri="{FF2B5EF4-FFF2-40B4-BE49-F238E27FC236}">
                      <a16:creationId xmlns:a16="http://schemas.microsoft.com/office/drawing/2014/main" id="{18338683-EE47-6808-5B2E-464ED82CF37D}"/>
                    </a:ext>
                  </a:extLst>
                </p14:cNvPr>
                <p14:cNvContentPartPr/>
                <p14:nvPr/>
              </p14:nvContentPartPr>
              <p14:xfrm>
                <a:off x="4757800" y="5702197"/>
                <a:ext cx="299160" cy="230040"/>
              </p14:xfrm>
            </p:contentPart>
          </mc:Choice>
          <mc:Fallback xmlns="">
            <p:pic>
              <p:nvPicPr>
                <p:cNvPr id="646" name="インク 645">
                  <a:extLst>
                    <a:ext uri="{FF2B5EF4-FFF2-40B4-BE49-F238E27FC236}">
                      <a16:creationId xmlns:a16="http://schemas.microsoft.com/office/drawing/2014/main" id="{18338683-EE47-6808-5B2E-464ED82CF37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742320" y="5686717"/>
                  <a:ext cx="3297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647" name="インク 646">
                  <a:extLst>
                    <a:ext uri="{FF2B5EF4-FFF2-40B4-BE49-F238E27FC236}">
                      <a16:creationId xmlns:a16="http://schemas.microsoft.com/office/drawing/2014/main" id="{0C494399-9AC3-A1A4-9054-CF308DC34888}"/>
                    </a:ext>
                  </a:extLst>
                </p14:cNvPr>
                <p14:cNvContentPartPr/>
                <p14:nvPr/>
              </p14:nvContentPartPr>
              <p14:xfrm>
                <a:off x="5914686" y="4622736"/>
                <a:ext cx="1866960" cy="311040"/>
              </p14:xfrm>
            </p:contentPart>
          </mc:Choice>
          <mc:Fallback xmlns="">
            <p:pic>
              <p:nvPicPr>
                <p:cNvPr id="647" name="インク 646">
                  <a:extLst>
                    <a:ext uri="{FF2B5EF4-FFF2-40B4-BE49-F238E27FC236}">
                      <a16:creationId xmlns:a16="http://schemas.microsoft.com/office/drawing/2014/main" id="{0C494399-9AC3-A1A4-9054-CF308DC3488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899209" y="4607256"/>
                  <a:ext cx="1897554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648" name="インク 647">
                  <a:extLst>
                    <a:ext uri="{FF2B5EF4-FFF2-40B4-BE49-F238E27FC236}">
                      <a16:creationId xmlns:a16="http://schemas.microsoft.com/office/drawing/2014/main" id="{A02651A8-2B14-9515-0C6E-EEAC275E434D}"/>
                    </a:ext>
                  </a:extLst>
                </p14:cNvPr>
                <p14:cNvContentPartPr/>
                <p14:nvPr/>
              </p14:nvContentPartPr>
              <p14:xfrm>
                <a:off x="5914686" y="5178153"/>
                <a:ext cx="917640" cy="254880"/>
              </p14:xfrm>
            </p:contentPart>
          </mc:Choice>
          <mc:Fallback xmlns="">
            <p:pic>
              <p:nvPicPr>
                <p:cNvPr id="648" name="インク 647">
                  <a:extLst>
                    <a:ext uri="{FF2B5EF4-FFF2-40B4-BE49-F238E27FC236}">
                      <a16:creationId xmlns:a16="http://schemas.microsoft.com/office/drawing/2014/main" id="{A02651A8-2B14-9515-0C6E-EEAC275E434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899206" y="5162673"/>
                  <a:ext cx="9482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649" name="インク 648">
                  <a:extLst>
                    <a:ext uri="{FF2B5EF4-FFF2-40B4-BE49-F238E27FC236}">
                      <a16:creationId xmlns:a16="http://schemas.microsoft.com/office/drawing/2014/main" id="{ACF2F9BA-0258-ABDE-583A-848AA9014410}"/>
                    </a:ext>
                  </a:extLst>
                </p14:cNvPr>
                <p14:cNvContentPartPr/>
                <p14:nvPr/>
              </p14:nvContentPartPr>
              <p14:xfrm>
                <a:off x="6926353" y="5160216"/>
                <a:ext cx="1324080" cy="247320"/>
              </p14:xfrm>
            </p:contentPart>
          </mc:Choice>
          <mc:Fallback xmlns="">
            <p:pic>
              <p:nvPicPr>
                <p:cNvPr id="649" name="インク 648">
                  <a:extLst>
                    <a:ext uri="{FF2B5EF4-FFF2-40B4-BE49-F238E27FC236}">
                      <a16:creationId xmlns:a16="http://schemas.microsoft.com/office/drawing/2014/main" id="{ACF2F9BA-0258-ABDE-583A-848AA901441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910873" y="5144736"/>
                  <a:ext cx="13546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650" name="インク 649">
                  <a:extLst>
                    <a:ext uri="{FF2B5EF4-FFF2-40B4-BE49-F238E27FC236}">
                      <a16:creationId xmlns:a16="http://schemas.microsoft.com/office/drawing/2014/main" id="{A08F342B-EC6D-CA0F-6B24-4154492FBD52}"/>
                    </a:ext>
                  </a:extLst>
                </p14:cNvPr>
                <p14:cNvContentPartPr/>
                <p14:nvPr/>
              </p14:nvContentPartPr>
              <p14:xfrm>
                <a:off x="8261790" y="5226456"/>
                <a:ext cx="6840" cy="26280"/>
              </p14:xfrm>
            </p:contentPart>
          </mc:Choice>
          <mc:Fallback xmlns="">
            <p:pic>
              <p:nvPicPr>
                <p:cNvPr id="650" name="インク 649">
                  <a:extLst>
                    <a:ext uri="{FF2B5EF4-FFF2-40B4-BE49-F238E27FC236}">
                      <a16:creationId xmlns:a16="http://schemas.microsoft.com/office/drawing/2014/main" id="{A08F342B-EC6D-CA0F-6B24-4154492FBD5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246310" y="5211185"/>
                  <a:ext cx="37440" cy="564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651" name="インク 650">
                  <a:extLst>
                    <a:ext uri="{FF2B5EF4-FFF2-40B4-BE49-F238E27FC236}">
                      <a16:creationId xmlns:a16="http://schemas.microsoft.com/office/drawing/2014/main" id="{75521089-E917-8FA9-1F0A-AB4278C57138}"/>
                    </a:ext>
                  </a:extLst>
                </p14:cNvPr>
                <p14:cNvContentPartPr/>
                <p14:nvPr/>
              </p14:nvContentPartPr>
              <p14:xfrm>
                <a:off x="8408855" y="5180736"/>
                <a:ext cx="1632240" cy="276840"/>
              </p14:xfrm>
            </p:contentPart>
          </mc:Choice>
          <mc:Fallback xmlns="">
            <p:pic>
              <p:nvPicPr>
                <p:cNvPr id="651" name="インク 650">
                  <a:extLst>
                    <a:ext uri="{FF2B5EF4-FFF2-40B4-BE49-F238E27FC236}">
                      <a16:creationId xmlns:a16="http://schemas.microsoft.com/office/drawing/2014/main" id="{75521089-E917-8FA9-1F0A-AB4278C5713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393375" y="5165256"/>
                  <a:ext cx="16628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652" name="インク 651">
                  <a:extLst>
                    <a:ext uri="{FF2B5EF4-FFF2-40B4-BE49-F238E27FC236}">
                      <a16:creationId xmlns:a16="http://schemas.microsoft.com/office/drawing/2014/main" id="{27047B2F-0531-DBE5-5A9D-77861B1059E2}"/>
                    </a:ext>
                  </a:extLst>
                </p14:cNvPr>
                <p14:cNvContentPartPr/>
                <p14:nvPr/>
              </p14:nvContentPartPr>
              <p14:xfrm>
                <a:off x="5186482" y="5694732"/>
                <a:ext cx="529200" cy="245880"/>
              </p14:xfrm>
            </p:contentPart>
          </mc:Choice>
          <mc:Fallback xmlns="">
            <p:pic>
              <p:nvPicPr>
                <p:cNvPr id="652" name="インク 651">
                  <a:extLst>
                    <a:ext uri="{FF2B5EF4-FFF2-40B4-BE49-F238E27FC236}">
                      <a16:creationId xmlns:a16="http://schemas.microsoft.com/office/drawing/2014/main" id="{27047B2F-0531-DBE5-5A9D-77861B1059E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170991" y="5679252"/>
                  <a:ext cx="559821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653" name="インク 652">
                  <a:extLst>
                    <a:ext uri="{FF2B5EF4-FFF2-40B4-BE49-F238E27FC236}">
                      <a16:creationId xmlns:a16="http://schemas.microsoft.com/office/drawing/2014/main" id="{48A5F0D5-C8C1-4A8A-A185-EABB16E1A871}"/>
                    </a:ext>
                  </a:extLst>
                </p14:cNvPr>
                <p14:cNvContentPartPr/>
                <p14:nvPr/>
              </p14:nvContentPartPr>
              <p14:xfrm>
                <a:off x="3706209" y="5751644"/>
                <a:ext cx="488880" cy="90720"/>
              </p14:xfrm>
            </p:contentPart>
          </mc:Choice>
          <mc:Fallback xmlns="">
            <p:pic>
              <p:nvPicPr>
                <p:cNvPr id="653" name="インク 652">
                  <a:extLst>
                    <a:ext uri="{FF2B5EF4-FFF2-40B4-BE49-F238E27FC236}">
                      <a16:creationId xmlns:a16="http://schemas.microsoft.com/office/drawing/2014/main" id="{48A5F0D5-C8C1-4A8A-A185-EABB16E1A87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690740" y="5736225"/>
                  <a:ext cx="519457" cy="1211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654" name="インク 653">
                  <a:extLst>
                    <a:ext uri="{FF2B5EF4-FFF2-40B4-BE49-F238E27FC236}">
                      <a16:creationId xmlns:a16="http://schemas.microsoft.com/office/drawing/2014/main" id="{94B63E50-75A8-A261-0480-2365F97A2648}"/>
                    </a:ext>
                  </a:extLst>
                </p14:cNvPr>
                <p14:cNvContentPartPr/>
                <p14:nvPr/>
              </p14:nvContentPartPr>
              <p14:xfrm>
                <a:off x="3061449" y="5538884"/>
                <a:ext cx="930600" cy="464040"/>
              </p14:xfrm>
            </p:contentPart>
          </mc:Choice>
          <mc:Fallback xmlns="">
            <p:pic>
              <p:nvPicPr>
                <p:cNvPr id="654" name="インク 653">
                  <a:extLst>
                    <a:ext uri="{FF2B5EF4-FFF2-40B4-BE49-F238E27FC236}">
                      <a16:creationId xmlns:a16="http://schemas.microsoft.com/office/drawing/2014/main" id="{94B63E50-75A8-A261-0480-2365F97A264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045975" y="5523392"/>
                  <a:ext cx="961188" cy="4946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655" name="インク 654">
                  <a:extLst>
                    <a:ext uri="{FF2B5EF4-FFF2-40B4-BE49-F238E27FC236}">
                      <a16:creationId xmlns:a16="http://schemas.microsoft.com/office/drawing/2014/main" id="{4CB64F80-F66F-4F67-DCCA-8BA0AF004344}"/>
                    </a:ext>
                  </a:extLst>
                </p14:cNvPr>
                <p14:cNvContentPartPr/>
                <p14:nvPr/>
              </p14:nvContentPartPr>
              <p14:xfrm>
                <a:off x="3409929" y="5651564"/>
                <a:ext cx="10440" cy="126000"/>
              </p14:xfrm>
            </p:contentPart>
          </mc:Choice>
          <mc:Fallback xmlns="">
            <p:pic>
              <p:nvPicPr>
                <p:cNvPr id="655" name="インク 654">
                  <a:extLst>
                    <a:ext uri="{FF2B5EF4-FFF2-40B4-BE49-F238E27FC236}">
                      <a16:creationId xmlns:a16="http://schemas.microsoft.com/office/drawing/2014/main" id="{4CB64F80-F66F-4F67-DCCA-8BA0AF00434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394449" y="5636084"/>
                  <a:ext cx="410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656" name="インク 655">
                  <a:extLst>
                    <a:ext uri="{FF2B5EF4-FFF2-40B4-BE49-F238E27FC236}">
                      <a16:creationId xmlns:a16="http://schemas.microsoft.com/office/drawing/2014/main" id="{38075129-390A-EF88-C5D0-3465FF0B18A3}"/>
                    </a:ext>
                  </a:extLst>
                </p14:cNvPr>
                <p14:cNvContentPartPr/>
                <p14:nvPr/>
              </p14:nvContentPartPr>
              <p14:xfrm>
                <a:off x="3946689" y="5833364"/>
                <a:ext cx="19800" cy="87120"/>
              </p14:xfrm>
            </p:contentPart>
          </mc:Choice>
          <mc:Fallback xmlns="">
            <p:pic>
              <p:nvPicPr>
                <p:cNvPr id="656" name="インク 655">
                  <a:extLst>
                    <a:ext uri="{FF2B5EF4-FFF2-40B4-BE49-F238E27FC236}">
                      <a16:creationId xmlns:a16="http://schemas.microsoft.com/office/drawing/2014/main" id="{38075129-390A-EF88-C5D0-3465FF0B18A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931209" y="5817820"/>
                  <a:ext cx="50400" cy="1178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673" name="インク 672">
                  <a:extLst>
                    <a:ext uri="{FF2B5EF4-FFF2-40B4-BE49-F238E27FC236}">
                      <a16:creationId xmlns:a16="http://schemas.microsoft.com/office/drawing/2014/main" id="{6A670FD4-3C2B-735D-E935-F24673687EA8}"/>
                    </a:ext>
                  </a:extLst>
                </p14:cNvPr>
                <p14:cNvContentPartPr/>
                <p14:nvPr/>
              </p14:nvContentPartPr>
              <p14:xfrm>
                <a:off x="4318794" y="5982953"/>
                <a:ext cx="293040" cy="262800"/>
              </p14:xfrm>
            </p:contentPart>
          </mc:Choice>
          <mc:Fallback xmlns="">
            <p:pic>
              <p:nvPicPr>
                <p:cNvPr id="673" name="インク 672">
                  <a:extLst>
                    <a:ext uri="{FF2B5EF4-FFF2-40B4-BE49-F238E27FC236}">
                      <a16:creationId xmlns:a16="http://schemas.microsoft.com/office/drawing/2014/main" id="{6A670FD4-3C2B-735D-E935-F24673687EA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303314" y="5967473"/>
                  <a:ext cx="3236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" name="インク 1">
                  <a:extLst>
                    <a:ext uri="{FF2B5EF4-FFF2-40B4-BE49-F238E27FC236}">
                      <a16:creationId xmlns:a16="http://schemas.microsoft.com/office/drawing/2014/main" id="{737F6345-BE62-AE78-DDF4-CE2CBB9F7E51}"/>
                    </a:ext>
                  </a:extLst>
                </p14:cNvPr>
                <p14:cNvContentPartPr/>
                <p14:nvPr/>
              </p14:nvContentPartPr>
              <p14:xfrm>
                <a:off x="1259517" y="5206152"/>
                <a:ext cx="106200" cy="231120"/>
              </p14:xfrm>
            </p:contentPart>
          </mc:Choice>
          <mc:Fallback xmlns="">
            <p:pic>
              <p:nvPicPr>
                <p:cNvPr id="2" name="インク 1">
                  <a:extLst>
                    <a:ext uri="{FF2B5EF4-FFF2-40B4-BE49-F238E27FC236}">
                      <a16:creationId xmlns:a16="http://schemas.microsoft.com/office/drawing/2014/main" id="{737F6345-BE62-AE78-DDF4-CE2CBB9F7E5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244037" y="5190648"/>
                  <a:ext cx="136800" cy="2617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5" name="インク 4">
                  <a:extLst>
                    <a:ext uri="{FF2B5EF4-FFF2-40B4-BE49-F238E27FC236}">
                      <a16:creationId xmlns:a16="http://schemas.microsoft.com/office/drawing/2014/main" id="{E93B727E-DAE1-1D6D-BDA6-31AE1DFB341F}"/>
                    </a:ext>
                  </a:extLst>
                </p14:cNvPr>
                <p14:cNvContentPartPr/>
                <p14:nvPr/>
              </p14:nvContentPartPr>
              <p14:xfrm>
                <a:off x="1940637" y="5253312"/>
                <a:ext cx="126720" cy="177480"/>
              </p14:xfrm>
            </p:contentPart>
          </mc:Choice>
          <mc:Fallback xmlns="">
            <p:pic>
              <p:nvPicPr>
                <p:cNvPr id="5" name="インク 4">
                  <a:extLst>
                    <a:ext uri="{FF2B5EF4-FFF2-40B4-BE49-F238E27FC236}">
                      <a16:creationId xmlns:a16="http://schemas.microsoft.com/office/drawing/2014/main" id="{E93B727E-DAE1-1D6D-BDA6-31AE1DFB341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925157" y="5237832"/>
                  <a:ext cx="1573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6" name="インク 5">
                  <a:extLst>
                    <a:ext uri="{FF2B5EF4-FFF2-40B4-BE49-F238E27FC236}">
                      <a16:creationId xmlns:a16="http://schemas.microsoft.com/office/drawing/2014/main" id="{8999CE67-1F3E-DC3F-85DA-FEF3FD4A4569}"/>
                    </a:ext>
                  </a:extLst>
                </p14:cNvPr>
                <p14:cNvContentPartPr/>
                <p14:nvPr/>
              </p14:nvContentPartPr>
              <p14:xfrm>
                <a:off x="3190929" y="5195645"/>
                <a:ext cx="68760" cy="168120"/>
              </p14:xfrm>
            </p:contentPart>
          </mc:Choice>
          <mc:Fallback xmlns="">
            <p:pic>
              <p:nvPicPr>
                <p:cNvPr id="6" name="インク 5">
                  <a:extLst>
                    <a:ext uri="{FF2B5EF4-FFF2-40B4-BE49-F238E27FC236}">
                      <a16:creationId xmlns:a16="http://schemas.microsoft.com/office/drawing/2014/main" id="{8999CE67-1F3E-DC3F-85DA-FEF3FD4A456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175449" y="5180165"/>
                  <a:ext cx="993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" name="インク 10">
                  <a:extLst>
                    <a:ext uri="{FF2B5EF4-FFF2-40B4-BE49-F238E27FC236}">
                      <a16:creationId xmlns:a16="http://schemas.microsoft.com/office/drawing/2014/main" id="{5E882E4F-5C44-D578-0FA0-B23FEA73ED25}"/>
                    </a:ext>
                  </a:extLst>
                </p14:cNvPr>
                <p14:cNvContentPartPr/>
                <p14:nvPr/>
              </p14:nvContentPartPr>
              <p14:xfrm>
                <a:off x="3349329" y="5873885"/>
                <a:ext cx="69120" cy="124200"/>
              </p14:xfrm>
            </p:contentPart>
          </mc:Choice>
          <mc:Fallback xmlns="">
            <p:pic>
              <p:nvPicPr>
                <p:cNvPr id="11" name="インク 10">
                  <a:extLst>
                    <a:ext uri="{FF2B5EF4-FFF2-40B4-BE49-F238E27FC236}">
                      <a16:creationId xmlns:a16="http://schemas.microsoft.com/office/drawing/2014/main" id="{5E882E4F-5C44-D578-0FA0-B23FEA73ED2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333849" y="5858405"/>
                  <a:ext cx="997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" name="インク 14">
                  <a:extLst>
                    <a:ext uri="{FF2B5EF4-FFF2-40B4-BE49-F238E27FC236}">
                      <a16:creationId xmlns:a16="http://schemas.microsoft.com/office/drawing/2014/main" id="{5DC2A485-5FE8-4AAD-70D7-3B0F34B1C139}"/>
                    </a:ext>
                  </a:extLst>
                </p14:cNvPr>
                <p14:cNvContentPartPr/>
                <p14:nvPr/>
              </p14:nvContentPartPr>
              <p14:xfrm>
                <a:off x="3908769" y="5611085"/>
                <a:ext cx="86760" cy="123480"/>
              </p14:xfrm>
            </p:contentPart>
          </mc:Choice>
          <mc:Fallback xmlns="">
            <p:pic>
              <p:nvPicPr>
                <p:cNvPr id="15" name="インク 14">
                  <a:extLst>
                    <a:ext uri="{FF2B5EF4-FFF2-40B4-BE49-F238E27FC236}">
                      <a16:creationId xmlns:a16="http://schemas.microsoft.com/office/drawing/2014/main" id="{5DC2A485-5FE8-4AAD-70D7-3B0F34B1C13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893289" y="5595560"/>
                  <a:ext cx="117360" cy="1541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" name="インク 15">
                  <a:extLst>
                    <a:ext uri="{FF2B5EF4-FFF2-40B4-BE49-F238E27FC236}">
                      <a16:creationId xmlns:a16="http://schemas.microsoft.com/office/drawing/2014/main" id="{1E0710DE-4926-6AC7-7BA0-B3C59F8D884A}"/>
                    </a:ext>
                  </a:extLst>
                </p14:cNvPr>
                <p14:cNvContentPartPr/>
                <p14:nvPr/>
              </p14:nvContentPartPr>
              <p14:xfrm>
                <a:off x="3403329" y="5176925"/>
                <a:ext cx="245160" cy="206280"/>
              </p14:xfrm>
            </p:contentPart>
          </mc:Choice>
          <mc:Fallback xmlns="">
            <p:pic>
              <p:nvPicPr>
                <p:cNvPr id="16" name="インク 15">
                  <a:extLst>
                    <a:ext uri="{FF2B5EF4-FFF2-40B4-BE49-F238E27FC236}">
                      <a16:creationId xmlns:a16="http://schemas.microsoft.com/office/drawing/2014/main" id="{1E0710DE-4926-6AC7-7BA0-B3C59F8D884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387849" y="5161472"/>
                  <a:ext cx="275760" cy="2368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1" name="インク 20">
                  <a:extLst>
                    <a:ext uri="{FF2B5EF4-FFF2-40B4-BE49-F238E27FC236}">
                      <a16:creationId xmlns:a16="http://schemas.microsoft.com/office/drawing/2014/main" id="{77C7D448-F15E-2DD1-22CC-06248DA1A781}"/>
                    </a:ext>
                  </a:extLst>
                </p14:cNvPr>
                <p14:cNvContentPartPr/>
                <p14:nvPr/>
              </p14:nvContentPartPr>
              <p14:xfrm>
                <a:off x="4459209" y="6038045"/>
                <a:ext cx="76680" cy="132120"/>
              </p14:xfrm>
            </p:contentPart>
          </mc:Choice>
          <mc:Fallback xmlns="">
            <p:pic>
              <p:nvPicPr>
                <p:cNvPr id="21" name="インク 20">
                  <a:extLst>
                    <a:ext uri="{FF2B5EF4-FFF2-40B4-BE49-F238E27FC236}">
                      <a16:creationId xmlns:a16="http://schemas.microsoft.com/office/drawing/2014/main" id="{77C7D448-F15E-2DD1-22CC-06248DA1A78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443729" y="6022565"/>
                  <a:ext cx="1072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2" name="インク 21">
                  <a:extLst>
                    <a:ext uri="{FF2B5EF4-FFF2-40B4-BE49-F238E27FC236}">
                      <a16:creationId xmlns:a16="http://schemas.microsoft.com/office/drawing/2014/main" id="{09554214-0692-FBBC-C684-ADAEBD93D84D}"/>
                    </a:ext>
                  </a:extLst>
                </p14:cNvPr>
                <p14:cNvContentPartPr/>
                <p14:nvPr/>
              </p14:nvContentPartPr>
              <p14:xfrm>
                <a:off x="4113969" y="6033725"/>
                <a:ext cx="67320" cy="139680"/>
              </p14:xfrm>
            </p:contentPart>
          </mc:Choice>
          <mc:Fallback xmlns="">
            <p:pic>
              <p:nvPicPr>
                <p:cNvPr id="22" name="インク 21">
                  <a:extLst>
                    <a:ext uri="{FF2B5EF4-FFF2-40B4-BE49-F238E27FC236}">
                      <a16:creationId xmlns:a16="http://schemas.microsoft.com/office/drawing/2014/main" id="{09554214-0692-FBBC-C684-ADAEBD93D84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098571" y="6018205"/>
                  <a:ext cx="97757" cy="1703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5" name="インク 24">
                  <a:extLst>
                    <a:ext uri="{FF2B5EF4-FFF2-40B4-BE49-F238E27FC236}">
                      <a16:creationId xmlns:a16="http://schemas.microsoft.com/office/drawing/2014/main" id="{3D9E7411-C95F-6AFC-8C24-8F21BF401E6F}"/>
                    </a:ext>
                  </a:extLst>
                </p14:cNvPr>
                <p14:cNvContentPartPr/>
                <p14:nvPr/>
              </p14:nvContentPartPr>
              <p14:xfrm>
                <a:off x="6429886" y="5704886"/>
                <a:ext cx="249480" cy="315360"/>
              </p14:xfrm>
            </p:contentPart>
          </mc:Choice>
          <mc:Fallback xmlns="">
            <p:pic>
              <p:nvPicPr>
                <p:cNvPr id="25" name="インク 24">
                  <a:extLst>
                    <a:ext uri="{FF2B5EF4-FFF2-40B4-BE49-F238E27FC236}">
                      <a16:creationId xmlns:a16="http://schemas.microsoft.com/office/drawing/2014/main" id="{3D9E7411-C95F-6AFC-8C24-8F21BF401E6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414428" y="5689406"/>
                  <a:ext cx="280036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33" name="インク 32">
                  <a:extLst>
                    <a:ext uri="{FF2B5EF4-FFF2-40B4-BE49-F238E27FC236}">
                      <a16:creationId xmlns:a16="http://schemas.microsoft.com/office/drawing/2014/main" id="{D99C936C-8EF3-1525-7273-1D958F205B8B}"/>
                    </a:ext>
                  </a:extLst>
                </p14:cNvPr>
                <p14:cNvContentPartPr/>
                <p14:nvPr/>
              </p14:nvContentPartPr>
              <p14:xfrm>
                <a:off x="7082206" y="5772926"/>
                <a:ext cx="99360" cy="158400"/>
              </p14:xfrm>
            </p:contentPart>
          </mc:Choice>
          <mc:Fallback xmlns="">
            <p:pic>
              <p:nvPicPr>
                <p:cNvPr id="33" name="インク 32">
                  <a:extLst>
                    <a:ext uri="{FF2B5EF4-FFF2-40B4-BE49-F238E27FC236}">
                      <a16:creationId xmlns:a16="http://schemas.microsoft.com/office/drawing/2014/main" id="{D99C936C-8EF3-1525-7273-1D958F205B8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066726" y="5757446"/>
                  <a:ext cx="1299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34" name="インク 33">
                  <a:extLst>
                    <a:ext uri="{FF2B5EF4-FFF2-40B4-BE49-F238E27FC236}">
                      <a16:creationId xmlns:a16="http://schemas.microsoft.com/office/drawing/2014/main" id="{00192119-4FF7-A354-B766-F2884C030A1F}"/>
                    </a:ext>
                  </a:extLst>
                </p14:cNvPr>
                <p14:cNvContentPartPr/>
                <p14:nvPr/>
              </p14:nvContentPartPr>
              <p14:xfrm>
                <a:off x="7347526" y="5778326"/>
                <a:ext cx="96480" cy="149760"/>
              </p14:xfrm>
            </p:contentPart>
          </mc:Choice>
          <mc:Fallback xmlns="">
            <p:pic>
              <p:nvPicPr>
                <p:cNvPr id="34" name="インク 33">
                  <a:extLst>
                    <a:ext uri="{FF2B5EF4-FFF2-40B4-BE49-F238E27FC236}">
                      <a16:creationId xmlns:a16="http://schemas.microsoft.com/office/drawing/2014/main" id="{00192119-4FF7-A354-B766-F2884C030A1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332046" y="5762846"/>
                  <a:ext cx="1270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35" name="インク 34">
                  <a:extLst>
                    <a:ext uri="{FF2B5EF4-FFF2-40B4-BE49-F238E27FC236}">
                      <a16:creationId xmlns:a16="http://schemas.microsoft.com/office/drawing/2014/main" id="{9DCB3920-5339-041F-992A-9F71A536D611}"/>
                    </a:ext>
                  </a:extLst>
                </p14:cNvPr>
                <p14:cNvContentPartPr/>
                <p14:nvPr/>
              </p14:nvContentPartPr>
              <p14:xfrm>
                <a:off x="7573966" y="5771486"/>
                <a:ext cx="96480" cy="163440"/>
              </p14:xfrm>
            </p:contentPart>
          </mc:Choice>
          <mc:Fallback xmlns="">
            <p:pic>
              <p:nvPicPr>
                <p:cNvPr id="35" name="インク 34">
                  <a:extLst>
                    <a:ext uri="{FF2B5EF4-FFF2-40B4-BE49-F238E27FC236}">
                      <a16:creationId xmlns:a16="http://schemas.microsoft.com/office/drawing/2014/main" id="{9DCB3920-5339-041F-992A-9F71A536D61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558486" y="5755972"/>
                  <a:ext cx="127080" cy="1941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40" name="インク 39">
                  <a:extLst>
                    <a:ext uri="{FF2B5EF4-FFF2-40B4-BE49-F238E27FC236}">
                      <a16:creationId xmlns:a16="http://schemas.microsoft.com/office/drawing/2014/main" id="{76F0451A-8433-9DB3-A00A-D99FB7335E78}"/>
                    </a:ext>
                  </a:extLst>
                </p14:cNvPr>
                <p14:cNvContentPartPr/>
                <p14:nvPr/>
              </p14:nvContentPartPr>
              <p14:xfrm>
                <a:off x="7793206" y="5721806"/>
                <a:ext cx="498600" cy="262800"/>
              </p14:xfrm>
            </p:contentPart>
          </mc:Choice>
          <mc:Fallback xmlns="">
            <p:pic>
              <p:nvPicPr>
                <p:cNvPr id="40" name="インク 39">
                  <a:extLst>
                    <a:ext uri="{FF2B5EF4-FFF2-40B4-BE49-F238E27FC236}">
                      <a16:creationId xmlns:a16="http://schemas.microsoft.com/office/drawing/2014/main" id="{76F0451A-8433-9DB3-A00A-D99FB7335E7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777726" y="5706347"/>
                  <a:ext cx="529200" cy="2933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41" name="インク 40">
                  <a:extLst>
                    <a:ext uri="{FF2B5EF4-FFF2-40B4-BE49-F238E27FC236}">
                      <a16:creationId xmlns:a16="http://schemas.microsoft.com/office/drawing/2014/main" id="{90C1FBDE-5CE4-9F58-422F-78FD2B6FDE67}"/>
                    </a:ext>
                  </a:extLst>
                </p14:cNvPr>
                <p14:cNvContentPartPr/>
                <p14:nvPr/>
              </p14:nvContentPartPr>
              <p14:xfrm>
                <a:off x="6695926" y="5741606"/>
                <a:ext cx="249840" cy="225000"/>
              </p14:xfrm>
            </p:contentPart>
          </mc:Choice>
          <mc:Fallback xmlns="">
            <p:pic>
              <p:nvPicPr>
                <p:cNvPr id="41" name="インク 40">
                  <a:extLst>
                    <a:ext uri="{FF2B5EF4-FFF2-40B4-BE49-F238E27FC236}">
                      <a16:creationId xmlns:a16="http://schemas.microsoft.com/office/drawing/2014/main" id="{90C1FBDE-5CE4-9F58-422F-78FD2B6FDE6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680446" y="5726101"/>
                  <a:ext cx="280440" cy="2556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457" name="インク 456">
                  <a:extLst>
                    <a:ext uri="{FF2B5EF4-FFF2-40B4-BE49-F238E27FC236}">
                      <a16:creationId xmlns:a16="http://schemas.microsoft.com/office/drawing/2014/main" id="{0D354AEA-B17C-C3D9-D07B-8B17DBB7AB6C}"/>
                    </a:ext>
                  </a:extLst>
                </p14:cNvPr>
                <p14:cNvContentPartPr/>
                <p14:nvPr/>
              </p14:nvContentPartPr>
              <p14:xfrm>
                <a:off x="228960" y="4729152"/>
                <a:ext cx="309600" cy="192960"/>
              </p14:xfrm>
            </p:contentPart>
          </mc:Choice>
          <mc:Fallback xmlns="">
            <p:pic>
              <p:nvPicPr>
                <p:cNvPr id="457" name="インク 456">
                  <a:extLst>
                    <a:ext uri="{FF2B5EF4-FFF2-40B4-BE49-F238E27FC236}">
                      <a16:creationId xmlns:a16="http://schemas.microsoft.com/office/drawing/2014/main" id="{0D354AEA-B17C-C3D9-D07B-8B17DBB7AB6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13498" y="4713701"/>
                  <a:ext cx="340164" cy="223503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09422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67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67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67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88D05-8798-CDFA-49C7-4481FB638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グループ化 435">
            <a:extLst>
              <a:ext uri="{FF2B5EF4-FFF2-40B4-BE49-F238E27FC236}">
                <a16:creationId xmlns:a16="http://schemas.microsoft.com/office/drawing/2014/main" id="{FA554003-448E-ED2D-E56A-24BEAC139B2C}"/>
              </a:ext>
            </a:extLst>
          </p:cNvPr>
          <p:cNvGrpSpPr/>
          <p:nvPr/>
        </p:nvGrpSpPr>
        <p:grpSpPr>
          <a:xfrm>
            <a:off x="933120" y="131040"/>
            <a:ext cx="6416062" cy="814680"/>
            <a:chOff x="933120" y="131040"/>
            <a:chExt cx="6416062" cy="81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0" name="インク 29">
                  <a:extLst>
                    <a:ext uri="{FF2B5EF4-FFF2-40B4-BE49-F238E27FC236}">
                      <a16:creationId xmlns:a16="http://schemas.microsoft.com/office/drawing/2014/main" id="{66CC7CDA-3035-695C-4888-5CA585EC2880}"/>
                    </a:ext>
                  </a:extLst>
                </p14:cNvPr>
                <p14:cNvContentPartPr/>
                <p14:nvPr/>
              </p14:nvContentPartPr>
              <p14:xfrm>
                <a:off x="1658160" y="270360"/>
                <a:ext cx="57240" cy="56880"/>
              </p14:xfrm>
            </p:contentPart>
          </mc:Choice>
          <mc:Fallback xmlns="">
            <p:pic>
              <p:nvPicPr>
                <p:cNvPr id="30" name="インク 29">
                  <a:extLst>
                    <a:ext uri="{FF2B5EF4-FFF2-40B4-BE49-F238E27FC236}">
                      <a16:creationId xmlns:a16="http://schemas.microsoft.com/office/drawing/2014/main" id="{66CC7CDA-3035-695C-4888-5CA585EC288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42680" y="254880"/>
                  <a:ext cx="878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1" name="インク 30">
                  <a:extLst>
                    <a:ext uri="{FF2B5EF4-FFF2-40B4-BE49-F238E27FC236}">
                      <a16:creationId xmlns:a16="http://schemas.microsoft.com/office/drawing/2014/main" id="{17CA1ABA-22A8-3C4A-03B6-795672D445D5}"/>
                    </a:ext>
                  </a:extLst>
                </p14:cNvPr>
                <p14:cNvContentPartPr/>
                <p14:nvPr/>
              </p14:nvContentPartPr>
              <p14:xfrm>
                <a:off x="951120" y="169920"/>
                <a:ext cx="549720" cy="296280"/>
              </p14:xfrm>
            </p:contentPart>
          </mc:Choice>
          <mc:Fallback xmlns="">
            <p:pic>
              <p:nvPicPr>
                <p:cNvPr id="31" name="インク 30">
                  <a:extLst>
                    <a:ext uri="{FF2B5EF4-FFF2-40B4-BE49-F238E27FC236}">
                      <a16:creationId xmlns:a16="http://schemas.microsoft.com/office/drawing/2014/main" id="{17CA1ABA-22A8-3C4A-03B6-795672D445D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35640" y="154421"/>
                  <a:ext cx="580320" cy="3269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3" name="インク 162">
                  <a:extLst>
                    <a:ext uri="{FF2B5EF4-FFF2-40B4-BE49-F238E27FC236}">
                      <a16:creationId xmlns:a16="http://schemas.microsoft.com/office/drawing/2014/main" id="{67E04ECA-E12C-7D60-8485-5372B2819F74}"/>
                    </a:ext>
                  </a:extLst>
                </p14:cNvPr>
                <p14:cNvContentPartPr/>
                <p14:nvPr/>
              </p14:nvContentPartPr>
              <p14:xfrm>
                <a:off x="933120" y="663840"/>
                <a:ext cx="770760" cy="281880"/>
              </p14:xfrm>
            </p:contentPart>
          </mc:Choice>
          <mc:Fallback xmlns="">
            <p:pic>
              <p:nvPicPr>
                <p:cNvPr id="163" name="インク 162">
                  <a:extLst>
                    <a:ext uri="{FF2B5EF4-FFF2-40B4-BE49-F238E27FC236}">
                      <a16:creationId xmlns:a16="http://schemas.microsoft.com/office/drawing/2014/main" id="{67E04ECA-E12C-7D60-8485-5372B2819F7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17640" y="648360"/>
                  <a:ext cx="8013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55" name="インク 254">
                  <a:extLst>
                    <a:ext uri="{FF2B5EF4-FFF2-40B4-BE49-F238E27FC236}">
                      <a16:creationId xmlns:a16="http://schemas.microsoft.com/office/drawing/2014/main" id="{17D9AEA8-AFB8-4323-60D9-4481CC7F8D46}"/>
                    </a:ext>
                  </a:extLst>
                </p14:cNvPr>
                <p14:cNvContentPartPr/>
                <p14:nvPr/>
              </p14:nvContentPartPr>
              <p14:xfrm>
                <a:off x="1950116" y="190080"/>
                <a:ext cx="318960" cy="218880"/>
              </p14:xfrm>
            </p:contentPart>
          </mc:Choice>
          <mc:Fallback xmlns="">
            <p:pic>
              <p:nvPicPr>
                <p:cNvPr id="255" name="インク 254">
                  <a:extLst>
                    <a:ext uri="{FF2B5EF4-FFF2-40B4-BE49-F238E27FC236}">
                      <a16:creationId xmlns:a16="http://schemas.microsoft.com/office/drawing/2014/main" id="{17D9AEA8-AFB8-4323-60D9-4481CC7F8D4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34636" y="174600"/>
                  <a:ext cx="3495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60" name="インク 259">
                  <a:extLst>
                    <a:ext uri="{FF2B5EF4-FFF2-40B4-BE49-F238E27FC236}">
                      <a16:creationId xmlns:a16="http://schemas.microsoft.com/office/drawing/2014/main" id="{CF413BB9-D11F-F2BE-37BB-03BA27CEE128}"/>
                    </a:ext>
                  </a:extLst>
                </p14:cNvPr>
                <p14:cNvContentPartPr/>
                <p14:nvPr/>
              </p14:nvContentPartPr>
              <p14:xfrm>
                <a:off x="1884417" y="623780"/>
                <a:ext cx="387720" cy="244800"/>
              </p14:xfrm>
            </p:contentPart>
          </mc:Choice>
          <mc:Fallback xmlns="">
            <p:pic>
              <p:nvPicPr>
                <p:cNvPr id="260" name="インク 259">
                  <a:extLst>
                    <a:ext uri="{FF2B5EF4-FFF2-40B4-BE49-F238E27FC236}">
                      <a16:creationId xmlns:a16="http://schemas.microsoft.com/office/drawing/2014/main" id="{CF413BB9-D11F-F2BE-37BB-03BA27CEE12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68937" y="608323"/>
                  <a:ext cx="418320" cy="2753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4" name="インク 263">
                  <a:extLst>
                    <a:ext uri="{FF2B5EF4-FFF2-40B4-BE49-F238E27FC236}">
                      <a16:creationId xmlns:a16="http://schemas.microsoft.com/office/drawing/2014/main" id="{0E313EBB-E930-9F0B-5914-56594533E019}"/>
                    </a:ext>
                  </a:extLst>
                </p14:cNvPr>
                <p14:cNvContentPartPr/>
                <p14:nvPr/>
              </p14:nvContentPartPr>
              <p14:xfrm>
                <a:off x="2376897" y="672740"/>
                <a:ext cx="259560" cy="187920"/>
              </p14:xfrm>
            </p:contentPart>
          </mc:Choice>
          <mc:Fallback xmlns="">
            <p:pic>
              <p:nvPicPr>
                <p:cNvPr id="264" name="インク 263">
                  <a:extLst>
                    <a:ext uri="{FF2B5EF4-FFF2-40B4-BE49-F238E27FC236}">
                      <a16:creationId xmlns:a16="http://schemas.microsoft.com/office/drawing/2014/main" id="{0E313EBB-E930-9F0B-5914-56594533E01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61417" y="657260"/>
                  <a:ext cx="290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82" name="インク 281">
                  <a:extLst>
                    <a:ext uri="{FF2B5EF4-FFF2-40B4-BE49-F238E27FC236}">
                      <a16:creationId xmlns:a16="http://schemas.microsoft.com/office/drawing/2014/main" id="{044C7FE1-FD10-DAAE-6F02-2F9A76212F3C}"/>
                    </a:ext>
                  </a:extLst>
                </p14:cNvPr>
                <p14:cNvContentPartPr/>
                <p14:nvPr/>
              </p14:nvContentPartPr>
              <p14:xfrm>
                <a:off x="3806457" y="653300"/>
                <a:ext cx="252000" cy="189360"/>
              </p14:xfrm>
            </p:contentPart>
          </mc:Choice>
          <mc:Fallback xmlns="">
            <p:pic>
              <p:nvPicPr>
                <p:cNvPr id="282" name="インク 281">
                  <a:extLst>
                    <a:ext uri="{FF2B5EF4-FFF2-40B4-BE49-F238E27FC236}">
                      <a16:creationId xmlns:a16="http://schemas.microsoft.com/office/drawing/2014/main" id="{044C7FE1-FD10-DAAE-6F02-2F9A76212F3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90955" y="637820"/>
                  <a:ext cx="282644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3" name="インク 282">
                  <a:extLst>
                    <a:ext uri="{FF2B5EF4-FFF2-40B4-BE49-F238E27FC236}">
                      <a16:creationId xmlns:a16="http://schemas.microsoft.com/office/drawing/2014/main" id="{4A0F2B2F-3AC0-1A4A-5E78-B8409A2EB885}"/>
                    </a:ext>
                  </a:extLst>
                </p14:cNvPr>
                <p14:cNvContentPartPr/>
                <p14:nvPr/>
              </p14:nvContentPartPr>
              <p14:xfrm>
                <a:off x="2718537" y="623780"/>
                <a:ext cx="647280" cy="228600"/>
              </p14:xfrm>
            </p:contentPart>
          </mc:Choice>
          <mc:Fallback xmlns="">
            <p:pic>
              <p:nvPicPr>
                <p:cNvPr id="283" name="インク 282">
                  <a:extLst>
                    <a:ext uri="{FF2B5EF4-FFF2-40B4-BE49-F238E27FC236}">
                      <a16:creationId xmlns:a16="http://schemas.microsoft.com/office/drawing/2014/main" id="{4A0F2B2F-3AC0-1A4A-5E78-B8409A2EB88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03057" y="608300"/>
                  <a:ext cx="6778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1" name="インク 290">
                  <a:extLst>
                    <a:ext uri="{FF2B5EF4-FFF2-40B4-BE49-F238E27FC236}">
                      <a16:creationId xmlns:a16="http://schemas.microsoft.com/office/drawing/2014/main" id="{A17E7E37-4976-6E64-9EE5-6275FC10DDF5}"/>
                    </a:ext>
                  </a:extLst>
                </p14:cNvPr>
                <p14:cNvContentPartPr/>
                <p14:nvPr/>
              </p14:nvContentPartPr>
              <p14:xfrm>
                <a:off x="2954697" y="183860"/>
                <a:ext cx="289440" cy="212400"/>
              </p14:xfrm>
            </p:contentPart>
          </mc:Choice>
          <mc:Fallback xmlns="">
            <p:pic>
              <p:nvPicPr>
                <p:cNvPr id="291" name="インク 290">
                  <a:extLst>
                    <a:ext uri="{FF2B5EF4-FFF2-40B4-BE49-F238E27FC236}">
                      <a16:creationId xmlns:a16="http://schemas.microsoft.com/office/drawing/2014/main" id="{A17E7E37-4976-6E64-9EE5-6275FC10DDF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39198" y="168406"/>
                  <a:ext cx="320078" cy="2429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92" name="インク 291">
                  <a:extLst>
                    <a:ext uri="{FF2B5EF4-FFF2-40B4-BE49-F238E27FC236}">
                      <a16:creationId xmlns:a16="http://schemas.microsoft.com/office/drawing/2014/main" id="{A2C8D1A6-2E7E-7382-7FDA-E263DE731BBF}"/>
                    </a:ext>
                  </a:extLst>
                </p14:cNvPr>
                <p14:cNvContentPartPr/>
                <p14:nvPr/>
              </p14:nvContentPartPr>
              <p14:xfrm>
                <a:off x="2392017" y="223100"/>
                <a:ext cx="411840" cy="144360"/>
              </p14:xfrm>
            </p:contentPart>
          </mc:Choice>
          <mc:Fallback xmlns="">
            <p:pic>
              <p:nvPicPr>
                <p:cNvPr id="292" name="インク 291">
                  <a:extLst>
                    <a:ext uri="{FF2B5EF4-FFF2-40B4-BE49-F238E27FC236}">
                      <a16:creationId xmlns:a16="http://schemas.microsoft.com/office/drawing/2014/main" id="{A2C8D1A6-2E7E-7382-7FDA-E263DE731BB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76551" y="207659"/>
                  <a:ext cx="442413" cy="1748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9" name="インク 298">
                  <a:extLst>
                    <a:ext uri="{FF2B5EF4-FFF2-40B4-BE49-F238E27FC236}">
                      <a16:creationId xmlns:a16="http://schemas.microsoft.com/office/drawing/2014/main" id="{DF39AD33-ADBB-BAF9-F72D-C39DBC634A07}"/>
                    </a:ext>
                  </a:extLst>
                </p14:cNvPr>
                <p14:cNvContentPartPr/>
                <p14:nvPr/>
              </p14:nvContentPartPr>
              <p14:xfrm>
                <a:off x="3421257" y="633500"/>
                <a:ext cx="255960" cy="238320"/>
              </p14:xfrm>
            </p:contentPart>
          </mc:Choice>
          <mc:Fallback xmlns="">
            <p:pic>
              <p:nvPicPr>
                <p:cNvPr id="299" name="インク 298">
                  <a:extLst>
                    <a:ext uri="{FF2B5EF4-FFF2-40B4-BE49-F238E27FC236}">
                      <a16:creationId xmlns:a16="http://schemas.microsoft.com/office/drawing/2014/main" id="{DF39AD33-ADBB-BAF9-F72D-C39DBC634A0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05755" y="618020"/>
                  <a:ext cx="286603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01" name="インク 300">
                  <a:extLst>
                    <a:ext uri="{FF2B5EF4-FFF2-40B4-BE49-F238E27FC236}">
                      <a16:creationId xmlns:a16="http://schemas.microsoft.com/office/drawing/2014/main" id="{D7624226-2B82-AD7D-EA14-35D44ACDB94B}"/>
                    </a:ext>
                  </a:extLst>
                </p14:cNvPr>
                <p14:cNvContentPartPr/>
                <p14:nvPr/>
              </p14:nvContentPartPr>
              <p14:xfrm>
                <a:off x="4409189" y="131040"/>
                <a:ext cx="38880" cy="697680"/>
              </p14:xfrm>
            </p:contentPart>
          </mc:Choice>
          <mc:Fallback xmlns="">
            <p:pic>
              <p:nvPicPr>
                <p:cNvPr id="301" name="インク 300">
                  <a:extLst>
                    <a:ext uri="{FF2B5EF4-FFF2-40B4-BE49-F238E27FC236}">
                      <a16:creationId xmlns:a16="http://schemas.microsoft.com/office/drawing/2014/main" id="{D7624226-2B82-AD7D-EA14-35D44ACDB94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88669" y="110520"/>
                  <a:ext cx="79560" cy="73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17" name="インク 316">
                  <a:extLst>
                    <a:ext uri="{FF2B5EF4-FFF2-40B4-BE49-F238E27FC236}">
                      <a16:creationId xmlns:a16="http://schemas.microsoft.com/office/drawing/2014/main" id="{C5B7EB7D-367D-D805-66FB-B10D096C273D}"/>
                    </a:ext>
                  </a:extLst>
                </p14:cNvPr>
                <p14:cNvContentPartPr/>
                <p14:nvPr/>
              </p14:nvContentPartPr>
              <p14:xfrm>
                <a:off x="4553299" y="326520"/>
                <a:ext cx="999360" cy="217800"/>
              </p14:xfrm>
            </p:contentPart>
          </mc:Choice>
          <mc:Fallback xmlns="">
            <p:pic>
              <p:nvPicPr>
                <p:cNvPr id="317" name="インク 316">
                  <a:extLst>
                    <a:ext uri="{FF2B5EF4-FFF2-40B4-BE49-F238E27FC236}">
                      <a16:creationId xmlns:a16="http://schemas.microsoft.com/office/drawing/2014/main" id="{C5B7EB7D-367D-D805-66FB-B10D096C273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37819" y="311066"/>
                  <a:ext cx="1029960" cy="2483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33" name="インク 332">
                  <a:extLst>
                    <a:ext uri="{FF2B5EF4-FFF2-40B4-BE49-F238E27FC236}">
                      <a16:creationId xmlns:a16="http://schemas.microsoft.com/office/drawing/2014/main" id="{AB865E1D-CE59-8B64-F93B-C74B8FB03BA5}"/>
                    </a:ext>
                  </a:extLst>
                </p14:cNvPr>
                <p14:cNvContentPartPr/>
                <p14:nvPr/>
              </p14:nvContentPartPr>
              <p14:xfrm>
                <a:off x="7339102" y="566640"/>
                <a:ext cx="10080" cy="32400"/>
              </p14:xfrm>
            </p:contentPart>
          </mc:Choice>
          <mc:Fallback xmlns="">
            <p:pic>
              <p:nvPicPr>
                <p:cNvPr id="333" name="インク 332">
                  <a:extLst>
                    <a:ext uri="{FF2B5EF4-FFF2-40B4-BE49-F238E27FC236}">
                      <a16:creationId xmlns:a16="http://schemas.microsoft.com/office/drawing/2014/main" id="{AB865E1D-CE59-8B64-F93B-C74B8FB03BA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23622" y="551160"/>
                  <a:ext cx="40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34" name="インク 333">
                  <a:extLst>
                    <a:ext uri="{FF2B5EF4-FFF2-40B4-BE49-F238E27FC236}">
                      <a16:creationId xmlns:a16="http://schemas.microsoft.com/office/drawing/2014/main" id="{02A85957-5CA6-E4BE-7E98-054876CD5A65}"/>
                    </a:ext>
                  </a:extLst>
                </p14:cNvPr>
                <p14:cNvContentPartPr/>
                <p14:nvPr/>
              </p14:nvContentPartPr>
              <p14:xfrm>
                <a:off x="7050742" y="352080"/>
                <a:ext cx="170280" cy="218160"/>
              </p14:xfrm>
            </p:contentPart>
          </mc:Choice>
          <mc:Fallback xmlns="">
            <p:pic>
              <p:nvPicPr>
                <p:cNvPr id="334" name="インク 333">
                  <a:extLst>
                    <a:ext uri="{FF2B5EF4-FFF2-40B4-BE49-F238E27FC236}">
                      <a16:creationId xmlns:a16="http://schemas.microsoft.com/office/drawing/2014/main" id="{02A85957-5CA6-E4BE-7E98-054876CD5A6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35229" y="336600"/>
                  <a:ext cx="200945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35" name="インク 334">
                  <a:extLst>
                    <a:ext uri="{FF2B5EF4-FFF2-40B4-BE49-F238E27FC236}">
                      <a16:creationId xmlns:a16="http://schemas.microsoft.com/office/drawing/2014/main" id="{7C2B9F95-EC99-5F80-9DA6-E183CB7E528B}"/>
                    </a:ext>
                  </a:extLst>
                </p14:cNvPr>
                <p14:cNvContentPartPr/>
                <p14:nvPr/>
              </p14:nvContentPartPr>
              <p14:xfrm>
                <a:off x="6301582" y="335880"/>
                <a:ext cx="595080" cy="218160"/>
              </p14:xfrm>
            </p:contentPart>
          </mc:Choice>
          <mc:Fallback xmlns="">
            <p:pic>
              <p:nvPicPr>
                <p:cNvPr id="335" name="インク 334">
                  <a:extLst>
                    <a:ext uri="{FF2B5EF4-FFF2-40B4-BE49-F238E27FC236}">
                      <a16:creationId xmlns:a16="http://schemas.microsoft.com/office/drawing/2014/main" id="{7C2B9F95-EC99-5F80-9DA6-E183CB7E528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86102" y="320400"/>
                  <a:ext cx="6256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6" name="インク 335">
                  <a:extLst>
                    <a:ext uri="{FF2B5EF4-FFF2-40B4-BE49-F238E27FC236}">
                      <a16:creationId xmlns:a16="http://schemas.microsoft.com/office/drawing/2014/main" id="{1E39714D-B5DA-5E3B-B953-5A60F60C501D}"/>
                    </a:ext>
                  </a:extLst>
                </p14:cNvPr>
                <p14:cNvContentPartPr/>
                <p14:nvPr/>
              </p14:nvContentPartPr>
              <p14:xfrm>
                <a:off x="5904502" y="326520"/>
                <a:ext cx="256320" cy="226440"/>
              </p14:xfrm>
            </p:contentPart>
          </mc:Choice>
          <mc:Fallback xmlns="">
            <p:pic>
              <p:nvPicPr>
                <p:cNvPr id="336" name="インク 335">
                  <a:extLst>
                    <a:ext uri="{FF2B5EF4-FFF2-40B4-BE49-F238E27FC236}">
                      <a16:creationId xmlns:a16="http://schemas.microsoft.com/office/drawing/2014/main" id="{1E39714D-B5DA-5E3B-B953-5A60F60C501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89000" y="311040"/>
                  <a:ext cx="286963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3" name="グループ化 532">
            <a:extLst>
              <a:ext uri="{FF2B5EF4-FFF2-40B4-BE49-F238E27FC236}">
                <a16:creationId xmlns:a16="http://schemas.microsoft.com/office/drawing/2014/main" id="{109F805F-F43B-E1C7-5F34-6B8114752CC4}"/>
              </a:ext>
            </a:extLst>
          </p:cNvPr>
          <p:cNvGrpSpPr/>
          <p:nvPr/>
        </p:nvGrpSpPr>
        <p:grpSpPr>
          <a:xfrm>
            <a:off x="850680" y="1261573"/>
            <a:ext cx="6284040" cy="336511"/>
            <a:chOff x="850680" y="1261573"/>
            <a:chExt cx="6284040" cy="33651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9" name="インク 338">
                  <a:extLst>
                    <a:ext uri="{FF2B5EF4-FFF2-40B4-BE49-F238E27FC236}">
                      <a16:creationId xmlns:a16="http://schemas.microsoft.com/office/drawing/2014/main" id="{EC83E41E-235D-4020-275E-413CA2F204AB}"/>
                    </a:ext>
                  </a:extLst>
                </p14:cNvPr>
                <p14:cNvContentPartPr/>
                <p14:nvPr/>
              </p14:nvContentPartPr>
              <p14:xfrm>
                <a:off x="850680" y="1331324"/>
                <a:ext cx="161280" cy="236160"/>
              </p14:xfrm>
            </p:contentPart>
          </mc:Choice>
          <mc:Fallback xmlns="">
            <p:pic>
              <p:nvPicPr>
                <p:cNvPr id="339" name="インク 338">
                  <a:extLst>
                    <a:ext uri="{FF2B5EF4-FFF2-40B4-BE49-F238E27FC236}">
                      <a16:creationId xmlns:a16="http://schemas.microsoft.com/office/drawing/2014/main" id="{EC83E41E-235D-4020-275E-413CA2F204A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35200" y="1315844"/>
                  <a:ext cx="1918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9" name="インク 348">
                  <a:extLst>
                    <a:ext uri="{FF2B5EF4-FFF2-40B4-BE49-F238E27FC236}">
                      <a16:creationId xmlns:a16="http://schemas.microsoft.com/office/drawing/2014/main" id="{EBC505D2-0BA7-AECA-1709-E5FFC7C8B85A}"/>
                    </a:ext>
                  </a:extLst>
                </p14:cNvPr>
                <p14:cNvContentPartPr/>
                <p14:nvPr/>
              </p14:nvContentPartPr>
              <p14:xfrm>
                <a:off x="1607400" y="1334564"/>
                <a:ext cx="515880" cy="263520"/>
              </p14:xfrm>
            </p:contentPart>
          </mc:Choice>
          <mc:Fallback xmlns="">
            <p:pic>
              <p:nvPicPr>
                <p:cNvPr id="349" name="インク 348">
                  <a:extLst>
                    <a:ext uri="{FF2B5EF4-FFF2-40B4-BE49-F238E27FC236}">
                      <a16:creationId xmlns:a16="http://schemas.microsoft.com/office/drawing/2014/main" id="{EBC505D2-0BA7-AECA-1709-E5FFC7C8B85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91920" y="1319084"/>
                  <a:ext cx="5464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0" name="インク 349">
                  <a:extLst>
                    <a:ext uri="{FF2B5EF4-FFF2-40B4-BE49-F238E27FC236}">
                      <a16:creationId xmlns:a16="http://schemas.microsoft.com/office/drawing/2014/main" id="{1D2A75AE-0E3F-0D21-9CDD-67ED847162CA}"/>
                    </a:ext>
                  </a:extLst>
                </p14:cNvPr>
                <p14:cNvContentPartPr/>
                <p14:nvPr/>
              </p14:nvContentPartPr>
              <p14:xfrm>
                <a:off x="1144800" y="1338164"/>
                <a:ext cx="312840" cy="220320"/>
              </p14:xfrm>
            </p:contentPart>
          </mc:Choice>
          <mc:Fallback xmlns="">
            <p:pic>
              <p:nvPicPr>
                <p:cNvPr id="350" name="インク 349">
                  <a:extLst>
                    <a:ext uri="{FF2B5EF4-FFF2-40B4-BE49-F238E27FC236}">
                      <a16:creationId xmlns:a16="http://schemas.microsoft.com/office/drawing/2014/main" id="{1D2A75AE-0E3F-0D21-9CDD-67ED847162C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9320" y="1322659"/>
                  <a:ext cx="343440" cy="2509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0" name="インク 369">
                  <a:extLst>
                    <a:ext uri="{FF2B5EF4-FFF2-40B4-BE49-F238E27FC236}">
                      <a16:creationId xmlns:a16="http://schemas.microsoft.com/office/drawing/2014/main" id="{80CD89D7-2DEA-39AA-60B4-BEE155558148}"/>
                    </a:ext>
                  </a:extLst>
                </p14:cNvPr>
                <p14:cNvContentPartPr/>
                <p14:nvPr/>
              </p14:nvContentPartPr>
              <p14:xfrm>
                <a:off x="4485710" y="1363453"/>
                <a:ext cx="110880" cy="152280"/>
              </p14:xfrm>
            </p:contentPart>
          </mc:Choice>
          <mc:Fallback xmlns="">
            <p:pic>
              <p:nvPicPr>
                <p:cNvPr id="370" name="インク 369">
                  <a:extLst>
                    <a:ext uri="{FF2B5EF4-FFF2-40B4-BE49-F238E27FC236}">
                      <a16:creationId xmlns:a16="http://schemas.microsoft.com/office/drawing/2014/main" id="{80CD89D7-2DEA-39AA-60B4-BEE15555814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70230" y="1347973"/>
                  <a:ext cx="1414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4" name="インク 373">
                  <a:extLst>
                    <a:ext uri="{FF2B5EF4-FFF2-40B4-BE49-F238E27FC236}">
                      <a16:creationId xmlns:a16="http://schemas.microsoft.com/office/drawing/2014/main" id="{51B48EC7-B0EF-94B4-ECDE-8817B4048CC5}"/>
                    </a:ext>
                  </a:extLst>
                </p14:cNvPr>
                <p14:cNvContentPartPr/>
                <p14:nvPr/>
              </p14:nvContentPartPr>
              <p14:xfrm>
                <a:off x="3953630" y="1360933"/>
                <a:ext cx="338400" cy="179280"/>
              </p14:xfrm>
            </p:contentPart>
          </mc:Choice>
          <mc:Fallback xmlns="">
            <p:pic>
              <p:nvPicPr>
                <p:cNvPr id="374" name="インク 373">
                  <a:extLst>
                    <a:ext uri="{FF2B5EF4-FFF2-40B4-BE49-F238E27FC236}">
                      <a16:creationId xmlns:a16="http://schemas.microsoft.com/office/drawing/2014/main" id="{51B48EC7-B0EF-94B4-ECDE-8817B4048CC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38150" y="1345453"/>
                  <a:ext cx="3690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5" name="インク 374">
                  <a:extLst>
                    <a:ext uri="{FF2B5EF4-FFF2-40B4-BE49-F238E27FC236}">
                      <a16:creationId xmlns:a16="http://schemas.microsoft.com/office/drawing/2014/main" id="{1861EBF3-D7BE-F771-436F-A1D9E0AB9B72}"/>
                    </a:ext>
                  </a:extLst>
                </p14:cNvPr>
                <p14:cNvContentPartPr/>
                <p14:nvPr/>
              </p14:nvContentPartPr>
              <p14:xfrm>
                <a:off x="2521910" y="1326373"/>
                <a:ext cx="1273680" cy="236880"/>
              </p14:xfrm>
            </p:contentPart>
          </mc:Choice>
          <mc:Fallback xmlns="">
            <p:pic>
              <p:nvPicPr>
                <p:cNvPr id="375" name="インク 374">
                  <a:extLst>
                    <a:ext uri="{FF2B5EF4-FFF2-40B4-BE49-F238E27FC236}">
                      <a16:creationId xmlns:a16="http://schemas.microsoft.com/office/drawing/2014/main" id="{1861EBF3-D7BE-F771-436F-A1D9E0AB9B7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506430" y="1310893"/>
                  <a:ext cx="13042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1" name="インク 380">
                  <a:extLst>
                    <a:ext uri="{FF2B5EF4-FFF2-40B4-BE49-F238E27FC236}">
                      <a16:creationId xmlns:a16="http://schemas.microsoft.com/office/drawing/2014/main" id="{C0DE4A56-4682-9471-14F5-40255C84FDE7}"/>
                    </a:ext>
                  </a:extLst>
                </p14:cNvPr>
                <p14:cNvContentPartPr/>
                <p14:nvPr/>
              </p14:nvContentPartPr>
              <p14:xfrm>
                <a:off x="4709270" y="1261573"/>
                <a:ext cx="441360" cy="280800"/>
              </p14:xfrm>
            </p:contentPart>
          </mc:Choice>
          <mc:Fallback xmlns="">
            <p:pic>
              <p:nvPicPr>
                <p:cNvPr id="381" name="インク 380">
                  <a:extLst>
                    <a:ext uri="{FF2B5EF4-FFF2-40B4-BE49-F238E27FC236}">
                      <a16:creationId xmlns:a16="http://schemas.microsoft.com/office/drawing/2014/main" id="{C0DE4A56-4682-9471-14F5-40255C84FDE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93803" y="1246073"/>
                  <a:ext cx="471935" cy="3114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4" name="インク 383">
                  <a:extLst>
                    <a:ext uri="{FF2B5EF4-FFF2-40B4-BE49-F238E27FC236}">
                      <a16:creationId xmlns:a16="http://schemas.microsoft.com/office/drawing/2014/main" id="{904C0CA6-D64E-A1F2-56FD-8C1848F156A1}"/>
                    </a:ext>
                  </a:extLst>
                </p14:cNvPr>
                <p14:cNvContentPartPr/>
                <p14:nvPr/>
              </p14:nvContentPartPr>
              <p14:xfrm>
                <a:off x="5245670" y="1388293"/>
                <a:ext cx="82080" cy="107280"/>
              </p14:xfrm>
            </p:contentPart>
          </mc:Choice>
          <mc:Fallback xmlns="">
            <p:pic>
              <p:nvPicPr>
                <p:cNvPr id="384" name="インク 383">
                  <a:extLst>
                    <a:ext uri="{FF2B5EF4-FFF2-40B4-BE49-F238E27FC236}">
                      <a16:creationId xmlns:a16="http://schemas.microsoft.com/office/drawing/2014/main" id="{904C0CA6-D64E-A1F2-56FD-8C1848F156A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30190" y="1372813"/>
                  <a:ext cx="1126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89" name="インク 388">
                  <a:extLst>
                    <a:ext uri="{FF2B5EF4-FFF2-40B4-BE49-F238E27FC236}">
                      <a16:creationId xmlns:a16="http://schemas.microsoft.com/office/drawing/2014/main" id="{6F13AA23-2412-53D2-70AA-6F4F68660D90}"/>
                    </a:ext>
                  </a:extLst>
                </p14:cNvPr>
                <p14:cNvContentPartPr/>
                <p14:nvPr/>
              </p14:nvContentPartPr>
              <p14:xfrm>
                <a:off x="5454470" y="1264813"/>
                <a:ext cx="337320" cy="270000"/>
              </p14:xfrm>
            </p:contentPart>
          </mc:Choice>
          <mc:Fallback xmlns="">
            <p:pic>
              <p:nvPicPr>
                <p:cNvPr id="389" name="インク 388">
                  <a:extLst>
                    <a:ext uri="{FF2B5EF4-FFF2-40B4-BE49-F238E27FC236}">
                      <a16:creationId xmlns:a16="http://schemas.microsoft.com/office/drawing/2014/main" id="{6F13AA23-2412-53D2-70AA-6F4F68660D9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38973" y="1249312"/>
                  <a:ext cx="367953" cy="3006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4" name="インク 403">
                  <a:extLst>
                    <a:ext uri="{FF2B5EF4-FFF2-40B4-BE49-F238E27FC236}">
                      <a16:creationId xmlns:a16="http://schemas.microsoft.com/office/drawing/2014/main" id="{DA02367A-A431-7748-CD5B-2711311B57FC}"/>
                    </a:ext>
                  </a:extLst>
                </p14:cNvPr>
                <p14:cNvContentPartPr/>
                <p14:nvPr/>
              </p14:nvContentPartPr>
              <p14:xfrm>
                <a:off x="5834760" y="1285339"/>
                <a:ext cx="1299960" cy="261720"/>
              </p14:xfrm>
            </p:contentPart>
          </mc:Choice>
          <mc:Fallback xmlns="">
            <p:pic>
              <p:nvPicPr>
                <p:cNvPr id="404" name="インク 403">
                  <a:extLst>
                    <a:ext uri="{FF2B5EF4-FFF2-40B4-BE49-F238E27FC236}">
                      <a16:creationId xmlns:a16="http://schemas.microsoft.com/office/drawing/2014/main" id="{DA02367A-A431-7748-CD5B-2711311B57F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819284" y="1269838"/>
                  <a:ext cx="1330552" cy="29236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9" name="グループ化 798">
            <a:extLst>
              <a:ext uri="{FF2B5EF4-FFF2-40B4-BE49-F238E27FC236}">
                <a16:creationId xmlns:a16="http://schemas.microsoft.com/office/drawing/2014/main" id="{96C338D2-D53D-8325-262C-5C95F2E661FD}"/>
              </a:ext>
            </a:extLst>
          </p:cNvPr>
          <p:cNvGrpSpPr/>
          <p:nvPr/>
        </p:nvGrpSpPr>
        <p:grpSpPr>
          <a:xfrm>
            <a:off x="824523" y="2304218"/>
            <a:ext cx="5919256" cy="276120"/>
            <a:chOff x="824523" y="2304218"/>
            <a:chExt cx="5919256" cy="2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8" name="インク 467">
                  <a:extLst>
                    <a:ext uri="{FF2B5EF4-FFF2-40B4-BE49-F238E27FC236}">
                      <a16:creationId xmlns:a16="http://schemas.microsoft.com/office/drawing/2014/main" id="{5BE74782-FD5E-1F15-B674-065F924B1563}"/>
                    </a:ext>
                  </a:extLst>
                </p14:cNvPr>
                <p14:cNvContentPartPr/>
                <p14:nvPr/>
              </p14:nvContentPartPr>
              <p14:xfrm>
                <a:off x="2111040" y="2400562"/>
                <a:ext cx="11520" cy="82440"/>
              </p14:xfrm>
            </p:contentPart>
          </mc:Choice>
          <mc:Fallback xmlns="">
            <p:pic>
              <p:nvPicPr>
                <p:cNvPr id="468" name="インク 467">
                  <a:extLst>
                    <a:ext uri="{FF2B5EF4-FFF2-40B4-BE49-F238E27FC236}">
                      <a16:creationId xmlns:a16="http://schemas.microsoft.com/office/drawing/2014/main" id="{5BE74782-FD5E-1F15-B674-065F924B156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95560" y="2385149"/>
                  <a:ext cx="42120" cy="1129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69" name="インク 468">
                  <a:extLst>
                    <a:ext uri="{FF2B5EF4-FFF2-40B4-BE49-F238E27FC236}">
                      <a16:creationId xmlns:a16="http://schemas.microsoft.com/office/drawing/2014/main" id="{183A926F-69F7-9BF8-BC70-342CF030BAC3}"/>
                    </a:ext>
                  </a:extLst>
                </p14:cNvPr>
                <p14:cNvContentPartPr/>
                <p14:nvPr/>
              </p14:nvContentPartPr>
              <p14:xfrm>
                <a:off x="1546920" y="2316322"/>
                <a:ext cx="388440" cy="261360"/>
              </p14:xfrm>
            </p:contentPart>
          </mc:Choice>
          <mc:Fallback xmlns="">
            <p:pic>
              <p:nvPicPr>
                <p:cNvPr id="469" name="インク 468">
                  <a:extLst>
                    <a:ext uri="{FF2B5EF4-FFF2-40B4-BE49-F238E27FC236}">
                      <a16:creationId xmlns:a16="http://schemas.microsoft.com/office/drawing/2014/main" id="{183A926F-69F7-9BF8-BC70-342CF030BAC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31426" y="2300842"/>
                  <a:ext cx="419068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70" name="インク 469">
                  <a:extLst>
                    <a:ext uri="{FF2B5EF4-FFF2-40B4-BE49-F238E27FC236}">
                      <a16:creationId xmlns:a16="http://schemas.microsoft.com/office/drawing/2014/main" id="{B5A2B651-CB69-6548-65A6-31249CFA324A}"/>
                    </a:ext>
                  </a:extLst>
                </p14:cNvPr>
                <p14:cNvContentPartPr/>
                <p14:nvPr/>
              </p14:nvContentPartPr>
              <p14:xfrm>
                <a:off x="1022760" y="2373202"/>
                <a:ext cx="380520" cy="205920"/>
              </p14:xfrm>
            </p:contentPart>
          </mc:Choice>
          <mc:Fallback xmlns="">
            <p:pic>
              <p:nvPicPr>
                <p:cNvPr id="470" name="インク 469">
                  <a:extLst>
                    <a:ext uri="{FF2B5EF4-FFF2-40B4-BE49-F238E27FC236}">
                      <a16:creationId xmlns:a16="http://schemas.microsoft.com/office/drawing/2014/main" id="{B5A2B651-CB69-6548-65A6-31249CFA324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07295" y="2357722"/>
                  <a:ext cx="411091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7" name="インク 476">
                  <a:extLst>
                    <a:ext uri="{FF2B5EF4-FFF2-40B4-BE49-F238E27FC236}">
                      <a16:creationId xmlns:a16="http://schemas.microsoft.com/office/drawing/2014/main" id="{62BDBFEA-FFED-D48E-1CC9-3DB60D16D63E}"/>
                    </a:ext>
                  </a:extLst>
                </p14:cNvPr>
                <p14:cNvContentPartPr/>
                <p14:nvPr/>
              </p14:nvContentPartPr>
              <p14:xfrm>
                <a:off x="2373379" y="2304578"/>
                <a:ext cx="522000" cy="255600"/>
              </p14:xfrm>
            </p:contentPart>
          </mc:Choice>
          <mc:Fallback xmlns="">
            <p:pic>
              <p:nvPicPr>
                <p:cNvPr id="477" name="インク 476">
                  <a:extLst>
                    <a:ext uri="{FF2B5EF4-FFF2-40B4-BE49-F238E27FC236}">
                      <a16:creationId xmlns:a16="http://schemas.microsoft.com/office/drawing/2014/main" id="{62BDBFEA-FFED-D48E-1CC9-3DB60D16D63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57899" y="2289076"/>
                  <a:ext cx="552600" cy="2862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95" name="インク 494">
                  <a:extLst>
                    <a:ext uri="{FF2B5EF4-FFF2-40B4-BE49-F238E27FC236}">
                      <a16:creationId xmlns:a16="http://schemas.microsoft.com/office/drawing/2014/main" id="{169A60B0-CF07-68C6-A78D-5E9570E72047}"/>
                    </a:ext>
                  </a:extLst>
                </p14:cNvPr>
                <p14:cNvContentPartPr/>
                <p14:nvPr/>
              </p14:nvContentPartPr>
              <p14:xfrm>
                <a:off x="5302339" y="2379098"/>
                <a:ext cx="126000" cy="165960"/>
              </p14:xfrm>
            </p:contentPart>
          </mc:Choice>
          <mc:Fallback xmlns="">
            <p:pic>
              <p:nvPicPr>
                <p:cNvPr id="495" name="インク 494">
                  <a:extLst>
                    <a:ext uri="{FF2B5EF4-FFF2-40B4-BE49-F238E27FC236}">
                      <a16:creationId xmlns:a16="http://schemas.microsoft.com/office/drawing/2014/main" id="{169A60B0-CF07-68C6-A78D-5E9570E7204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86859" y="2363618"/>
                  <a:ext cx="1566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6" name="インク 495">
                  <a:extLst>
                    <a:ext uri="{FF2B5EF4-FFF2-40B4-BE49-F238E27FC236}">
                      <a16:creationId xmlns:a16="http://schemas.microsoft.com/office/drawing/2014/main" id="{32697FAC-E841-B68D-8BC8-A9683413232A}"/>
                    </a:ext>
                  </a:extLst>
                </p14:cNvPr>
                <p14:cNvContentPartPr/>
                <p14:nvPr/>
              </p14:nvContentPartPr>
              <p14:xfrm>
                <a:off x="4842619" y="2371538"/>
                <a:ext cx="300960" cy="157680"/>
              </p14:xfrm>
            </p:contentPart>
          </mc:Choice>
          <mc:Fallback xmlns="">
            <p:pic>
              <p:nvPicPr>
                <p:cNvPr id="496" name="インク 495">
                  <a:extLst>
                    <a:ext uri="{FF2B5EF4-FFF2-40B4-BE49-F238E27FC236}">
                      <a16:creationId xmlns:a16="http://schemas.microsoft.com/office/drawing/2014/main" id="{32697FAC-E841-B68D-8BC8-A9683413232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27157" y="2356023"/>
                  <a:ext cx="331523" cy="1883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7" name="インク 496">
                  <a:extLst>
                    <a:ext uri="{FF2B5EF4-FFF2-40B4-BE49-F238E27FC236}">
                      <a16:creationId xmlns:a16="http://schemas.microsoft.com/office/drawing/2014/main" id="{59211378-2F8B-E360-6F6C-378FC756FB0A}"/>
                    </a:ext>
                  </a:extLst>
                </p14:cNvPr>
                <p14:cNvContentPartPr/>
                <p14:nvPr/>
              </p14:nvContentPartPr>
              <p14:xfrm>
                <a:off x="3040819" y="2304218"/>
                <a:ext cx="1638720" cy="271800"/>
              </p14:xfrm>
            </p:contentPart>
          </mc:Choice>
          <mc:Fallback xmlns="">
            <p:pic>
              <p:nvPicPr>
                <p:cNvPr id="497" name="インク 496">
                  <a:extLst>
                    <a:ext uri="{FF2B5EF4-FFF2-40B4-BE49-F238E27FC236}">
                      <a16:creationId xmlns:a16="http://schemas.microsoft.com/office/drawing/2014/main" id="{59211378-2F8B-E360-6F6C-378FC756FB0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025342" y="2288738"/>
                  <a:ext cx="1669313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9" name="インク 508">
                  <a:extLst>
                    <a:ext uri="{FF2B5EF4-FFF2-40B4-BE49-F238E27FC236}">
                      <a16:creationId xmlns:a16="http://schemas.microsoft.com/office/drawing/2014/main" id="{04AD94BD-E227-DB4F-D0F5-9B4D268F172C}"/>
                    </a:ext>
                  </a:extLst>
                </p14:cNvPr>
                <p14:cNvContentPartPr/>
                <p14:nvPr/>
              </p14:nvContentPartPr>
              <p14:xfrm>
                <a:off x="5591419" y="2331578"/>
                <a:ext cx="1152360" cy="248760"/>
              </p14:xfrm>
            </p:contentPart>
          </mc:Choice>
          <mc:Fallback xmlns="">
            <p:pic>
              <p:nvPicPr>
                <p:cNvPr id="509" name="インク 508">
                  <a:extLst>
                    <a:ext uri="{FF2B5EF4-FFF2-40B4-BE49-F238E27FC236}">
                      <a16:creationId xmlns:a16="http://schemas.microsoft.com/office/drawing/2014/main" id="{04AD94BD-E227-DB4F-D0F5-9B4D268F172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575934" y="2316076"/>
                  <a:ext cx="1182970" cy="2794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67" name="インク 566">
                  <a:extLst>
                    <a:ext uri="{FF2B5EF4-FFF2-40B4-BE49-F238E27FC236}">
                      <a16:creationId xmlns:a16="http://schemas.microsoft.com/office/drawing/2014/main" id="{F3208E49-E205-0C66-8596-2E4F0CA67ADE}"/>
                    </a:ext>
                  </a:extLst>
                </p14:cNvPr>
                <p14:cNvContentPartPr/>
                <p14:nvPr/>
              </p14:nvContentPartPr>
              <p14:xfrm>
                <a:off x="824523" y="2366068"/>
                <a:ext cx="95400" cy="213480"/>
              </p14:xfrm>
            </p:contentPart>
          </mc:Choice>
          <mc:Fallback xmlns="">
            <p:pic>
              <p:nvPicPr>
                <p:cNvPr id="567" name="インク 566">
                  <a:extLst>
                    <a:ext uri="{FF2B5EF4-FFF2-40B4-BE49-F238E27FC236}">
                      <a16:creationId xmlns:a16="http://schemas.microsoft.com/office/drawing/2014/main" id="{F3208E49-E205-0C66-8596-2E4F0CA67AD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09043" y="2350588"/>
                  <a:ext cx="12600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2" name="グループ化 801">
            <a:extLst>
              <a:ext uri="{FF2B5EF4-FFF2-40B4-BE49-F238E27FC236}">
                <a16:creationId xmlns:a16="http://schemas.microsoft.com/office/drawing/2014/main" id="{2EFCD364-E2D1-A7EB-8E78-0CAA19390876}"/>
              </a:ext>
            </a:extLst>
          </p:cNvPr>
          <p:cNvGrpSpPr/>
          <p:nvPr/>
        </p:nvGrpSpPr>
        <p:grpSpPr>
          <a:xfrm>
            <a:off x="854403" y="3342958"/>
            <a:ext cx="3788909" cy="231120"/>
            <a:chOff x="854403" y="3342958"/>
            <a:chExt cx="3788909" cy="23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65" name="インク 564">
                  <a:extLst>
                    <a:ext uri="{FF2B5EF4-FFF2-40B4-BE49-F238E27FC236}">
                      <a16:creationId xmlns:a16="http://schemas.microsoft.com/office/drawing/2014/main" id="{D3651360-E467-5745-D3B4-3ED37242C00F}"/>
                    </a:ext>
                  </a:extLst>
                </p14:cNvPr>
                <p14:cNvContentPartPr/>
                <p14:nvPr/>
              </p14:nvContentPartPr>
              <p14:xfrm>
                <a:off x="854403" y="3359668"/>
                <a:ext cx="269280" cy="211680"/>
              </p14:xfrm>
            </p:contentPart>
          </mc:Choice>
          <mc:Fallback xmlns="">
            <p:pic>
              <p:nvPicPr>
                <p:cNvPr id="565" name="インク 564">
                  <a:extLst>
                    <a:ext uri="{FF2B5EF4-FFF2-40B4-BE49-F238E27FC236}">
                      <a16:creationId xmlns:a16="http://schemas.microsoft.com/office/drawing/2014/main" id="{D3651360-E467-5745-D3B4-3ED37242C00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8902" y="3344162"/>
                  <a:ext cx="299921" cy="2423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6" name="インク 565">
                  <a:extLst>
                    <a:ext uri="{FF2B5EF4-FFF2-40B4-BE49-F238E27FC236}">
                      <a16:creationId xmlns:a16="http://schemas.microsoft.com/office/drawing/2014/main" id="{58FD3022-2EFB-D019-AF35-9BD18E33A74C}"/>
                    </a:ext>
                  </a:extLst>
                </p14:cNvPr>
                <p14:cNvContentPartPr/>
                <p14:nvPr/>
              </p14:nvContentPartPr>
              <p14:xfrm>
                <a:off x="1210083" y="3367228"/>
                <a:ext cx="86760" cy="182880"/>
              </p14:xfrm>
            </p:contentPart>
          </mc:Choice>
          <mc:Fallback xmlns="">
            <p:pic>
              <p:nvPicPr>
                <p:cNvPr id="566" name="インク 565">
                  <a:extLst>
                    <a:ext uri="{FF2B5EF4-FFF2-40B4-BE49-F238E27FC236}">
                      <a16:creationId xmlns:a16="http://schemas.microsoft.com/office/drawing/2014/main" id="{58FD3022-2EFB-D019-AF35-9BD18E33A74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94667" y="3351717"/>
                  <a:ext cx="117234" cy="2135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8" name="インク 577">
                  <a:extLst>
                    <a:ext uri="{FF2B5EF4-FFF2-40B4-BE49-F238E27FC236}">
                      <a16:creationId xmlns:a16="http://schemas.microsoft.com/office/drawing/2014/main" id="{E0FE24C6-0B49-41A3-CDBA-7BFB50A9EECF}"/>
                    </a:ext>
                  </a:extLst>
                </p14:cNvPr>
                <p14:cNvContentPartPr/>
                <p14:nvPr/>
              </p14:nvContentPartPr>
              <p14:xfrm>
                <a:off x="1489712" y="3350878"/>
                <a:ext cx="317880" cy="223200"/>
              </p14:xfrm>
            </p:contentPart>
          </mc:Choice>
          <mc:Fallback xmlns="">
            <p:pic>
              <p:nvPicPr>
                <p:cNvPr id="578" name="インク 577">
                  <a:extLst>
                    <a:ext uri="{FF2B5EF4-FFF2-40B4-BE49-F238E27FC236}">
                      <a16:creationId xmlns:a16="http://schemas.microsoft.com/office/drawing/2014/main" id="{E0FE24C6-0B49-41A3-CDBA-7BFB50A9EEC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74250" y="3335373"/>
                  <a:ext cx="348445" cy="2538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22" name="インク 621">
                  <a:extLst>
                    <a:ext uri="{FF2B5EF4-FFF2-40B4-BE49-F238E27FC236}">
                      <a16:creationId xmlns:a16="http://schemas.microsoft.com/office/drawing/2014/main" id="{02BCB848-34E9-42AA-908A-06D590899825}"/>
                    </a:ext>
                  </a:extLst>
                </p14:cNvPr>
                <p14:cNvContentPartPr/>
                <p14:nvPr/>
              </p14:nvContentPartPr>
              <p14:xfrm>
                <a:off x="2868152" y="3342958"/>
                <a:ext cx="1775160" cy="228240"/>
              </p14:xfrm>
            </p:contentPart>
          </mc:Choice>
          <mc:Fallback xmlns="">
            <p:pic>
              <p:nvPicPr>
                <p:cNvPr id="622" name="インク 621">
                  <a:extLst>
                    <a:ext uri="{FF2B5EF4-FFF2-40B4-BE49-F238E27FC236}">
                      <a16:creationId xmlns:a16="http://schemas.microsoft.com/office/drawing/2014/main" id="{02BCB848-34E9-42AA-908A-06D59089982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852669" y="3327478"/>
                  <a:ext cx="1805766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23" name="インク 622">
                  <a:extLst>
                    <a:ext uri="{FF2B5EF4-FFF2-40B4-BE49-F238E27FC236}">
                      <a16:creationId xmlns:a16="http://schemas.microsoft.com/office/drawing/2014/main" id="{6CD927AF-E9A6-9376-2717-735606750D47}"/>
                    </a:ext>
                  </a:extLst>
                </p14:cNvPr>
                <p14:cNvContentPartPr/>
                <p14:nvPr/>
              </p14:nvContentPartPr>
              <p14:xfrm>
                <a:off x="2013152" y="3345838"/>
                <a:ext cx="706320" cy="202320"/>
              </p14:xfrm>
            </p:contentPart>
          </mc:Choice>
          <mc:Fallback xmlns="">
            <p:pic>
              <p:nvPicPr>
                <p:cNvPr id="623" name="インク 622">
                  <a:extLst>
                    <a:ext uri="{FF2B5EF4-FFF2-40B4-BE49-F238E27FC236}">
                      <a16:creationId xmlns:a16="http://schemas.microsoft.com/office/drawing/2014/main" id="{6CD927AF-E9A6-9376-2717-735606750D4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997664" y="3330358"/>
                  <a:ext cx="736936" cy="2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3" name="グループ化 802">
            <a:extLst>
              <a:ext uri="{FF2B5EF4-FFF2-40B4-BE49-F238E27FC236}">
                <a16:creationId xmlns:a16="http://schemas.microsoft.com/office/drawing/2014/main" id="{EACF92BE-D5C1-5280-A22A-A12D6B11ABAC}"/>
              </a:ext>
            </a:extLst>
          </p:cNvPr>
          <p:cNvGrpSpPr/>
          <p:nvPr/>
        </p:nvGrpSpPr>
        <p:grpSpPr>
          <a:xfrm>
            <a:off x="727200" y="3814774"/>
            <a:ext cx="4703760" cy="415164"/>
            <a:chOff x="727200" y="3814774"/>
            <a:chExt cx="4703760" cy="41516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46" name="インク 645">
                  <a:extLst>
                    <a:ext uri="{FF2B5EF4-FFF2-40B4-BE49-F238E27FC236}">
                      <a16:creationId xmlns:a16="http://schemas.microsoft.com/office/drawing/2014/main" id="{00A30310-B81A-BA7D-4D5C-ECCA65C6E55F}"/>
                    </a:ext>
                  </a:extLst>
                </p14:cNvPr>
                <p14:cNvContentPartPr/>
                <p14:nvPr/>
              </p14:nvContentPartPr>
              <p14:xfrm>
                <a:off x="727200" y="3828185"/>
                <a:ext cx="751320" cy="266760"/>
              </p14:xfrm>
            </p:contentPart>
          </mc:Choice>
          <mc:Fallback xmlns="">
            <p:pic>
              <p:nvPicPr>
                <p:cNvPr id="646" name="インク 645">
                  <a:extLst>
                    <a:ext uri="{FF2B5EF4-FFF2-40B4-BE49-F238E27FC236}">
                      <a16:creationId xmlns:a16="http://schemas.microsoft.com/office/drawing/2014/main" id="{00A30310-B81A-BA7D-4D5C-ECCA65C6E55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11720" y="3812705"/>
                  <a:ext cx="7819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58" name="インク 657">
                  <a:extLst>
                    <a:ext uri="{FF2B5EF4-FFF2-40B4-BE49-F238E27FC236}">
                      <a16:creationId xmlns:a16="http://schemas.microsoft.com/office/drawing/2014/main" id="{9EC92EF1-2FFF-EDD7-EA56-AD208DD87EAF}"/>
                    </a:ext>
                  </a:extLst>
                </p14:cNvPr>
                <p14:cNvContentPartPr/>
                <p14:nvPr/>
              </p14:nvContentPartPr>
              <p14:xfrm>
                <a:off x="1927440" y="3861665"/>
                <a:ext cx="307080" cy="199440"/>
              </p14:xfrm>
            </p:contentPart>
          </mc:Choice>
          <mc:Fallback xmlns="">
            <p:pic>
              <p:nvPicPr>
                <p:cNvPr id="658" name="インク 657">
                  <a:extLst>
                    <a:ext uri="{FF2B5EF4-FFF2-40B4-BE49-F238E27FC236}">
                      <a16:creationId xmlns:a16="http://schemas.microsoft.com/office/drawing/2014/main" id="{9EC92EF1-2FFF-EDD7-EA56-AD208DD87EA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11960" y="3846185"/>
                  <a:ext cx="3376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59" name="インク 658">
                  <a:extLst>
                    <a:ext uri="{FF2B5EF4-FFF2-40B4-BE49-F238E27FC236}">
                      <a16:creationId xmlns:a16="http://schemas.microsoft.com/office/drawing/2014/main" id="{CD9C9FD7-7000-4563-64B4-2A875037FBB7}"/>
                    </a:ext>
                  </a:extLst>
                </p14:cNvPr>
                <p14:cNvContentPartPr/>
                <p14:nvPr/>
              </p14:nvContentPartPr>
              <p14:xfrm>
                <a:off x="1615680" y="3901985"/>
                <a:ext cx="174600" cy="154080"/>
              </p14:xfrm>
            </p:contentPart>
          </mc:Choice>
          <mc:Fallback xmlns="">
            <p:pic>
              <p:nvPicPr>
                <p:cNvPr id="659" name="インク 658">
                  <a:extLst>
                    <a:ext uri="{FF2B5EF4-FFF2-40B4-BE49-F238E27FC236}">
                      <a16:creationId xmlns:a16="http://schemas.microsoft.com/office/drawing/2014/main" id="{CD9C9FD7-7000-4563-64B4-2A875037FBB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00232" y="3886541"/>
                  <a:ext cx="205137" cy="1846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87" name="インク 686">
                  <a:extLst>
                    <a:ext uri="{FF2B5EF4-FFF2-40B4-BE49-F238E27FC236}">
                      <a16:creationId xmlns:a16="http://schemas.microsoft.com/office/drawing/2014/main" id="{5C7E82B4-5D61-10BF-2509-3671EB32F939}"/>
                    </a:ext>
                  </a:extLst>
                </p14:cNvPr>
                <p14:cNvContentPartPr/>
                <p14:nvPr/>
              </p14:nvContentPartPr>
              <p14:xfrm>
                <a:off x="2334240" y="3814865"/>
                <a:ext cx="1339920" cy="293760"/>
              </p14:xfrm>
            </p:contentPart>
          </mc:Choice>
          <mc:Fallback xmlns="">
            <p:pic>
              <p:nvPicPr>
                <p:cNvPr id="687" name="インク 686">
                  <a:extLst>
                    <a:ext uri="{FF2B5EF4-FFF2-40B4-BE49-F238E27FC236}">
                      <a16:creationId xmlns:a16="http://schemas.microsoft.com/office/drawing/2014/main" id="{5C7E82B4-5D61-10BF-2509-3671EB32F93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18764" y="3799385"/>
                  <a:ext cx="1370512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97" name="インク 696">
                  <a:extLst>
                    <a:ext uri="{FF2B5EF4-FFF2-40B4-BE49-F238E27FC236}">
                      <a16:creationId xmlns:a16="http://schemas.microsoft.com/office/drawing/2014/main" id="{BD0BDA85-FCAB-C713-D700-D8B15B08D935}"/>
                    </a:ext>
                  </a:extLst>
                </p14:cNvPr>
                <p14:cNvContentPartPr/>
                <p14:nvPr/>
              </p14:nvContentPartPr>
              <p14:xfrm>
                <a:off x="3888720" y="3814865"/>
                <a:ext cx="507240" cy="266040"/>
              </p14:xfrm>
            </p:contentPart>
          </mc:Choice>
          <mc:Fallback xmlns="">
            <p:pic>
              <p:nvPicPr>
                <p:cNvPr id="697" name="インク 696">
                  <a:extLst>
                    <a:ext uri="{FF2B5EF4-FFF2-40B4-BE49-F238E27FC236}">
                      <a16:creationId xmlns:a16="http://schemas.microsoft.com/office/drawing/2014/main" id="{BD0BDA85-FCAB-C713-D700-D8B15B08D93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873240" y="3794373"/>
                  <a:ext cx="537840" cy="3016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12" name="インク 711">
                  <a:extLst>
                    <a:ext uri="{FF2B5EF4-FFF2-40B4-BE49-F238E27FC236}">
                      <a16:creationId xmlns:a16="http://schemas.microsoft.com/office/drawing/2014/main" id="{52BAFDA2-8661-E004-930D-AC3DBC914BB9}"/>
                    </a:ext>
                  </a:extLst>
                </p14:cNvPr>
                <p14:cNvContentPartPr/>
                <p14:nvPr/>
              </p14:nvContentPartPr>
              <p14:xfrm>
                <a:off x="4461867" y="3814774"/>
                <a:ext cx="881280" cy="271800"/>
              </p14:xfrm>
            </p:contentPart>
          </mc:Choice>
          <mc:Fallback xmlns="">
            <p:pic>
              <p:nvPicPr>
                <p:cNvPr id="712" name="インク 711">
                  <a:extLst>
                    <a:ext uri="{FF2B5EF4-FFF2-40B4-BE49-F238E27FC236}">
                      <a16:creationId xmlns:a16="http://schemas.microsoft.com/office/drawing/2014/main" id="{52BAFDA2-8661-E004-930D-AC3DBC914BB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46387" y="3799314"/>
                  <a:ext cx="911880" cy="30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16" name="インク 715">
                  <a:extLst>
                    <a:ext uri="{FF2B5EF4-FFF2-40B4-BE49-F238E27FC236}">
                      <a16:creationId xmlns:a16="http://schemas.microsoft.com/office/drawing/2014/main" id="{5D532AED-0A08-A18A-99DE-2729FB50C9E0}"/>
                    </a:ext>
                  </a:extLst>
                </p14:cNvPr>
                <p14:cNvContentPartPr/>
                <p14:nvPr/>
              </p14:nvContentPartPr>
              <p14:xfrm>
                <a:off x="887400" y="4110058"/>
                <a:ext cx="4543560" cy="119880"/>
              </p14:xfrm>
            </p:contentPart>
          </mc:Choice>
          <mc:Fallback xmlns="">
            <p:pic>
              <p:nvPicPr>
                <p:cNvPr id="716" name="インク 715">
                  <a:extLst>
                    <a:ext uri="{FF2B5EF4-FFF2-40B4-BE49-F238E27FC236}">
                      <a16:creationId xmlns:a16="http://schemas.microsoft.com/office/drawing/2014/main" id="{5D532AED-0A08-A18A-99DE-2729FB50C9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8400" y="4094531"/>
                  <a:ext cx="4567680" cy="15057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4" name="グループ化 533">
            <a:extLst>
              <a:ext uri="{FF2B5EF4-FFF2-40B4-BE49-F238E27FC236}">
                <a16:creationId xmlns:a16="http://schemas.microsoft.com/office/drawing/2014/main" id="{60ACB37A-1C12-C75B-45B6-62355911A781}"/>
              </a:ext>
            </a:extLst>
          </p:cNvPr>
          <p:cNvGrpSpPr/>
          <p:nvPr/>
        </p:nvGrpSpPr>
        <p:grpSpPr>
          <a:xfrm>
            <a:off x="1136880" y="1793602"/>
            <a:ext cx="4682160" cy="490656"/>
            <a:chOff x="1136880" y="1793602"/>
            <a:chExt cx="4682160" cy="49065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12" name="インク 411">
                  <a:extLst>
                    <a:ext uri="{FF2B5EF4-FFF2-40B4-BE49-F238E27FC236}">
                      <a16:creationId xmlns:a16="http://schemas.microsoft.com/office/drawing/2014/main" id="{1A9A6E72-E593-2E27-5CAE-F6F5A4BE3222}"/>
                    </a:ext>
                  </a:extLst>
                </p14:cNvPr>
                <p14:cNvContentPartPr/>
                <p14:nvPr/>
              </p14:nvContentPartPr>
              <p14:xfrm>
                <a:off x="1136880" y="1807282"/>
                <a:ext cx="460800" cy="252000"/>
              </p14:xfrm>
            </p:contentPart>
          </mc:Choice>
          <mc:Fallback xmlns="">
            <p:pic>
              <p:nvPicPr>
                <p:cNvPr id="412" name="インク 411">
                  <a:extLst>
                    <a:ext uri="{FF2B5EF4-FFF2-40B4-BE49-F238E27FC236}">
                      <a16:creationId xmlns:a16="http://schemas.microsoft.com/office/drawing/2014/main" id="{1A9A6E72-E593-2E27-5CAE-F6F5A4BE322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21400" y="1791802"/>
                  <a:ext cx="4914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17" name="インク 416">
                  <a:extLst>
                    <a:ext uri="{FF2B5EF4-FFF2-40B4-BE49-F238E27FC236}">
                      <a16:creationId xmlns:a16="http://schemas.microsoft.com/office/drawing/2014/main" id="{BD32B813-EF84-83F5-879B-E7CE26357351}"/>
                    </a:ext>
                  </a:extLst>
                </p14:cNvPr>
                <p14:cNvContentPartPr/>
                <p14:nvPr/>
              </p14:nvContentPartPr>
              <p14:xfrm>
                <a:off x="1989720" y="1793602"/>
                <a:ext cx="379080" cy="284040"/>
              </p14:xfrm>
            </p:contentPart>
          </mc:Choice>
          <mc:Fallback xmlns="">
            <p:pic>
              <p:nvPicPr>
                <p:cNvPr id="417" name="インク 416">
                  <a:extLst>
                    <a:ext uri="{FF2B5EF4-FFF2-40B4-BE49-F238E27FC236}">
                      <a16:creationId xmlns:a16="http://schemas.microsoft.com/office/drawing/2014/main" id="{BD32B813-EF84-83F5-879B-E7CE2635735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974240" y="1778122"/>
                  <a:ext cx="4096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24" name="インク 423">
                  <a:extLst>
                    <a:ext uri="{FF2B5EF4-FFF2-40B4-BE49-F238E27FC236}">
                      <a16:creationId xmlns:a16="http://schemas.microsoft.com/office/drawing/2014/main" id="{E7CCAC4B-63B9-1E3E-FF25-F1369DC13E0E}"/>
                    </a:ext>
                  </a:extLst>
                </p14:cNvPr>
                <p14:cNvContentPartPr/>
                <p14:nvPr/>
              </p14:nvContentPartPr>
              <p14:xfrm>
                <a:off x="2509920" y="1795402"/>
                <a:ext cx="484560" cy="252000"/>
              </p14:xfrm>
            </p:contentPart>
          </mc:Choice>
          <mc:Fallback xmlns="">
            <p:pic>
              <p:nvPicPr>
                <p:cNvPr id="424" name="インク 423">
                  <a:extLst>
                    <a:ext uri="{FF2B5EF4-FFF2-40B4-BE49-F238E27FC236}">
                      <a16:creationId xmlns:a16="http://schemas.microsoft.com/office/drawing/2014/main" id="{E7CCAC4B-63B9-1E3E-FF25-F1369DC13E0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494428" y="1779900"/>
                  <a:ext cx="515183" cy="2826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437" name="インク 436">
                  <a:extLst>
                    <a:ext uri="{FF2B5EF4-FFF2-40B4-BE49-F238E27FC236}">
                      <a16:creationId xmlns:a16="http://schemas.microsoft.com/office/drawing/2014/main" id="{BA36D488-482A-5DAA-36F2-7284DBD01C78}"/>
                    </a:ext>
                  </a:extLst>
                </p14:cNvPr>
                <p14:cNvContentPartPr/>
                <p14:nvPr/>
              </p14:nvContentPartPr>
              <p14:xfrm>
                <a:off x="4002840" y="1811602"/>
                <a:ext cx="648000" cy="237960"/>
              </p14:xfrm>
            </p:contentPart>
          </mc:Choice>
          <mc:Fallback xmlns="">
            <p:pic>
              <p:nvPicPr>
                <p:cNvPr id="437" name="インク 436">
                  <a:extLst>
                    <a:ext uri="{FF2B5EF4-FFF2-40B4-BE49-F238E27FC236}">
                      <a16:creationId xmlns:a16="http://schemas.microsoft.com/office/drawing/2014/main" id="{BA36D488-482A-5DAA-36F2-7284DBD01C7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87360" y="1796099"/>
                  <a:ext cx="678600" cy="2686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38" name="インク 437">
                  <a:extLst>
                    <a:ext uri="{FF2B5EF4-FFF2-40B4-BE49-F238E27FC236}">
                      <a16:creationId xmlns:a16="http://schemas.microsoft.com/office/drawing/2014/main" id="{D463C9EB-AE16-0330-2E1A-3A1021E46FFA}"/>
                    </a:ext>
                  </a:extLst>
                </p14:cNvPr>
                <p14:cNvContentPartPr/>
                <p14:nvPr/>
              </p14:nvContentPartPr>
              <p14:xfrm>
                <a:off x="3121560" y="1816282"/>
                <a:ext cx="705960" cy="224280"/>
              </p14:xfrm>
            </p:contentPart>
          </mc:Choice>
          <mc:Fallback xmlns="">
            <p:pic>
              <p:nvPicPr>
                <p:cNvPr id="438" name="インク 437">
                  <a:extLst>
                    <a:ext uri="{FF2B5EF4-FFF2-40B4-BE49-F238E27FC236}">
                      <a16:creationId xmlns:a16="http://schemas.microsoft.com/office/drawing/2014/main" id="{D463C9EB-AE16-0330-2E1A-3A1021E46FF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106072" y="1800777"/>
                  <a:ext cx="736576" cy="254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50" name="インク 449">
                  <a:extLst>
                    <a:ext uri="{FF2B5EF4-FFF2-40B4-BE49-F238E27FC236}">
                      <a16:creationId xmlns:a16="http://schemas.microsoft.com/office/drawing/2014/main" id="{B8721FAA-8C5A-3668-ECC5-3DCE4BDA8426}"/>
                    </a:ext>
                  </a:extLst>
                </p14:cNvPr>
                <p14:cNvContentPartPr/>
                <p14:nvPr/>
              </p14:nvContentPartPr>
              <p14:xfrm>
                <a:off x="4777920" y="1831042"/>
                <a:ext cx="1041120" cy="234720"/>
              </p14:xfrm>
            </p:contentPart>
          </mc:Choice>
          <mc:Fallback xmlns="">
            <p:pic>
              <p:nvPicPr>
                <p:cNvPr id="450" name="インク 449">
                  <a:extLst>
                    <a:ext uri="{FF2B5EF4-FFF2-40B4-BE49-F238E27FC236}">
                      <a16:creationId xmlns:a16="http://schemas.microsoft.com/office/drawing/2014/main" id="{B8721FAA-8C5A-3668-ECC5-3DCE4BDA842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62445" y="1815562"/>
                  <a:ext cx="1071709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6" name="インク 725">
                  <a:extLst>
                    <a:ext uri="{FF2B5EF4-FFF2-40B4-BE49-F238E27FC236}">
                      <a16:creationId xmlns:a16="http://schemas.microsoft.com/office/drawing/2014/main" id="{0A7B11C5-FB60-D6ED-2DAF-F1AD8DD40D59}"/>
                    </a:ext>
                  </a:extLst>
                </p14:cNvPr>
                <p14:cNvContentPartPr/>
                <p14:nvPr/>
              </p14:nvContentPartPr>
              <p14:xfrm>
                <a:off x="1876535" y="2074378"/>
                <a:ext cx="1955520" cy="209880"/>
              </p14:xfrm>
            </p:contentPart>
          </mc:Choice>
          <mc:Fallback xmlns="">
            <p:pic>
              <p:nvPicPr>
                <p:cNvPr id="726" name="インク 725">
                  <a:extLst>
                    <a:ext uri="{FF2B5EF4-FFF2-40B4-BE49-F238E27FC236}">
                      <a16:creationId xmlns:a16="http://schemas.microsoft.com/office/drawing/2014/main" id="{0A7B11C5-FB60-D6ED-2DAF-F1AD8DD40D5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867533" y="2065363"/>
                  <a:ext cx="1973163" cy="23404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1" name="グループ化 800">
            <a:extLst>
              <a:ext uri="{FF2B5EF4-FFF2-40B4-BE49-F238E27FC236}">
                <a16:creationId xmlns:a16="http://schemas.microsoft.com/office/drawing/2014/main" id="{6ECAA7DA-1D4A-8CE4-9681-C891C8556FF3}"/>
              </a:ext>
            </a:extLst>
          </p:cNvPr>
          <p:cNvGrpSpPr/>
          <p:nvPr/>
        </p:nvGrpSpPr>
        <p:grpSpPr>
          <a:xfrm>
            <a:off x="1150099" y="2804934"/>
            <a:ext cx="4429396" cy="534484"/>
            <a:chOff x="1150099" y="2804934"/>
            <a:chExt cx="4429396" cy="53448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16" name="インク 515">
                  <a:extLst>
                    <a:ext uri="{FF2B5EF4-FFF2-40B4-BE49-F238E27FC236}">
                      <a16:creationId xmlns:a16="http://schemas.microsoft.com/office/drawing/2014/main" id="{46240FD0-C257-7CBF-7843-411312D2177C}"/>
                    </a:ext>
                  </a:extLst>
                </p14:cNvPr>
                <p14:cNvContentPartPr/>
                <p14:nvPr/>
              </p14:nvContentPartPr>
              <p14:xfrm>
                <a:off x="1599019" y="3060578"/>
                <a:ext cx="12240" cy="8280"/>
              </p14:xfrm>
            </p:contentPart>
          </mc:Choice>
          <mc:Fallback xmlns="">
            <p:pic>
              <p:nvPicPr>
                <p:cNvPr id="516" name="インク 515">
                  <a:extLst>
                    <a:ext uri="{FF2B5EF4-FFF2-40B4-BE49-F238E27FC236}">
                      <a16:creationId xmlns:a16="http://schemas.microsoft.com/office/drawing/2014/main" id="{46240FD0-C257-7CBF-7843-411312D2177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583070" y="3045098"/>
                  <a:ext cx="43767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17" name="インク 516">
                  <a:extLst>
                    <a:ext uri="{FF2B5EF4-FFF2-40B4-BE49-F238E27FC236}">
                      <a16:creationId xmlns:a16="http://schemas.microsoft.com/office/drawing/2014/main" id="{628746F5-C588-0378-2937-5B1216F08A20}"/>
                    </a:ext>
                  </a:extLst>
                </p14:cNvPr>
                <p14:cNvContentPartPr/>
                <p14:nvPr/>
              </p14:nvContentPartPr>
              <p14:xfrm>
                <a:off x="1150099" y="2843858"/>
                <a:ext cx="288000" cy="256320"/>
              </p14:xfrm>
            </p:contentPart>
          </mc:Choice>
          <mc:Fallback xmlns="">
            <p:pic>
              <p:nvPicPr>
                <p:cNvPr id="517" name="インク 516">
                  <a:extLst>
                    <a:ext uri="{FF2B5EF4-FFF2-40B4-BE49-F238E27FC236}">
                      <a16:creationId xmlns:a16="http://schemas.microsoft.com/office/drawing/2014/main" id="{628746F5-C588-0378-2937-5B1216F08A2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34619" y="2828400"/>
                  <a:ext cx="318600" cy="2868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529" name="インク 528">
                  <a:extLst>
                    <a:ext uri="{FF2B5EF4-FFF2-40B4-BE49-F238E27FC236}">
                      <a16:creationId xmlns:a16="http://schemas.microsoft.com/office/drawing/2014/main" id="{7387C2B7-4334-CC9B-7302-70FF5309D153}"/>
                    </a:ext>
                  </a:extLst>
                </p14:cNvPr>
                <p14:cNvContentPartPr/>
                <p14:nvPr/>
              </p14:nvContentPartPr>
              <p14:xfrm>
                <a:off x="1855699" y="2856098"/>
                <a:ext cx="992520" cy="214920"/>
              </p14:xfrm>
            </p:contentPart>
          </mc:Choice>
          <mc:Fallback xmlns="">
            <p:pic>
              <p:nvPicPr>
                <p:cNvPr id="529" name="インク 528">
                  <a:extLst>
                    <a:ext uri="{FF2B5EF4-FFF2-40B4-BE49-F238E27FC236}">
                      <a16:creationId xmlns:a16="http://schemas.microsoft.com/office/drawing/2014/main" id="{7387C2B7-4334-CC9B-7302-70FF5309D15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840219" y="2840618"/>
                  <a:ext cx="10231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530" name="インク 529">
                  <a:extLst>
                    <a:ext uri="{FF2B5EF4-FFF2-40B4-BE49-F238E27FC236}">
                      <a16:creationId xmlns:a16="http://schemas.microsoft.com/office/drawing/2014/main" id="{07FBBCA0-4186-A4C3-69A8-86AB83CE8AC8}"/>
                    </a:ext>
                  </a:extLst>
                </p14:cNvPr>
                <p14:cNvContentPartPr/>
                <p14:nvPr/>
              </p14:nvContentPartPr>
              <p14:xfrm>
                <a:off x="2974219" y="2894978"/>
                <a:ext cx="110160" cy="150120"/>
              </p14:xfrm>
            </p:contentPart>
          </mc:Choice>
          <mc:Fallback xmlns="">
            <p:pic>
              <p:nvPicPr>
                <p:cNvPr id="530" name="インク 529">
                  <a:extLst>
                    <a:ext uri="{FF2B5EF4-FFF2-40B4-BE49-F238E27FC236}">
                      <a16:creationId xmlns:a16="http://schemas.microsoft.com/office/drawing/2014/main" id="{07FBBCA0-4186-A4C3-69A8-86AB83CE8AC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958789" y="2879461"/>
                  <a:ext cx="140660" cy="1807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540" name="インク 539">
                  <a:extLst>
                    <a:ext uri="{FF2B5EF4-FFF2-40B4-BE49-F238E27FC236}">
                      <a16:creationId xmlns:a16="http://schemas.microsoft.com/office/drawing/2014/main" id="{66B52118-140F-B0FD-E17F-DDC12A275052}"/>
                    </a:ext>
                  </a:extLst>
                </p14:cNvPr>
                <p14:cNvContentPartPr/>
                <p14:nvPr/>
              </p14:nvContentPartPr>
              <p14:xfrm>
                <a:off x="3233030" y="2847054"/>
                <a:ext cx="117360" cy="217800"/>
              </p14:xfrm>
            </p:contentPart>
          </mc:Choice>
          <mc:Fallback xmlns="">
            <p:pic>
              <p:nvPicPr>
                <p:cNvPr id="540" name="インク 539">
                  <a:extLst>
                    <a:ext uri="{FF2B5EF4-FFF2-40B4-BE49-F238E27FC236}">
                      <a16:creationId xmlns:a16="http://schemas.microsoft.com/office/drawing/2014/main" id="{66B52118-140F-B0FD-E17F-DDC12A27505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217502" y="2831600"/>
                  <a:ext cx="148054" cy="2483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541" name="インク 540">
                  <a:extLst>
                    <a:ext uri="{FF2B5EF4-FFF2-40B4-BE49-F238E27FC236}">
                      <a16:creationId xmlns:a16="http://schemas.microsoft.com/office/drawing/2014/main" id="{AD0F0A83-DEE2-38BF-7BB2-9115DBDFAAA7}"/>
                    </a:ext>
                  </a:extLst>
                </p14:cNvPr>
                <p14:cNvContentPartPr/>
                <p14:nvPr/>
              </p14:nvContentPartPr>
              <p14:xfrm>
                <a:off x="3521030" y="2878734"/>
                <a:ext cx="104400" cy="145800"/>
              </p14:xfrm>
            </p:contentPart>
          </mc:Choice>
          <mc:Fallback xmlns="">
            <p:pic>
              <p:nvPicPr>
                <p:cNvPr id="541" name="インク 540">
                  <a:extLst>
                    <a:ext uri="{FF2B5EF4-FFF2-40B4-BE49-F238E27FC236}">
                      <a16:creationId xmlns:a16="http://schemas.microsoft.com/office/drawing/2014/main" id="{AD0F0A83-DEE2-38BF-7BB2-9115DBDFAAA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505603" y="2863254"/>
                  <a:ext cx="134895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560" name="インク 559">
                  <a:extLst>
                    <a:ext uri="{FF2B5EF4-FFF2-40B4-BE49-F238E27FC236}">
                      <a16:creationId xmlns:a16="http://schemas.microsoft.com/office/drawing/2014/main" id="{4C90362B-1ADB-F231-43F0-CF303C98503E}"/>
                    </a:ext>
                  </a:extLst>
                </p14:cNvPr>
                <p14:cNvContentPartPr/>
                <p14:nvPr/>
              </p14:nvContentPartPr>
              <p14:xfrm>
                <a:off x="3819470" y="2804934"/>
                <a:ext cx="1695600" cy="276840"/>
              </p14:xfrm>
            </p:contentPart>
          </mc:Choice>
          <mc:Fallback xmlns="">
            <p:pic>
              <p:nvPicPr>
                <p:cNvPr id="560" name="インク 559">
                  <a:extLst>
                    <a:ext uri="{FF2B5EF4-FFF2-40B4-BE49-F238E27FC236}">
                      <a16:creationId xmlns:a16="http://schemas.microsoft.com/office/drawing/2014/main" id="{4C90362B-1ADB-F231-43F0-CF303C98503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803990" y="2789474"/>
                  <a:ext cx="1726200" cy="30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18" name="インク 717">
                  <a:extLst>
                    <a:ext uri="{FF2B5EF4-FFF2-40B4-BE49-F238E27FC236}">
                      <a16:creationId xmlns:a16="http://schemas.microsoft.com/office/drawing/2014/main" id="{C4743687-0743-E29F-D046-5B2BD873D0E4}"/>
                    </a:ext>
                  </a:extLst>
                </p14:cNvPr>
                <p14:cNvContentPartPr/>
                <p14:nvPr/>
              </p14:nvContentPartPr>
              <p14:xfrm>
                <a:off x="3742415" y="3078058"/>
                <a:ext cx="1837080" cy="360"/>
              </p14:xfrm>
            </p:contentPart>
          </mc:Choice>
          <mc:Fallback xmlns="">
            <p:pic>
              <p:nvPicPr>
                <p:cNvPr id="718" name="インク 717">
                  <a:extLst>
                    <a:ext uri="{FF2B5EF4-FFF2-40B4-BE49-F238E27FC236}">
                      <a16:creationId xmlns:a16="http://schemas.microsoft.com/office/drawing/2014/main" id="{C4743687-0743-E29F-D046-5B2BD873D0E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733415" y="3069058"/>
                  <a:ext cx="1854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3" name="インク 732">
                  <a:extLst>
                    <a:ext uri="{FF2B5EF4-FFF2-40B4-BE49-F238E27FC236}">
                      <a16:creationId xmlns:a16="http://schemas.microsoft.com/office/drawing/2014/main" id="{2D47AA88-E960-7B26-AF40-014F0864D3C2}"/>
                    </a:ext>
                  </a:extLst>
                </p14:cNvPr>
                <p14:cNvContentPartPr/>
                <p14:nvPr/>
              </p14:nvContentPartPr>
              <p14:xfrm>
                <a:off x="4703255" y="3132058"/>
                <a:ext cx="372960" cy="207360"/>
              </p14:xfrm>
            </p:contentPart>
          </mc:Choice>
          <mc:Fallback xmlns="">
            <p:pic>
              <p:nvPicPr>
                <p:cNvPr id="733" name="インク 732">
                  <a:extLst>
                    <a:ext uri="{FF2B5EF4-FFF2-40B4-BE49-F238E27FC236}">
                      <a16:creationId xmlns:a16="http://schemas.microsoft.com/office/drawing/2014/main" id="{2D47AA88-E960-7B26-AF40-014F0864D3C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687775" y="3116605"/>
                  <a:ext cx="403560" cy="23790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4" name="グループ化 803">
            <a:extLst>
              <a:ext uri="{FF2B5EF4-FFF2-40B4-BE49-F238E27FC236}">
                <a16:creationId xmlns:a16="http://schemas.microsoft.com/office/drawing/2014/main" id="{2C21D8AE-0B8C-E241-3110-4B0F877C06EE}"/>
              </a:ext>
            </a:extLst>
          </p:cNvPr>
          <p:cNvGrpSpPr/>
          <p:nvPr/>
        </p:nvGrpSpPr>
        <p:grpSpPr>
          <a:xfrm>
            <a:off x="1224822" y="4549779"/>
            <a:ext cx="4294670" cy="379597"/>
            <a:chOff x="1224822" y="4549779"/>
            <a:chExt cx="4294670" cy="37959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5" name="インク 744">
                  <a:extLst>
                    <a:ext uri="{FF2B5EF4-FFF2-40B4-BE49-F238E27FC236}">
                      <a16:creationId xmlns:a16="http://schemas.microsoft.com/office/drawing/2014/main" id="{85CB3394-4A09-E989-0240-B1889AFDD2F7}"/>
                    </a:ext>
                  </a:extLst>
                </p14:cNvPr>
                <p14:cNvContentPartPr/>
                <p14:nvPr/>
              </p14:nvContentPartPr>
              <p14:xfrm>
                <a:off x="1224822" y="4551736"/>
                <a:ext cx="812365" cy="377640"/>
              </p14:xfrm>
            </p:contentPart>
          </mc:Choice>
          <mc:Fallback xmlns="">
            <p:pic>
              <p:nvPicPr>
                <p:cNvPr id="745" name="インク 744">
                  <a:extLst>
                    <a:ext uri="{FF2B5EF4-FFF2-40B4-BE49-F238E27FC236}">
                      <a16:creationId xmlns:a16="http://schemas.microsoft.com/office/drawing/2014/main" id="{85CB3394-4A09-E989-0240-B1889AFDD2F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209352" y="4536241"/>
                  <a:ext cx="842946" cy="4082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46" name="インク 745">
                  <a:extLst>
                    <a:ext uri="{FF2B5EF4-FFF2-40B4-BE49-F238E27FC236}">
                      <a16:creationId xmlns:a16="http://schemas.microsoft.com/office/drawing/2014/main" id="{F9BBB6FE-ED72-1E3E-533D-D63D7224BE1E}"/>
                    </a:ext>
                  </a:extLst>
                </p14:cNvPr>
                <p14:cNvContentPartPr/>
                <p14:nvPr/>
              </p14:nvContentPartPr>
              <p14:xfrm>
                <a:off x="2181187" y="4623579"/>
                <a:ext cx="48960" cy="229680"/>
              </p14:xfrm>
            </p:contentPart>
          </mc:Choice>
          <mc:Fallback xmlns="">
            <p:pic>
              <p:nvPicPr>
                <p:cNvPr id="746" name="インク 745">
                  <a:extLst>
                    <a:ext uri="{FF2B5EF4-FFF2-40B4-BE49-F238E27FC236}">
                      <a16:creationId xmlns:a16="http://schemas.microsoft.com/office/drawing/2014/main" id="{F9BBB6FE-ED72-1E3E-533D-D63D7224BE1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160667" y="4603059"/>
                  <a:ext cx="896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0" name="インク 759">
                  <a:extLst>
                    <a:ext uri="{FF2B5EF4-FFF2-40B4-BE49-F238E27FC236}">
                      <a16:creationId xmlns:a16="http://schemas.microsoft.com/office/drawing/2014/main" id="{57119EAB-1AEF-DE98-492C-58C3EF464952}"/>
                    </a:ext>
                  </a:extLst>
                </p14:cNvPr>
                <p14:cNvContentPartPr/>
                <p14:nvPr/>
              </p14:nvContentPartPr>
              <p14:xfrm>
                <a:off x="2262907" y="4650579"/>
                <a:ext cx="1141560" cy="187200"/>
              </p14:xfrm>
            </p:contentPart>
          </mc:Choice>
          <mc:Fallback xmlns="">
            <p:pic>
              <p:nvPicPr>
                <p:cNvPr id="760" name="インク 759">
                  <a:extLst>
                    <a:ext uri="{FF2B5EF4-FFF2-40B4-BE49-F238E27FC236}">
                      <a16:creationId xmlns:a16="http://schemas.microsoft.com/office/drawing/2014/main" id="{57119EAB-1AEF-DE98-492C-58C3EF46495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247427" y="4635099"/>
                  <a:ext cx="11721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0" name="インク 769">
                  <a:extLst>
                    <a:ext uri="{FF2B5EF4-FFF2-40B4-BE49-F238E27FC236}">
                      <a16:creationId xmlns:a16="http://schemas.microsoft.com/office/drawing/2014/main" id="{9B4F4FE5-D9CC-F28F-644F-0B3EA96165CE}"/>
                    </a:ext>
                  </a:extLst>
                </p14:cNvPr>
                <p14:cNvContentPartPr/>
                <p14:nvPr/>
              </p14:nvContentPartPr>
              <p14:xfrm>
                <a:off x="3534452" y="4600179"/>
                <a:ext cx="146520" cy="264960"/>
              </p14:xfrm>
            </p:contentPart>
          </mc:Choice>
          <mc:Fallback xmlns="">
            <p:pic>
              <p:nvPicPr>
                <p:cNvPr id="770" name="インク 769">
                  <a:extLst>
                    <a:ext uri="{FF2B5EF4-FFF2-40B4-BE49-F238E27FC236}">
                      <a16:creationId xmlns:a16="http://schemas.microsoft.com/office/drawing/2014/main" id="{9B4F4FE5-D9CC-F28F-644F-0B3EA96165C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518972" y="4584678"/>
                  <a:ext cx="177120" cy="2956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7" name="インク 796">
                  <a:extLst>
                    <a:ext uri="{FF2B5EF4-FFF2-40B4-BE49-F238E27FC236}">
                      <a16:creationId xmlns:a16="http://schemas.microsoft.com/office/drawing/2014/main" id="{6365765E-1F1A-21B3-6AAB-0E00503B50BC}"/>
                    </a:ext>
                  </a:extLst>
                </p14:cNvPr>
                <p14:cNvContentPartPr/>
                <p14:nvPr/>
              </p14:nvContentPartPr>
              <p14:xfrm>
                <a:off x="3732092" y="4615299"/>
                <a:ext cx="1787400" cy="257400"/>
              </p14:xfrm>
            </p:contentPart>
          </mc:Choice>
          <mc:Fallback xmlns="">
            <p:pic>
              <p:nvPicPr>
                <p:cNvPr id="797" name="インク 796">
                  <a:extLst>
                    <a:ext uri="{FF2B5EF4-FFF2-40B4-BE49-F238E27FC236}">
                      <a16:creationId xmlns:a16="http://schemas.microsoft.com/office/drawing/2014/main" id="{6365765E-1F1A-21B3-6AAB-0E00503B50B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716609" y="4599819"/>
                  <a:ext cx="1818006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98" name="インク 797">
                  <a:extLst>
                    <a:ext uri="{FF2B5EF4-FFF2-40B4-BE49-F238E27FC236}">
                      <a16:creationId xmlns:a16="http://schemas.microsoft.com/office/drawing/2014/main" id="{5FA36797-A281-A8EE-04FA-5C11E966D2E7}"/>
                    </a:ext>
                  </a:extLst>
                </p14:cNvPr>
                <p14:cNvContentPartPr/>
                <p14:nvPr/>
              </p14:nvContentPartPr>
              <p14:xfrm>
                <a:off x="3485852" y="4549779"/>
                <a:ext cx="19800" cy="70200"/>
              </p14:xfrm>
            </p:contentPart>
          </mc:Choice>
          <mc:Fallback xmlns="">
            <p:pic>
              <p:nvPicPr>
                <p:cNvPr id="798" name="インク 797">
                  <a:extLst>
                    <a:ext uri="{FF2B5EF4-FFF2-40B4-BE49-F238E27FC236}">
                      <a16:creationId xmlns:a16="http://schemas.microsoft.com/office/drawing/2014/main" id="{5FA36797-A281-A8EE-04FA-5C11E966D2E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470648" y="4534299"/>
                  <a:ext cx="49854" cy="1008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95" name="図 294">
            <a:extLst>
              <a:ext uri="{FF2B5EF4-FFF2-40B4-BE49-F238E27FC236}">
                <a16:creationId xmlns:a16="http://schemas.microsoft.com/office/drawing/2014/main" id="{B66164C3-D41C-1ECA-430C-4C755E222C33}"/>
              </a:ext>
            </a:extLst>
          </p:cNvPr>
          <p:cNvPicPr>
            <a:picLocks noChangeAspect="1"/>
          </p:cNvPicPr>
          <p:nvPr/>
        </p:nvPicPr>
        <p:blipFill>
          <a:blip r:embed="rId142"/>
          <a:stretch>
            <a:fillRect/>
          </a:stretch>
        </p:blipFill>
        <p:spPr>
          <a:xfrm>
            <a:off x="7248120" y="1642338"/>
            <a:ext cx="4453957" cy="482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00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9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0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0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0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0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ユーザー設定</PresentationFormat>
  <Paragraphs>19</Paragraphs>
  <Slides>6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7" baseType="lpstr"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>あっくん</dc:creator>
  <cp:keywords/>
  <dc:description>generated using python-pptx</dc:description>
  <cp:lastModifiedBy>植田 篤俊</cp:lastModifiedBy>
  <cp:revision>3</cp:revision>
  <dcterms:created xsi:type="dcterms:W3CDTF">2013-01-27T09:14:16Z</dcterms:created>
  <dcterms:modified xsi:type="dcterms:W3CDTF">2026-04-21T14:32:26Z</dcterms:modified>
  <cp:category/>
</cp:coreProperties>
</file>