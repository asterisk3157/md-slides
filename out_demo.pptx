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1511 1299 16384, 1504 1299 16384, 1511 1295 16384, 1601 1281 16384, 1802 1245 16384, 2051 1184 16384, 2267 1130 16384, 2461 1094 16384, 2602 1072 16384, 2674 1061 16384</inkml:trace>
  <inkml:trace contextRef="#ctx0" brushRef="#br0">1500 1832 16384, 1543 1821 16384, 1727 1788 16384, 1986 1702 16384, 2260 1598 16384, 2515 1533 16384, 2695 1508 16384, 2778 1497 16384, 2792 1497 16384</inkml:trace>
  <inkml:trace contextRef="#ctx0" brushRef="#br0">1900 1000 16384, 1972 1040 16384, 2141 1176 16384, 2274 1353 16384, 2375 1540 16384, 2432 1720 16384, 2454 1860 16384, 2458 1972 16384, 2429 2044 16384, 2378 2087 16384, 2299 2094 16384</inkml:trace>
  <inkml:trace contextRef="#ctx0" brushRef="#br0">1687 2400 16384, 1669 2422 16384, 1694 2508 16384, 1842 2624 16384, 2026 2706 16384, 2209 2768 16384, 2371 2796 16384, 2512 2800 16384, 2645 2793 16384</inkml:trace>
  <inkml:trace contextRef="#ctx0" brushRef="#br0">3241 1186 16384, 3209 1218 16384, 3171 1362 16384, 3129 1594 16384, 3116 1890 16384, 3151 2250 16384, 3218 2486 16384, 3311 2579 16384, 3362 2601 16384</inkml:trace>
  <inkml:trace contextRef="#ctx0" brushRef="#br0">3747 1378 16384, 3833 1371 16384, 4021 1349 16384, 4203 1311 16384, 4330 1285 16384, 4368 1282 16384</inkml:trace>
  <inkml:trace contextRef="#ctx0" brushRef="#br0">3805 1731 16384, 3795 1731 16384, 3970 1725 16384, 4203 1690 16384, 4410 1658 16384, 4560 1636 16384, 4642 1626 16384, 4652 1626 16384</inkml:trace>
  <inkml:trace contextRef="#ctx0" brushRef="#br0">4200 1387 16384, 4190 1384 16384, 4190 1393 16384, 4254 1486 16384, 4349 1715 16384, 4391 2002 16384, 4372 2289 16384, 4302 2505 16384, 4222 2601 16384, 4152 2614 16384, 4069 2572 16384, 3983 2496 16384, 3942 2416 16384, 3954 2359 16384, 4028 2327 16384, 4155 2305 16384, 4340 2308 16384, 4553 2362 16384, 4713 2426 16384, 4814 2470 16384, 4897 2499 16384, 4916 2502 16384</inkml:trace>
  <inkml:trace contextRef="#ctx0" brushRef="#br0">5948 1032 16384, 5952 1008 16384, 5952 1000 16384, 5936 1052 16384, 5848 1236 16384, 5648 1636 16384, 5420 2128 16384, 5280 2484 16384, 5240 2672 16384, 5240 2760 16384, 5252 2800 16384, 5280 2780 16384, 5352 2644 16384, 5456 2400 16384, 5600 2096 16384, 5772 1860 16384, 5884 1788 16384, 5952 1768 16384, 5984 1816 16384, 6008 1956 16384, 6036 2184 16384, 6084 2428 16384, 6168 2604 16384, 6276 2692 16384, 6412 2740 16384, 6552 2744 16384, 6628 2728 16384</inkml:trace>
  <inkml:trace contextRef="#ctx0" brushRef="#br0">7881 1120 16384, 7895 1148 16384, 7929 1359 16384, 7905 1737 16384, 7785 2077 16384, 7599 2393 16384, 7422 2580 16384, 7288 2613 16384, 7158 2556 16384, 7039 2369 16384, 6952 2034 16384, 7005 1589 16384, 7254 1278 16384, 7560 1120 16384, 7939 1000 16384, 8331 1014 16384, 8623 1263 16384, 8738 1761 16384, 8733 2326 16384, 8709 2618 16384, 8681 2766 16384, 8666 2800 16384</inkml:trace>
  <inkml:trace contextRef="#ctx0" brushRef="#br0">9073 1299 16384, 9066 1299 16384, 9073 1295 16384, 9163 1281 16384, 9364 1245 16384, 9613 1184 16384, 9829 1130 16384, 10023 1094 16384, 10164 1072 16384, 10236 1061 16384</inkml:trace>
  <inkml:trace contextRef="#ctx0" brushRef="#br0">9062 1832 16384, 9105 1821 16384, 9289 1788 16384, 9548 1702 16384, 9822 1598 16384, 10077 1533 16384, 10257 1508 16384, 10340 1497 16384, 10354 1497 16384</inkml:trace>
  <inkml:trace contextRef="#ctx0" brushRef="#br0">9462 1000 16384, 9534 1040 16384, 9703 1176 16384, 9836 1353 16384, 9937 1540 16384, 9994 1720 16384, 10016 1860 16384, 10020 1972 16384, 9991 2044 16384, 9940 2087 16384, 9861 2094 16384</inkml:trace>
  <inkml:trace contextRef="#ctx0" brushRef="#br0">9249 2400 16384, 9231 2422 16384, 9256 2508 16384, 9404 2624 16384, 9588 2706 16384, 9771 2768 16384, 9933 2796 16384, 10074 2800 16384, 10207 2793 16384</inkml:trace>
  <inkml:trace contextRef="#ctx0" brushRef="#br0">10803 1186 16384, 10771 1218 16384, 10733 1362 16384, 10691 1594 16384, 10678 1890 16384, 10713 2250 16384, 10780 2486 16384, 10873 2579 16384, 10924 2601 16384</inkml:trace>
  <inkml:trace contextRef="#ctx0" brushRef="#br0">11309 1378 16384, 11395 1371 16384, 11583 1349 16384, 11765 1311 16384, 11892 1285 16384, 11930 1282 16384</inkml:trace>
  <inkml:trace contextRef="#ctx0" brushRef="#br0">11367 1731 16384, 11357 1731 16384, 11532 1725 16384, 11765 1690 16384, 11972 1658 16384, 12122 1636 16384, 12204 1626 16384, 12214 1626 16384</inkml:trace>
  <inkml:trace contextRef="#ctx0" brushRef="#br0">11762 1387 16384, 11752 1384 16384, 11752 1393 16384, 11816 1486 16384, 11911 1715 16384, 11953 2002 16384, 11934 2289 16384, 11864 2505 16384, 11784 2601 16384, 11714 2614 16384, 11631 2572 16384, 11545 2496 16384, 11504 2416 16384, 11516 2359 16384, 11590 2327 16384, 11717 2305 16384, 11902 2308 16384, 12115 2362 16384, 12275 2426 16384, 12376 2470 16384, 12459 2499 16384, 12478 2502 16384</inkml:trace>
  <inkml:trace contextRef="#ctx0" brushRef="#br0">13510 1032 16384, 13514 1008 16384, 13514 1000 16384, 13498 1052 16384, 13410 1236 16384, 13210 1636 16384, 12982 2128 16384, 12842 2484 16384, 12802 2672 16384, 12802 2760 16384, 12814 2800 16384, 12842 2780 16384, 12914 2644 16384, 13018 2400 16384, 13162 2096 16384, 13334 1860 16384, 13446 1788 16384, 13514 1768 16384, 13546 1816 16384, 13570 1956 16384, 13598 2184 16384, 13646 2428 16384, 13730 2604 16384, 13838 2692 16384, 13974 2740 16384, 14114 2744 16384, 14190 2728 16384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3141 4200 16384, 3200 4235 16384, 3267 4309 16384, 3313 4377 16384, 3330 4434 16384, 3312 4478 16384, 3265 4526 16384, 3213 4563 16384, 3203 4566 16384</inkml:trace>
  <inkml:trace contextRef="#ctx0" brushRef="#br0">3257 4769 16384, 3272 4780 16384, 3308 4824 16384, 3354 4896 16384, 3385 4966 16384, 3397 5033 16384, 3389 5101 16384, 3359 5145 16384, 3323 5173 16384, 3278 5168 16384</inkml:trace>
  <inkml:trace contextRef="#ctx0" brushRef="#br0">2800 4953 16384, 2825 5026 16384, 2854 5106 16384, 2879 5157 16384, 2915 5187 16384, 2974 5200 16384, 3007 5197 16384</inkml:trace>
  <inkml:trace contextRef="#ctx0" brushRef="#br0">3676 4909 16384, 3681 4929 16384, 3693 4974 16384, 3715 5023 16384, 3743 5056 16384, 3765 5075 16384, 3775 5083 16384</inkml:trace>
  <inkml:trace contextRef="#ctx0" brushRef="#br0">3966 4546 16384, 3955 4534 16384, 3968 4519 16384, 4046 4479 16384, 4202 4406 16384, 4386 4357 16384, 4586 4348 16384, 4766 4386 16384, 4884 4461 16384, 4948 4552 16384, 4955 4657 16384, 4902 4759 16384, 4804 4857 16384, 4690 4954 16384, 4602 5023 16384, 4568 5052 16384</inkml:trace>
  <inkml:trace contextRef="#ctx0" brushRef="#br0">5351 4200 16384, 5382 4213 16384, 5462 4237 16384, 5541 4256 16384, 5597 4279 16384, 5622 4306 16384</inkml:trace>
  <inkml:trace contextRef="#ctx0" brushRef="#br0">5146 4684 16384, 5135 4684 16384, 5145 4676 16384, 5206 4637 16384, 5312 4572 16384, 5432 4510 16384, 5549 4479 16384, 5655 4483 16384, 5736 4535 16384, 5782 4637 16384, 5790 4795 16384, 5763 4928 16384, 5701 5034 16384, 5628 5127 16384, 5570 5185 16384, 5545 5200 16384</inkml:trace>
  <inkml:trace contextRef="#ctx0" brushRef="#br0">6486 4266 16384, 6494 4282 16384, 6513 4399 16384, 6499 4610 16384, 6433 4798 16384, 6329 4974 16384, 6231 5078 16384, 6156 5096 16384, 6084 5064 16384, 6018 4961 16384, 5970 4774 16384, 5999 4527 16384, 6138 4354 16384, 6308 4266 16384, 6518 4200 16384, 6736 4208 16384, 6898 4346 16384, 6962 4623 16384, 6959 4937 16384, 6946 5099 16384, 6930 5181 16384, 6922 5200 16384</inkml:trace>
  <inkml:trace contextRef="#ctx0" brushRef="#br0">7976 4200 16384, 7987 4207 16384, 8003 4217 16384, 8027 4233 16384, 8057 4257 16384, 8084 4284 16384, 8110 4317 16384, 8134 4351 16384, 8150 4377 16384, 8160 4401 16384, 8164 4421 16384, 8164 4434 16384, 8154 4451 16384, 8137 4468 16384, 8120 4484 16384, 8097 4498 16384, 8080 4504 16384</inkml:trace>
  <inkml:trace contextRef="#ctx0" brushRef="#br0">8020 4702 16384, 8027 4708 16384, 8047 4742 16384, 8057 4755 16384, 8073 4779 16384, 8097 4799 16384, 8117 4819 16384, 8130 4845 16384, 8144 4872 16384, 8154 4909 16384, 8164 4939 16384, 8167 4973 16384, 8170 5006 16384, 8164 5036 16384, 8154 5063 16384, 8137 5086 16384, 8124 5106 16384, 8110 5123 16384, 8090 5133 16384, 8067 5133 16384</inkml:trace>
  <inkml:trace contextRef="#ctx0" brushRef="#br0">7652 4976 16384, 7649 4976 16384, 7642 4989 16384, 7645 4999 16384, 7655 5023 16384, 7665 5053 16384, 7675 5083 16384, 7686 5116 16384, 7692 5146 16384, 7702 5167 16384, 7716 5183 16384, 7732 5193 16384, 7762 5200 16384, 7783 5200 16384, 7803 5190 16384, 7829 5177 16384</inkml:trace>
  <inkml:trace contextRef="#ctx0" brushRef="#br0">8291 4825 16384, 8291 4829 16384, 8294 4829 16384, 8304 4842 16384, 8321 4859 16384, 8338 4886 16384, 8351 4919 16384, 8361 4953 16384, 8374 4986 16384, 8385 5019 16384, 8391 5046 16384, 8395 5063 16384, 8401 5076 16384, 8401 5083 16384, 8405 5086 16384</inkml:trace>
  <inkml:trace contextRef="#ctx0" brushRef="#br0">8391 4364 16384, 8388 4361 16384, 8388 4364 16384, 8391 4377 16384, 8395 4391 16384, 8398 4397 16384, 8401 4417 16384, 8405 4427 16384, 8411 4451 16384, 8418 4488 16384, 8421 4504 16384, 8428 4521 16384, 8435 4534 16384, 8438 4541 16384</inkml:trace>
  <inkml:trace contextRef="#ctx0" brushRef="#br0">8488 4334 16384, 8492 4344 16384, 8502 4361 16384, 8515 4397 16384, 8522 4427 16384, 8528 4454 16384, 8532 4478 16384, 8535 4488 16384, 8542 4501 16384, 8548 4508 16384</inkml:trace>
  <inkml:trace contextRef="#ctx0" brushRef="#br0">9122 4218 16384, 9124 4204 16384, 9124 4200 16384, 9115 4229 16384, 9066 4331 16384, 8955 4553 16384, 8828 4827 16384, 8751 5024 16384, 8728 5129 16384, 8728 5178 16384, 8735 5200 16384, 8751 5189 16384, 8791 5113 16384, 8848 4978 16384, 8928 4809 16384, 9024 4678 16384, 9086 4638 16384, 9124 4627 16384, 9142 4653 16384, 9155 4731 16384, 9171 4858 16384, 9197 4993 16384, 9244 5091 16384, 9304 5140 16384, 9380 5167 16384, 9457 5169 16384, 9500 5160 16384</inkml:trace>
  <inkml:trace contextRef="#ctx0" brushRef="#br0">9748 4202 16384, 9742 4200 16384, 9730 4200 16384, 9724 4226 16384, 9714 4324 16384, 9694 4472 16384, 9680 4669 16384, 9684 4902 16384, 9724 5052 16384, 9797 5147 16384, 9901 5196 16384, 10004 5200 16384, 10108 5157 16384, 10225 5084 16384, 10329 5005 16384, 10408 4934 16384, 10422 4920 16384</inkml:trace>
  <inkml:trace contextRef="#ctx0" brushRef="#br0">10800 4857 16384, 10800 4854 16384, 10803 4845 16384, 10806 4845 16384, 10824 4839 16384, 10848 4836 16384, 10875 4830 16384, 10902 4824 16384, 10929 4821 16384, 10954 4818 16384, 10981 4812 16384, 11008 4806 16384, 11026 4803 16384, 11044 4797 16384, 11056 4797 16384, 11062 4794 16384</inkml:trace>
  <inkml:trace contextRef="#ctx0" brushRef="#br0">10764 4650 16384, 10767 4656 16384, 10773 4671 16384, 10785 4692 16384, 10794 4722 16384, 10803 4761 16384, 10806 4806 16384, 10809 4857 16384, 10809 4908 16384, 10806 4960 16384, 10803 5008 16384, 10794 5050 16384, 10782 5086 16384, 10770 5116 16384, 10755 5140 16384, 10743 5158 16384, 10731 5176 16384, 10710 5191 16384, 10689 5197 16384, 10668 5200 16384, 10653 5197 16384, 10632 5185 16384, 10617 5167 16384, 10608 5143 16384, 10602 5122 16384, 10602 5101 16384, 10608 5086 16384, 10620 5074 16384, 10638 5065 16384, 10662 5059 16384, 10689 5053 16384, 10722 5050 16384, 10758 5050 16384, 10800 5050 16384, 10842 5053 16384, 10878 5059 16384, 10908 5065 16384, 10942 5074 16384, 10963 5083 16384, 10984 5095 16384, 11002 5104 16384, 11011 5110 16384, 11017 5116 16384, 11020 5119 16384, 11020 5122 16384</inkml:trace>
  <inkml:trace contextRef="#ctx0" brushRef="#br0">11458 4200 16384, 11488 4213 16384, 11569 4237 16384, 11648 4256 16384, 11704 4279 16384, 11729 4306 16384</inkml:trace>
  <inkml:trace contextRef="#ctx0" brushRef="#br0">11253 4684 16384, 11242 4684 16384, 11251 4676 16384, 11313 4637 16384, 11419 4572 16384, 11538 4510 16384, 11656 4479 16384, 11762 4483 16384, 11843 4535 16384, 11889 4637 16384, 11897 4795 16384, 11870 4928 16384, 11808 5034 16384, 11735 5127 16384, 11677 5185 16384, 11652 5200 16384</inkml:trace>
  <inkml:trace contextRef="#ctx0" brushRef="#br0">12604 4452 16384, 12581 4456 16384, 12577 4460 16384, 12577 4463 16384, 12584 4467 16384, 12600 4467 16384, 12634 4471 16384, 12668 4471 16384, 12688 4471 16384, 12741 4463 16384, 12798 4460 16384, 12867 4452 16384, 12947 4444 16384, 13016 4444 16384, 13092 4444 16384, 13165 4444 16384, 13233 4444 16384, 13287 4444 16384, 13333 4444 16384, 13355 4444 16384, 13375 4444 16384, 13382 4444 16384, 13375 4444 16384, 13355 4452 16384, 13333 4460 16384, 13298 4471 16384, 13256 4482 16384, 13218 4498 16384, 13172 4517 16384, 13126 4544 16384, 13081 4574 16384, 13035 4612 16384, 12997 4658 16384, 12974 4704 16384, 12947 4750 16384, 12928 4799 16384, 12920 4845 16384, 12917 4891 16384, 12920 4937 16384, 12932 4971 16384, 12955 5009 16384, 12985 5036 16384, 13016 5059 16384, 13054 5082 16384, 13092 5101 16384, 13130 5108 16384, 13168 5112 16384, 13210 5112 16384, 13252 5101 16384, 13298 5089 16384, 13340 5070 16384</inkml:trace>
  <inkml:trace contextRef="#ctx0" brushRef="#br0">13443 4295 16384, 13443 4299 16384, 13436 4311 16384, 13436 4322 16384, 13439 4345 16384, 13447 4368 16384, 13455 4395 16384, 13462 4440 16384, 13462 4467 16384, 13466 4479 16384, 13466 4486 16384, 13470 4502 16384, 13481 4509 16384, 13485 4513 16384</inkml:trace>
  <inkml:trace contextRef="#ctx0" brushRef="#br0">13523 4288 16384, 13523 4292 16384, 13523 4299 16384, 13531 4322 16384, 13535 4353 16384, 13539 4387 16384, 13542 4425 16384, 13546 4440 16384, 13546 4456 16384, 13554 4475 16384, 13565 4490 16384, 13573 4498 16384, 13577 4502 16384</inkml:trace>
  <inkml:trace contextRef="#ctx0" brushRef="#br0">13764 4447 16384, 13757 4445 16384, 13769 4445 16384, 13851 4436 16384, 13995 4424 16384, 14151 4419 16384, 14310 4414 16384, 14430 4407 16384, 14497 4402 16384, 14519 4400 16384</inkml:trace>
  <inkml:trace contextRef="#ctx0" brushRef="#br0">14202 4203 16384, 14199 4200 16384, 14228 4221 16384, 14276 4292 16384, 14303 4423 16384, 14298 4572 16384, 14271 4724 16384, 14236 4811 16384, 14200 4866 16384, 14163 4890 16384, 14123 4888 16384, 14087 4858 16384, 14065 4798 16384, 14070 4741 16384, 14101 4691 16384, 14158 4650 16384, 14223 4642 16384, 14279 4671 16384, 14308 4748 16384, 14307 4856 16384, 14272 4977 16384, 14217 5089 16384, 14173 5159 16384, 14146 5198 16384, 14132 5200 16384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brush xml:id="br1">
      <inkml:brushProperty name="width" value="0.18920" units="cm"/>
      <inkml:brushProperty name="height" value="0.18920" units="cm"/>
      <inkml:brushProperty name="color" value="#004F8B"/>
    </inkml:brush>
  </inkml:definitions>
  <inkml:trace contextRef="#ctx0" brushRef="#br0">2200 8918 16384, 2200 8930 16384, 2225 8968 16384, 2238 9005 16384, 2238 9018 16384, 2238 9042 16384, 2225 9068 16384, 2200 9092 16384, 2162 9105 16384, 2138 9105 16384, 2100 9105 16384, 2062 9105 16384, 2038 9092 16384, 2025 9068 16384, 2025 9042 16384, 2025 8980 16384, 2050 8942 16384, 2075 8905 16384, 2112 8880 16384, 2150 8868 16384, 2175 8855 16384, 2212 8855 16384, 2250 8855 16384, 2262 8855 16384, 2288 8880 16384, 2300 8892 16384, 2300 8930 16384, 2288 8942 16384, 2262 8968 16384, 2238 8992 16384, 2200 9005 16384, 2150 9030 16384, 2100 9042 16384, 2050 9042 16384, 2013 9030 16384, 2000 9018 16384, 2000 8992 16384, 2000 8968 16384, 2025 8942 16384, 2038 8930 16384, 2062 8905 16384, 2112 8892 16384, 2150 8880 16384, 2175 8880 16384, 2212 8880 16384, 2238 8880 16384, 2262 8918 16384, 2275 8955 16384, 2275 8980 16384, 2275 9005 16384, 2262 9030 16384, 2238 9055 16384, 2225 9068 16384, 2212 9068 16384, 2200 9068 16384, 2188 9055 16384, 2188 9042 16384, 2188 9018 16384, 2188 9005 16384, 2188 8992 16384, 2200 8968 16384, 2212 8955 16384, 2225 8942 16384, 2238 8942 16384, 2238 8955 16384, 2225 8980 16384, 2225 8992 16384, 2212 8992 16384, 2200 9005 16384, 2188 9018 16384, 2175 9018 16384, 2162 9018 16384, 2162 9005 16384, 2175 8980 16384, 2200 8955 16384, 2212 8942 16384, 2225 8930 16384, 2212 8955 16384, 2175 8980 16384, 2138 9005 16384, 2100 9018 16384, 2062 9042 16384, 2050 9042 16384, 2062 9030 16384, 2100 9005 16384, 2112 8992 16384, 2150 8968 16384, 2175 8942 16384, 2225 8905 16384, 2238 8880 16384, 2238 8868 16384, 2225 8868 16384, 2200 8892 16384, 2175 8918 16384, 2150 8942 16384, 2138 8968 16384, 2125 8980 16384</inkml:trace>
  <inkml:trace contextRef="#ctx0" brushRef="#br1">3141 8480 16384, 3200 8515 16384, 3267 8589 16384, 3313 8657 16384, 3330 8714 16384, 3312 8758 16384, 3265 8806 16384, 3213 8843 16384, 3203 8846 16384</inkml:trace>
  <inkml:trace contextRef="#ctx0" brushRef="#br1">3257 9049 16384, 3272 9060 16384, 3308 9104 16384, 3354 9176 16384, 3385 9246 16384, 3397 9313 16384, 3389 9381 16384, 3359 9425 16384, 3323 9453 16384, 3278 9448 16384</inkml:trace>
  <inkml:trace contextRef="#ctx0" brushRef="#br1">2800 9233 16384, 2825 9306 16384, 2854 9386 16384, 2879 9437 16384, 2915 9467 16384, 2974 9480 16384, 3007 9477 16384</inkml:trace>
  <inkml:trace contextRef="#ctx0" brushRef="#br1">3676 9189 16384, 3681 9209 16384, 3693 9254 16384, 3715 9303 16384, 3743 9336 16384, 3765 9355 16384, 3775 9363 16384</inkml:trace>
  <inkml:trace contextRef="#ctx0" brushRef="#br1">3955 8524 16384, 3968 8526 16384, 4035 8570 16384, 4132 8667 16384, 4214 8751 16384, 4279 8820 16384, 4335 8870 16384, 4346 8876 16384</inkml:trace>
  <inkml:trace contextRef="#ctx0" brushRef="#br1">4674 8596 16384, 4665 8596 16384, 4614 8621 16384, 4532 8699 16384, 4404 8831 16384, 4296 8967 16384, 4225 9110 16384, 4203 9224 16384, 4229 9300 16384, 4298 9364 16384, 4396 9412 16384, 4501 9429 16384, 4627 9436 16384, 4754 9425 16384, 4869 9403 16384, 4955 9382 16384</inkml:trace>
  <inkml:trace contextRef="#ctx0" brushRef="#br1">5173 8675 16384, 5169 8671 16384, 5158 8663 16384, 5162 8667 16384, 5165 8678 16384, 5169 8694 16384, 5173 8713 16384, 5173 8743 16384, 5169 8785 16384, 5162 8846 16384, 5150 8915 16384, 5143 8995 16384, 5135 9072 16384, 5135 9144 16384, 5135 9213 16384, 5143 9270 16384, 5154 9320 16384, 5173 9362 16384, 5204 9400 16384, 5230 9430 16384, 5261 9453 16384, 5295 9469 16384, 5326 9476 16384, 5360 9480 16384, 5398 9472 16384, 5436 9461 16384, 5475 9438 16384, 5513 9411 16384, 5551 9381 16384, 5585 9354 16384, 5616 9327 16384, 5639 9301 16384, 5658 9278 16384, 5669 9259 16384, 5677 9247 16384</inkml:trace>
  <inkml:trace contextRef="#ctx0" brushRef="#br1">5559 8495 16384, 5555 8495 16384, 5547 8495 16384, 5543 8499 16384, 5543 8507 16384, 5547 8518 16384, 5555 8537 16384, 5559 8560 16384, 5562 8583 16384, 5566 8606 16384, 5566 8633 16384, 5566 8656 16384, 5566 8675 16384, 5566 8690 16384, 5570 8705 16384, 5570 8717 16384, 5578 8720 16384, 5578 8724 16384</inkml:trace>
  <inkml:trace contextRef="#ctx0" brushRef="#br1">5654 8480 16384, 5646 8480 16384, 5643 8484 16384, 5643 8488 16384, 5650 8503 16384, 5662 8522 16384, 5677 8553 16384, 5685 8583 16384, 5688 8617 16384, 5692 8652 16384, 5692 8678 16384, 5692 8705 16384, 5696 8724 16384, 5700 8736 16384, 5700 8747 16384, 5704 8751 16384</inkml:trace>
  <inkml:trace contextRef="#ctx0" brushRef="#br0">6656 8484 16384, 6658 8480 16384, 6647 8526 16384, 6592 8671 16384, 6523 8867 16384, 6480 9084 16384, 6478 9280 16384, 6526 9396 16384, 6601 9455 16384, 6683 9480 16384, 6762 9471 16384, 6844 9423 16384, 6902 9371 16384</inkml:trace>
  <inkml:trace contextRef="#ctx0" brushRef="#br0">6432 8810 16384, 6428 8806 16384, 6491 8797 16384, 6605 8779 16384, 6724 8769 16384, 6811 8769 16384, 6844 8779 16384, 6844 8785 16384</inkml:trace>
  <inkml:trace contextRef="#ctx0" brushRef="#br0">6384 9040 16384, 6521 9006 16384, 6662 8972 16384, 6778 8965 16384, 6845 8965 16384, 6874 8967 16384</inkml:trace>
  <inkml:trace contextRef="#ctx0" brushRef="#br0">7593 8826 16384, 7582 8814 16384, 7596 8799 16384, 7673 8759 16384, 7829 8686 16384, 8013 8637 16384, 8213 8628 16384, 8393 8666 16384, 8511 8741 16384, 8576 8832 16384, 8582 8937 16384, 8529 9039 16384, 8431 9137 16384, 8318 9234 16384, 8229 9303 16384, 8196 9332 16384</inkml:trace>
  <inkml:trace contextRef="#ctx0" brushRef="#br0">8778 8802 16384, 8762 8800 16384, 8766 8800 16384, 8795 8800 16384, 8852 8785 16384, 8949 8750 16384, 9069 8720 16384, 9179 8707 16384, 9277 8714 16384, 9345 8762 16384, 9387 8855 16384, 9406 8981 16384, 9406 9112 16384, 9387 9242 16384, 9351 9360 16384, 9313 9440 16384, 9288 9476 16384, 9267 9480 16384, 9239 9444 16384, 9193 9362 16384</inkml:trace>
  <inkml:trace contextRef="#ctx0" brushRef="#br0">9235 8480 16384, 9237 8499 16384, 9218 8596 16384, 9151 8794 16384, 9063 9042 16384, 8983 9250 16384, 8941 9358 16384, 8928 9415 16384, 8926 9423 16384</inkml:trace>
  <inkml:trace contextRef="#ctx0" brushRef="#br0">9408 8613 16384, 9397 8611 16384, 9414 8629 16384, 9463 8693 16384, 9532 8827 16384, 9579 8979 16384, 9606 9084 16384, 9627 9145 16384, 9640 9177 16384</inkml:trace>
  <inkml:trace contextRef="#ctx0" brushRef="#br0">10022 8480 16384, 10027 8491 16384, 10064 8524 16384, 10123 8567 16384, 10164 8603 16384, 10182 8629 16384</inkml:trace>
  <inkml:trace contextRef="#ctx0" brushRef="#br0">9832 8909 16384, 9824 8909 16384, 9820 8909 16384, 9871 8896 16384, 9956 8861 16384, 10056 8822 16384, 10140 8793 16384, 10195 8784 16384, 10213 8796 16384, 10200 8840 16384, 10153 8928 16384, 10069 9064 16384, 9978 9215 16384, 9897 9361 16384, 9852 9446 16384, 9842 9475 16384, 9840 9480 16384, 9852 9470 16384, 9884 9426 16384, 9932 9351 16384, 9997 9251 16384, 10086 9166 16384, 10153 9138 16384, 10190 9131 16384, 10203 9143 16384, 10207 9189 16384, 10200 9269 16384, 10198 9351 16384, 10220 9411 16384, 10259 9446 16384, 10308 9465 16384, 10372 9467 16384, 10442 9444 16384</inkml:trace>
  <inkml:trace contextRef="#ctx0" brushRef="#br0">10636 8676 16384, 10622 8676 16384, 10667 8676 16384, 10803 8666 16384, 10973 8651 16384, 11132 8653 16384, 11273 8674 16384, 11352 8684 16384, 11375 8690 16384</inkml:trace>
  <inkml:trace contextRef="#ctx0" brushRef="#br0">10691 8935 16384, 10730 8943 16384, 10920 8949 16384, 11097 8935 16384, 11248 8923 16384, 11352 8915 16384, 11397 8911 16384, 11399 8904 16384</inkml:trace>
  <inkml:trace contextRef="#ctx0" brushRef="#br0">11013 8482 16384, 11007 8480 16384, 11036 8515 16384, 11095 8633 16384, 11107 8847 16384, 11065 9100 16384, 11005 9300 16384, 10944 9415 16384, 10897 9470 16384, 10840 9480 16384, 10779 9455 16384, 10730 9405 16384, 10716 9358 16384, 10744 9321 16384, 10811 9276 16384, 10918 9241 16384, 11079 9253 16384, 11220 9313 16384, 11313 9372 16384, 11367 9409 16384, 11407 9427 16384, 11415 9429 16384</inkml:trace>
  <inkml:trace contextRef="#ctx0" brushRef="#br0">11601 8727 16384, 11595 8725 16384, 11607 8725 16384, 11689 8716 16384, 11833 8704 16384, 11988 8699 16384, 12148 8694 16384, 12267 8687 16384, 12334 8682 16384, 12357 8680 16384</inkml:trace>
  <inkml:trace contextRef="#ctx0" brushRef="#br0">12040 8483 16384, 12036 8480 16384, 12065 8501 16384, 12113 8572 16384, 12141 8703 16384, 12136 8852 16384, 12108 9004 16384, 12074 9091 16384, 12038 9146 16384, 12000 9170 16384, 11961 9168 16384, 11925 9138 16384, 11903 9078 16384, 11908 9021 16384, 11939 8971 16384, 11995 8930 16384, 12060 8922 16384, 12117 8951 16384, 12146 9028 16384, 12144 9136 16384, 12110 9257 16384, 12055 9369 16384, 12011 9439 16384, 11983 9478 16384, 11970 9480 16384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13198 16384, 2200 13210 16384, 2225 13248 16384, 2238 13285 16384, 2238 13298 16384, 2238 13323 16384, 2225 13348 16384, 2200 13372 16384, 2162 13385 16384, 2138 13385 16384, 2100 13385 16384, 2062 13385 16384, 2038 13372 16384, 2025 13348 16384, 2025 13323 16384, 2025 13260 16384, 2050 13223 16384, 2075 13185 16384, 2112 13160 16384, 2150 13148 16384, 2175 13135 16384, 2212 13135 16384, 2250 13135 16384, 2262 13135 16384, 2288 13160 16384, 2300 13173 16384, 2300 13210 16384, 2288 13223 16384, 2262 13248 16384, 2238 13272 16384, 2200 13285 16384, 2150 13310 16384, 2100 13323 16384, 2050 13323 16384, 2013 13310 16384, 2000 13298 16384, 2000 13272 16384, 2000 13248 16384, 2025 13223 16384, 2038 13210 16384, 2062 13185 16384, 2112 13173 16384, 2150 13160 16384, 2175 13160 16384, 2212 13160 16384, 2238 13160 16384, 2262 13198 16384, 2275 13235 16384, 2275 13260 16384, 2275 13285 16384, 2262 13310 16384, 2238 13335 16384, 2225 13348 16384, 2212 13348 16384, 2200 13348 16384, 2188 13335 16384, 2188 13323 16384, 2188 13298 16384, 2188 13285 16384, 2188 13272 16384, 2200 13248 16384, 2212 13235 16384, 2225 13223 16384, 2238 13223 16384, 2238 13235 16384, 2225 13260 16384, 2225 13272 16384, 2212 13272 16384, 2200 13285 16384, 2188 13298 16384, 2175 13298 16384, 2162 13298 16384, 2162 13285 16384, 2175 13260 16384, 2200 13235 16384, 2212 13223 16384, 2225 13210 16384, 2212 13235 16384, 2175 13260 16384, 2138 13285 16384, 2100 13298 16384, 2062 13323 16384, 2050 13323 16384, 2062 13310 16384, 2100 13285 16384, 2112 13272 16384, 2150 13248 16384, 2175 13223 16384, 2225 13185 16384, 2238 13160 16384, 2238 13148 16384, 2225 13148 16384, 2200 13173 16384, 2175 13198 16384, 2150 13223 16384, 2138 13248 16384, 2125 13260 16384</inkml:trace>
  <inkml:trace contextRef="#ctx0" brushRef="#br0">2807 13007 16384, 2800 13005 16384, 2812 13005 16384, 2894 12996 16384, 3038 12984 16384, 3194 12979 16384, 3353 12974 16384, 3473 12967 16384, 3540 12962 16384, 3562 12960 16384</inkml:trace>
  <inkml:trace contextRef="#ctx0" brushRef="#br0">3245 12763 16384, 3242 12760 16384, 3271 12781 16384, 3319 12852 16384, 3346 12983 16384, 3341 13132 16384, 3314 13284 16384, 3279 13371 16384, 3243 13426 16384, 3206 13450 16384, 3166 13448 16384, 3130 13418 16384, 3108 13358 16384, 3113 13301 16384, 3144 13251 16384, 3201 13210 16384, 3266 13202 16384, 3322 13231 16384, 3351 13308 16384, 3350 13416 16384, 3315 13537 16384, 3261 13649 16384, 3216 13719 16384, 3189 13758 16384, 3175 13760 16384</inkml:trace>
  <inkml:trace contextRef="#ctx0" brushRef="#br0">3958 12760 16384, 3989 12773 16384, 4070 12797 16384, 4149 12816 16384, 4204 12839 16384, 4229 12866 16384</inkml:trace>
  <inkml:trace contextRef="#ctx0" brushRef="#br0">3754 13244 16384, 3742 13244 16384, 3752 13236 16384, 3813 13197 16384, 3919 13132 16384, 4039 13070 16384, 4156 13039 16384, 4262 13043 16384, 4343 13095 16384, 4389 13197 16384, 4397 13355 16384, 4370 13488 16384, 4308 13594 16384, 4235 13687 16384, 4177 13745 16384, 4152 13760 16384</inkml:trace>
  <inkml:trace contextRef="#ctx0" brushRef="#br0">4646 12762 16384, 4640 12760 16384, 4628 12760 16384, 4622 12786 16384, 4612 12884 16384, 4591 13032 16384, 4577 13229 16384, 4581 13462 16384, 4622 13612 16384, 4695 13707 16384, 4798 13756 16384, 4902 13760 16384, 5005 13717 16384, 5123 13644 16384, 5226 13565 16384, 5305 13494 16384, 5319 13480 16384</inkml:trace>
  <inkml:trace contextRef="#ctx0" brushRef="#br0">5505 12926 16384, 5501 12926 16384, 5505 12924 16384, 5555 12916 16384, 5667 12896 16384, 5805 12862 16384, 5925 12832 16384, 6033 12812 16384, 6111 12800 16384, 6151 12794 16384</inkml:trace>
  <inkml:trace contextRef="#ctx0" brushRef="#br0">5499 13222 16384, 5523 13216 16384, 5625 13198 16384, 5769 13150 16384, 5921 13092 16384, 6063 13056 16384, 6163 13042 16384, 6209 13036 16384, 6217 13036 16384</inkml:trace>
  <inkml:trace contextRef="#ctx0" brushRef="#br0">5721 12760 16384, 5761 12782 16384, 5855 12858 16384, 5929 12956 16384, 5985 13060 16384, 6017 13160 16384, 6029 13238 16384, 6031 13300 16384, 6015 13340 16384, 5987 13364 16384, 5943 13368 16384</inkml:trace>
  <inkml:trace contextRef="#ctx0" brushRef="#br0">5603 13538 16384, 5593 13550 16384, 5607 13598 16384, 5689 13662 16384, 5791 13708 16384, 5893 13742 16384, 5983 13758 16384, 6061 13760 16384, 6135 13756 16384</inkml:trace>
  <inkml:trace contextRef="#ctx0" brushRef="#br0">7555 13196 16384, 7561 13177 16384, 7561 13106 16384, 7555 13055 16384, 7542 12984 16384, 7516 12914 16384, 7471 12843 16384, 7426 12798 16384, 7394 12773 16384, 7349 12766 16384, 7298 12760 16384, 7253 12766 16384, 7196 12786 16384, 7138 12824 16384, 7099 12882 16384, 7055 12959 16384, 7010 13055 16384, 6990 13177 16384, 6984 13318 16384, 6990 13472 16384, 7010 13581 16384, 7042 13657 16384, 7087 13709 16384, 7131 13734 16384, 7176 13754 16384, 7240 13760 16384, 7292 13754 16384, 7343 13728 16384, 7394 13677 16384, 7439 13600 16384, 7484 13504 16384, 7529 13382 16384, 7555 13241 16384, 7574 13100 16384, 7580 12991 16384, 7587 12927 16384, 7587 12895 16384, 7587 12888 16384, 7587 12895 16384, 7580 12914 16384, 7567 12952 16384, 7561 13016 16384, 7555 13100 16384, 7555 13189 16384, 7561 13292 16384, 7580 13401 16384, 7606 13497 16384, 7638 13555 16384, 7676 13587 16384, 7708 13613 16384, 7747 13625 16384, 7785 13625 16384, 7811 13613 16384</inkml:trace>
  <inkml:trace contextRef="#ctx0" brushRef="#br0">8435 13251 16384, 8427 13251 16384, 8431 13251 16384, 8437 13251 16384, 8446 13249 16384, 8457 13249 16384, 8469 13247 16384, 8485 13247 16384, 8506 13245 16384, 8530 13243 16384, 8560 13243 16384, 8588 13241 16384, 8620 13241 16384, 8653 13239 16384, 8683 13239 16384, 8715 13241 16384, 8750 13243 16384, 8782 13247 16384, 8815 13249 16384, 8849 13251 16384, 8877 13253 16384, 8905 13253 16384, 8927 13253 16384, 8944 13253 16384, 8955 13254 16384, 8964 13254 16384, 8972 13254 16384, 8976 13254 16384, 8977 13251 16384</inkml:trace>
  <inkml:trace contextRef="#ctx0" brushRef="#br0">8713 13021 16384, 8713 13023 16384, 8711 13025 16384, 8711 13029 16384, 8711 13036 16384, 8711 13047 16384, 8713 13062 16384, 8715 13083 16384, 8716 13107 16384, 8716 13137 16384, 8718 13171 16384, 8716 13208 16384, 8715 13243 16384, 8711 13281 16384, 8707 13320 16384, 8705 13353 16384, 8705 13385 16384, 8705 13415 16384, 8705 13437 16384, 8705 13458 16384, 8707 13474 16384, 8709 13487 16384, 8711 13495 16384, 8713 13499 16384</inkml:trace>
  <inkml:trace contextRef="#ctx0" brushRef="#br0">9844 12771 16384, 9832 12766 16384, 9827 12760 16384, 9821 12771 16384, 9821 12794 16384, 9821 12822 16384, 9821 12918 16384, 9815 12969 16384, 9810 13031 16384, 9798 13167 16384, 9781 13387 16384, 9776 13500 16384, 9765 13613 16384, 9765 13653 16384, 9765 13664 16384, 9765 13681 16384, 9765 13687 16384, 9759 13692 16384, 9759 13687 16384, 9753 13664 16384, 9753 13630 16384, 9753 13579 16384, 9776 13472 16384, 9798 13404 16384, 9810 13376 16384, 9844 13314 16384, 9866 13297 16384, 9923 13274 16384, 10007 13257 16384, 10058 13257 16384, 10109 13263 16384, 10160 13280 16384, 10211 13331 16384, 10222 13348 16384, 10245 13398 16384, 10256 13444 16384, 10262 13500 16384, 10233 13574 16384, 10217 13596 16384, 10166 13664 16384, 10120 13698 16384, 10075 13732 16384, 10030 13754 16384, 9985 13760 16384, 9940 13754 16384, 9923 13749 16384, 9861 13704 16384, 9844 13687 16384, 9827 13664 16384</inkml:trace>
  <inkml:trace contextRef="#ctx0" brushRef="#br0">11041 13140 16384, 11037 13140 16384, 11037 13143 16384, 11045 13147 16384, 11056 13147 16384, 11078 13151 16384, 11114 13151 16384, 11187 13147 16384, 11241 13140 16384, 11300 13136 16384, 11358 13133 16384, 11435 13133 16384, 11475 13140 16384, 11507 13147 16384, 11526 13154 16384</inkml:trace>
  <inkml:trace contextRef="#ctx0" brushRef="#br0">11052 13387 16384, 11048 13387 16384, 11052 13387 16384, 11059 13387 16384, 11085 13387 16384, 11158 13387 16384, 11183 13384 16384, 11238 13380 16384, 11263 13380 16384, 11322 13377 16384, 11376 13373 16384, 11431 13369 16384, 11482 13366 16384, 11518 13366 16384, 11547 13362 16384, 11573 13362 16384, 11587 13362 16384</inkml:trace>
  <inkml:trace contextRef="#ctx0" brushRef="#br0">12964 13103 16384, 12971 13075 16384, 12971 13047 16384, 12964 13019 16384, 12950 12991 16384, 12922 12935 16384, 12901 12907 16384, 12852 12858 16384, 12824 12830 16384, 12747 12781 16384, 12649 12760 16384, 12572 12767 16384, 12502 12809 16384, 12418 12865 16384, 12306 12984 16384, 12285 13019 16384, 12264 13054 16384, 12250 13138 16384, 12250 13270 16384, 12264 13368 16384, 12292 13473 16384, 12341 13578 16384, 12432 13690 16384, 12509 13739 16384, 12579 13760 16384, 12614 13760 16384, 12656 13760 16384, 12733 13746 16384, 12845 13697 16384, 12908 13648 16384, 12957 13592 16384, 12985 13564 16384</inkml:trace>
  <inkml:trace contextRef="#ctx0" brushRef="#br0">13920 12764 16384, 13922 12760 16384, 13911 12806 16384, 13856 12951 16384, 13787 13147 16384, 13744 13364 16384, 13742 13560 16384, 13790 13676 16384, 13865 13735 16384, 13947 13760 16384, 14025 13751 16384, 14107 13703 16384, 14166 13651 16384</inkml:trace>
  <inkml:trace contextRef="#ctx0" brushRef="#br0">13696 13090 16384, 13692 13086 16384, 13754 13077 16384, 13869 13059 16384, 13988 13049 16384, 14075 13049 16384, 14107 13059 16384, 14107 13065 16384</inkml:trace>
  <inkml:trace contextRef="#ctx0" brushRef="#br0">13647 13320 16384, 13785 13286 16384, 13926 13252 16384, 14041 13245 16384, 14109 13245 16384, 14138 13247 16384</inkml:trace>
  <inkml:trace contextRef="#ctx0" brushRef="#br0">15450 12760 16384, 15431 12768 16384, 15427 12772 16384, 15415 12791 16384, 15395 12819 16384, 15364 12862 16384, 15313 12921 16384, 15254 12987 16384, 15180 13070 16384, 15101 13164 16384, 15027 13246 16384, 14956 13325 16384, 14909 13384 16384, 14878 13415 16384, 14858 13431 16384, 14850 13431 16384, 14846 13431 16384</inkml:trace>
  <inkml:trace contextRef="#ctx0" brushRef="#br0">15172 13085 16384, 15187 13097 16384, 15195 13113 16384, 15207 13156 16384, 15219 13211 16384, 15231 13274 16384, 15234 13344 16384, 15234 13415 16384, 15227 13493 16384, 15215 13572 16384, 15203 13638 16384, 15199 13689 16384, 15195 13725 16384, 15195 13748 16384, 15199 13756 16384, 15199 13760 16384</inkml:trace>
  <inkml:trace contextRef="#ctx0" brushRef="#br0">15650 12760 16384, 15630 12760 16384, 15637 12787 16384, 15663 12820 16384, 15697 12867 16384, 15737 12927 16384, 15777 12987 16384, 15817 13053 16384, 15843 13113 16384, 15863 13160 16384</inkml:trace>
  <inkml:trace contextRef="#ctx0" brushRef="#br0">15710 13760 16384, 15730 13753 16384, 15737 13747 16384, 15777 13727 16384, 15837 13687 16384, 15910 13640 16384, 15983 13587 16384, 16097 13513 16384, 16137 13480 16384, 16177 13453 16384, 16303 13347 16384, 16383 13267 16384, 16450 13173 16384, 16517 13067 16384, 16557 12967 16384, 16610 12813 16384</inkml:trace>
  <inkml:trace contextRef="#ctx0" brushRef="#br0">16866 12771 16384, 16844 12760 16384, 16861 12760 16384, 16888 12760 16384, 16926 12765 16384, 16980 12771 16384, 17040 12771 16384, 17111 12771 16384, 17181 12771 16384, 17247 12771 16384, 17312 12771 16384, 17372 12771 16384, 17415 12771 16384, 17431 12771 16384</inkml:trace>
  <inkml:trace contextRef="#ctx0" brushRef="#br0">16801 13015 16384, 16796 13015 16384, 16790 13015 16384, 16801 13015 16384, 16834 13015 16384, 16883 13015 16384, 16953 13015 16384, 17029 13005 16384, 17105 12999 16384, 17181 12994 16384, 17268 12994 16384, 17344 12988 16384, 17415 12988 16384, 17475 12999 16384, 17508 13015 16384, 17529 13037 16384, 17546 13070 16384, 17540 13108 16384, 17518 13168 16384, 17480 13244 16384, 17448 13320 16384, 17399 13412 16384, 17344 13505 16384, 17301 13575 16384, 17252 13635 16384, 17219 13684 16384, 17192 13717 16384, 17160 13744 16384, 17138 13760 16384</inkml:trace>
  <inkml:trace contextRef="#ctx0" brushRef="#br0">18329 12760 16384, 18310 12768 16384, 18306 12772 16384, 18294 12791 16384, 18275 12819 16384, 18243 12862 16384, 18192 12921 16384, 18133 12987 16384, 18059 13070 16384, 17980 13164 16384, 17906 13246 16384, 17835 13325 16384, 17788 13384 16384, 17757 13415 16384, 17737 13431 16384, 17729 13431 16384, 17726 13431 16384</inkml:trace>
  <inkml:trace contextRef="#ctx0" brushRef="#br0">18051 13085 16384, 18067 13097 16384, 18075 13113 16384, 18086 13156 16384, 18098 13211 16384, 18110 13274 16384, 18114 13344 16384, 18114 13415 16384, 18106 13493 16384, 18094 13572 16384, 18082 13638 16384, 18078 13689 16384, 18075 13725 16384, 18075 13748 16384, 18078 13756 16384, 18078 13760 16384</inkml:trace>
  <inkml:trace contextRef="#ctx0" brushRef="#br0">18529 12760 16384, 18509 12760 16384, 18516 12787 16384, 18543 12820 16384, 18576 12867 16384, 18616 12927 16384, 18656 12987 16384, 18696 13053 16384, 18723 13113 16384, 18743 13160 16384</inkml:trace>
  <inkml:trace contextRef="#ctx0" brushRef="#br0">18589 13760 16384, 18609 13753 16384, 18616 13747 16384, 18656 13727 16384, 18716 13687 16384, 18789 13640 16384, 18863 13587 16384, 18976 13513 16384, 19016 13480 16384, 19056 13453 16384, 19183 13347 16384, 19263 13267 16384, 19329 13173 16384, 19396 13067 16384, 19436 12967 16384, 19489 12813 16384</inkml:trace>
  <inkml:trace contextRef="#ctx0" brushRef="#br0">19696 13012 16384, 19673 13016 16384, 19669 13020 16384, 19669 13023 16384, 19677 13027 16384, 19692 13027 16384, 19727 13031 16384, 19761 13031 16384, 19780 13031 16384, 19834 13023 16384, 19891 13020 16384, 19960 13012 16384, 20040 13004 16384, 20108 13004 16384, 20185 13004 16384, 20257 13004 16384, 20326 13004 16384, 20379 13004 16384, 20425 13004 16384, 20448 13004 16384, 20467 13004 16384, 20475 13004 16384, 20467 13004 16384, 20448 13012 16384, 20425 13020 16384, 20391 13031 16384, 20349 13042 16384, 20311 13058 16384, 20265 13077 16384, 20219 13104 16384, 20173 13134 16384, 20127 13172 16384, 20089 13218 16384, 20066 13264 16384, 20040 13310 16384, 20021 13359 16384, 20013 13405 16384, 20009 13451 16384, 20013 13497 16384, 20024 13531 16384, 20047 13569 16384, 20078 13596 16384, 20108 13619 16384, 20147 13642 16384, 20185 13661 16384, 20223 13668 16384, 20261 13672 16384, 20303 13672 16384, 20345 13661 16384, 20391 13649 16384, 20433 13630 16384</inkml:trace>
  <inkml:trace contextRef="#ctx0" brushRef="#br0">20536 12855 16384, 20536 12859 16384, 20528 12871 16384, 20528 12882 16384, 20532 12905 16384, 20540 12928 16384, 20547 12955 16384, 20555 13000 16384, 20555 13027 16384, 20559 13039 16384, 20559 13046 16384, 20563 13062 16384, 20574 13069 16384, 20578 13073 16384</inkml:trace>
  <inkml:trace contextRef="#ctx0" brushRef="#br0">20616 12848 16384, 20616 12852 16384, 20616 12859 16384, 20624 12882 16384, 20627 12913 16384, 20631 12947 16384, 20635 12985 16384, 20639 13000 16384, 20639 13016 16384, 20647 13035 16384, 20658 13050 16384, 20666 13058 16384, 20669 13062 16384</inkml:trace>
  <inkml:trace contextRef="#ctx0" brushRef="#br0">22056 12847 16384, 22042 12832 16384, 22003 12798 16384, 21984 12794 16384, 21941 12774 16384, 21902 12765 16384, 21849 12760 16384, 21792 12760 16384, 21734 12774 16384, 21672 12798 16384, 21604 12837 16384, 21542 12890 16384, 21479 12957 16384, 21422 13034 16384, 21383 13111 16384, 21354 13198 16384, 21349 13294 16384, 21359 13385 16384, 21393 13476 16384, 21431 13558 16384, 21523 13659 16384, 21590 13712 16384, 21624 13726 16384, 21700 13750 16384, 21773 13760 16384, 21845 13760 16384, 21917 13746 16384, 21984 13717 16384, 22051 13683 16384, 22119 13640 16384, 22176 13592 16384, 22229 13539 16384, 22268 13486 16384, 22301 13419 16384, 22330 13347 16384, 22340 13265 16384, 22340 13178 16384, 22325 13097 16384, 22297 13020 16384, 22263 12952 16384, 22229 12895 16384, 22181 12851 16384, 22133 12813 16384, 22085 12789 16384, 22037 12774 16384, 21994 12774 16384, 21950 12779 16384</inkml:trace>
  <inkml:trace contextRef="#ctx0" brushRef="#br0">22554 12760 16384, 22554 12764 16384, 22558 12775 16384, 22561 12783 16384, 22565 12809 16384, 22569 12851 16384, 22569 12907 16384, 22569 12941 16384, 22569 13017 16384, 22558 13156 16384, 22550 13254 16384, 22543 13356 16384, 22535 13451 16384, 22527 13534 16384, 22524 13609 16384, 22520 13666 16384, 22520 13711 16384</inkml:trace>
  <inkml:trace contextRef="#ctx0" brushRef="#br0">22999 12873 16384, 22992 12873 16384, 22973 12881 16384, 22969 12888 16384, 22958 12907 16384, 22939 12926 16384, 22905 12952 16384, 22852 12990 16384, 22799 13028 16384, 22750 13073 16384, 22697 13115 16384, 22659 13145 16384, 22610 13179 16384, 22580 13202 16384, 22569 13213 16384, 22558 13220 16384, 22539 13239 16384, 22531 13262 16384, 22527 13277 16384, 22531 13292 16384, 22543 13307 16384, 22565 13326 16384, 22599 13352 16384, 22633 13379 16384, 22678 13413 16384, 22727 13451 16384, 22776 13488 16384, 22826 13530 16384, 22863 13571 16384, 22890 13609 16384, 22916 13647 16384, 22935 13681 16384, 22946 13707 16384, 22954 13730 16384, 22965 13749 16384, 22973 13760 16384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brush xml:id="br1">
      <inkml:brushProperty name="width" value="0.18920" units="cm"/>
      <inkml:brushProperty name="height" value="0.18920" units="cm"/>
      <inkml:brushProperty name="color" value="#004F8B"/>
    </inkml:brush>
  </inkml:definitions>
  <inkml:trace contextRef="#ctx0" brushRef="#br0">2200 17478 16384, 2200 17490 16384, 2225 17528 16384, 2238 17565 16384, 2238 17578 16384, 2238 17603 16384, 2225 17628 16384, 2200 17653 16384, 2162 17665 16384, 2138 17665 16384, 2100 17665 16384, 2062 17665 16384, 2038 17653 16384, 2025 17628 16384, 2025 17603 16384, 2025 17540 16384, 2050 17503 16384, 2075 17465 16384, 2112 17440 16384, 2150 17428 16384, 2175 17415 16384, 2212 17415 16384, 2250 17415 16384, 2262 17415 16384, 2288 17440 16384, 2300 17453 16384, 2300 17490 16384, 2288 17503 16384, 2262 17528 16384, 2238 17553 16384, 2200 17565 16384, 2150 17590 16384, 2100 17603 16384, 2050 17603 16384, 2013 17590 16384, 2000 17578 16384, 2000 17553 16384, 2000 17528 16384, 2025 17503 16384, 2038 17490 16384, 2062 17465 16384, 2112 17453 16384, 2150 17440 16384, 2175 17440 16384, 2212 17440 16384, 2238 17440 16384, 2262 17478 16384, 2275 17515 16384, 2275 17540 16384, 2275 17565 16384, 2262 17590 16384, 2238 17615 16384, 2225 17628 16384, 2212 17628 16384, 2200 17628 16384, 2188 17615 16384, 2188 17603 16384, 2188 17578 16384, 2188 17565 16384, 2188 17553 16384, 2200 17528 16384, 2212 17515 16384, 2225 17503 16384, 2238 17503 16384, 2238 17515 16384, 2225 17540 16384, 2225 17553 16384, 2212 17553 16384, 2200 17565 16384, 2188 17578 16384, 2175 17578 16384, 2162 17578 16384, 2162 17565 16384, 2175 17540 16384, 2200 17515 16384, 2212 17503 16384, 2225 17490 16384, 2212 17515 16384, 2175 17540 16384, 2138 17565 16384, 2100 17578 16384, 2062 17603 16384, 2050 17603 16384, 2062 17590 16384, 2100 17565 16384, 2112 17553 16384, 2150 17528 16384, 2175 17503 16384, 2225 17465 16384, 2238 17440 16384, 2238 17428 16384, 2225 17428 16384, 2200 17453 16384, 2175 17478 16384, 2150 17503 16384, 2138 17528 16384, 2125 17540 16384</inkml:trace>
  <inkml:trace contextRef="#ctx0" brushRef="#br1">3141 17040 16384, 3200 17075 16384, 3267 17149 16384, 3313 17217 16384, 3330 17274 16384, 3312 17318 16384, 3265 17366 16384, 3213 17403 16384, 3203 17406 16384</inkml:trace>
  <inkml:trace contextRef="#ctx0" brushRef="#br1">3257 17609 16384, 3272 17620 16384, 3308 17664 16384, 3354 17736 16384, 3385 17806 16384, 3397 17873 16384, 3389 17941 16384, 3359 17985 16384, 3323 18013 16384, 3278 18008 16384</inkml:trace>
  <inkml:trace contextRef="#ctx0" brushRef="#br1">2800 17793 16384, 2825 17866 16384, 2854 17946 16384, 2879 17997 16384, 2915 18027 16384, 2974 18040 16384, 3007 18037 16384</inkml:trace>
  <inkml:trace contextRef="#ctx0" brushRef="#br1">3676 17749 16384, 3681 17769 16384, 3693 17814 16384, 3715 17863 16384, 3743 17896 16384, 3765 17915 16384, 3775 17923 16384</inkml:trace>
  <inkml:trace contextRef="#ctx0" brushRef="#br1">3955 17084 16384, 3968 17086 16384, 4035 17130 16384, 4132 17227 16384, 4214 17311 16384, 4279 17380 16384, 4335 17430 16384, 4346 17436 16384</inkml:trace>
  <inkml:trace contextRef="#ctx0" brushRef="#br1">4674 17156 16384, 4665 17156 16384, 4614 17181 16384, 4532 17259 16384, 4404 17391 16384, 4296 17527 16384, 4225 17670 16384, 4203 17784 16384, 4229 17860 16384, 4298 17924 16384, 4396 17972 16384, 4501 17989 16384, 4627 17996 16384, 4754 17985 16384, 4869 17963 16384, 4955 17942 16384</inkml:trace>
  <inkml:trace contextRef="#ctx0" brushRef="#br1">5173 17235 16384, 5169 17231 16384, 5158 17223 16384, 5162 17227 16384, 5165 17238 16384, 5169 17254 16384, 5173 17273 16384, 5173 17303 16384, 5169 17345 16384, 5162 17406 16384, 5150 17475 16384, 5143 17555 16384, 5135 17632 16384, 5135 17704 16384, 5135 17773 16384, 5143 17830 16384, 5154 17880 16384, 5173 17922 16384, 5204 17960 16384, 5230 17990 16384, 5261 18013 16384, 5295 18029 16384, 5326 18036 16384, 5360 18040 16384, 5398 18032 16384, 5436 18021 16384, 5475 17998 16384, 5513 17971 16384, 5551 17941 16384, 5585 17914 16384, 5616 17887 16384, 5639 17861 16384, 5658 17838 16384, 5669 17819 16384, 5677 17807 16384</inkml:trace>
  <inkml:trace contextRef="#ctx0" brushRef="#br1">5559 17055 16384, 5555 17055 16384, 5547 17055 16384, 5543 17059 16384, 5543 17067 16384, 5547 17078 16384, 5555 17097 16384, 5559 17120 16384, 5562 17143 16384, 5566 17166 16384, 5566 17193 16384, 5566 17216 16384, 5566 17235 16384, 5566 17250 16384, 5570 17265 16384, 5570 17277 16384, 5578 17280 16384, 5578 17284 16384</inkml:trace>
  <inkml:trace contextRef="#ctx0" brushRef="#br1">5654 17040 16384, 5646 17040 16384, 5643 17044 16384, 5643 17048 16384, 5650 17063 16384, 5662 17082 16384, 5677 17113 16384, 5685 17143 16384, 5688 17177 16384, 5692 17212 16384, 5692 17238 16384, 5692 17265 16384, 5696 17284 16384, 5700 17296 16384, 5700 17307 16384, 5704 17311 16384</inkml:trace>
  <inkml:trace contextRef="#ctx0" brushRef="#br0">6384 17084 16384, 6397 17086 16384, 6464 17130 16384, 6561 17227 16384, 6643 17311 16384, 6708 17380 16384, 6764 17430 16384, 6775 17436 16384</inkml:trace>
  <inkml:trace contextRef="#ctx0" brushRef="#br0">7103 17156 16384, 7094 17156 16384, 7042 17181 16384, 6960 17259 16384, 6833 17391 16384, 6725 17527 16384, 6654 17670 16384, 6632 17784 16384, 6658 17860 16384, 6727 17924 16384, 6824 17972 16384, 6930 17989 16384, 7055 17996 16384, 7183 17985 16384, 7297 17963 16384, 7384 17942 16384</inkml:trace>
  <inkml:trace contextRef="#ctx0" brushRef="#br0">8167 17307 16384, 8155 17276 16384, 8155 17264 16384, 8173 17246 16384, 8197 17222 16384, 8233 17198 16384, 8282 17173 16384, 8330 17155 16384, 8385 17149 16384, 8476 17161 16384, 8500 17173 16384, 8555 17210 16384, 8597 17270 16384, 8621 17343 16384, 8633 17434 16384, 8633 17519 16384, 8621 17598 16384, 8591 17676 16384, 8561 17743 16384, 8518 17810 16384, 8470 17870 16384, 8421 17925 16384, 8373 17967 16384, 8324 18004 16384, 8258 18034 16384, 8215 18040 16384, 8203 18040 16384</inkml:trace>
  <inkml:trace contextRef="#ctx0" brushRef="#br0">8973 17046 16384, 8961 17040 16384, 8918 17052 16384, 8900 17064 16384, 8864 17095 16384, 8821 17131 16384, 8773 17179 16384, 8724 17234 16384, 8688 17301 16384, 8645 17392 16384, 8621 17482 16384, 8603 17592 16384, 8597 17695 16384, 8609 17779 16384, 8633 17858 16384, 8682 17919 16384, 8730 17955 16384, 8785 17979 16384, 8845 17992 16384, 8900 17992 16384, 8930 17992 16384</inkml:trace>
  <inkml:trace contextRef="#ctx0" brushRef="#br0">9092 17027 16384, 9089 17023 16384, 9082 17013 16384, 9077 16997 16384, 9078 16973 16384, 9091 16952 16384, 9112 16935 16384, 9140 16930 16384, 9167 16944 16384, 9187 16981 16384, 9195 17042 16384, 9189 17109 16384, 9173 17152 16384, 9146 17186 16384, 9132 17202 16384, 9118 17215 16384, 9098 17230 16384, 9090 17233 16384, 9096 17231 16384, 9117 17231 16384, 9148 17234 16384, 9185 17241 16384, 9219 17247 16384, 9245 17250 16384, 9265 17249 16384, 9271 17248 16384</inkml:trace>
  <inkml:trace contextRef="#ctx0" brushRef="#br0">10317 17106 16384, 10325 17122 16384, 10343 17239 16384, 10330 17450 16384, 10263 17638 16384, 10160 17814 16384, 10061 17918 16384, 9987 17936 16384, 9915 17904 16384, 9848 17801 16384, 9801 17614 16384, 9830 17367 16384, 9968 17194 16384, 10138 17106 16384, 10348 17040 16384, 10567 17048 16384, 10729 17186 16384, 10793 17463 16384, 10790 17777 16384, 10777 17939 16384, 10761 18021 16384, 10753 18040 16384</inkml:trace>
  <inkml:trace contextRef="#ctx0" brushRef="#br1">11526 17040 16384, 11532 17040 16384, 11543 17040 16384, 11569 17051 16384, 11612 17078 16384, 11655 17115 16384, 11698 17148 16384, 11736 17191 16384, 11774 17239 16384, 11806 17277 16384, 11838 17320 16384, 11860 17352 16384, 11881 17379 16384, 11887 17395 16384</inkml:trace>
  <inkml:trace contextRef="#ctx0" brushRef="#br1">11532 17400 16384, 11537 17406 16384, 11569 17422 16384, 11586 17438 16384, 11629 17465 16384, 11677 17497 16384, 11725 17535 16384, 11768 17567 16384, 11811 17594 16384, 11849 17615 16384, 11870 17637 16384, 11892 17653 16384, 11908 17669 16384, 11919 17685 16384</inkml:trace>
  <inkml:trace contextRef="#ctx0" brushRef="#br1">11473 17771 16384, 11489 17782 16384, 11494 17793 16384, 11532 17820 16384, 11586 17857 16384, 11639 17889 16384, 11688 17916 16384, 11731 17943 16384, 11768 17965 16384, 11801 17986 16384, 11833 18008 16384, 11854 18024 16384, 11870 18035 16384, 11887 18040 16384</inkml:trace>
  <inkml:trace contextRef="#ctx0" brushRef="#br1">12293 17505 16384, 12293 17511 16384, 12296 17517 16384, 12296 17520 16384, 12299 17536 16384, 12299 17551 16384, 12299 17566 16384, 12299 17587 16384, 12299 17609 16384, 12299 17621 16384, 12299 17630 16384, 12299 17636 16384, 12302 17639 16384, 12302 17642 16384</inkml:trace>
  <inkml:trace contextRef="#ctx0" brushRef="#br1">12105 17557 16384, 12102 17557 16384, 12099 17557 16384, 12099 17563 16384, 12108 17581 16384, 12111 17602 16384, 12114 17615 16384, 12117 17624 16384, 12123 17648 16384, 12132 17678 16384, 12138 17694 16384, 12144 17703 16384, 12151 17712 16384, 12157 17718 16384</inkml:trace>
  <inkml:trace contextRef="#ctx0" brushRef="#br1">12609 17514 16384, 12606 17514 16384, 12600 17517 16384, 12603 17526 16384, 12612 17536 16384, 12618 17548 16384, 12628 17557 16384, 12634 17566 16384, 12640 17578 16384, 12646 17593 16384, 12649 17612 16384, 12649 17633 16384, 12643 17660 16384, 12631 17691 16384, 12615 17724 16384, 12594 17763 16384, 12564 17800 16384, 12536 17839 16384, 12506 17876 16384, 12479 17906 16384, 12451 17934 16384, 12427 17958 16384, 12409 17976 16384, 12391 17994 16384, 12372 18007 16384, 12363 18019 16384, 12354 18025 16384</inkml:trace>
  <inkml:trace contextRef="#ctx0" brushRef="#br1">13147 17055 16384, 13142 17050 16384, 13137 17040 16384, 13137 17055 16384, 13132 17085 16384, 13117 17121 16384, 13081 17181 16384, 13031 17267 16384, 12970 17353 16384, 12915 17439 16384, 12864 17515 16384, 12839 17560 16384, 12829 17585 16384</inkml:trace>
  <inkml:trace contextRef="#ctx0" brushRef="#br1">13107 17106 16384, 13122 17096 16384, 13162 17070 16384, 13182 17070 16384, 13233 17065 16384, 13283 17055 16384, 13339 17045 16384, 13384 17040 16384, 13425 17040 16384, 13470 17040 16384, 13496 17045 16384, 13511 17055 16384, 13521 17075 16384, 13526 17101 16384, 13516 17146 16384, 13496 17202 16384, 13470 17277 16384, 13425 17368 16384, 13374 17474 16384, 13329 17585 16384, 13273 17697 16384, 13238 17798 16384, 13203 17868 16384, 13177 17929 16384, 13162 17969 16384, 13157 18000 16384, 13152 18020 16384, 13147 18035 16384, 13147 18040 16384</inkml:trace>
  <inkml:trace contextRef="#ctx0" brushRef="#br1">13706 17130 16384, 13711 17125 16384, 13736 17115 16384, 13761 17115 16384, 13811 17105 16384, 13876 17095 16384, 13946 17085 16384, 14016 17070 16384, 14086 17055 16384, 14161 17045 16384, 14231 17040 16384, 14286 17040 16384, 14341 17050 16384, 14371 17065 16384, 14391 17095 16384, 14401 17135 16384, 14396 17180 16384, 14376 17240 16384, 14346 17315 16384, 14306 17390 16384, 14251 17475 16384, 14186 17570 16384, 14121 17660 16384, 14046 17755 16384, 13976 17840 16384, 13916 17910 16384, 13866 17965 16384, 13831 18005 16384, 13801 18030 16384, 13791 18040 16384</inkml:trace>
  <inkml:trace contextRef="#ctx0" brushRef="#br1">14141 17670 16384, 14161 17670 16384, 14216 17695 16384, 14236 17710 16384, 14276 17740 16384, 14316 17770 16384, 14351 17810 16384, 14376 17850 16384, 14401 17890 16384, 14426 17925 16384, 14446 17950 16384, 14466 17970 16384, 14481 17980 16384, 14486 17985 16384</inkml:trace>
  <inkml:trace contextRef="#ctx0" brushRef="#br0">15439 17044 16384, 15440 17040 16384, 15430 17086 16384, 15374 17231 16384, 15305 17427 16384, 15262 17644 16384, 15260 17840 16384, 15308 17956 16384, 15383 18015 16384, 15465 18040 16384, 15544 18031 16384, 15626 17983 16384, 15685 17931 16384</inkml:trace>
  <inkml:trace contextRef="#ctx0" brushRef="#br0">15214 17370 16384, 15210 17366 16384, 15273 17357 16384, 15387 17339 16384, 15506 17329 16384, 15594 17329 16384, 15626 17339 16384, 15626 17345 16384</inkml:trace>
  <inkml:trace contextRef="#ctx0" brushRef="#br0">15166 17600 16384, 15303 17566 16384, 15444 17532 16384, 15560 17525 16384, 15628 17525 16384, 15656 17527 16384</inkml:trace>
  <inkml:trace contextRef="#ctx0" brushRef="#br0">17071 17127 16384, 17057 17112 16384, 17018 17078 16384, 16999 17074 16384, 16956 17054 16384, 16917 17045 16384, 16865 17040 16384, 16807 17040 16384, 16749 17054 16384, 16687 17078 16384, 16619 17117 16384, 16557 17170 16384, 16494 17237 16384, 16437 17314 16384, 16398 17391 16384, 16369 17478 16384, 16365 17574 16384, 16374 17665 16384, 16408 17756 16384, 16446 17838 16384, 16538 17939 16384, 16605 17992 16384, 16639 18006 16384, 16716 18030 16384, 16788 18040 16384, 16860 18040 16384, 16932 18026 16384, 16999 17997 16384, 17066 17963 16384, 17134 17920 16384, 17191 17872 16384, 17244 17819 16384, 17283 17766 16384, 17316 17699 16384, 17345 17627 16384, 17355 17545 16384, 17355 17458 16384, 17341 17377 16384, 17312 17300 16384, 17278 17232 16384, 17244 17175 16384, 17196 17131 16384, 17148 17093 16384, 17100 17069 16384, 17052 17054 16384, 17009 17054 16384, 16966 17059 16384</inkml:trace>
  <inkml:trace contextRef="#ctx0" brushRef="#br0">17569 17040 16384, 17569 17044 16384, 17573 17055 16384, 17576 17063 16384, 17580 17089 16384, 17584 17131 16384, 17584 17187 16384, 17584 17221 16384, 17584 17297 16384, 17573 17436 16384, 17565 17534 16384, 17558 17636 16384, 17550 17731 16384, 17542 17814 16384, 17539 17889 16384, 17535 17946 16384, 17535 17991 16384</inkml:trace>
  <inkml:trace contextRef="#ctx0" brushRef="#br0">18014 17153 16384, 18007 17153 16384, 17988 17161 16384, 17984 17168 16384, 17973 17187 16384, 17954 17206 16384, 17920 17232 16384, 17867 17270 16384, 17814 17308 16384, 17765 17353 16384, 17712 17395 16384, 17675 17425 16384, 17626 17459 16384, 17595 17482 16384, 17584 17493 16384, 17573 17500 16384, 17554 17519 16384, 17546 17542 16384, 17542 17557 16384, 17546 17572 16384, 17558 17587 16384, 17580 17606 16384, 17614 17632 16384, 17648 17659 16384, 17693 17693 16384, 17742 17731 16384, 17792 17768 16384, 17841 17810 16384, 17878 17851 16384, 17905 17889 16384, 17931 17927 16384, 17950 17961 16384, 17961 17987 16384, 17969 18010 16384, 17980 18029 16384, 17988 18040 16384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1514 2384 16384, 1507 2384 16384, 1500 2377 16384, 1507 2377 16384, 1529 2348 16384, 1565 2298 16384, 1608 2233 16384, 1665 2155 16384, 1722 2069 16384, 1787 1975 16384, 1859 1882 16384, 1923 1789 16384, 1988 1710 16384, 2038 1645 16384, 2081 1595 16384, 2138 1552 16384, 2160 1538 16384, 2181 1531 16384, 2203 1531 16384, 2224 1538 16384, 2260 1567 16384, 2296 1610 16384, 2332 1674 16384, 2389 1775 16384, 2454 1896 16384, 2518 2033 16384, 2561 2104 16384, 2626 2212 16384, 2698 2312 16384, 2769 2398 16384, 2827 2456 16384, 2884 2513 16384, 2927 2556 16384, 2963 2585 16384, 2977 2592 16384</inkml:trace>
  <inkml:trace contextRef="#ctx0" brushRef="#br0">2956 1237 16384, 2949 1237 16384, 2949 1244 16384, 2963 1265 16384, 2977 1294 16384, 2999 1337 16384, 3020 1394 16384, 3035 1445 16384, 3049 1495 16384, 3071 1545 16384, 3085 1567 16384, 3092 1588 16384, 3099 1595 16384, 3106 1602 16384, 3106 1610 16384</inkml:trace>
  <inkml:trace contextRef="#ctx0" brushRef="#br0">3149 1208 16384, 3149 1215 16384, 3149 1222 16384, 3149 1229 16384, 3164 1258 16384, 3178 1287 16384, 3192 1323 16384, 3214 1366 16384, 3221 1387 16384, 3235 1430 16384, 3250 1473 16384, 3257 1488 16384, 3278 1516 16384, 3293 1531 16384, 3300 1538 16384</inkml:trace>
  <inkml:trace contextRef="#ctx0" brushRef="#br0">3635 1299 16384, 3628 1299 16384, 3635 1295 16384, 3725 1281 16384, 3926 1245 16384, 4175 1184 16384, 4391 1130 16384, 4585 1094 16384, 4726 1072 16384, 4798 1061 16384</inkml:trace>
  <inkml:trace contextRef="#ctx0" brushRef="#br0">3624 1832 16384, 3667 1821 16384, 3851 1788 16384, 4110 1702 16384, 4384 1598 16384, 4639 1533 16384, 4819 1508 16384, 4902 1497 16384, 4916 1497 16384</inkml:trace>
  <inkml:trace contextRef="#ctx0" brushRef="#br0">4024 1000 16384, 4096 1040 16384, 4265 1176 16384, 4398 1353 16384, 4499 1540 16384, 4556 1720 16384, 4578 1860 16384, 4582 1972 16384, 4553 2044 16384, 4502 2087 16384, 4423 2094 16384</inkml:trace>
  <inkml:trace contextRef="#ctx0" brushRef="#br0">3811 2400 16384, 3793 2422 16384, 3818 2508 16384, 3966 2624 16384, 4150 2706 16384, 4333 2768 16384, 4495 2796 16384, 4636 2800 16384, 4769 2793 16384</inkml:trace>
  <inkml:trace contextRef="#ctx0" brushRef="#br0">5240 1080 16384, 5264 1084 16384, 5384 1161 16384, 5559 1336 16384, 5707 1488 16384, 5824 1612 16384, 5925 1702 16384, 5944 1713 16384</inkml:trace>
  <inkml:trace contextRef="#ctx0" brushRef="#br0">6535 1208 16384, 6519 1208 16384, 6426 1255 16384, 6278 1395 16384, 6049 1632 16384, 5855 1877 16384, 5726 2133 16384, 5687 2339 16384, 5734 2475 16384, 5859 2592 16384, 6033 2678 16384, 6224 2709 16384, 6449 2720 16384, 6679 2701 16384, 6885 2662 16384, 7040 2623 16384</inkml:trace>
  <inkml:trace contextRef="#ctx0" brushRef="#br0">8475 1010 16384, 8518 1013 16384, 8682 1016 16384, 8903 1000 16384, 9110 1013 16384, 9304 1063 16384, 9459 1099 16384, 9538 1122 16384, 9544 1128 16384, 9482 1151 16384, 9304 1214 16384, 9071 1293 16384, 8794 1388 16384, 8531 1510 16384, 8363 1592 16384, 8274 1635 16384, 8264 1642 16384, 8307 1655 16384, 8439 1668 16384, 8663 1652 16384, 8949 1615 16384, 9281 1589 16384, 9548 1586 16384, 9673 1589 16384, 9696 1592 16384, 9660 1605 16384, 9538 1658 16384, 9344 1750 16384, 9113 1892 16384, 8946 2086 16384, 8873 2303 16384, 8873 2494 16384, 8949 2652 16384, 9090 2757 16384, 9278 2800 16384, 9472 2777 16384, 9577 2744 16384</inkml:trace>
  <inkml:trace contextRef="#ctx0" brushRef="#br0">10382 1000 16384, 10391 1021 16384, 10459 1080 16384, 10565 1156 16384, 10639 1221 16384, 10671 1268 16384</inkml:trace>
  <inkml:trace contextRef="#ctx0" brushRef="#br0">10040 1772 16384, 10026 1772 16384, 10020 1772 16384, 10111 1748 16384, 10264 1686 16384, 10444 1616 16384, 10594 1563 16384, 10694 1548 16384, 10727 1569 16384, 10703 1648 16384, 10618 1807 16384, 10468 2052 16384, 10303 2323 16384, 10158 2585 16384, 10076 2738 16384, 10058 2791 16384, 10055 2800 16384, 10076 2782 16384, 10135 2703 16384, 10220 2567 16384, 10338 2388 16384, 10497 2234 16384, 10618 2184 16384, 10686 2173 16384, 10709 2193 16384, 10715 2276 16384, 10703 2420 16384, 10700 2567 16384, 10739 2676 16384, 10809 2738 16384, 10898 2773 16384, 11013 2776 16384, 11139 2735 16384</inkml:trace>
  <inkml:trace contextRef="#ctx0" brushRef="#br0">11532 1350 16384, 11525 1344 16384, 11505 1330 16384, 11511 1337 16384, 11518 1357 16384, 11525 1385 16384, 11532 1419 16384, 11532 1474 16384, 11525 1550 16384, 11511 1660 16384, 11491 1783 16384, 11477 1927 16384, 11463 2065 16384, 11463 2195 16384, 11463 2319 16384, 11477 2422 16384, 11498 2511 16384, 11532 2587 16384, 11587 2656 16384, 11635 2711 16384, 11690 2752 16384, 11752 2779 16384, 11807 2793 16384, 11869 2800 16384, 11937 2786 16384, 12006 2766 16384, 12075 2724 16384, 12143 2676 16384, 12212 2621 16384, 12274 2573 16384, 12329 2525 16384, 12370 2477 16384, 12405 2436 16384, 12425 2402 16384, 12439 2381 16384</inkml:trace>
  <inkml:trace contextRef="#ctx0" brushRef="#br0">12226 1027 16384, 12219 1027 16384, 12205 1027 16384, 12198 1034 16384, 12198 1048 16384, 12205 1069 16384, 12219 1103 16384, 12226 1144 16384, 12233 1185 16384, 12240 1227 16384, 12240 1275 16384, 12240 1316 16384, 12240 1350 16384, 12240 1378 16384, 12247 1405 16384, 12247 1426 16384, 12260 1433 16384, 12260 1440 16384</inkml:trace>
  <inkml:trace contextRef="#ctx0" brushRef="#br0">12398 1000 16384, 12384 1000 16384, 12377 1007 16384, 12377 1014 16384, 12391 1041 16384, 12411 1076 16384, 12439 1131 16384, 12453 1185 16384, 12460 1247 16384, 12466 1309 16384, 12466 1357 16384, 12466 1405 16384, 12473 1440 16384, 12480 1460 16384, 12480 1481 16384, 12487 1488 16384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2903 4467 16384, 2891 4436 16384, 2891 4424 16384, 2909 4406 16384, 2933 4382 16384, 2970 4358 16384, 3018 4333 16384, 3067 4315 16384, 3121 4309 16384, 3212 4321 16384, 3236 4333 16384, 3291 4370 16384, 3333 4430 16384, 3358 4503 16384, 3370 4594 16384, 3370 4679 16384, 3358 4758 16384, 3327 4836 16384, 3297 4903 16384, 3255 4970 16384, 3206 5030 16384, 3158 5085 16384, 3109 5127 16384, 3061 5164 16384, 2994 5194 16384, 2952 5200 16384, 2939 5200 16384</inkml:trace>
  <inkml:trace contextRef="#ctx0" brushRef="#br0">3709 4206 16384, 3697 4200 16384, 3655 4212 16384, 3636 4224 16384, 3600 4255 16384, 3558 4291 16384, 3509 4339 16384, 3461 4394 16384, 3424 4461 16384, 3382 4552 16384, 3358 4642 16384, 3339 4752 16384, 3333 4855 16384, 3345 4939 16384, 3370 5018 16384, 3418 5079 16384, 3467 5115 16384, 3521 5139 16384, 3582 5152 16384, 3636 5152 16384, 3667 5152 16384</inkml:trace>
  <inkml:trace contextRef="#ctx0" brushRef="#br0">3828 4187 16384, 3825 4183 16384, 3819 4173 16384, 3813 4157 16384, 3814 4133 16384, 3827 4112 16384, 3849 4095 16384, 3877 4090 16384, 3903 4104 16384, 3923 4141 16384, 3931 4202 16384, 3925 4269 16384, 3909 4312 16384, 3883 4346 16384, 3868 4362 16384, 3854 4375 16384, 3835 4390 16384, 3826 4393 16384, 3833 4391 16384, 3854 4391 16384, 3885 4394 16384, 3922 4401 16384, 3956 4407 16384, 3982 4410 16384, 4001 4409 16384, 4007 4408 16384</inkml:trace>
  <inkml:trace contextRef="#ctx0" brushRef="#br0">4544 4691 16384, 4537 4691 16384, 4541 4691 16384, 4546 4691 16384, 4556 4689 16384, 4567 4689 16384, 4578 4687 16384, 4595 4687 16384, 4615 4685 16384, 4640 4683 16384, 4669 4683 16384, 4697 4681 16384, 4729 4681 16384, 4763 4679 16384, 4792 4679 16384, 4824 4681 16384, 4860 4683 16384, 4891 4687 16384, 4925 4689 16384, 4958 4691 16384, 4986 4693 16384, 5014 4693 16384, 5037 4693 16384, 5053 4693 16384, 5065 4694 16384, 5074 4694 16384, 5081 4694 16384, 5085 4694 16384, 5087 4691 16384</inkml:trace>
  <inkml:trace contextRef="#ctx0" brushRef="#br0">4822 4461 16384, 4822 4463 16384, 4820 4465 16384, 4820 4469 16384, 4820 4476 16384, 4820 4487 16384, 4822 4502 16384, 4824 4523 16384, 4826 4547 16384, 4826 4577 16384, 4828 4611 16384, 4826 4648 16384, 4824 4683 16384, 4820 4721 16384, 4817 4760 16384, 4815 4793 16384, 4815 4825 16384, 4815 4855 16384, 4815 4877 16384, 4815 4898 16384, 4817 4914 16384, 4819 4927 16384, 4820 4935 16384, 4822 4939 16384</inkml:trace>
  <inkml:trace contextRef="#ctx0" brushRef="#br0">5796 4328 16384, 5785 4296 16384, 5796 4286 16384, 5818 4264 16384, 5839 4248 16384, 5866 4227 16384, 5892 4205 16384, 5908 4200 16384, 5919 4205 16384, 5924 4216 16384, 5924 4237 16384, 5924 4264 16384, 5924 4312 16384, 5919 4360 16384, 5919 4414 16384, 5919 4473 16384, 5924 4510 16384, 5946 4532 16384, 5973 4542 16384, 6010 4542 16384, 6053 4532 16384, 6090 4516 16384, 6128 4489 16384, 6160 4457 16384, 6192 4409 16384, 6213 4371 16384, 6235 4334 16384, 6245 4291 16384, 6251 4259 16384, 6251 4237 16384, 6251 4221 16384, 6245 4227 16384, 6240 4243 16384, 6235 4270 16384, 6224 4312 16384, 6219 4371 16384, 6208 4435 16384, 6203 4516 16384, 6192 4617 16384, 6181 4729 16384, 6165 4842 16384, 6149 4943 16384, 6128 5029 16384, 6101 5088 16384, 6080 5136 16384, 6058 5168 16384, 6037 5189 16384, 5999 5200 16384, 5957 5200 16384, 5924 5195 16384, 5892 5184 16384, 5860 5163 16384, 5839 5125 16384, 5823 5077 16384, 5823 5034 16384, 5828 4997 16384, 5850 4965 16384, 5887 4943 16384, 5935 4922 16384, 5994 4895 16384, 6053 4874 16384, 6133 4858 16384, 6203 4847 16384, 6272 4847 16384, 6326 4847 16384, 6374 4847 16384, 6406 4847 16384, 6427 4847 16384, 6443 4847 16384, 6449 4852 16384</inkml:trace>
  <inkml:trace contextRef="#ctx0" brushRef="#br0">6645 4187 16384, 6642 4183 16384, 6636 4173 16384, 6630 4157 16384, 6631 4133 16384, 6644 4112 16384, 6666 4095 16384, 6694 4090 16384, 6720 4104 16384, 6740 4141 16384, 6748 4202 16384, 6742 4269 16384, 6726 4312 16384, 6700 4346 16384, 6685 4362 16384, 6671 4375 16384, 6652 4390 16384, 6643 4393 16384, 6650 4391 16384, 6671 4391 16384, 6702 4394 16384, 6739 4401 16384, 6773 4407 16384, 6799 4410 16384, 6818 4409 16384, 6824 4408 16384</inkml:trace>
  <inkml:trace contextRef="#ctx0" brushRef="#br0">7358 4580 16384, 7354 4580 16384, 7354 4583 16384, 7361 4587 16384, 7372 4587 16384, 7394 4591 16384, 7430 4591 16384, 7503 4587 16384, 7558 4580 16384, 7616 4576 16384, 7675 4573 16384, 7751 4573 16384, 7791 4580 16384, 7824 4587 16384, 7842 4594 16384</inkml:trace>
  <inkml:trace contextRef="#ctx0" brushRef="#br0">7369 4827 16384, 7365 4827 16384, 7369 4827 16384, 7376 4827 16384, 7401 4827 16384, 7474 4827 16384, 7500 4824 16384, 7554 4820 16384, 7580 4820 16384, 7638 4817 16384, 7693 4813 16384, 7747 4809 16384, 7798 4806 16384, 7835 4806 16384, 7864 4802 16384, 7889 4802 16384, 7904 4802 16384</inkml:trace>
  <inkml:trace contextRef="#ctx0" brushRef="#br0">8575 4273 16384, 8554 4257 16384, 8554 4252 16384, 8559 4247 16384, 8575 4236 16384, 8595 4231 16384, 8616 4226 16384, 8637 4216 16384, 8658 4210 16384, 8674 4205 16384, 8689 4200 16384, 8700 4200 16384, 8710 4200 16384, 8720 4210 16384, 8726 4231 16384, 8731 4268 16384, 8736 4320 16384, 8741 4393 16384, 8741 4497 16384, 8741 4622 16384, 8736 4747 16384, 8731 4872 16384, 8720 4981 16384, 8710 5070 16384, 8705 5132 16384, 8694 5174 16384, 8689 5195 16384, 8679 5200 16384, 8674 5195 16384, 8668 5179 16384, 8663 5143 16384, 8663 5096 16384, 8668 5028 16384, 8684 4940 16384, 8700 4846 16384, 8720 4726 16384, 8752 4575 16384, 8809 4466 16384, 8871 4403 16384, 8944 4372 16384, 8996 4361 16384, 9059 4356 16384, 9111 4356 16384, 9158 4356 16384, 9200 4361 16384, 9241 4361 16384, 9273 4361 16384, 9299 4361 16384, 9314 4361 16384</inkml:trace>
  <inkml:trace contextRef="#ctx0" brushRef="#br0">9462 4187 16384, 9459 4183 16384, 9453 4173 16384, 9447 4157 16384, 9448 4133 16384, 9461 4112 16384, 9483 4095 16384, 9511 4090 16384, 9537 4104 16384, 9557 4141 16384, 9565 4202 16384, 9559 4269 16384, 9543 4312 16384, 9517 4346 16384, 9502 4362 16384, 9488 4375 16384, 9469 4390 16384, 9460 4393 16384, 9467 4391 16384, 9488 4391 16384, 9519 4394 16384, 9556 4401 16384, 9590 4407 16384, 9616 4410 16384, 9635 4409 16384, 9641 4408 16384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8918 16384, 2200 8930 16384, 2225 8968 16384, 2238 9005 16384, 2238 9018 16384, 2238 9042 16384, 2225 9068 16384, 2200 9092 16384, 2162 9105 16384, 2138 9105 16384, 2100 9105 16384, 2062 9105 16384, 2038 9092 16384, 2025 9068 16384, 2025 9042 16384, 2025 8980 16384, 2050 8942 16384, 2075 8905 16384, 2112 8880 16384, 2150 8868 16384, 2175 8855 16384, 2212 8855 16384, 2250 8855 16384, 2262 8855 16384, 2288 8880 16384, 2300 8892 16384, 2300 8930 16384, 2288 8942 16384, 2262 8968 16384, 2238 8992 16384, 2200 9005 16384, 2150 9030 16384, 2100 9042 16384, 2050 9042 16384, 2013 9030 16384, 2000 9018 16384, 2000 8992 16384, 2000 8968 16384, 2025 8942 16384, 2038 8930 16384, 2062 8905 16384, 2112 8892 16384, 2150 8880 16384, 2175 8880 16384, 2212 8880 16384, 2238 8880 16384, 2262 8918 16384, 2275 8955 16384, 2275 8980 16384, 2275 9005 16384, 2262 9030 16384, 2238 9055 16384, 2225 9068 16384, 2212 9068 16384, 2200 9068 16384, 2188 9055 16384, 2188 9042 16384, 2188 9018 16384, 2188 9005 16384, 2188 8992 16384, 2200 8968 16384, 2212 8955 16384, 2225 8942 16384, 2238 8942 16384, 2238 8955 16384, 2225 8980 16384, 2225 8992 16384, 2212 8992 16384, 2200 9005 16384, 2188 9018 16384, 2175 9018 16384, 2162 9018 16384, 2162 9005 16384, 2175 8980 16384, 2200 8955 16384, 2212 8942 16384, 2225 8930 16384, 2212 8955 16384, 2175 8980 16384, 2138 9005 16384, 2100 9018 16384, 2062 9042 16384, 2050 9042 16384, 2062 9030 16384, 2100 9005 16384, 2112 8992 16384, 2150 8968 16384, 2175 8942 16384, 2225 8905 16384, 2238 8880 16384, 2238 8868 16384, 2225 8868 16384, 2200 8892 16384, 2175 8918 16384, 2150 8942 16384, 2138 8968 16384, 2125 8980 16384</inkml:trace>
  <inkml:trace contextRef="#ctx0" brushRef="#br0">3457 8916 16384, 3463 8897 16384, 3463 8826 16384, 3457 8775 16384, 3444 8704 16384, 3419 8634 16384, 3374 8563 16384, 3329 8518 16384, 3297 8493 16384, 3252 8486 16384, 3201 8480 16384, 3156 8486 16384, 3098 8506 16384, 3040 8544 16384, 3002 8602 16384, 2957 8679 16384, 2912 8775 16384, 2893 8897 16384, 2887 9038 16384, 2893 9192 16384, 2912 9301 16384, 2944 9377 16384, 2989 9429 16384, 3034 9454 16384, 3079 9474 16384, 3143 9480 16384, 3194 9474 16384, 3246 9448 16384, 3297 9397 16384, 3342 9320 16384, 3387 9224 16384, 3431 9102 16384, 3457 8961 16384, 3476 8820 16384, 3483 8711 16384, 3489 8647 16384, 3489 8615 16384, 3489 8608 16384, 3489 8615 16384, 3483 8634 16384, 3470 8672 16384, 3463 8736 16384, 3457 8820 16384, 3457 8909 16384, 3463 9012 16384, 3483 9121 16384, 3508 9217 16384, 3540 9275 16384, 3579 9307 16384, 3611 9333 16384, 3649 9345 16384, 3688 9345 16384, 3713 9333 16384</inkml:trace>
  <inkml:trace contextRef="#ctx0" brushRef="#br0">3762 9332 16384, 3753 9325 16384, 3753 9321 16384, 3756 9312 16384, 3769 9299 16384, 3780 9288 16384, 3789 9277 16384, 3796 9270 16384, 3804 9270 16384, 3813 9270 16384, 3820 9277 16384, 3825 9288 16384, 3829 9305 16384, 3833 9332 16384, 3835 9365 16384, 3836 9412 16384, 3836 9465 16384, 3835 9508 16384, 3833 9543 16384, 3831 9568 16384, 3829 9581 16384, 3829 9586 16384, 3829 9590 16384, 3831 9590 16384, 3831 9586 16384, 3831 9575 16384, 3833 9561 16384, 3836 9537 16384, 3842 9506 16384, 3849 9470 16384, 3856 9426 16384, 3865 9377 16384, 3880 9335 16384, 3898 9308 16384, 3915 9294 16384, 3933 9286 16384, 3947 9283 16384, 3960 9281 16384, 3973 9283 16384, 3984 9290 16384, 3993 9303 16384, 4002 9326 16384, 4009 9357 16384, 4016 9394 16384, 4020 9434 16384, 4025 9475 16384, 4029 9510 16384, 4033 9535 16384, 4040 9554 16384, 4047 9565 16384, 4055 9568 16384, 4062 9570 16384, 4067 9568 16384</inkml:trace>
  <inkml:trace contextRef="#ctx0" brushRef="#br0">4601 8860 16384, 4597 8860 16384, 4597 8863 16384, 4605 8867 16384, 4615 8867 16384, 4637 8871 16384, 4674 8871 16384, 4747 8867 16384, 4801 8860 16384, 4860 8856 16384, 4918 8853 16384, 4994 8853 16384, 5034 8860 16384, 5067 8867 16384, 5085 8874 16384</inkml:trace>
  <inkml:trace contextRef="#ctx0" brushRef="#br0">4612 9107 16384, 4608 9107 16384, 4612 9107 16384, 4619 9107 16384, 4645 9107 16384, 4717 9107 16384, 4743 9104 16384, 4798 9100 16384, 4823 9100 16384, 4881 9097 16384, 4936 9093 16384, 4991 9089 16384, 5042 9086 16384, 5078 9086 16384, 5107 9082 16384, 5133 9082 16384, 5147 9082 16384</inkml:trace>
  <inkml:trace contextRef="#ctx0" brushRef="#br0">6334 8916 16384, 6341 8897 16384, 6341 8826 16384, 6334 8775 16384, 6322 8704 16384, 6296 8634 16384, 6251 8563 16384, 6206 8518 16384, 6174 8493 16384, 6129 8486 16384, 6078 8480 16384, 6033 8486 16384, 5975 8506 16384, 5918 8544 16384, 5879 8602 16384, 5834 8679 16384, 5789 8775 16384, 5770 8897 16384, 5764 9038 16384, 5770 9192 16384, 5789 9301 16384, 5822 9377 16384, 5866 9429 16384, 5911 9454 16384, 5956 9474 16384, 6020 9480 16384, 6072 9474 16384, 6123 9448 16384, 6174 9397 16384, 6219 9320 16384, 6264 9224 16384, 6309 9102 16384, 6334 8961 16384, 6354 8820 16384, 6360 8711 16384, 6366 8647 16384, 6366 8615 16384, 6366 8608 16384, 6366 8615 16384, 6360 8634 16384, 6347 8672 16384, 6341 8736 16384, 6334 8820 16384, 6334 8909 16384, 6341 9012 16384, 6360 9121 16384, 6386 9217 16384, 6418 9275 16384, 6456 9307 16384, 6488 9333 16384, 6527 9345 16384, 6565 9345 16384, 6591 9333 16384</inkml:trace>
  <inkml:trace contextRef="#ctx0" brushRef="#br0">6803 9270 16384, 6801 9271 16384, 6802 9287 16384, 6801 9337 16384, 6792 9416 16384, 6782 9489 16384, 6774 9541 16384, 6772 9575 16384, 6778 9590 16384</inkml:trace>
  <inkml:trace contextRef="#ctx0" brushRef="#br0">7340 8971 16384, 7333 8971 16384, 7336 8971 16384, 7342 8971 16384, 7351 8969 16384, 7363 8969 16384, 7374 8967 16384, 7390 8967 16384, 7411 8965 16384, 7435 8963 16384, 7465 8963 16384, 7493 8961 16384, 7525 8961 16384, 7558 8959 16384, 7588 8959 16384, 7620 8961 16384, 7655 8963 16384, 7687 8967 16384, 7720 8969 16384, 7754 8971 16384, 7782 8973 16384, 7810 8973 16384, 7832 8973 16384, 7849 8973 16384, 7860 8974 16384, 7870 8974 16384, 7877 8974 16384, 7881 8974 16384, 7883 8971 16384</inkml:trace>
  <inkml:trace contextRef="#ctx0" brushRef="#br0">7618 8741 16384, 7618 8743 16384, 7616 8745 16384, 7616 8749 16384, 7616 8756 16384, 7616 8767 16384, 7618 8782 16384, 7620 8803 16384, 7622 8827 16384, 7622 8857 16384, 7624 8891 16384, 7622 8928 16384, 7620 8963 16384, 7616 9001 16384, 7612 9040 16384, 7610 9073 16384, 7610 9105 16384, 7610 9135 16384, 7610 9157 16384, 7610 9178 16384, 7612 9194 16384, 7614 9207 16384, 7616 9215 16384, 7618 9219 16384</inkml:trace>
  <inkml:trace contextRef="#ctx0" brushRef="#br0">8712 8486 16384, 8712 8483 16384, 8712 8480 16384, 8709 8480 16384, 8700 8486 16384, 8694 8495 16384, 8685 8507 16384, 8673 8526 16384, 8661 8550 16384, 8633 8611 16384, 8624 8635 16384, 8618 8660 16384, 8600 8721 16384, 8575 8821 16384, 8566 8895 16384, 8563 8977 16384, 8566 9099 16384, 8575 9181 16384, 8590 9260 16384, 8621 9349 16384, 8636 9401 16384, 8654 9437 16384, 8679 9468 16384, 8688 9480 16384</inkml:trace>
  <inkml:trace contextRef="#ctx0" brushRef="#br0">8900 8673 16384, 8871 8650 16384, 8871 8639 16384, 8883 8611 16384, 8922 8571 16384, 8956 8537 16384, 8985 8503 16384, 9008 8480 16384, 9030 8480 16384, 9059 8480 16384, 9081 8503 16384, 9098 8537 16384, 9110 8588 16384, 9121 8673 16384, 9127 8775 16384, 9133 8923 16384, 9133 9088 16384, 9127 9224 16384, 9121 9332 16384, 9116 9412 16384, 9110 9452 16384, 9110 9469 16384, 9110 9480 16384, 9116 9480 16384, 9116 9469 16384, 9116 9435 16384, 9121 9389 16384, 9133 9315 16384, 9150 9219 16384, 9172 9105 16384, 9195 8969 16384, 9223 8815 16384, 9269 8685 16384, 9326 8599 16384, 9377 8554 16384, 9434 8531 16384, 9479 8520 16384, 9519 8514 16384, 9559 8520 16384, 9593 8542 16384, 9621 8582 16384, 9650 8656 16384, 9672 8753 16384, 9695 8866 16384, 9706 8991 16384, 9723 9122 16384, 9735 9230 16384, 9746 9310 16384, 9769 9366 16384, 9792 9400 16384, 9814 9412 16384, 9837 9418 16384, 9854 9412 16384</inkml:trace>
  <inkml:trace contextRef="#ctx0" brushRef="#br0">10400 8976 16384, 10397 8976 16384, 10395 8979 16384, 10393 8979 16384, 10395 8981 16384, 10404 8986 16384, 10419 8988 16384, 10437 8991 16384, 10463 8991 16384, 10496 8986 16384, 10534 8981 16384, 10579 8974 16384, 10621 8969 16384, 10664 8969 16384, 10706 8969 16384, 10739 8969 16384, 10770 8972 16384, 10798 8974 16384, 10822 8976 16384, 10843 8979 16384, 10862 8979 16384, 10883 8976 16384, 10893 8974 16384</inkml:trace>
  <inkml:trace contextRef="#ctx0" brushRef="#br0">11971 8480 16384, 11965 8482 16384, 11969 8532 16384, 11967 8689 16384, 11937 8936 16384, 11906 9165 16384, 11882 9326 16384, 11875 9434 16384, 11893 9480 16384</inkml:trace>
  <inkml:trace contextRef="#ctx0" brushRef="#br0">12622 8480 16384, 12626 8480 16384, 12626 8484 16384, 12629 8484 16384, 12633 8487 16384, 12654 8512 16384, 12669 8544 16384, 12683 8594 16384, 12694 8655 16384, 12704 8719 16384, 12722 8834 16384, 12726 8873 16384, 12729 8912 16384, 12733 8987 16384, 12733 9101 16384, 12729 9166 16384, 12719 9230 16384, 12708 9291 16384, 12697 9337 16384, 12683 9398 16384, 12669 9430 16384, 12654 9455 16384, 12647 9462 16384, 12626 9480 16384</inkml:trace>
  <inkml:trace contextRef="#ctx0" brushRef="#br0">14076 8480 16384, 14072 8480 16384, 14064 8480 16384, 14064 8484 16384, 14072 8500 16384, 14072 8511 16384, 14076 8555 16384, 14072 8622 16384, 14060 8700 16384, 14048 8803 16384, 14037 8976 16384, 14029 9090 16384, 14021 9204 16384, 14017 9256 16384, 14013 9334 16384, 14013 9389 16384, 14021 9441 16384, 14025 9464 16384, 14029 9476 16384, 14033 9480 16384, 14037 9480 16384, 14037 9468 16384, 14037 9445 16384, 14037 9409 16384, 14033 9366 16384, 14025 9311 16384, 14017 9248 16384, 14005 9177 16384, 13985 9110 16384, 13974 9078 16384, 13922 9015 16384, 13907 9008 16384, 13851 9015 16384, 13820 9035 16384, 13789 9059 16384, 13769 9094 16384, 13741 9169 16384, 13733 9224 16384, 13729 9252 16384, 13729 9279 16384, 13737 9330 16384, 13761 9389 16384, 13781 9413 16384, 13800 9433 16384, 13832 9445 16384, 13863 9452 16384, 13891 9452 16384, 13938 9437 16384, 13966 9417 16384, 13993 9389 16384, 14017 9354 16384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13198 16384, 2200 13210 16384, 2225 13248 16384, 2238 13285 16384, 2238 13298 16384, 2238 13323 16384, 2225 13348 16384, 2200 13372 16384, 2162 13385 16384, 2138 13385 16384, 2100 13385 16384, 2062 13385 16384, 2038 13372 16384, 2025 13348 16384, 2025 13323 16384, 2025 13260 16384, 2050 13223 16384, 2075 13185 16384, 2112 13160 16384, 2150 13148 16384, 2175 13135 16384, 2212 13135 16384, 2250 13135 16384, 2262 13135 16384, 2288 13160 16384, 2300 13173 16384, 2300 13210 16384, 2288 13223 16384, 2262 13248 16384, 2238 13272 16384, 2200 13285 16384, 2150 13310 16384, 2100 13323 16384, 2050 13323 16384, 2013 13310 16384, 2000 13298 16384, 2000 13272 16384, 2000 13248 16384, 2025 13223 16384, 2038 13210 16384, 2062 13185 16384, 2112 13173 16384, 2150 13160 16384, 2175 13160 16384, 2212 13160 16384, 2238 13160 16384, 2262 13198 16384, 2275 13235 16384, 2275 13260 16384, 2275 13285 16384, 2262 13310 16384, 2238 13335 16384, 2225 13348 16384, 2212 13348 16384, 2200 13348 16384, 2188 13335 16384, 2188 13323 16384, 2188 13298 16384, 2188 13285 16384, 2188 13272 16384, 2200 13248 16384, 2212 13235 16384, 2225 13223 16384, 2238 13223 16384, 2238 13235 16384, 2225 13260 16384, 2225 13272 16384, 2212 13272 16384, 2200 13285 16384, 2188 13298 16384, 2175 13298 16384, 2162 13298 16384, 2162 13285 16384, 2175 13260 16384, 2200 13235 16384, 2212 13223 16384, 2225 13210 16384, 2212 13235 16384, 2175 13260 16384, 2138 13285 16384, 2100 13298 16384, 2062 13323 16384, 2050 13323 16384, 2062 13310 16384, 2100 13285 16384, 2112 13272 16384, 2150 13248 16384, 2175 13223 16384, 2225 13185 16384, 2238 13160 16384, 2238 13148 16384, 2225 13148 16384, 2200 13173 16384, 2175 13198 16384, 2150 13223 16384, 2138 13248 16384, 2125 13260 16384</inkml:trace>
  <inkml:trace contextRef="#ctx0" brushRef="#br0">3014 12807 16384, 3004 12802 16384, 2995 12793 16384, 3014 12788 16384, 3042 12788 16384, 3089 12783 16384, 3145 12779 16384, 3211 12769 16384, 3281 12765 16384, 3356 12760 16384, 3422 12760 16384, 3488 12765 16384, 3549 12779 16384, 3596 12798 16384, 3610 12807 16384</inkml:trace>
  <inkml:trace contextRef="#ctx0" brushRef="#br0">2967 12783 16384, 2962 12793 16384, 2976 12807 16384, 2990 12830 16384, 3000 12873 16384, 3000 12943 16384, 2990 13046 16384, 2976 13178 16384, 2962 13319 16384, 2957 13455 16384, 2953 13572 16384, 2962 13652 16384, 2981 13708 16384, 2995 13746 16384</inkml:trace>
  <inkml:trace contextRef="#ctx0" brushRef="#br0">3004 13305 16384, 3032 13295 16384, 3051 13295 16384, 3112 13286 16384, 3178 13272 16384, 3248 13253 16384, 3319 13239 16384, 3385 13234 16384, 3446 13234 16384, 3511 13244 16384, 3558 13253 16384, 3605 13267 16384, 3638 13281 16384, 3647 13291 16384</inkml:trace>
  <inkml:trace contextRef="#ctx0" brushRef="#br0">2962 13737 16384, 2962 13741 16384, 2990 13760 16384, 3023 13760 16384, 3098 13760 16384, 3164 13741 16384, 3230 13732 16384, 3295 13727 16384, 3347 13727 16384, 3403 13732 16384, 3446 13732 16384, 3483 13727 16384</inkml:trace>
  <inkml:trace contextRef="#ctx0" brushRef="#br0">4334 13140 16384, 4330 13140 16384, 4330 13143 16384, 4337 13147 16384, 4348 13147 16384, 4370 13151 16384, 4406 13151 16384, 4479 13147 16384, 4534 13140 16384, 4592 13136 16384, 4651 13133 16384, 4727 13133 16384, 4767 13140 16384, 4800 13147 16384, 4818 13154 16384</inkml:trace>
  <inkml:trace contextRef="#ctx0" brushRef="#br0">4345 13387 16384, 4341 13387 16384, 4345 13387 16384, 4352 13387 16384, 4377 13387 16384, 4450 13387 16384, 4476 13384 16384, 4530 13380 16384, 4556 13380 16384, 4614 13377 16384, 4669 13373 16384, 4723 13369 16384, 4774 13366 16384, 4811 13366 16384, 4840 13362 16384, 4865 13362 16384, 4880 13362 16384</inkml:trace>
  <inkml:trace contextRef="#ctx0" brushRef="#br0">5438 13099 16384, 5415 13067 16384, 5410 13054 16384, 5415 13021 16384, 5433 12985 16384, 5456 12943 16384, 5470 12911 16384, 5488 12888 16384, 5511 12875 16384, 5529 12870 16384, 5548 12866 16384, 5561 12870 16384, 5575 12893 16384, 5593 12925 16384, 5607 12985 16384, 5616 13067 16384, 5626 13173 16384, 5635 13297 16384, 5635 13416 16384, 5630 13517 16384, 5626 13586 16384, 5616 13632 16384, 5616 13650 16384, 5616 13654 16384, 5621 13654 16384, 5621 13641 16384, 5621 13618 16384, 5621 13581 16384, 5621 13526 16384, 5621 13462 16384, 5626 13384 16384, 5635 13288 16384, 5644 13164 16384, 5662 13054 16384, 5690 12971 16384, 5731 12925 16384, 5763 12902 16384, 5791 12893 16384, 5823 12884 16384, 5846 12888 16384, 5864 12898 16384, 5882 12930 16384, 5901 12980 16384, 5910 13058 16384, 5915 13145 16384, 5910 13251 16384, 5901 13356 16384, 5892 13434 16384, 5882 13499 16384, 5873 13540 16384, 5869 13563 16384, 5864 13577 16384, 5860 13577 16384, 5860 13567 16384, 5855 13549 16384, 5855 13517 16384, 5855 13471 16384, 5855 13402 16384, 5864 13320 16384, 5878 13219 16384, 5905 13099 16384, 5947 12994 16384, 5983 12943 16384, 6025 12921 16384, 6061 12902 16384, 6089 12893 16384, 6126 12888 16384, 6153 12893 16384, 6176 12911 16384, 6208 12943 16384, 6236 12999 16384, 6254 13072 16384, 6268 13168 16384, 6286 13278 16384, 6300 13370 16384, 6314 13457 16384, 6327 13521 16384, 6341 13572 16384, 6355 13599 16384, 6378 13613 16384, 6401 13613 16384, 6410 13609 16384</inkml:trace>
  <inkml:trace contextRef="#ctx0" brushRef="#br0">7786 13103 16384, 7793 13075 16384, 7793 13047 16384, 7786 13019 16384, 7772 12991 16384, 7744 12935 16384, 7723 12907 16384, 7674 12858 16384, 7646 12830 16384, 7569 12781 16384, 7471 12760 16384, 7395 12767 16384, 7325 12809 16384, 7241 12865 16384, 7129 12984 16384, 7108 13019 16384, 7087 13054 16384, 7073 13138 16384, 7073 13270 16384, 7087 13368 16384, 7115 13473 16384, 7164 13578 16384, 7255 13690 16384, 7332 13739 16384, 7402 13760 16384, 7437 13760 16384, 7478 13760 16384, 7555 13746 16384, 7667 13697 16384, 7730 13648 16384, 7779 13592 16384, 7807 13564 16384</inkml:trace>
  <inkml:trace contextRef="#ctx0" brushRef="#br0">7968 12747 16384, 7965 12743 16384, 7959 12733 16384, 7953 12717 16384, 7954 12693 16384, 7967 12672 16384, 7989 12655 16384, 8017 12650 16384, 8043 12664 16384, 8063 12701 16384, 8071 12762 16384, 8065 12829 16384, 8049 12872 16384, 8023 12906 16384, 8008 12922 16384, 7994 12935 16384, 7975 12950 16384, 7966 12953 16384, 7973 12951 16384, 7994 12951 16384, 8025 12954 16384, 8062 12961 16384, 8096 12967 16384, 8122 12970 16384, 8141 12969 16384, 8147 12968 16384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17478 16384, 2200 17490 16384, 2225 17528 16384, 2238 17565 16384, 2238 17578 16384, 2238 17603 16384, 2225 17628 16384, 2200 17653 16384, 2162 17665 16384, 2138 17665 16384, 2100 17665 16384, 2062 17665 16384, 2038 17653 16384, 2025 17628 16384, 2025 17603 16384, 2025 17540 16384, 2050 17503 16384, 2075 17465 16384, 2112 17440 16384, 2150 17428 16384, 2175 17415 16384, 2212 17415 16384, 2250 17415 16384, 2262 17415 16384, 2288 17440 16384, 2300 17453 16384, 2300 17490 16384, 2288 17503 16384, 2262 17528 16384, 2238 17553 16384, 2200 17565 16384, 2150 17590 16384, 2100 17603 16384, 2050 17603 16384, 2013 17590 16384, 2000 17578 16384, 2000 17553 16384, 2000 17528 16384, 2025 17503 16384, 2038 17490 16384, 2062 17465 16384, 2112 17453 16384, 2150 17440 16384, 2175 17440 16384, 2212 17440 16384, 2238 17440 16384, 2262 17478 16384, 2275 17515 16384, 2275 17540 16384, 2275 17565 16384, 2262 17590 16384, 2238 17615 16384, 2225 17628 16384, 2212 17628 16384, 2200 17628 16384, 2188 17615 16384, 2188 17603 16384, 2188 17578 16384, 2188 17565 16384, 2188 17553 16384, 2200 17528 16384, 2212 17515 16384, 2225 17503 16384, 2238 17503 16384, 2238 17515 16384, 2225 17540 16384, 2225 17553 16384, 2212 17553 16384, 2200 17565 16384, 2188 17578 16384, 2175 17578 16384, 2162 17578 16384, 2162 17565 16384, 2175 17540 16384, 2200 17515 16384, 2212 17503 16384, 2225 17490 16384, 2212 17515 16384, 2175 17540 16384, 2138 17565 16384, 2100 17578 16384, 2062 17603 16384, 2050 17603 16384, 2062 17590 16384, 2100 17565 16384, 2112 17553 16384, 2150 17528 16384, 2175 17503 16384, 2225 17465 16384, 2238 17440 16384, 2238 17428 16384, 2225 17428 16384, 2200 17453 16384, 2175 17478 16384, 2150 17503 16384, 2138 17528 16384, 2125 17540 16384</inkml:trace>
  <inkml:trace contextRef="#ctx0" brushRef="#br0">3541 17120 16384, 3533 17104 16384, 3514 17063 16384, 3503 17055 16384, 3488 17048 16384, 3469 17040 16384, 3453 17040 16384, 3438 17040 16384, 3419 17048 16384, 3397 17067 16384, 3378 17089 16384, 3362 17120 16384, 3344 17173 16384, 3325 17233 16384, 3306 17313 16384, 3291 17415 16384, 3279 17525 16384, 3268 17642 16384, 3256 17752 16384, 3253 17832 16384, 3245 17900 16384, 3245 17945 16384, 3245 17976 16384, 3245 17998 16384, 3241 18017 16384, 3234 18032 16384, 3230 18040 16384</inkml:trace>
  <inkml:trace contextRef="#ctx0" brushRef="#br0">3048 17589 16384, 3052 17582 16384, 3071 17559 16384, 3086 17555 16384, 3124 17536 16384, 3162 17510 16384, 3211 17491 16384, 3260 17472 16384, 3313 17464 16384, 3370 17460 16384, 3416 17460 16384, 3457 17464 16384, 3491 17472 16384, 3522 17476 16384, 3544 17483 16384, 3552 17487 16384</inkml:trace>
  <inkml:trace contextRef="#ctx0" brushRef="#br0">4130 17046 16384, 4130 17043 16384, 4130 17040 16384, 4127 17040 16384, 4118 17046 16384, 4111 17055 16384, 4102 17067 16384, 4090 17086 16384, 4078 17110 16384, 4050 17171 16384, 4041 17195 16384, 4035 17220 16384, 4017 17281 16384, 3992 17381 16384, 3983 17455 16384, 3980 17537 16384, 3983 17659 16384, 3992 17741 16384, 4008 17820 16384, 4038 17909 16384, 4053 17961 16384, 4072 17997 16384, 4096 18028 16384, 4105 18040 16384</inkml:trace>
  <inkml:trace contextRef="#ctx0" brushRef="#br0">4383 17307 16384, 4371 17276 16384, 4371 17264 16384, 4389 17246 16384, 4413 17222 16384, 4450 17198 16384, 4498 17173 16384, 4547 17155 16384, 4601 17149 16384, 4692 17161 16384, 4716 17173 16384, 4771 17210 16384, 4813 17270 16384, 4838 17343 16384, 4850 17434 16384, 4850 17519 16384, 4838 17598 16384, 4807 17676 16384, 4777 17743 16384, 4735 17810 16384, 4686 17870 16384, 4638 17925 16384, 4589 17967 16384, 4541 18004 16384, 4474 18034 16384, 4432 18040 16384, 4419 18040 16384</inkml:trace>
  <inkml:trace contextRef="#ctx0" brushRef="#br0">5189 17046 16384, 5177 17040 16384, 5135 17052 16384, 5116 17064 16384, 5080 17095 16384, 5038 17131 16384, 4989 17179 16384, 4941 17234 16384, 4904 17301 16384, 4862 17392 16384, 4838 17482 16384, 4819 17592 16384, 4813 17695 16384, 4825 17779 16384, 4850 17858 16384, 4898 17919 16384, 4947 17955 16384, 5001 17979 16384, 5062 17992 16384, 5116 17992 16384, 5147 17992 16384</inkml:trace>
  <inkml:trace contextRef="#ctx0" brushRef="#br0">5480 17040 16384, 5483 17040 16384, 5483 17044 16384, 5487 17044 16384, 5490 17047 16384, 5512 17072 16384, 5526 17104 16384, 5540 17154 16384, 5551 17215 16384, 5562 17279 16384, 5580 17394 16384, 5583 17433 16384, 5587 17472 16384, 5590 17547 16384, 5590 17661 16384, 5587 17726 16384, 5576 17790 16384, 5565 17851 16384, 5555 17897 16384, 5540 17958 16384, 5526 17990 16384, 5512 18015 16384, 5505 18022 16384, 5483 18040 16384</inkml:trace>
  <inkml:trace contextRef="#ctx0" brushRef="#br0">6264 17420 16384, 6260 17420 16384, 6260 17423 16384, 6267 17427 16384, 6278 17427 16384, 6300 17431 16384, 6336 17431 16384, 6409 17427 16384, 6464 17420 16384, 6522 17416 16384, 6581 17413 16384, 6657 17413 16384, 6697 17420 16384, 6730 17427 16384, 6748 17434 16384</inkml:trace>
  <inkml:trace contextRef="#ctx0" brushRef="#br0">6275 17667 16384, 6271 17667 16384, 6275 17667 16384, 6282 17667 16384, 6307 17667 16384, 6380 17667 16384, 6406 17664 16384, 6460 17660 16384, 6486 17660 16384, 6544 17657 16384, 6599 17653 16384, 6653 17649 16384, 6704 17646 16384, 6741 17646 16384, 6770 17642 16384, 6795 17642 16384, 6810 17642 16384</inkml:trace>
  <inkml:trace contextRef="#ctx0" brushRef="#br0">7443 17307 16384, 7431 17276 16384, 7431 17264 16384, 7449 17246 16384, 7473 17222 16384, 7510 17198 16384, 7558 17173 16384, 7607 17155 16384, 7661 17149 16384, 7752 17161 16384, 7776 17173 16384, 7831 17210 16384, 7873 17270 16384, 7898 17343 16384, 7910 17434 16384, 7910 17519 16384, 7898 17598 16384, 7867 17676 16384, 7837 17743 16384, 7795 17810 16384, 7746 17870 16384, 7698 17925 16384, 7649 17967 16384, 7601 18004 16384, 7534 18034 16384, 7492 18040 16384, 7479 18040 16384</inkml:trace>
  <inkml:trace contextRef="#ctx0" brushRef="#br0">8249 17046 16384, 8237 17040 16384, 8195 17052 16384, 8176 17064 16384, 8140 17095 16384, 8098 17131 16384, 8049 17179 16384, 8001 17234 16384, 7964 17301 16384, 7922 17392 16384, 7898 17482 16384, 7879 17592 16384, 7873 17695 16384, 7885 17779 16384, 7910 17858 16384, 7958 17919 16384, 8007 17955 16384, 8061 17979 16384, 8122 17992 16384, 8176 17992 16384, 8207 17992 16384</inkml:trace>
  <inkml:trace contextRef="#ctx0" brushRef="#br0">8375 16998 16384, 8365 16978 16384, 8367 16963 16384, 8380 16947 16384, 8406 16933 16384, 8440 16930 16384, 8477 16945 16384, 8502 16979 16384, 8504 17021 16384, 8485 17064 16384, 8452 17102 16384, 8422 17125 16384, 8406 17130 16384, 8401 17125 16384, 8402 17118 16384, 8417 17110 16384, 8446 17105 16384, 8484 17109 16384, 8519 17129 16384, 8537 17159 16384, 8535 17186 16384, 8519 17209 16384, 8491 17231 16384, 8456 17245 16384, 8415 17250 16384, 8379 17242 16384, 8363 17232 16384</inkml:trace>
  <inkml:trace contextRef="#ctx0" brushRef="#br0">9074 17536 16384, 9071 17536 16384, 9069 17539 16384, 9067 17539 16384, 9069 17541 16384, 9078 17546 16384, 9093 17548 16384, 9111 17551 16384, 9137 17551 16384, 9170 17546 16384, 9208 17541 16384, 9253 17534 16384, 9295 17529 16384, 9338 17529 16384, 9380 17529 16384, 9413 17529 16384, 9444 17532 16384, 9472 17534 16384, 9496 17536 16384, 9517 17539 16384, 9536 17539 16384, 9557 17536 16384, 9567 17534 16384</inkml:trace>
  <inkml:trace contextRef="#ctx0" brushRef="#br0">10363 17252 16384, 10333 17189 16384, 10337 17142 16384, 10378 17094 16384, 10458 17051 16384, 10566 17040 16384, 10681 17088 16384, 10759 17194 16384, 10765 17326 16384, 10705 17460 16384, 10603 17579 16384, 10508 17648 16384, 10460 17666 16384, 10443 17650 16384, 10447 17627 16384, 10493 17603 16384, 10584 17588 16384, 10703 17598 16384, 10813 17661 16384, 10867 17756 16384, 10863 17841 16384, 10813 17912 16384, 10724 17979 16384, 10614 18025 16384, 10488 18040 16384, 10374 18016 16384, 10326 17984 16384</inkml:trace>
  <inkml:trace contextRef="#ctx0" brushRef="#br0">11730 17307 16384, 11717 17276 16384, 11717 17264 16384, 11736 17246 16384, 11760 17222 16384, 11796 17198 16384, 11845 17173 16384, 11893 17155 16384, 11948 17149 16384, 12039 17161 16384, 12063 17173 16384, 12117 17210 16384, 12160 17270 16384, 12184 17343 16384, 12196 17434 16384, 12196 17519 16384, 12184 17598 16384, 12154 17676 16384, 12124 17743 16384, 12081 17810 16384, 12033 17870 16384, 11984 17925 16384, 11936 17967 16384, 11887 18004 16384, 11821 18034 16384, 11778 18040 16384, 11766 18040 16384</inkml:trace>
  <inkml:trace contextRef="#ctx0" brushRef="#br0">12536 17046 16384, 12524 17040 16384, 12481 17052 16384, 12463 17064 16384, 12427 17095 16384, 12384 17131 16384, 12336 17179 16384, 12287 17234 16384, 12251 17301 16384, 12208 17392 16384, 12184 17482 16384, 12166 17592 16384, 12160 17695 16384, 12172 17779 16384, 12196 17858 16384, 12245 17919 16384, 12293 17955 16384, 12348 17979 16384, 12408 17992 16384, 12463 17992 16384, 12493 17992 16384</inkml:trace>
  <inkml:trace contextRef="#ctx0" brushRef="#br0">13164 17531 16384, 13157 17531 16384, 13160 17531 16384, 13166 17531 16384, 13175 17529 16384, 13186 17529 16384, 13198 17527 16384, 13214 17527 16384, 13235 17525 16384, 13259 17523 16384, 13289 17523 16384, 13317 17521 16384, 13349 17521 16384, 13382 17519 16384, 13412 17519 16384, 13444 17521 16384, 13479 17523 16384, 13511 17527 16384, 13544 17529 16384, 13578 17531 16384, 13606 17533 16384, 13634 17533 16384, 13656 17533 16384, 13673 17533 16384, 13684 17534 16384, 13694 17534 16384, 13701 17534 16384, 13705 17534 16384, 13707 17531 16384</inkml:trace>
  <inkml:trace contextRef="#ctx0" brushRef="#br0">13442 17301 16384, 13442 17303 16384, 13440 17305 16384, 13440 17309 16384, 13440 17316 16384, 13440 17327 16384, 13442 17342 16384, 13444 17363 16384, 13446 17387 16384, 13446 17417 16384, 13447 17451 16384, 13446 17488 16384, 13444 17523 16384, 13440 17561 16384, 13436 17600 16384, 13434 17633 16384, 13434 17665 16384, 13434 17695 16384, 13434 17717 16384, 13434 17738 16384, 13436 17754 16384, 13438 17767 16384, 13440 17775 16384, 13442 17779 16384</inkml:trace>
  <inkml:trace contextRef="#ctx0" brushRef="#br0">14785 17040 16384, 14779 17042 16384, 14783 17092 16384, 14781 17249 16384, 14751 17496 16384, 14720 17725 16384, 14696 17886 16384, 14688 17994 16384, 14707 18040 16384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2102 1000 16384, 2120 1012 16384, 2150 1030 16384, 2192 1060 16384, 2246 1102 16384, 2295 1151 16384, 2343 1211 16384, 2385 1271 16384, 2415 1319 16384, 2433 1361 16384, 2439 1397 16384, 2439 1421 16384, 2421 1452 16384, 2391 1482 16384, 2361 1512 16384, 2319 1536 16384, 2289 1548 16384</inkml:trace>
  <inkml:trace contextRef="#ctx0" brushRef="#br0">2180 1903 16384, 2192 1915 16384, 2228 1975 16384, 2246 1999 16384, 2277 2041 16384, 2319 2078 16384, 2355 2114 16384, 2379 2162 16384, 2403 2210 16384, 2421 2276 16384, 2439 2330 16384, 2445 2391 16384, 2451 2451 16384, 2439 2505 16384, 2421 2553 16384, 2391 2595 16384, 2367 2631 16384, 2343 2662 16384, 2307 2680 16384, 2265 2680 16384</inkml:trace>
  <inkml:trace contextRef="#ctx0" brushRef="#br0">1518 2397 16384, 1512 2397 16384, 1500 2421 16384, 1506 2439 16384, 1524 2481 16384, 1542 2535 16384, 1560 2589 16384, 1578 2649 16384, 1590 2704 16384, 1608 2740 16384, 1632 2770 16384, 1663 2788 16384, 1717 2800 16384, 1753 2800 16384, 1789 2782 16384, 1837 2758 16384</inkml:trace>
  <inkml:trace contextRef="#ctx0" brushRef="#br0">2668 2126 16384, 2668 2132 16384, 2674 2132 16384, 2692 2156 16384, 2722 2186 16384, 2752 2234 16384, 2776 2294 16384, 2794 2355 16384, 2818 2415 16384, 2836 2475 16384, 2848 2523 16384, 2855 2553 16384, 2867 2577 16384, 2867 2589 16384, 2873 2595 16384</inkml:trace>
  <inkml:trace contextRef="#ctx0" brushRef="#br0">2848 1295 16384, 2842 1289 16384, 2842 1295 16384, 2848 1319 16384, 2855 1343 16384, 2861 1355 16384, 2867 1391 16384, 2873 1409 16384, 2885 1452 16384, 2897 1518 16384, 2903 1548 16384, 2915 1578 16384, 2927 1602 16384, 2933 1614 16384</inkml:trace>
  <inkml:trace contextRef="#ctx0" brushRef="#br0">3023 1241 16384, 3029 1259 16384, 3047 1289 16384, 3071 1355 16384, 3083 1409 16384, 3095 1458 16384, 3101 1500 16384, 3107 1518 16384, 3119 1542 16384, 3131 1554 16384</inkml:trace>
  <inkml:trace contextRef="#ctx0" brushRef="#br0">4163 1032 16384, 4167 1008 16384, 4167 1000 16384, 4151 1052 16384, 4063 1236 16384, 3863 1636 16384, 3635 2128 16384, 3495 2484 16384, 3455 2672 16384, 3455 2760 16384, 3467 2800 16384, 3495 2780 16384, 3567 2644 16384, 3671 2400 16384, 3815 2096 16384, 3987 1860 16384, 4099 1788 16384, 4167 1768 16384, 4199 1816 16384, 4223 1956 16384, 4251 2184 16384, 4299 2428 16384, 4383 2604 16384, 4491 2692 16384, 4627 2740 16384, 4767 2744 16384, 4843 2728 16384</inkml:trace>
  <inkml:trace contextRef="#ctx0" brushRef="#br0">5180 1444 16384, 5167 1441 16384, 5189 1441 16384, 5337 1425 16384, 5596 1404 16384, 5876 1395 16384, 6163 1385 16384, 6379 1373 16384, 6499 1364 16384, 6539 1361 16384</inkml:trace>
  <inkml:trace contextRef="#ctx0" brushRef="#br0">5969 1006 16384, 5963 1000 16384, 6015 1037 16384, 6101 1166 16384, 6151 1401 16384, 6141 1669 16384, 6092 1943 16384, 6030 2100 16384, 5966 2199 16384, 5898 2242 16384, 5827 2239 16384, 5762 2184 16384, 5722 2076 16384, 5731 1974 16384, 5787 1885 16384, 5889 1811 16384, 6006 1795 16384, 6108 1848 16384, 6160 1986 16384, 6157 2180 16384, 6095 2399 16384, 5997 2600 16384, 5916 2726 16384, 5867 2797 16384, 5842 2800 16384</inkml:trace>
  <inkml:trace contextRef="#ctx0" brushRef="#br0">7251 1000 16384, 7307 1024 16384, 7453 1066 16384, 7595 1101 16384, 7695 1142 16384, 7740 1191 16384</inkml:trace>
  <inkml:trace contextRef="#ctx0" brushRef="#br0">6884 1871 16384, 6863 1871 16384, 6880 1857 16384, 6991 1787 16384, 7182 1669 16384, 7397 1558 16384, 7609 1503 16384, 7799 1510 16384, 7945 1603 16384, 8028 1787 16384, 8042 2072 16384, 7994 2311 16384, 7883 2502 16384, 7751 2668 16384, 7647 2772 16384, 7602 2800 16384</inkml:trace>
  <inkml:trace contextRef="#ctx0" brushRef="#br0">9266 1080 16384, 9290 1084 16384, 9410 1161 16384, 9585 1336 16384, 9733 1488 16384, 9849 1612 16384, 9950 1702 16384, 9970 1713 16384</inkml:trace>
  <inkml:trace contextRef="#ctx0" brushRef="#br0">10561 1208 16384, 10545 1208 16384, 10452 1255 16384, 10304 1395 16384, 10075 1632 16384, 9880 1877 16384, 9752 2133 16384, 9713 2339 16384, 9760 2475 16384, 9884 2592 16384, 10059 2678 16384, 10250 2709 16384, 10475 2720 16384, 10705 2701 16384, 10911 2662 16384, 11066 2623 16384</inkml:trace>
  <inkml:trace contextRef="#ctx0" brushRef="#br0">12320 1156 16384, 12294 1153 16384, 12323 1153 16384, 12440 1143 16384, 12630 1090 16384, 12839 1023 16384, 13009 1000 16384, 13089 1027 16384, 13099 1106 16384, 13019 1270 16384, 12849 1509 16384, 12630 1752 16384, 12430 1945 16384, 12317 2048 16384, 12290 2081 16384, 12357 2058 16384, 12500 1965 16384, 12719 1835 16384, 12999 1749 16384, 13245 1739 16384, 13425 1792 16384, 13538 1898 16384, 13571 2081 16384, 13528 2298 16384, 13405 2487 16384, 13245 2637 16384, 13079 2760 16384, 12932 2800 16384, 12833 2763 16384, 12759 2667 16384, 12739 2517 16384, 12803 2434 16384, 12922 2394 16384, 13082 2374 16384, 13228 2384 16384, 13328 2411 16384, 13391 2431 16384</inkml:trace>
  <inkml:trace contextRef="#ctx0" brushRef="#br0">13914 1947 16384, 13905 1947 16384, 13895 1928 16384, 13914 1928 16384, 13971 1919 16384, 14046 1900 16384, 14150 1891 16384, 14300 1872 16384, 14451 1853 16384, 14621 1853 16384, 14800 1853 16384, 14960 1853 16384, 15120 1872 16384, 15281 1891 16384, 15403 1919 16384, 15507 1928 16384, 15592 1938 16384, 15667 1938 16384, 15695 1938 16384</inkml:trace>
  <inkml:trace contextRef="#ctx0" brushRef="#br0">16019 1080 16384, 16042 1084 16384, 16163 1161 16384, 16338 1336 16384, 16486 1488 16384, 16602 1612 16384, 16703 1702 16384, 16723 1713 16384</inkml:trace>
  <inkml:trace contextRef="#ctx0" brushRef="#br0">17314 1208 16384, 17298 1208 16384, 17205 1255 16384, 17057 1395 16384, 16828 1632 16384, 16633 1877 16384, 16505 2133 16384, 16466 2339 16384, 16513 2475 16384, 16637 2592 16384, 16812 2678 16384, 17003 2709 16384, 17228 2720 16384, 17458 2701 16384, 17664 2662 16384, 17819 2623 16384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3233 3830 16384, 3229 3831 16384, 3232 3864 16384, 3231 3966 16384, 3211 4126 16384, 3191 4275 16384, 3175 4380 16384, 3170 4450 16384, 3182 4480 16384</inkml:trace>
  <inkml:trace contextRef="#ctx0" brushRef="#br0">2800 4700 11468, 3603 4700 11468</inkml:trace>
  <inkml:trace contextRef="#ctx0" brushRef="#br0">3036 5117 16384, 3030 5108 16384, 3016 5089 16384, 3005 5057 16384, 3007 5008 16384, 3034 4964 16384, 3077 4930 16384, 3134 4920 16384, 3188 4948 16384, 3228 5023 16384, 3244 5148 16384, 3233 5284 16384, 3200 5370 16384, 3146 5441 16384, 3116 5473 16384, 3089 5498 16384, 3049 5530 16384, 3031 5536 16384, 3045 5532 16384, 3088 5531 16384, 3150 5537 16384, 3226 5551 16384, 3295 5564 16384, 3347 5570 16384, 3387 5567 16384, 3399 5565 16384</inkml:trace>
  <inkml:trace contextRef="#ctx0" brushRef="#br0">4161 4691 16384, 4153 4691 16384, 4157 4691 16384, 4163 4691 16384, 4172 4689 16384, 4183 4689 16384, 4194 4687 16384, 4211 4687 16384, 4232 4685 16384, 4256 4683 16384, 4286 4683 16384, 4314 4681 16384, 4345 4681 16384, 4379 4679 16384, 4409 4679 16384, 4441 4681 16384, 4476 4683 16384, 4508 4687 16384, 4541 4689 16384, 4575 4691 16384, 4603 4693 16384, 4631 4693 16384, 4653 4693 16384, 4670 4693 16384, 4681 4694 16384, 4690 4694 16384, 4698 4694 16384, 4702 4694 16384, 4703 4691 16384</inkml:trace>
  <inkml:trace contextRef="#ctx0" brushRef="#br0">4439 4461 16384, 4439 4463 16384, 4437 4465 16384, 4437 4469 16384, 4437 4476 16384, 4437 4487 16384, 4439 4502 16384, 4441 4523 16384, 4442 4547 16384, 4442 4577 16384, 4444 4611 16384, 4442 4648 16384, 4441 4683 16384, 4437 4721 16384, 4433 4760 16384, 4431 4793 16384, 4431 4825 16384, 4431 4855 16384, 4431 4877 16384, 4431 4898 16384, 4433 4914 16384, 4435 4927 16384, 4437 4935 16384, 4439 4939 16384</inkml:trace>
  <inkml:trace contextRef="#ctx0" brushRef="#br0">5666 3830 16384, 5663 3831 16384, 5665 3864 16384, 5664 3966 16384, 5645 4126 16384, 5624 4275 16384, 5609 4380 16384, 5604 4450 16384, 5616 4480 16384</inkml:trace>
  <inkml:trace contextRef="#ctx0" brushRef="#br0">5233 4700 11468, 6037 4700 11468</inkml:trace>
  <inkml:trace contextRef="#ctx0" brushRef="#br0">5483 5058 16384, 5463 5017 16384, 5466 4986 16384, 5493 4955 16384, 5545 4927 16384, 5615 4920 16384, 5690 4951 16384, 5741 5020 16384, 5745 5106 16384, 5705 5193 16384, 5639 5270 16384, 5577 5315 16384, 5546 5327 16384, 5535 5317 16384, 5538 5301 16384, 5568 5286 16384, 5627 5276 16384, 5704 5283 16384, 5776 5324 16384, 5811 5386 16384, 5808 5441 16384, 5776 5487 16384, 5718 5531 16384, 5646 5560 16384, 5565 5570 16384, 5490 5555 16384, 5459 5533 16384</inkml:trace>
  <inkml:trace contextRef="#ctx0" brushRef="#br0">6590 4580 16384, 6587 4580 16384, 6587 4583 16384, 6594 4587 16384, 6605 4587 16384, 6627 4591 16384, 6663 4591 16384, 6736 4587 16384, 6791 4580 16384, 6849 4576 16384, 6907 4573 16384, 6984 4573 16384, 7024 4580 16384, 7057 4587 16384, 7075 4594 16384</inkml:trace>
  <inkml:trace contextRef="#ctx0" brushRef="#br0">6601 4827 16384, 6598 4827 16384, 6601 4827 16384, 6609 4827 16384, 6634 4827 16384, 6707 4827 16384, 6732 4824 16384, 6787 4820 16384, 6813 4820 16384, 6871 4817 16384, 6926 4813 16384, 6980 4809 16384, 7031 4806 16384, 7068 4806 16384, 7097 4802 16384, 7122 4802 16384, 7137 4802 16384</inkml:trace>
  <inkml:trace contextRef="#ctx0" brushRef="#br0">7956 3835 16384, 7951 3840 16384, 7949 3876 16384, 7932 3964 16384, 7902 4058 16384, 7882 4122 16384, 7876 4159 16384, 7877 4175 16384, 7886 4176 16384, 7902 4173 16384, 7932 4160 16384, 7981 4139 16384, 8040 4130 16384, 8099 4145 16384, 8142 4185 16384, 8168 4244 16384, 8175 4310 16384, 8159 4367 16384, 8116 4420 16384, 8058 4459 16384, 7998 4480 16384, 7936 4475 16384, 7906 4458 16384</inkml:trace>
  <inkml:trace contextRef="#ctx0" brushRef="#br0">7947 3838 16384, 7944 3838 16384, 7952 3838 16384, 7996 3839 16384, 8078 3834 16384, 8162 3830 16384, 8234 3844 16384, 8261 3858 16384</inkml:trace>
  <inkml:trace contextRef="#ctx0" brushRef="#br0">7667 4700 11468, 8470 4700 11468</inkml:trace>
  <inkml:trace contextRef="#ctx0" brushRef="#br0">8134 4921 16384, 8130 4920 16384, 8114 4935 16384, 8072 4994 16384, 8013 5096 16384, 7962 5227 16384, 7927 5368 16384, 7931 5466 16384, 7967 5524 16384, 8013 5559 16384, 8068 5570 16384, 8122 5555 16384, 8173 5511 16384, 8206 5454 16384, 8210 5382 16384, 8185 5309 16384, 8139 5264 16384, 8083 5248 16384, 8019 5253 16384, 7969 5269 16384, 7944 5286 16384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8868 16384, 2200 8880 16384, 2225 8917 16384, 2238 8955 16384, 2238 8968 16384, 2238 8992 16384, 2225 9018 16384, 2200 9042 16384, 2162 9055 16384, 2138 9055 16384, 2100 9055 16384, 2062 9055 16384, 2038 9042 16384, 2025 9018 16384, 2025 8992 16384, 2025 8930 16384, 2050 8892 16384, 2075 8855 16384, 2112 8830 16384, 2150 8817 16384, 2175 8805 16384, 2212 8805 16384, 2250 8805 16384, 2262 8805 16384, 2288 8830 16384, 2300 8842 16384, 2300 8880 16384, 2288 8892 16384, 2262 8917 16384, 2238 8942 16384, 2200 8955 16384, 2150 8980 16384, 2100 8992 16384, 2050 8992 16384, 2013 8980 16384, 2000 8968 16384, 2000 8942 16384, 2000 8917 16384, 2025 8892 16384, 2038 8880 16384, 2062 8855 16384, 2112 8842 16384, 2150 8830 16384, 2175 8830 16384, 2212 8830 16384, 2238 8830 16384, 2262 8868 16384, 2275 8905 16384, 2275 8930 16384, 2275 8955 16384, 2262 8980 16384, 2238 9005 16384, 2225 9018 16384, 2212 9018 16384, 2200 9018 16384, 2188 9005 16384, 2188 8992 16384, 2188 8968 16384, 2188 8955 16384, 2188 8942 16384, 2200 8917 16384, 2212 8905 16384, 2225 8892 16384, 2238 8892 16384, 2238 8905 16384, 2225 8930 16384, 2225 8942 16384, 2212 8942 16384, 2200 8955 16384, 2188 8968 16384, 2175 8968 16384, 2162 8968 16384, 2162 8955 16384, 2175 8930 16384, 2200 8905 16384, 2212 8892 16384, 2225 8880 16384, 2212 8905 16384, 2175 8930 16384, 2138 8955 16384, 2100 8968 16384, 2062 8992 16384, 2050 8992 16384, 2062 8980 16384, 2100 8955 16384, 2112 8942 16384, 2150 8917 16384, 2175 8892 16384, 2225 8855 16384, 2238 8830 16384, 2238 8817 16384, 2225 8817 16384, 2200 8842 16384, 2175 8868 16384, 2150 8892 16384, 2138 8917 16384, 2125 8930 16384</inkml:trace>
  <inkml:trace contextRef="#ctx0" brushRef="#br0">3525 8343 16384, 3529 8331 16384, 3529 8285 16384, 3525 8252 16384, 3517 8206 16384, 3500 8160 16384, 3471 8114 16384, 3442 8085 16384, 3421 8068 16384, 3392 8064 16384, 3359 8060 16384, 3329 8064 16384, 3292 8077 16384, 3254 8102 16384, 3229 8139 16384, 3200 8189 16384, 3171 8252 16384, 3159 8331 16384, 3154 8422 16384, 3159 8522 16384, 3171 8593 16384, 3192 8643 16384, 3221 8677 16384, 3250 8693 16384, 3279 8706 16384, 3321 8710 16384, 3354 8706 16384, 3388 8689 16384, 3421 8656 16384, 3450 8606 16384, 3479 8543 16384, 3509 8464 16384, 3525 8372 16384, 3538 8281 16384, 3542 8210 16384, 3546 8168 16384, 3546 8147 16384, 3546 8143 16384, 3546 8147 16384, 3542 8160 16384, 3534 8185 16384, 3529 8227 16384, 3525 8281 16384, 3525 8339 16384, 3529 8406 16384, 3542 8477 16384, 3559 8539 16384, 3579 8577 16384, 3604 8597 16384, 3625 8614 16384, 3650 8622 16384, 3675 8622 16384, 3692 8614 16384</inkml:trace>
  <inkml:trace contextRef="#ctx0" brushRef="#br0">4097 8379 16384, 4093 8379 16384, 4095 8379 16384, 4099 8379 16384, 4105 8378 16384, 4112 8378 16384, 4119 8377 16384, 4130 8377 16384, 4143 8375 16384, 4159 8374 16384, 4179 8374 16384, 4197 8373 16384, 4217 8373 16384, 4239 8372 16384, 4259 8372 16384, 4279 8373 16384, 4302 8374 16384, 4323 8377 16384, 4345 8378 16384, 4366 8379 16384, 4385 8380 16384, 4403 8380 16384, 4417 8380 16384, 4428 8380 16384, 4436 8381 16384, 4442 8381 16384, 4446 8381 16384, 4449 8381 16384, 4450 8379 16384</inkml:trace>
  <inkml:trace contextRef="#ctx0" brushRef="#br0">4278 8230 16384, 4278 8231 16384, 4277 8232 16384, 4277 8235 16384, 4277 8240 16384, 4277 8247 16384, 4278 8257 16384, 4279 8270 16384, 4280 8286 16384, 4280 8305 16384, 4282 8327 16384, 4280 8351 16384, 4279 8374 16384, 4277 8398 16384, 4274 8424 16384, 4273 8446 16384, 4273 8466 16384, 4273 8486 16384, 4273 8500 16384, 4273 8513 16384, 4274 8524 16384, 4276 8533 16384, 4277 8538 16384, 4278 8540 16384</inkml:trace>
  <inkml:trace contextRef="#ctx0" brushRef="#br0">5013 8067 16384, 5006 8064 16384, 5002 8060 16384, 4998 8067 16384, 4998 8082 16384, 4998 8100 16384, 4998 8163 16384, 4995 8196 16384, 4991 8236 16384, 4984 8324 16384, 4973 8468 16384, 4969 8541 16384, 4962 8615 16384, 4962 8640 16384, 4962 8648 16384, 4962 8659 16384, 4962 8662 16384, 4958 8666 16384, 4958 8662 16384, 4954 8648 16384, 4954 8626 16384, 4954 8592 16384, 4969 8523 16384, 4984 8479 16384, 4991 8460 16384, 5013 8420 16384, 5028 8409 16384, 5065 8394 16384, 5120 8383 16384, 5153 8383 16384, 5186 8387 16384, 5219 8398 16384, 5252 8431 16384, 5259 8442 16384, 5274 8475 16384, 5281 8504 16384, 5285 8541 16384, 5266 8589 16384, 5255 8604 16384, 5222 8648 16384, 5193 8670 16384, 5164 8692 16384, 5134 8706 16384, 5105 8710 16384, 5076 8706 16384, 5065 8703 16384, 5024 8673 16384, 5013 8662 16384, 5002 8648 16384</inkml:trace>
  <inkml:trace contextRef="#ctx0" brushRef="#br0">2800 8930 11468, 5639 8930 11468</inkml:trace>
  <inkml:trace contextRef="#ctx0" brushRef="#br0">3676 9373 16384, 3680 9355 16384, 3680 9336 16384, 3676 9318 16384, 3667 9300 16384, 3648 9264 16384, 3635 9245 16384, 3603 9214 16384, 3585 9195 16384, 3535 9164 16384, 3471 9150 16384, 3421 9155 16384, 3376 9182 16384, 3321 9218 16384, 3248 9295 16384, 3235 9318 16384, 3221 9341 16384, 3212 9395 16384, 3212 9482 16384, 3221 9545 16384, 3239 9614 16384, 3271 9682 16384, 3330 9755 16384, 3380 9786 16384, 3426 9800 16384, 3448 9800 16384, 3476 9800 16384, 3526 9791 16384, 3598 9759 16384, 3639 9727 16384, 3671 9691 16384, 3689 9673 16384</inkml:trace>
  <inkml:trace contextRef="#ctx0" brushRef="#br0">4125 9473 16384, 4123 9473 16384, 4122 9474 16384, 4120 9474 16384, 4122 9476 16384, 4128 9479 16384, 4137 9480 16384, 4149 9482 16384, 4166 9482 16384, 4188 9479 16384, 4212 9476 16384, 4241 9471 16384, 4269 9468 16384, 4296 9468 16384, 4324 9468 16384, 4345 9468 16384, 4365 9470 16384, 4384 9471 16384, 4399 9473 16384, 4413 9474 16384, 4425 9474 16384, 4439 9473 16384, 4445 9471 16384</inkml:trace>
  <inkml:trace contextRef="#ctx0" brushRef="#br0">5227 9150 16384, 5225 9150 16384, 5220 9150 16384, 5220 9153 16384, 5225 9163 16384, 5225 9170 16384, 5227 9199 16384, 5225 9242 16384, 5217 9293 16384, 5209 9360 16384, 5202 9472 16384, 5197 9547 16384, 5191 9621 16384, 5189 9654 16384, 5186 9705 16384, 5186 9741 16384, 5191 9774 16384, 5194 9790 16384, 5197 9797 16384, 5199 9800 16384, 5202 9800 16384, 5202 9792 16384, 5202 9777 16384, 5202 9754 16384, 5199 9726 16384, 5194 9690 16384, 5189 9649 16384, 5181 9603 16384, 5168 9559 16384, 5161 9539 16384, 5127 9498 16384, 5117 9493 16384, 5081 9498 16384, 5061 9511 16384, 5040 9526 16384, 5028 9549 16384, 5010 9598 16384, 5005 9634 16384, 5002 9652 16384, 5002 9669 16384, 5007 9703 16384, 5022 9741 16384, 5035 9756 16384, 5048 9769 16384, 5069 9777 16384, 5089 9782 16384, 5107 9782 16384, 5138 9772 16384, 5156 9759 16384, 5173 9741 16384, 5189 9718 16384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13098 16384, 2200 13110 16384, 2225 13147 16384, 2238 13185 16384, 2238 13198 16384, 2238 13222 16384, 2225 13248 16384, 2200 13272 16384, 2162 13285 16384, 2138 13285 16384, 2100 13285 16384, 2062 13285 16384, 2038 13272 16384, 2025 13248 16384, 2025 13222 16384, 2025 13160 16384, 2050 13122 16384, 2075 13085 16384, 2112 13060 16384, 2150 13048 16384, 2175 13035 16384, 2212 13035 16384, 2250 13035 16384, 2262 13035 16384, 2288 13060 16384, 2300 13072 16384, 2300 13110 16384, 2288 13122 16384, 2262 13147 16384, 2238 13172 16384, 2200 13185 16384, 2150 13210 16384, 2100 13222 16384, 2050 13222 16384, 2013 13210 16384, 2000 13198 16384, 2000 13172 16384, 2000 13147 16384, 2025 13122 16384, 2038 13110 16384, 2062 13085 16384, 2112 13072 16384, 2150 13060 16384, 2175 13060 16384, 2212 13060 16384, 2238 13060 16384, 2262 13098 16384, 2275 13135 16384, 2275 13160 16384, 2275 13185 16384, 2262 13210 16384, 2238 13235 16384, 2225 13248 16384, 2212 13248 16384, 2200 13248 16384, 2188 13235 16384, 2188 13222 16384, 2188 13198 16384, 2188 13185 16384, 2188 13172 16384, 2200 13147 16384, 2212 13135 16384, 2225 13122 16384, 2238 13122 16384, 2238 13135 16384, 2225 13160 16384, 2225 13172 16384, 2212 13172 16384, 2200 13185 16384, 2188 13198 16384, 2175 13198 16384, 2162 13198 16384, 2162 13185 16384, 2175 13160 16384, 2200 13135 16384, 2212 13122 16384, 2225 13110 16384, 2212 13135 16384, 2175 13160 16384, 2138 13185 16384, 2100 13198 16384, 2062 13222 16384, 2050 13222 16384, 2062 13210 16384, 2100 13185 16384, 2112 13172 16384, 2150 13147 16384, 2175 13122 16384, 2225 13085 16384, 2238 13060 16384, 2238 13048 16384, 2225 13048 16384, 2200 13072 16384, 2175 13098 16384, 2150 13122 16384, 2138 13147 16384, 2125 13160 16384</inkml:trace>
  <inkml:trace contextRef="#ctx0" brushRef="#br0">2800 13819 16384, 2800 13814 16384, 2805 13799 16384, 2810 13788 16384, 2815 13773 16384, 2826 13758 16384, 2836 13742 16384, 2851 13732 16384, 2861 13722 16384, 2872 13717 16384, 2882 13706 16384, 2887 13701 16384, 2897 13701 16384, 2908 13701 16384, 2918 13706 16384, 2933 13722 16384, 2954 13742 16384, 2969 13768 16384, 2984 13793 16384, 3000 13814 16384, 3015 13834 16384, 3025 13845 16384, 3041 13855 16384, 3051 13860 16384, 3066 13860 16384, 3076 13860 16384, 3087 13855 16384, 3097 13850 16384, 3107 13840 16384, 3117 13824 16384, 3128 13809 16384, 3143 13783 16384, 3158 13752 16384, 3174 13712 16384, 3184 13660 16384, 3194 13599 16384, 3199 13532 16384, 3204 13456 16384, 3204 13379 16384, 3210 13297 16384, 3220 13220 16384, 3235 13148 16384, 3251 13082 16384, 3271 13020 16384, 3291 12964 16384, 3307 12908 16384, 3322 12851 16384, 3332 12800 16384, 3348 12744 16384, 3363 12693 16384, 3384 12642 16384, 3404 12590 16384, 3419 12549 16384, 3435 12508 16384, 3445 12473 16384, 3460 12447 16384, 3471 12421 16384, 3481 12401 16384, 3486 12386 16384, 3491 12375 16384, 3491 12370 16384, 3491 12365 16384, 3491 12360 9830, 4423 12360 9830</inkml:trace>
  <inkml:trace contextRef="#ctx0" brushRef="#br0">3815 12963 16384, 3805 12950 16384, 3784 12921 16384, 3767 12870 16384, 3770 12795 16384, 3811 12728 16384, 3879 12675 16384, 3965 12660 16384, 4048 12702 16384, 4110 12818 16384, 4135 13011 16384, 4118 13220 16384, 4068 13353 16384, 3985 13461 16384, 3938 13511 16384, 3896 13550 16384, 3834 13598 16384, 3807 13608 16384, 3828 13602 16384, 3894 13600 16384, 3990 13610 16384, 4106 13631 16384, 4212 13650 16384, 4294 13660 16384, 4355 13656 16384, 4373 13652 16384</inkml:trace>
  <inkml:trace contextRef="#ctx0" brushRef="#br0">4926 13116 16384, 4923 13106 16384, 4923 13093 16384, 4929 13080 16384, 4946 13054 16384, 4972 13027 16384, 4998 12998 16384, 5031 12968 16384, 5044 12955 16384, 5057 12949 16384, 5096 12932 16384, 5109 12929 16384, 5129 12926 16384, 5158 12932 16384, 5178 12942 16384, 5198 12962 16384, 5221 13004 16384, 5234 13037 16384, 5247 13073 16384, 5260 13106 16384, 5273 13129 16384, 5286 13145 16384, 5309 13155 16384, 5329 13162 16384, 5348 13162 16384, 5368 13158 16384, 5391 13152 16384, 5411 13139 16384, 5427 13122 16384, 5443 13106 16384, 5456 13090 16384, 5466 13073 16384, 5473 13057 16384, 5473 13037 16384</inkml:trace>
  <inkml:trace contextRef="#ctx0" brushRef="#br0">4952 13394 16384, 4942 13391 16384, 4929 13381 16384, 4929 13368 16384, 4939 13348 16384, 4955 13319 16384, 4972 13289 16384, 4991 13266 16384, 5014 13250 16384, 5037 13243 16384, 5050 13243 16384, 5073 13243 16384, 5113 13253 16384, 5136 13263 16384, 5162 13276 16384, 5185 13289 16384, 5208 13302 16384, 5230 13322 16384, 5250 13335 16384, 5270 13348 16384, 5286 13358 16384, 5302 13358 16384, 5325 13355 16384, 5345 13345 16384, 5365 13332 16384, 5388 13312 16384, 5411 13289 16384, 5430 13270 16384, 5450 13247 16384, 5473 13217 16384</inkml:trace>
  <inkml:trace contextRef="#ctx0" brushRef="#br0">6551 12660 16384, 6545 12662 16384, 6549 12712 16384, 6547 12869 16384, 6518 13116 16384, 6486 13345 16384, 6462 13506 16384, 6455 13614 16384, 6473 13660 16384</inkml:trace>
  <inkml:trace contextRef="#ctx0" brushRef="#br0">7135 13574 16384, 7135 13579 16384, 7121 13579 16384, 7116 13579 16384, 7111 13579 16384, 7102 13574 16384, 7097 13565 16384, 7087 13555 16384, 7083 13541 16384, 7078 13522 16384, 7078 13508 16384, 7083 13489 16384, 7092 13470 16384, 7107 13465 16384, 7126 13460 16384, 7140 13470 16384, 7149 13474 16384, 7159 13493 16384, 7173 13512 16384, 7178 13550 16384, 7178 13579 16384, 7164 13603 16384, 7159 13612 16384, 7140 13636 16384, 7126 13650 16384, 7107 13655 16384, 7092 13660 16384, 7078 13660 16384, 7073 13655 16384, 7064 13641 16384, 7059 13622 16384, 7059 13603 16384, 7059 13579 16384, 7073 13541 16384, 7087 13517 16384, 7107 13498 16384, 7126 13489 16384, 7145 13484 16384, 7164 13489 16384, 7183 13498 16384, 7197 13508 16384, 7207 13522 16384, 7207 13536 16384, 7202 13555 16384, 7192 13570 16384, 7183 13589 16384, 7164 13603 16384, 7145 13617 16384, 7130 13622 16384, 7121 13627 16384, 7111 13627 16384, 7111 13622 16384, 7111 13608 16384, 7111 13593 16384, 7111 13584 16384, 7116 13570 16384, 7121 13555 16384, 7126 13546 16384, 7130 13541 16384, 7135 13541 16384, 7140 13546 16384, 7140 13560 16384, 7140 13574 16384, 7135 13589 16384, 7130 13603 16384, 7130 13608 16384, 7126 13617 16384, 7121 13627 16384, 7116 13631 16384, 7116 13627 16384, 7116 13622 16384, 7121 13608 16384, 7126 13589 16384, 7130 13574 16384, 7135 13565 16384, 7140 13555 16384, 7145 13541 16384, 7135 13546 16384, 7126 13555 16384, 7116 13565 16384, 7107 13574 16384, 7097 13579 16384, 7087 13584 16384, 7083 13584 16384, 7078 13584 16384, 7078 13579 16384, 7078 13570 16384, 7087 13550 16384, 7092 13541 16384, 7102 13522 16384</inkml:trace>
  <inkml:trace contextRef="#ctx0" brushRef="#br0">7750 12670 16384, 7750 12664 16384, 7748 12660 16384, 7734 12694 16384, 7664 12813 16384, 7555 12985 16384, 7451 13142 16384, 7393 13254 16384, 7383 13289 16384, 7405 13307 16384, 7469 13317 16384, 7580 13319 16384, 7730 13317 16384, 7889 13311 16384, 8021 13307 16384, 8106 13305 16384, 8142 13303 16384, 8136 13301 16384</inkml:trace>
  <inkml:trace contextRef="#ctx0" brushRef="#br0">7823 12819 16384, 7816 12833 16384, 7825 12957 16384, 7841 13202 16384, 7843 13411 16384, 7843 13540 16384, 7853 13610 16384, 7859 13638 16384, 7869 13660 16384</inkml:trace>
  <inkml:trace contextRef="#ctx0" brushRef="#br0">8841 12660 16384, 8835 12662 16384, 8839 12712 16384, 8837 12869 16384, 8808 13116 16384, 8776 13345 16384, 8752 13506 16384, 8745 13614 16384, 8763 13660 16384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17088 16384, 2200 17100 16384, 2225 17138 16384, 2238 17175 16384, 2238 17188 16384, 2238 17212 16384, 2225 17238 16384, 2200 17262 16384, 2162 17275 16384, 2138 17275 16384, 2100 17275 16384, 2062 17275 16384, 2038 17262 16384, 2025 17238 16384, 2025 17212 16384, 2025 17150 16384, 2050 17112 16384, 2075 17075 16384, 2112 17050 16384, 2150 17038 16384, 2175 17025 16384, 2212 17025 16384, 2250 17025 16384, 2262 17025 16384, 2288 17050 16384, 2300 17062 16384, 2300 17100 16384, 2288 17112 16384, 2262 17138 16384, 2238 17162 16384, 2200 17175 16384, 2150 17200 16384, 2100 17212 16384, 2050 17212 16384, 2013 17200 16384, 2000 17188 16384, 2000 17162 16384, 2000 17138 16384, 2025 17112 16384, 2038 17100 16384, 2062 17075 16384, 2112 17062 16384, 2150 17050 16384, 2175 17050 16384, 2212 17050 16384, 2238 17050 16384, 2262 17088 16384, 2275 17125 16384, 2275 17150 16384, 2275 17175 16384, 2262 17200 16384, 2238 17225 16384, 2225 17238 16384, 2212 17238 16384, 2200 17238 16384, 2188 17225 16384, 2188 17212 16384, 2188 17188 16384, 2188 17175 16384, 2188 17162 16384, 2200 17138 16384, 2212 17125 16384, 2225 17112 16384, 2238 17112 16384, 2238 17125 16384, 2225 17150 16384, 2225 17162 16384, 2212 17162 16384, 2200 17175 16384, 2188 17188 16384, 2175 17188 16384, 2162 17188 16384, 2162 17175 16384, 2175 17150 16384, 2200 17125 16384, 2212 17112 16384, 2225 17100 16384, 2212 17125 16384, 2175 17150 16384, 2138 17175 16384, 2100 17188 16384, 2062 17212 16384, 2050 17212 16384, 2062 17200 16384, 2100 17175 16384, 2112 17162 16384, 2150 17138 16384, 2175 17112 16384, 2225 17075 16384, 2238 17050 16384, 2238 17038 16384, 2225 17038 16384, 2200 17062 16384, 2175 17088 16384, 2150 17112 16384, 2138 17138 16384, 2125 17150 16384</inkml:trace>
  <inkml:trace contextRef="#ctx0" brushRef="#br0">2800 17809 16384, 2800 17804 16384, 2805 17789 16384, 2810 17778 16384, 2815 17763 16384, 2826 17748 16384, 2836 17732 16384, 2851 17722 16384, 2861 17712 16384, 2872 17707 16384, 2882 17696 16384, 2887 17691 16384, 2897 17691 16384, 2908 17691 16384, 2918 17696 16384, 2933 17712 16384, 2954 17732 16384, 2969 17758 16384, 2984 17783 16384, 3000 17804 16384, 3015 17824 16384, 3025 17835 16384, 3041 17845 16384, 3051 17850 16384, 3066 17850 16384, 3076 17850 16384, 3087 17845 16384, 3097 17840 16384, 3107 17830 16384, 3117 17814 16384, 3128 17799 16384, 3143 17773 16384, 3158 17742 16384, 3174 17702 16384, 3184 17650 16384, 3194 17589 16384, 3199 17522 16384, 3204 17446 16384, 3204 17369 16384, 3210 17287 16384, 3220 17210 16384, 3235 17138 16384, 3251 17072 16384, 3271 17010 16384, 3291 16954 16384, 3307 16898 16384, 3322 16841 16384, 3332 16790 16384, 3348 16734 16384, 3363 16683 16384, 3384 16632 16384, 3404 16580 16384, 3419 16539 16384, 3435 16498 16384, 3445 16463 16384, 3460 16437 16384, 3471 16411 16384, 3481 16391 16384, 3486 16376 16384, 3491 16365 16384, 3491 16360 16384, 3491 16355 16384, 3491 16350 9830, 4339 16350 9830</inkml:trace>
  <inkml:trace contextRef="#ctx0" brushRef="#br0">4247 16797 16384, 4240 16754 16384, 4202 16707 16384, 4141 16658 16384, 4065 16650 16384, 3972 16681 16384, 3892 16738 16384, 3856 16811 16384, 3851 16907 16384, 3888 17025 16384, 3966 17139 16384, 4078 17261 16384, 4183 17359 16384, 4253 17438 16384, 4289 17512 16384, 4277 17573 16384, 4228 17622 16384, 4159 17646 16384, 4063 17650 16384, 3982 17634 16384, 3935 17585 16384, 3925 17489 16384, 3949 17393 16384, 3998 17310 16384, 4063 17222 16384, 4135 17108 16384, 4204 16978 16384, 4243 16888 16384, 4247 16862 16384, 4228 16841 16384, 4200 16813 16384, 4185 16788 16384, 4175 16770 16384</inkml:trace>
  <inkml:trace contextRef="#ctx0" brushRef="#br0">2961 17313 16384, 2951 17293 16384, 2952 17277 16384, 2966 17262 16384, 2991 17248 16384, 3026 17245 16384, 3063 17260 16384, 3087 17294 16384, 3090 17336 16384, 3070 17379 16384, 3038 17417 16384, 3007 17439 16384, 2992 17445 16384, 2986 17440 16384, 2988 17433 16384, 3002 17425 16384, 3031 17420 16384, 3069 17424 16384, 3105 17444 16384, 3122 17474 16384, 3121 17501 16384, 3105 17524 16384, 3076 17545 16384, 3041 17560 16384, 3001 17565 16384, 2964 17557 16384, 2949 17547 16384</inkml:trace>
  <inkml:trace contextRef="#ctx0" brushRef="#br0">4842 17030 16384, 4839 17030 16384, 4839 17033 16384, 4846 17037 16384, 4857 17037 16384, 4879 17041 16384, 4915 17041 16384, 4988 17037 16384, 5043 17030 16384, 5101 17026 16384, 5159 17023 16384, 5236 17023 16384, 5276 17030 16384, 5309 17037 16384, 5327 17044 16384</inkml:trace>
  <inkml:trace contextRef="#ctx0" brushRef="#br0">4853 17277 16384, 4850 17277 16384, 4853 17277 16384, 4861 17277 16384, 4886 17277 16384, 4959 17277 16384, 4984 17274 16384, 5039 17270 16384, 5065 17270 16384, 5123 17267 16384, 5177 17263 16384, 5232 17259 16384, 5283 17256 16384, 5319 17256 16384, 5349 17252 16384, 5374 17252 16384, 5389 17252 16384</inkml:trace>
  <inkml:trace contextRef="#ctx0" brushRef="#br0">6164 16953 16384, 6154 16940 16384, 6133 16911 16384, 6116 16860 16384, 6119 16785 16384, 6160 16718 16384, 6228 16665 16384, 6314 16650 16384, 6397 16692 16384, 6459 16808 16384, 6484 17001 16384, 6467 17210 16384, 6417 17343 16384, 6334 17451 16384, 6287 17501 16384, 6245 17540 16384, 6183 17588 16384, 6156 17598 16384, 6177 17592 16384, 6243 17590 16384, 6340 17600 16384, 6455 17621 16384, 6562 17640 16384, 6643 17650 16384, 6704 17646 16384, 6722 17642 16384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1525 1574 16384, 1506 1574 16384, 1500 1574 16384, 1531 1574 16384, 1635 1568 16384, 1846 1533 16384, 2139 1499 16384, 2460 1464 16384, 2781 1430 16384, 3048 1404 16384, 3212 1404 16384, 3269 1401 16384</inkml:trace>
  <inkml:trace contextRef="#ctx0" brushRef="#br0">2718 1099 16384, 2743 1153 16384, 2825 1335 16384, 2856 1571 16384, 2834 1817 16384, 2793 1999 16384, 2756 2100 16384, 2724 2134 16384, 2693 2131 16384, 2661 2106 16384</inkml:trace>
  <inkml:trace contextRef="#ctx0" brushRef="#br0">2123 1137 16384, 2120 1143 16384, 2126 1241 16384, 2114 1496 16384, 2070 1817 16384, 2048 2147 16384, 2079 2370 16384, 2161 2515 16384, 2274 2632 16384, 2409 2688 16384, 2567 2701 16384, 2746 2688 16384, 2907 2669 16384, 3051 2666 16384, 3165 2647 16384, 3259 2628 16384, 3300 2619 16384</inkml:trace>
  <inkml:trace contextRef="#ctx0" brushRef="#br0">3635 1299 16384, 3628 1299 16384, 3635 1295 16384, 3725 1281 16384, 3926 1245 16384, 4175 1184 16384, 4391 1130 16384, 4585 1094 16384, 4726 1072 16384, 4798 1061 16384</inkml:trace>
  <inkml:trace contextRef="#ctx0" brushRef="#br0">3624 1832 16384, 3667 1821 16384, 3851 1788 16384, 4110 1702 16384, 4384 1598 16384, 4639 1533 16384, 4819 1508 16384, 4902 1497 16384, 4916 1497 16384</inkml:trace>
  <inkml:trace contextRef="#ctx0" brushRef="#br0">4024 1000 16384, 4096 1040 16384, 4265 1176 16384, 4398 1353 16384, 4499 1540 16384, 4556 1720 16384, 4578 1860 16384, 4582 1972 16384, 4553 2044 16384, 4502 2087 16384, 4423 2094 16384</inkml:trace>
  <inkml:trace contextRef="#ctx0" brushRef="#br0">3811 2400 16384, 3793 2422 16384, 3818 2508 16384, 3966 2624 16384, 4150 2706 16384, 4333 2768 16384, 4495 2796 16384, 4636 2800 16384, 4769 2793 16384</inkml:trace>
  <inkml:trace contextRef="#ctx0" brushRef="#br0">5842 1000 16384, 5860 1012 16384, 5891 1030 16384, 5933 1060 16384, 5987 1102 16384, 6035 1151 16384, 6083 1211 16384, 6125 1271 16384, 6155 1319 16384, 6174 1361 16384, 6180 1397 16384, 6180 1421 16384, 6161 1452 16384, 6131 1482 16384, 6101 1512 16384, 6059 1536 16384, 6029 1548 16384</inkml:trace>
  <inkml:trace contextRef="#ctx0" brushRef="#br0">5921 1903 16384, 5933 1915 16384, 5969 1975 16384, 5987 1999 16384, 6017 2041 16384, 6059 2078 16384, 6095 2114 16384, 6119 2162 16384, 6143 2210 16384, 6161 2276 16384, 6180 2330 16384, 6186 2391 16384, 6192 2451 16384, 6180 2505 16384, 6161 2553 16384, 6131 2595 16384, 6107 2631 16384, 6083 2662 16384, 6047 2680 16384, 6005 2680 16384</inkml:trace>
  <inkml:trace contextRef="#ctx0" brushRef="#br0">5258 2397 16384, 5252 2397 16384, 5240 2421 16384, 5246 2439 16384, 5264 2481 16384, 5283 2535 16384, 5301 2589 16384, 5319 2649 16384, 5331 2704 16384, 5349 2740 16384, 5373 2770 16384, 5403 2788 16384, 5457 2800 16384, 5493 2800 16384, 5529 2782 16384, 5578 2758 16384</inkml:trace>
  <inkml:trace contextRef="#ctx0" brushRef="#br0">6408 2126 16384, 6408 2132 16384, 6414 2132 16384, 6432 2156 16384, 6462 2186 16384, 6493 2234 16384, 6517 2294 16384, 6535 2355 16384, 6559 2415 16384, 6577 2475 16384, 6589 2523 16384, 6595 2553 16384, 6607 2577 16384, 6607 2589 16384, 6613 2595 16384</inkml:trace>
  <inkml:trace contextRef="#ctx0" brushRef="#br0">6589 1295 16384, 6583 1289 16384, 6583 1295 16384, 6589 1319 16384, 6595 1343 16384, 6601 1355 16384, 6607 1391 16384, 6613 1409 16384, 6625 1452 16384, 6637 1518 16384, 6643 1548 16384, 6655 1578 16384, 6667 1602 16384, 6673 1614 16384</inkml:trace>
  <inkml:trace contextRef="#ctx0" brushRef="#br0">6763 1241 16384, 6769 1259 16384, 6788 1289 16384, 6812 1355 16384, 6824 1409 16384, 6836 1458 16384, 6842 1500 16384, 6848 1518 16384, 6860 1542 16384, 6872 1554 16384</inkml:trace>
  <inkml:trace contextRef="#ctx0" brushRef="#br0">7904 1032 16384, 7908 1008 16384, 7908 1000 16384, 7892 1052 16384, 7804 1236 16384, 7604 1636 16384, 7376 2128 16384, 7236 2484 16384, 7196 2672 16384, 7196 2760 16384, 7208 2800 16384, 7236 2780 16384, 7308 2644 16384, 7412 2400 16384, 7556 2096 16384, 7728 1860 16384, 7840 1788 16384, 7908 1768 16384, 7940 1816 16384, 7964 1956 16384, 7992 2184 16384, 8040 2428 16384, 8124 2604 16384, 8232 2692 16384, 8368 2740 16384, 8508 2744 16384, 8584 2728 16384</inkml:trace>
  <inkml:trace contextRef="#ctx0" brushRef="#br0">9808 1080 16384, 9831 1084 16384, 9952 1161 16384, 10127 1336 16384, 10274 1488 16384, 10391 1612 16384, 10492 1702 16384, 10512 1713 16384</inkml:trace>
  <inkml:trace contextRef="#ctx0" brushRef="#br0">11102 1208 16384, 11087 1208 16384, 10994 1255 16384, 10846 1395 16384, 10616 1632 16384, 10422 1877 16384, 10294 2133 16384, 10255 2339 16384, 10302 2475 16384, 10426 2592 16384, 10601 2678 16384, 10791 2709 16384, 11017 2720 16384, 11246 2701 16384, 11452 2662 16384, 11608 2623 16384</inkml:trace>
  <inkml:trace contextRef="#ctx0" brushRef="#br0">13042 1010 16384, 13085 1013 16384, 13250 1016 16384, 13470 1000 16384, 13678 1013 16384, 13872 1063 16384, 14026 1099 16384, 14105 1122 16384, 14112 1128 16384, 14049 1151 16384, 13872 1214 16384, 13638 1293 16384, 13362 1388 16384, 13098 1510 16384, 12931 1592 16384, 12842 1635 16384, 12832 1642 16384, 12875 1655 16384, 13006 1668 16384, 13230 1652 16384, 13516 1615 16384, 13849 1589 16384, 14115 1586 16384, 14240 1589 16384, 14263 1592 16384, 14227 1605 16384, 14105 1658 16384, 13911 1750 16384, 13681 1892 16384, 13513 2086 16384, 13441 2303 16384, 13441 2494 16384, 13516 2652 16384, 13658 2757 16384, 13845 2800 16384, 14040 2777 16384, 14145 2744 16384</inkml:trace>
  <inkml:trace contextRef="#ctx0" brushRef="#br0">14976 1000 16384, 15031 1024 16384, 15177 1066 16384, 15319 1101 16384, 15420 1142 16384, 15465 1191 16384</inkml:trace>
  <inkml:trace contextRef="#ctx0" brushRef="#br0">14608 1871 16384, 14587 1871 16384, 14605 1857 16384, 14716 1787 16384, 14906 1669 16384, 15121 1558 16384, 15333 1503 16384, 15524 1510 16384, 15669 1603 16384, 15753 1787 16384, 15766 2072 16384, 15718 2311 16384, 15607 2502 16384, 15475 2668 16384, 15371 2772 16384, 15326 2800 16384</inkml:trace>
  <inkml:trace contextRef="#ctx0" brushRef="#br0">16425 1004 16384, 16414 1000 16384, 16411 1015 16384, 16433 1151 16384, 16436 1493 16384, 16411 2001 16384, 16367 2428 16384, 16348 2653 16384, 16359 2763 16384, 16389 2800 16384</inkml:trace>
  <inkml:trace contextRef="#ctx0" brushRef="#br0">16164 1585 16384, 16157 1563 16384, 16160 1482 16384, 16227 1401 16384, 16311 1346 16384, 16356 1331 16384, 16363 1364 16384, 16348 1515 16384, 16275 1832 16384, 16157 2207 16384, 16090 2388 16384, 16098 2395 16384, 16131 2380 16384, 16212 2274 16384, 16356 2012 16384, 16591 1707 16384, 16886 1537 16384, 17147 1471 16384, 17349 1479 16384, 17526 1571 16384, 17636 1817 16384, 17648 2141 16384, 17614 2413 16384, 17552 2605 16384, 17482 2745 16384, 17463 2774 16384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3709 3993 16384, 3713 3988 16384, 3718 3979 16384, 3722 3975 16384, 3722 3966 16384, 3722 3953 16384, 3722 3944 16384, 3718 3931 16384, 3709 3922 16384, 3700 3913 16384, 3691 3904 16384, 3674 3900 16384, 3660 3900 16384, 3643 3900 16384, 3629 3904 16384, 3616 3909 16384, 3603 3918 16384, 3594 3922 16384, 3568 3944 16384, 3559 3949 16384, 3532 3975 16384, 3519 3993 16384, 3501 4019 16384, 3497 4032 16384, 3475 4072 16384, 3462 4107 16384, 3444 4138 16384, 3435 4169 16384, 3426 4204 16384, 3418 4240 16384, 3404 4275 16384, 3391 4319 16384, 3374 4359 16384, 3356 4407 16384, 3338 4460 16384, 3325 4504 16384, 3312 4549 16384, 3294 4593 16384, 3276 4628 16384, 3263 4668 16384, 3250 4707 16384, 3237 4747 16384, 3228 4787 16384, 3215 4826 16384, 3201 4862 16384, 3184 4901 16384, 3171 4937 16384, 3157 4968 16384, 3144 5003 16384, 3135 5029 16384, 3126 5060 16384, 3118 5091 16384, 3104 5118 16384, 3091 5144 16384, 3082 5171 16384, 3069 5193 16384, 3060 5215 16384, 3051 5237 16384, 3047 5259 16384, 3038 5281 16384, 3029 5299 16384, 3016 5316 16384, 3007 5334 16384, 2999 5347 16384, 2985 5360 16384, 2976 5369 16384, 2972 5378 16384, 2963 5382 16384, 2954 5387 16384, 2950 5391 16384, 2941 5396 16384, 2932 5400 16384, 2924 5400 16384, 2910 5400 16384, 2901 5400 16384, 2888 5396 16384, 2875 5391 16384, 2862 5382 16384, 2853 5374 16384, 2844 5365 16384, 2835 5360 16384, 2822 5356 16384, 2813 5351 16384, 2804 5347 16384, 2800 5343 16384, 2800 5338 16384</inkml:trace>
  <inkml:trace contextRef="#ctx0" brushRef="#br0">3568 4163 16384, 3565 4157 16384, 3559 4157 16384, 3550 4168 16384, 3534 4195 16384, 3516 4241 16384, 3505 4304 16384, 3501 4379 16384, 3512 4427 16384, 3533 4458 16384, 3563 4473 16384, 3591 4475 16384, 3619 4457 16384, 3642 4420 16384, 3656 4366 16384, 3660 4306 16384, 3650 4264 16384, 3630 4234 16384, 3605 4208 16384, 3579 4177 16384, 3561 4156 16384, 3554 4155 16384, 3553 4167 16384</inkml:trace>
  <inkml:trace contextRef="#ctx0" brushRef="#br0">3452 4917 16384, 3450 4918 16384, 3451 4934 16384, 3450 4984 16384, 3441 5063 16384, 3431 5137 16384, 3423 5188 16384, 3421 5222 16384, 3427 5237 16384</inkml:trace>
  <inkml:trace contextRef="#ctx0" brushRef="#br0">3813 4467 16384, 3801 4436 16384, 3801 4424 16384, 3819 4406 16384, 3844 4382 16384, 3880 4358 16384, 3928 4333 16384, 3977 4315 16384, 4032 4309 16384, 4122 4321 16384, 4147 4333 16384, 4201 4370 16384, 4244 4430 16384, 4268 4503 16384, 4280 4594 16384, 4280 4679 16384, 4268 4758 16384, 4238 4836 16384, 4207 4903 16384, 4165 4970 16384, 4116 5030 16384, 4068 5085 16384, 4019 5127 16384, 3971 5164 16384, 3904 5194 16384, 3862 5200 16384, 3850 5200 16384</inkml:trace>
  <inkml:trace contextRef="#ctx0" brushRef="#br0">4619 4206 16384, 4607 4200 16384, 4565 4212 16384, 4547 4224 16384, 4510 4255 16384, 4468 4291 16384, 4419 4339 16384, 4371 4394 16384, 4335 4461 16384, 4292 4552 16384, 4268 4642 16384, 4250 4752 16384, 4244 4855 16384, 4256 4939 16384, 4280 5018 16384, 4328 5079 16384, 4377 5115 16384, 4432 5139 16384, 4492 5152 16384, 4547 5152 16384, 4577 5152 16384</inkml:trace>
  <inkml:trace contextRef="#ctx0" brushRef="#br0">4739 4187 16384, 4736 4183 16384, 4729 4173 16384, 4723 4157 16384, 4725 4133 16384, 4738 4112 16384, 4759 4095 16384, 4787 4090 16384, 4813 4104 16384, 4833 4141 16384, 4841 4202 16384, 4836 4269 16384, 4820 4312 16384, 4793 4346 16384, 4778 4362 16384, 4765 4375 16384, 4745 4390 16384, 4736 4393 16384, 4743 4391 16384, 4764 4391 16384, 4795 4394 16384, 4832 4401 16384, 4866 4407 16384, 4892 4410 16384, 4912 4409 16384, 4917 4408 16384</inkml:trace>
  <inkml:trace contextRef="#ctx0" brushRef="#br0">6121 4200 16384, 6117 4200 16384, 6109 4200 16384, 6109 4204 16384, 6117 4220 16384, 6117 4231 16384, 6121 4275 16384, 6117 4342 16384, 6105 4420 16384, 6093 4523 16384, 6081 4696 16384, 6073 4810 16384, 6065 4924 16384, 6061 4976 16384, 6058 5054 16384, 6058 5109 16384, 6065 5161 16384, 6069 5184 16384, 6073 5196 16384, 6077 5200 16384, 6081 5200 16384, 6081 5188 16384, 6081 5165 16384, 6081 5129 16384, 6077 5086 16384, 6069 5031 16384, 6061 4968 16384, 6050 4897 16384, 6030 4830 16384, 6018 4798 16384, 5967 4735 16384, 5951 4728 16384, 5896 4735 16384, 5865 4755 16384, 5833 4779 16384, 5813 4814 16384, 5786 4889 16384, 5778 4944 16384, 5774 4972 16384, 5774 4999 16384, 5782 5050 16384, 5806 5109 16384, 5825 5133 16384, 5845 5153 16384, 5876 5165 16384, 5908 5172 16384, 5935 5172 16384, 5983 5157 16384, 6010 5137 16384, 6038 5109 16384, 6061 5074 16384</inkml:trace>
  <inkml:trace contextRef="#ctx0" brushRef="#br0">6580 4467 16384, 6568 4436 16384, 6568 4424 16384, 6586 4406 16384, 6611 4382 16384, 6647 4358 16384, 6695 4333 16384, 6744 4315 16384, 6798 4309 16384, 6889 4321 16384, 6914 4333 16384, 6968 4370 16384, 7011 4430 16384, 7035 4503 16384, 7047 4594 16384, 7047 4679 16384, 7035 4758 16384, 7005 4836 16384, 6974 4903 16384, 6932 4970 16384, 6883 5030 16384, 6835 5085 16384, 6786 5127 16384, 6738 5164 16384, 6671 5194 16384, 6629 5200 16384, 6617 5200 16384</inkml:trace>
  <inkml:trace contextRef="#ctx0" brushRef="#br0">7386 4206 16384, 7374 4200 16384, 7332 4212 16384, 7314 4224 16384, 7277 4255 16384, 7235 4291 16384, 7186 4339 16384, 7138 4394 16384, 7102 4461 16384, 7059 4552 16384, 7035 4642 16384, 7017 4752 16384, 7011 4855 16384, 7023 4939 16384, 7047 5018 16384, 7095 5079 16384, 7144 5115 16384, 7198 5139 16384, 7259 5152 16384, 7314 5152 16384, 7344 5152 16384</inkml:trace>
  <inkml:trace contextRef="#ctx0" brushRef="#br0">8011 4580 16384, 8007 4580 16384, 8007 4583 16384, 8015 4587 16384, 8025 4587 16384, 8047 4591 16384, 8084 4591 16384, 8157 4587 16384, 8211 4580 16384, 8270 4576 16384, 8328 4573 16384, 8404 4573 16384, 8444 4580 16384, 8477 4587 16384, 8495 4594 16384</inkml:trace>
  <inkml:trace contextRef="#ctx0" brushRef="#br0">8022 4827 16384, 8018 4827 16384, 8022 4827 16384, 8029 4827 16384, 8055 4827 16384, 8127 4827 16384, 8153 4824 16384, 8208 4820 16384, 8233 4820 16384, 8291 4817 16384, 8346 4813 16384, 8401 4809 16384, 8452 4806 16384, 8488 4806 16384, 8517 4802 16384, 8543 4802 16384, 8557 4802 16384</inkml:trace>
  <inkml:trace contextRef="#ctx0" brushRef="#br0">9520 3830 16384, 9517 3831 16384, 9519 3864 16384, 9518 3966 16384, 9499 4126 16384, 9478 4275 16384, 9463 4380 16384, 9458 4450 16384, 9470 4480 16384</inkml:trace>
  <inkml:trace contextRef="#ctx0" brushRef="#br0">9087 4700 11468, 9891 4700 11468</inkml:trace>
  <inkml:trace contextRef="#ctx0" brushRef="#br0">9337 5058 16384, 9317 5017 16384, 9320 4986 16384, 9347 4955 16384, 9399 4927 16384, 9469 4920 16384, 9544 4951 16384, 9595 5020 16384, 9599 5106 16384, 9559 5193 16384, 9493 5270 16384, 9431 5315 16384, 9400 5327 16384, 9389 5317 16384, 9392 5301 16384, 9421 5286 16384, 9481 5276 16384, 9558 5283 16384, 9630 5324 16384, 9665 5386 16384, 9662 5441 16384, 9630 5487 16384, 9572 5531 16384, 9500 5560 16384, 9419 5570 16384, 9344 5555 16384, 9313 5533 16384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8410 16384, 2200 8422 16384, 2225 8460 16384, 2238 8497 16384, 2238 8510 16384, 2238 8535 16384, 2225 8560 16384, 2200 8585 16384, 2162 8597 16384, 2138 8597 16384, 2100 8597 16384, 2062 8597 16384, 2038 8585 16384, 2025 8560 16384, 2025 8535 16384, 2025 8472 16384, 2050 8435 16384, 2075 8397 16384, 2112 8372 16384, 2150 8360 16384, 2175 8347 16384, 2212 8347 16384, 2250 8347 16384, 2262 8347 16384, 2288 8372 16384, 2300 8385 16384, 2300 8422 16384, 2288 8435 16384, 2262 8460 16384, 2238 8485 16384, 2200 8497 16384, 2150 8522 16384, 2100 8535 16384, 2050 8535 16384, 2013 8522 16384, 2000 8510 16384, 2000 8485 16384, 2000 8460 16384, 2025 8435 16384, 2038 8422 16384, 2062 8397 16384, 2112 8385 16384, 2150 8372 16384, 2175 8372 16384, 2212 8372 16384, 2238 8372 16384, 2262 8410 16384, 2275 8447 16384, 2275 8472 16384, 2275 8497 16384, 2262 8522 16384, 2238 8547 16384, 2225 8560 16384, 2212 8560 16384, 2200 8560 16384, 2188 8547 16384, 2188 8535 16384, 2188 8510 16384, 2188 8497 16384, 2188 8485 16384, 2200 8460 16384, 2212 8447 16384, 2225 8435 16384, 2238 8435 16384, 2238 8447 16384, 2225 8472 16384, 2225 8485 16384, 2212 8485 16384, 2200 8497 16384, 2188 8510 16384, 2175 8510 16384, 2162 8510 16384, 2162 8497 16384, 2175 8472 16384, 2200 8447 16384, 2212 8435 16384, 2225 8422 16384, 2212 8447 16384, 2175 8472 16384, 2138 8497 16384, 2100 8510 16384, 2062 8535 16384, 2050 8535 16384, 2062 8522 16384, 2100 8497 16384, 2112 8485 16384, 2150 8460 16384, 2175 8435 16384, 2225 8397 16384, 2238 8372 16384, 2238 8360 16384, 2225 8360 16384, 2200 8385 16384, 2175 8410 16384, 2150 8435 16384, 2138 8460 16384, 2125 8472 16384</inkml:trace>
  <inkml:trace contextRef="#ctx0" brushRef="#br0">2914 7738 16384, 2908 7738 16384, 2908 7744 16384, 2920 7744 16384, 2945 7744 16384, 2957 7744 16384, 3029 7738 16384, 3095 7726 16384, 3173 7708 16384, 3258 7690 16384, 3300 7684 16384, 3378 7678 16384, 3499 7672 16384, 3571 7672 16384, 3649 7672 16384, 3716 7678 16384, 3776 7678 16384, 3824 7684 16384, 3860 7684 16384, 3884 7690 16384, 3908 7696 16384, 3914 7702 16384, 3914 7708 16384, 3902 7720 16384, 3890 7738 16384, 3866 7756 16384, 3836 7793 16384, 3812 7823 16384, 3794 7853 16384, 3776 7883 16384, 3758 7907 16384, 3752 7913 16384</inkml:trace>
  <inkml:trace contextRef="#ctx0" brushRef="#br0">2866 7756 16384, 2872 7756 16384, 2872 7762 16384, 2878 7769 16384, 2884 7775 16384, 2890 7793 16384, 2902 7817 16384, 2920 7847 16384, 2945 7889 16384, 2987 7943 16384, 3029 7991 16384, 3077 8040 16384, 3131 8094 16384, 3180 8136 16384, 3216 8184 16384, 3264 8226 16384, 3294 8262 16384, 3312 8299 16384, 3330 8329 16384, 3342 8353 16384, 3348 8371 16384, 3348 8383 16384, 3348 8395 16384, 3348 8413 16384, 3336 8425 16384, 3324 8449 16384, 3312 8473 16384, 3300 8497 16384, 3288 8528 16384, 3264 8570 16384, 3228 8612 16384, 3192 8660 16384, 3149 8720 16384, 3107 8781 16384, 3059 8847 16384, 3017 8907 16384, 2987 8943 16384, 2957 8979 16384, 2927 9015 16384, 2896 9046 16384, 2866 9076 16384, 2836 9106 16384, 2818 9130 16384, 2806 9148 16384, 2800 9166 16384, 2800 9172 16384, 2812 9172 16384, 2842 9172 16384, 2872 9172 16384, 2914 9166 16384, 2957 9160 16384, 3017 9154 16384, 3077 9148 16384, 3155 9142 16384, 3228 9142 16384, 3306 9142 16384, 3378 9136 16384, 3451 9136 16384, 3523 9136 16384, 3583 9136 16384, 3637 9136 16384, 3686 9136 16384, 3722 9136 16384, 3746 9142 16384, 3770 9142 16384, 3782 9142 16384, 3794 9148 16384, 3800 9148 16384, 3800 9136 16384, 3794 9124 16384, 3794 9106 16384, 3782 9088 16384, 3776 9058 16384, 3758 9022 16384, 3740 8991 16384, 3716 8955 16384, 3692 8919 16384, 3667 8895 16384, 3655 8877 16384</inkml:trace>
  <inkml:trace contextRef="#ctx0" brushRef="#br0">2823 9315 16384, 2814 9308 16384, 2814 9304 16384, 2818 9295 16384, 2830 9282 16384, 2841 9272 16384, 2850 9261 16384, 2858 9253 16384, 2865 9253 16384, 2874 9253 16384, 2881 9261 16384, 2887 9272 16384, 2890 9288 16384, 2894 9315 16384, 2896 9348 16384, 2898 9395 16384, 2898 9448 16384, 2896 9492 16384, 2894 9526 16384, 2892 9552 16384, 2890 9564 16384, 2890 9570 16384, 2890 9573 16384, 2892 9573 16384, 2892 9570 16384, 2892 9559 16384, 2894 9544 16384, 2898 9521 16384, 2903 9490 16384, 2910 9453 16384, 2918 9410 16384, 2927 9361 16384, 2941 9319 16384, 2960 9292 16384, 2976 9277 16384, 2994 9270 16384, 3009 9266 16384, 3021 9264 16384, 3034 9266 16384, 3045 9273 16384, 3054 9286 16384, 3063 9310 16384, 3070 9341 16384, 3078 9377 16384, 3081 9417 16384, 3087 9459 16384, 3090 9493 16384, 3094 9519 16384, 3101 9537 16384, 3109 9548 16384, 3116 9552 16384, 3123 9553 16384, 3129 9552 16384</inkml:trace>
  <inkml:trace contextRef="#ctx0" brushRef="#br0">3302 9375 16384, 3301 9375 16384, 3301 9376 16384, 3303 9377 16384, 3307 9377 16384, 3314 9378 16384, 3325 9378 16384, 3349 9377 16384, 3366 9375 16384, 3385 9374 16384, 3404 9373 16384, 3428 9373 16384, 3441 9375 16384, 3451 9377 16384, 3457 9380 16384</inkml:trace>
  <inkml:trace contextRef="#ctx0" brushRef="#br0">3306 9454 16384, 3305 9454 16384, 3306 9454 16384, 3308 9454 16384, 3316 9454 16384, 3339 9454 16384, 3348 9453 16384, 3365 9452 16384, 3373 9452 16384, 3392 9451 16384, 3409 9450 16384, 3427 9448 16384, 3443 9447 16384, 3455 9447 16384, 3464 9446 16384, 3472 9446 16384, 3477 9446 16384</inkml:trace>
  <inkml:trace contextRef="#ctx0" brushRef="#br0">3822 9253 16384, 3820 9254 16384, 3821 9270 16384, 3821 9320 16384, 3811 9399 16384, 3801 9473 16384, 3794 9524 16384, 3791 9559 16384, 3797 9573 16384</inkml:trace>
  <inkml:trace contextRef="#ctx0" brushRef="#br0">3268 7231 16384, 3263 7229 16384, 3263 7231 16384, 3262 7237 16384, 3260 7246 16384, 3255 7262 16384, 3248 7283 16384, 3238 7313 16384, 3231 7351 16384, 3220 7395 16384, 3212 7438 16384, 3206 7478 16384, 3204 7509 16384, 3204 7531 16384, 3204 7543 16384, 3206 7548 16384, 3209 7549 16384, 3211 7549 16384</inkml:trace>
  <inkml:trace contextRef="#ctx0" brushRef="#br0">3257 7245 16384, 3257 7246 16384, 3257 7248 16384, 3263 7254 16384, 3271 7263 16384, 3282 7277 16384, 3293 7296 16384, 3302 7319 16384, 3311 7348 16384, 3323 7382 16384, 3334 7415 16384, 3345 7446 16384, 3357 7474 16384, 3367 7494 16384, 3373 7511 16384, 3379 7523 16384, 3385 7531 16384, 3390 7535 16384, 3392 7535 16384</inkml:trace>
  <inkml:trace contextRef="#ctx0" brushRef="#br0">3432 7277 16384, 3430 7277 16384, 3429 7280 16384, 3429 7286 16384, 3427 7297 16384, 3422 7317 16384, 3413 7351 16384, 3404 7393 16384, 3398 7436 16384, 3392 7475 16384, 3387 7506 16384, 3385 7528 16384, 3385 7542 16384, 3388 7548 16384</inkml:trace>
  <inkml:trace contextRef="#ctx0" brushRef="#br0">4051 8165 16384, 4023 8143 16384, 4023 8131 16384, 4034 8103 16384, 4074 8063 16384, 4108 8029 16384, 4137 7995 16384, 4159 7972 16384, 4182 7972 16384, 4210 7972 16384, 4233 7995 16384, 4250 8029 16384, 4262 8080 16384, 4273 8165 16384, 4279 8268 16384, 4284 8415 16384, 4284 8580 16384, 4279 8716 16384, 4273 8824 16384, 4267 8904 16384, 4262 8944 16384, 4262 8961 16384, 4262 8972 16384, 4267 8972 16384, 4267 8961 16384, 4267 8927 16384, 4273 8881 16384, 4284 8807 16384, 4301 8711 16384, 4324 8597 16384, 4347 8461 16384, 4375 8307 16384, 4421 8177 16384, 4478 8091 16384, 4529 8046 16384, 4585 8023 16384, 4631 8012 16384, 4671 8006 16384, 4710 8012 16384, 4745 8035 16384, 4773 8074 16384, 4801 8148 16384, 4824 8245 16384, 4847 8358 16384, 4858 8483 16384, 4875 8614 16384, 4887 8722 16384, 4898 8802 16384, 4921 8858 16384, 4943 8893 16384, 4966 8904 16384, 4989 8910 16384, 5006 8904 16384</inkml:trace>
  <inkml:trace contextRef="#ctx0" brushRef="#br0">5548 8352 16384, 5544 8352 16384, 5544 8356 16384, 5552 8359 16384, 5563 8359 16384, 5585 8363 16384, 5621 8363 16384, 5694 8359 16384, 5748 8352 16384, 5807 8348 16384, 5865 8345 16384, 5941 8345 16384, 5982 8352 16384, 6014 8359 16384, 6033 8366 16384</inkml:trace>
  <inkml:trace contextRef="#ctx0" brushRef="#br0">5559 8600 16384, 5555 8600 16384, 5559 8600 16384, 5566 8600 16384, 5592 8600 16384, 5665 8600 16384, 5690 8596 16384, 5745 8592 16384, 5770 8592 16384, 5829 8589 16384, 5883 8585 16384, 5938 8581 16384, 5989 8578 16384, 6025 8578 16384, 6054 8574 16384, 6080 8574 16384, 6094 8574 16384</inkml:trace>
  <inkml:trace contextRef="#ctx0" brushRef="#br0">7250 7605 16384, 7241 7602 16384, 7241 7605 16384, 7237 7618 16384, 7234 7637 16384, 7225 7668 16384, 7209 7712 16384, 7190 7772 16384, 7175 7850 16384, 7153 7938 16384, 7137 8026 16384, 7124 8108 16384, 7121 8170 16384, 7121 8214 16384, 7121 8240 16384, 7124 8249 16384, 7131 8252 16384, 7134 8252 16384</inkml:trace>
  <inkml:trace contextRef="#ctx0" brushRef="#br0">7228 7634 16384, 7228 7637 16384, 7228 7640 16384, 7241 7652 16384, 7256 7671 16384, 7278 7699 16384, 7300 7737 16384, 7319 7784 16384, 7338 7844 16384, 7363 7913 16384, 7385 7979 16384, 7407 8042 16384, 7432 8098 16384, 7451 8139 16384, 7464 8174 16384, 7476 8199 16384, 7489 8214 16384, 7498 8224 16384, 7501 8224 16384</inkml:trace>
  <inkml:trace contextRef="#ctx0" brushRef="#br0">7583 7699 16384, 7580 7699 16384, 7577 7706 16384, 7577 7718 16384, 7573 7740 16384, 7564 7781 16384, 7545 7850 16384, 7526 7935 16384, 7514 8023 16384, 7501 8101 16384, 7492 8164 16384, 7489 8208 16384, 7489 8236 16384, 7495 8249 16384</inkml:trace>
  <inkml:trace contextRef="#ctx0" brushRef="#br0">8216 7606 16384, 8216 7604 16384, 8216 7602 16384, 8214 7602 16384, 8208 7606 16384, 8204 7612 16384, 8199 7620 16384, 8191 7632 16384, 8183 7648 16384, 8165 7687 16384, 8159 7703 16384, 8155 7719 16384, 8143 7759 16384, 8127 7824 16384, 8121 7872 16384, 8119 7925 16384, 8121 8004 16384, 8127 8058 16384, 8137 8109 16384, 8157 8167 16384, 8167 8201 16384, 8179 8224 16384, 8195 8244 16384, 8200 8252 16384</inkml:trace>
  <inkml:trace contextRef="#ctx0" brushRef="#br0">8537 7605 16384, 8528 7602 16384, 8528 7605 16384, 8524 7618 16384, 8521 7637 16384, 8512 7668 16384, 8496 7712 16384, 8477 7772 16384, 8462 7850 16384, 8440 7938 16384, 8424 8026 16384, 8411 8108 16384, 8408 8170 16384, 8408 8214 16384, 8408 8240 16384, 8411 8249 16384, 8418 8252 16384, 8421 8252 16384</inkml:trace>
  <inkml:trace contextRef="#ctx0" brushRef="#br0">8515 7634 16384, 8515 7637 16384, 8515 7640 16384, 8528 7652 16384, 8543 7671 16384, 8565 7699 16384, 8587 7737 16384, 8606 7784 16384, 8625 7844 16384, 8650 7913 16384, 8672 7979 16384, 8694 8042 16384, 8719 8098 16384, 8738 8139 16384, 8751 8174 16384, 8763 8199 16384, 8776 8214 16384, 8785 8224 16384, 8788 8224 16384</inkml:trace>
  <inkml:trace contextRef="#ctx0" brushRef="#br0">8870 7699 16384, 8867 7699 16384, 8864 7706 16384, 8864 7718 16384, 8860 7740 16384, 8851 7781 16384, 8832 7850 16384, 8813 7935 16384, 8801 8023 16384, 8788 8101 16384, 8779 8164 16384, 8776 8208 16384, 8776 8236 16384, 8782 8249 16384</inkml:trace>
  <inkml:trace contextRef="#ctx0" brushRef="#br0">9313 7921 16384, 9309 7921 16384, 9311 7921 16384, 9315 7921 16384, 9321 7920 16384, 9328 7920 16384, 9335 7919 16384, 9346 7919 16384, 9359 7917 16384, 9375 7916 16384, 9395 7916 16384, 9413 7915 16384, 9433 7915 16384, 9455 7914 16384, 9475 7914 16384, 9495 7915 16384, 9518 7916 16384, 9539 7919 16384, 9561 7920 16384, 9582 7921 16384, 9601 7922 16384, 9619 7922 16384, 9633 7922 16384, 9644 7922 16384, 9651 7923 16384, 9658 7923 16384, 9662 7923 16384, 9665 7923 16384, 9666 7921 16384</inkml:trace>
  <inkml:trace contextRef="#ctx0" brushRef="#br0">9494 7772 16384, 9494 7773 16384, 9493 7774 16384, 9493 7777 16384, 9493 7782 16384, 9493 7789 16384, 9494 7799 16384, 9495 7812 16384, 9496 7828 16384, 9496 7847 16384, 9498 7869 16384, 9496 7893 16384, 9495 7916 16384, 9493 7940 16384, 9490 7966 16384, 9489 7988 16384, 9489 8008 16384, 9489 8028 16384, 9489 8042 16384, 9489 8056 16384, 9490 8066 16384, 9492 8075 16384, 9493 8080 16384, 9494 8082 16384</inkml:trace>
  <inkml:trace contextRef="#ctx0" brushRef="#br0">10367 7602 16384, 10363 7603 16384, 10366 7636 16384, 10364 7738 16384, 10345 7898 16384, 10325 8047 16384, 10309 8152 16384, 10304 8222 16384, 10316 8252 16384</inkml:trace>
  <inkml:trace contextRef="#ctx0" brushRef="#br0">10790 7602 16384, 10793 7602 16384, 10793 7604 16384, 10795 7604 16384, 10797 7607 16384, 10811 7623 16384, 10820 7644 16384, 10830 7676 16384, 10837 7716 16384, 10844 7758 16384, 10855 7832 16384, 10858 7857 16384, 10860 7883 16384, 10862 7932 16384, 10862 8006 16384, 10860 8048 16384, 10853 8090 16384, 10846 8129 16384, 10839 8159 16384, 10830 8199 16384, 10820 8220 16384, 10811 8236 16384, 10807 8241 16384, 10793 8252 16384</inkml:trace>
  <inkml:trace contextRef="#ctx0" brushRef="#br0">6624 8472 11468, 11359 8472 11468</inkml:trace>
  <inkml:trace contextRef="#ctx0" brushRef="#br0">8826 8889 16384, 8820 8880 16384, 8806 8862 16384, 8795 8829 16384, 8797 8780 16384, 8824 8736 16384, 8868 8702 16384, 8924 8692 16384, 8978 8720 16384, 9018 8795 16384, 9034 8921 16384, 9023 9056 16384, 8991 9143 16384, 8937 9213 16384, 8906 9246 16384, 8879 9271 16384, 8839 9302 16384, 8821 9308 16384, 8835 9304 16384, 8878 9303 16384, 8940 9309 16384, 9016 9323 16384, 9085 9336 16384, 9137 9342 16384, 9177 9340 16384, 9189 9337 16384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12786 16384, 2200 12798 16384, 2225 12836 16384, 2238 12873 16384, 2238 12886 16384, 2238 12911 16384, 2225 12936 16384, 2200 12961 16384, 2162 12973 16384, 2138 12973 16384, 2100 12973 16384, 2062 12973 16384, 2038 12961 16384, 2025 12936 16384, 2025 12911 16384, 2025 12848 16384, 2050 12811 16384, 2075 12773 16384, 2112 12748 16384, 2150 12736 16384, 2175 12723 16384, 2212 12723 16384, 2250 12723 16384, 2262 12723 16384, 2288 12748 16384, 2300 12761 16384, 2300 12798 16384, 2288 12811 16384, 2262 12836 16384, 2238 12861 16384, 2200 12873 16384, 2150 12898 16384, 2100 12911 16384, 2050 12911 16384, 2013 12898 16384, 2000 12886 16384, 2000 12861 16384, 2000 12836 16384, 2025 12811 16384, 2038 12798 16384, 2062 12773 16384, 2112 12761 16384, 2150 12748 16384, 2175 12748 16384, 2212 12748 16384, 2238 12748 16384, 2262 12786 16384, 2275 12823 16384, 2275 12848 16384, 2275 12873 16384, 2262 12898 16384, 2238 12923 16384, 2225 12936 16384, 2212 12936 16384, 2200 12936 16384, 2188 12923 16384, 2188 12911 16384, 2188 12886 16384, 2188 12873 16384, 2188 12861 16384, 2200 12836 16384, 2212 12823 16384, 2225 12811 16384, 2238 12811 16384, 2238 12823 16384, 2225 12848 16384, 2225 12861 16384, 2212 12861 16384, 2200 12873 16384, 2188 12886 16384, 2175 12886 16384, 2162 12886 16384, 2162 12873 16384, 2175 12848 16384, 2200 12823 16384, 2212 12811 16384, 2225 12798 16384, 2212 12823 16384, 2175 12848 16384, 2138 12873 16384, 2100 12886 16384, 2062 12911 16384, 2050 12911 16384, 2062 12898 16384, 2100 12873 16384, 2112 12861 16384, 2150 12836 16384, 2175 12811 16384, 2225 12773 16384, 2238 12748 16384, 2238 12736 16384, 2225 12736 16384, 2200 12761 16384, 2175 12786 16384, 2150 12811 16384, 2138 12836 16384, 2125 12848 16384</inkml:trace>
  <inkml:trace contextRef="#ctx0" brushRef="#br0">3709 12141 16384, 3713 12137 16384, 3718 12128 16384, 3722 12123 16384, 3722 12115 16384, 3722 12101 16384, 3722 12092 16384, 3718 12079 16384, 3709 12070 16384, 3700 12062 16384, 3691 12053 16384, 3674 12048 16384, 3660 12048 16384, 3643 12048 16384, 3629 12053 16384, 3616 12057 16384, 3603 12066 16384, 3594 12070 16384, 3568 12092 16384, 3559 12097 16384, 3532 12123 16384, 3519 12141 16384, 3501 12167 16384, 3497 12181 16384, 3475 12220 16384, 3462 12256 16384, 3444 12287 16384, 3435 12317 16384, 3426 12353 16384, 3418 12388 16384, 3404 12423 16384, 3391 12467 16384, 3374 12507 16384, 3356 12556 16384, 3338 12609 16384, 3325 12653 16384, 3312 12697 16384, 3294 12741 16384, 3276 12776 16384, 3263 12816 16384, 3250 12856 16384, 3237 12895 16384, 3228 12935 16384, 3215 12975 16384, 3201 13010 16384, 3184 13050 16384, 3171 13085 16384, 3157 13116 16384, 3144 13151 16384, 3135 13178 16384, 3126 13209 16384, 3118 13240 16384, 3104 13266 16384, 3091 13292 16384, 3082 13319 16384, 3069 13341 16384, 3060 13363 16384, 3051 13385 16384, 3047 13407 16384, 3038 13429 16384, 3029 13447 16384, 3016 13465 16384, 3007 13482 16384, 2999 13495 16384, 2985 13509 16384, 2976 13517 16384, 2972 13526 16384, 2963 13531 16384, 2954 13535 16384, 2950 13540 16384, 2941 13544 16384, 2932 13548 16384, 2924 13548 16384, 2910 13548 16384, 2901 13548 16384, 2888 13544 16384, 2875 13540 16384, 2862 13531 16384, 2853 13522 16384, 2844 13513 16384, 2835 13509 16384, 2822 13504 16384, 2813 13500 16384, 2804 13495 16384, 2800 13491 16384, 2800 13487 16384</inkml:trace>
  <inkml:trace contextRef="#ctx0" brushRef="#br0">3631 12443 16384, 3633 12437 16384, 3633 12414 16384, 3631 12398 16384, 3627 12375 16384, 3619 12352 16384, 3604 12330 16384, 3590 12316 16384, 3580 12307 16384, 3565 12305 16384, 3549 12303 16384, 3535 12305 16384, 3516 12311 16384, 3498 12324 16384, 3485 12342 16384, 3471 12367 16384, 3457 12398 16384, 3451 12437 16384, 3449 12482 16384, 3451 12531 16384, 3457 12566 16384, 3467 12590 16384, 3481 12607 16384, 3496 12615 16384, 3510 12621 16384, 3531 12623 16384, 3547 12621 16384, 3563 12613 16384, 3580 12597 16384, 3594 12572 16384, 3609 12541 16384, 3623 12502 16384, 3631 12457 16384, 3637 12412 16384, 3639 12377 16384, 3641 12357 16384, 3641 12346 16384, 3641 12344 16384, 3641 12346 16384, 3639 12352 16384, 3635 12365 16384, 3633 12385 16384, 3631 12412 16384, 3631 12441 16384, 3633 12474 16384, 3639 12508 16384, 3648 12539 16384, 3658 12558 16384, 3670 12568 16384, 3680 12576 16384, 3693 12580 16384, 3705 12580 16384, 3713 12576 16384</inkml:trace>
  <inkml:trace contextRef="#ctx0" brushRef="#br0">3384 13069 16384, 3380 13067 16384, 3378 13066 16384, 3377 13069 16384, 3377 13076 16384, 3377 13085 16384, 3377 13116 16384, 3375 13132 16384, 3373 13152 16384, 3369 13196 16384, 3364 13266 16384, 3362 13302 16384, 3358 13339 16384, 3358 13351 16384, 3358 13355 16384, 3358 13360 16384, 3358 13362 16384, 3357 13364 16384, 3357 13362 16384, 3355 13355 16384, 3355 13344 16384, 3355 13328 16384, 3362 13293 16384, 3369 13272 16384, 3373 13263 16384, 3384 13243 16384, 3391 13237 16384, 3409 13230 16384, 3436 13225 16384, 3452 13225 16384, 3469 13227 16384, 3485 13232 16384, 3501 13248 16384, 3505 13254 16384, 3512 13270 16384, 3516 13284 16384, 3518 13302 16384, 3508 13326 16384, 3503 13333 16384, 3487 13355 16384, 3472 13366 16384, 3458 13377 16384, 3443 13384 16384, 3429 13386 16384, 3414 13384 16384, 3409 13382 16384, 3389 13368 16384, 3384 13362 16384, 3378 13355 16384</inkml:trace>
  <inkml:trace contextRef="#ctx0" brushRef="#br0">4451 12428 16384, 4443 12413 16384, 4424 12371 16384, 4413 12363 16384, 4398 12356 16384, 4379 12348 16384, 4364 12348 16384, 4349 12348 16384, 4330 12356 16384, 4307 12375 16384, 4288 12398 16384, 4273 12428 16384, 4254 12481 16384, 4235 12542 16384, 4216 12621 16384, 4201 12723 16384, 4189 12833 16384, 4178 12951 16384, 4167 13060 16384, 4163 13140 16384, 4155 13208 16384, 4155 13254 16384, 4155 13284 16384, 4155 13307 16384, 4152 13326 16384, 4144 13341 16384, 4140 13348 16384</inkml:trace>
  <inkml:trace contextRef="#ctx0" brushRef="#br0">3958 12898 16384, 3962 12890 16384, 3981 12867 16384, 3996 12863 16384, 4034 12845 16384, 4072 12818 16384, 4121 12799 16384, 4171 12780 16384, 4224 12773 16384, 4280 12769 16384, 4326 12769 16384, 4367 12773 16384, 4402 12780 16384, 4432 12784 16384, 4455 12792 16384, 4462 12795 16384</inkml:trace>
  <inkml:trace contextRef="#ctx0" brushRef="#br0">5040 12354 16384, 5040 12351 16384, 5040 12348 16384, 5037 12348 16384, 5028 12354 16384, 5022 12364 16384, 5013 12376 16384, 5000 12394 16384, 4988 12418 16384, 4961 12479 16384, 4952 12504 16384, 4945 12528 16384, 4927 12589 16384, 4903 12690 16384, 4894 12763 16384, 4891 12845 16384, 4894 12967 16384, 4903 13050 16384, 4918 13129 16384, 4949 13217 16384, 4964 13269 16384, 4982 13306 16384, 5006 13336 16384, 5016 13348 16384</inkml:trace>
  <inkml:trace contextRef="#ctx0" brushRef="#br0">5293 12615 16384, 5281 12585 16384, 5281 12573 16384, 5299 12554 16384, 5324 12530 16384, 5360 12506 16384, 5408 12482 16384, 5457 12463 16384, 5512 12457 16384, 5602 12470 16384, 5627 12482 16384, 5681 12518 16384, 5724 12579 16384, 5748 12651 16384, 5760 12742 16384, 5760 12827 16384, 5748 12906 16384, 5718 12985 16384, 5687 13051 16384, 5645 13118 16384, 5596 13179 16384, 5548 13233 16384, 5499 13276 16384, 5451 13312 16384, 5384 13342 16384, 5342 13348 16384, 5330 13348 16384</inkml:trace>
  <inkml:trace contextRef="#ctx0" brushRef="#br0">6099 12354 16384, 6087 12348 16384, 6045 12360 16384, 6027 12373 16384, 5990 12403 16384, 5948 12439 16384, 5899 12488 16384, 5851 12542 16384, 5815 12609 16384, 5772 12700 16384, 5748 12791 16384, 5730 12900 16384, 5724 13003 16384, 5736 13088 16384, 5760 13167 16384, 5808 13227 16384, 5857 13263 16384, 5912 13288 16384, 5972 13300 16384, 6027 13300 16384, 6057 13300 16384</inkml:trace>
  <inkml:trace contextRef="#ctx0" brushRef="#br0">6390 12348 16384, 6394 12348 16384, 6394 12352 16384, 6397 12352 16384, 6401 12355 16384, 6422 12380 16384, 6436 12413 16384, 6451 12463 16384, 6461 12523 16384, 6472 12588 16384, 6490 12702 16384, 6494 12741 16384, 6497 12780 16384, 6501 12855 16384, 6501 12970 16384, 6497 13034 16384, 6486 13098 16384, 6476 13159 16384, 6465 13205 16384, 6451 13266 16384, 6436 13298 16384, 6422 13323 16384, 6415 13330 16384, 6394 13348 16384</inkml:trace>
  <inkml:trace contextRef="#ctx0" brushRef="#br0">7844 12348 16384, 7840 12348 16384, 7832 12348 16384, 7832 12352 16384, 7840 12368 16384, 7840 12380 16384, 7844 12423 16384, 7840 12490 16384, 7828 12569 16384, 7816 12671 16384, 7804 12844 16384, 7796 12959 16384, 7788 13073 16384, 7784 13124 16384, 7781 13203 16384, 7781 13258 16384, 7788 13309 16384, 7792 13333 16384, 7796 13344 16384, 7800 13348 16384, 7804 13348 16384, 7804 13337 16384, 7804 13313 16384, 7804 13277 16384, 7800 13234 16384, 7792 13179 16384, 7784 13116 16384, 7773 13045 16384, 7753 12978 16384, 7741 12947 16384, 7690 12884 16384, 7674 12876 16384, 7619 12884 16384, 7588 12903 16384, 7556 12927 16384, 7536 12963 16384, 7509 13037 16384, 7501 13092 16384, 7497 13120 16384, 7497 13148 16384, 7505 13199 16384, 7529 13258 16384, 7548 13281 16384, 7568 13301 16384, 7599 13313 16384, 7631 13321 16384, 7658 13321 16384, 7706 13305 16384, 7733 13285 16384, 7761 13258 16384, 7784 13222 16384</inkml:trace>
  <inkml:trace contextRef="#ctx0" brushRef="#br0">8303 12615 16384, 8291 12585 16384, 8291 12573 16384, 8309 12554 16384, 8334 12530 16384, 8370 12506 16384, 8418 12482 16384, 8467 12463 16384, 8522 12457 16384, 8612 12470 16384, 8637 12482 16384, 8691 12518 16384, 8734 12579 16384, 8758 12651 16384, 8770 12742 16384, 8770 12827 16384, 8758 12906 16384, 8728 12985 16384, 8697 13051 16384, 8655 13118 16384, 8606 13179 16384, 8558 13233 16384, 8509 13276 16384, 8461 13312 16384, 8394 13342 16384, 8352 13348 16384, 8340 13348 16384</inkml:trace>
  <inkml:trace contextRef="#ctx0" brushRef="#br0">9109 12354 16384, 9097 12348 16384, 9055 12360 16384, 9037 12373 16384, 9000 12403 16384, 8958 12439 16384, 8909 12488 16384, 8861 12542 16384, 8825 12609 16384, 8782 12700 16384, 8758 12791 16384, 8740 12900 16384, 8734 13003 16384, 8746 13088 16384, 8770 13167 16384, 8818 13227 16384, 8867 13263 16384, 8922 13288 16384, 8982 13300 16384, 9037 13300 16384, 9067 13300 16384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16318 16384, 2200 16330 16384, 2225 16368 16384, 2238 16405 16384, 2238 16418 16384, 2238 16443 16384, 2225 16468 16384, 2200 16493 16384, 2162 16505 16384, 2138 16505 16384, 2100 16505 16384, 2062 16505 16384, 2038 16493 16384, 2025 16468 16384, 2025 16443 16384, 2025 16380 16384, 2050 16343 16384, 2075 16305 16384, 2112 16280 16384, 2150 16268 16384, 2175 16255 16384, 2212 16255 16384, 2250 16255 16384, 2262 16255 16384, 2288 16280 16384, 2300 16293 16384, 2300 16330 16384, 2288 16343 16384, 2262 16368 16384, 2238 16393 16384, 2200 16405 16384, 2150 16430 16384, 2100 16443 16384, 2050 16443 16384, 2013 16430 16384, 2000 16418 16384, 2000 16393 16384, 2000 16368 16384, 2025 16343 16384, 2038 16330 16384, 2062 16305 16384, 2112 16293 16384, 2150 16280 16384, 2175 16280 16384, 2212 16280 16384, 2238 16280 16384, 2262 16318 16384, 2275 16355 16384, 2275 16380 16384, 2275 16405 16384, 2262 16430 16384, 2238 16455 16384, 2225 16468 16384, 2212 16468 16384, 2200 16468 16384, 2188 16455 16384, 2188 16443 16384, 2188 16418 16384, 2188 16405 16384, 2188 16393 16384, 2200 16368 16384, 2212 16355 16384, 2225 16343 16384, 2238 16343 16384, 2238 16355 16384, 2225 16380 16384, 2225 16393 16384, 2212 16393 16384, 2200 16405 16384, 2188 16418 16384, 2175 16418 16384, 2162 16418 16384, 2162 16405 16384, 2175 16380 16384, 2200 16355 16384, 2212 16343 16384, 2225 16330 16384, 2212 16355 16384, 2175 16380 16384, 2138 16405 16384, 2100 16418 16384, 2062 16443 16384, 2050 16443 16384, 2062 16430 16384, 2100 16405 16384, 2112 16393 16384, 2150 16368 16384, 2175 16343 16384, 2225 16305 16384, 2238 16280 16384, 2238 16268 16384, 2225 16268 16384, 2200 16293 16384, 2175 16318 16384, 2150 16343 16384, 2138 16368 16384, 2125 16380 16384</inkml:trace>
  <inkml:trace contextRef="#ctx0" brushRef="#br0">2914 15647 16384, 2908 15647 16384, 2908 15653 16384, 2920 15653 16384, 2945 15653 16384, 2957 15653 16384, 3029 15647 16384, 3095 15635 16384, 3173 15617 16384, 3258 15599 16384, 3300 15593 16384, 3378 15586 16384, 3499 15580 16384, 3571 15580 16384, 3649 15580 16384, 3716 15586 16384, 3776 15586 16384, 3824 15593 16384, 3860 15593 16384, 3884 15599 16384, 3908 15605 16384, 3914 15611 16384, 3914 15617 16384, 3902 15629 16384, 3890 15647 16384, 3866 15665 16384, 3836 15701 16384, 3812 15731 16384, 3794 15761 16384, 3776 15791 16384, 3758 15815 16384, 3752 15821 16384</inkml:trace>
  <inkml:trace contextRef="#ctx0" brushRef="#br0">2866 15665 16384, 2872 15665 16384, 2872 15671 16384, 2878 15677 16384, 2884 15683 16384, 2890 15701 16384, 2902 15725 16384, 2920 15755 16384, 2945 15797 16384, 2987 15852 16384, 3029 15900 16384, 3077 15948 16384, 3131 16002 16384, 3180 16044 16384, 3216 16093 16384, 3264 16135 16384, 3294 16171 16384, 3312 16207 16384, 3330 16237 16384, 3342 16261 16384, 3348 16279 16384, 3348 16291 16384, 3348 16303 16384, 3348 16321 16384, 3336 16333 16384, 3324 16358 16384, 3312 16382 16384, 3300 16406 16384, 3288 16436 16384, 3264 16478 16384, 3228 16520 16384, 3192 16568 16384, 3149 16629 16384, 3107 16689 16384, 3059 16755 16384, 3017 16815 16384, 2987 16852 16384, 2957 16888 16384, 2927 16924 16384, 2896 16954 16384, 2866 16984 16384, 2836 17014 16384, 2818 17038 16384, 2806 17056 16384, 2800 17074 16384, 2800 17080 16384, 2812 17080 16384, 2842 17080 16384, 2872 17080 16384, 2914 17074 16384, 2957 17068 16384, 3017 17062 16384, 3077 17056 16384, 3155 17050 16384, 3228 17050 16384, 3306 17050 16384, 3378 17044 16384, 3451 17044 16384, 3523 17044 16384, 3583 17044 16384, 3637 17044 16384, 3686 17044 16384, 3722 17044 16384, 3746 17050 16384, 3770 17050 16384, 3782 17050 16384, 3794 17056 16384, 3800 17056 16384, 3800 17044 16384, 3794 17032 16384, 3794 17014 16384, 3782 16996 16384, 3776 16966 16384, 3758 16930 16384, 3740 16900 16384, 3716 16864 16384, 3692 16827 16384, 3667 16803 16384, 3655 16785 16384</inkml:trace>
  <inkml:trace contextRef="#ctx0" brushRef="#br0">2829 17208 16384, 2826 17212 16384, 2826 17215 16384, 2827 17219 16384, 2831 17225 16384, 2836 17231 16384, 2845 17235 16384, 2854 17238 16384, 2868 17239 16384, 2880 17237 16384, 2896 17233 16384, 2912 17228 16384, 2924 17222 16384, 2936 17217 16384, 2943 17212 16384, 2949 17206 16384, 2955 17199 16384, 2959 17191 16384, 2961 17183 16384, 2961 17174 16384, 2958 17167 16384, 2955 17163 16384, 2949 17162 16384, 2943 17164 16384, 2937 17169 16384, 2931 17175 16384, 2922 17185 16384, 2916 17194 16384, 2909 17207 16384, 2898 17230 16384, 2890 17259 16384, 2879 17296 16384, 2872 17336 16384, 2868 17377 16384, 2865 17413 16384, 2863 17440 16384, 2863 17459 16384, 2864 17471 16384, 2866 17479 16384, 2866 17482 16384, 2866 17480 16384, 2866 17473 16384, 2866 17464 16384, 2866 17451 16384, 2868 17435 16384, 2869 17415 16384, 2871 17392 16384, 2875 17371 16384, 2882 17350 16384, 2894 17337 16384, 2905 17331 16384, 2918 17326 16384, 2930 17322 16384, 2941 17320 16384, 2951 17320 16384, 2959 17322 16384, 2963 17326 16384, 2965 17331 16384, 2965 17337 16384, 2964 17346 16384, 2960 17354 16384, 2955 17364 16384, 2946 17372 16384, 2937 17379 16384, 2926 17385 16384, 2917 17390 16384, 2909 17393 16384, 2901 17395 16384, 2895 17396 16384, 2891 17397 16384, 2888 17397 16384, 2887 17398 16384, 2887 17400 16384, 2888 17402 16384, 2891 17406 16384, 2896 17410 16384, 2901 17415 16384, 2910 17420 16384, 2919 17426 16384, 2928 17432 16384, 2937 17439 16384, 2944 17447 16384, 2950 17452 16384, 2956 17458 16384, 2960 17462 16384, 2962 17464 16384, 2963 17465 16384, 2964 17465 16384</inkml:trace>
  <inkml:trace contextRef="#ctx0" brushRef="#br0">3226 17283 16384, 3225 17283 16384, 3225 17284 16384, 3227 17286 16384, 3231 17286 16384, 3238 17287 16384, 3250 17287 16384, 3273 17286 16384, 3290 17283 16384, 3309 17282 16384, 3328 17281 16384, 3352 17281 16384, 3365 17283 16384, 3375 17286 16384, 3381 17288 16384</inkml:trace>
  <inkml:trace contextRef="#ctx0" brushRef="#br0">3230 17363 16384, 3229 17363 16384, 3230 17363 16384, 3232 17363 16384, 3240 17363 16384, 3264 17363 16384, 3272 17361 16384, 3289 17360 16384, 3297 17360 16384, 3316 17359 16384, 3334 17358 16384, 3351 17357 16384, 3367 17356 16384, 3379 17356 16384, 3388 17354 16384, 3396 17354 16384, 3401 17354 16384</inkml:trace>
  <inkml:trace contextRef="#ctx0" brushRef="#br0">3717 17170 16384, 3714 17164 16384, 3709 17164 16384, 3700 17175 16384, 3684 17201 16384, 3666 17247 16384, 3654 17310 16384, 3651 17386 16384, 3661 17434 16384, 3683 17465 16384, 3713 17480 16384, 3741 17482 16384, 3769 17464 16384, 3792 17427 16384, 3806 17373 16384, 3810 17313 16384, 3800 17271 16384, 3780 17240 16384, 3755 17215 16384, 3728 17184 16384, 3710 17163 16384, 3703 17162 16384, 3703 17173 16384</inkml:trace>
  <inkml:trace contextRef="#ctx0" brushRef="#br0">3338 15300 16384, 3335 15296 16384, 3325 15284 16384, 3319 15275 16384, 3314 15264 16384, 3305 15251 16384, 3295 15238 16384, 3285 15227 16384, 3275 15219 16384, 3261 15214 16384, 3250 15213 16384, 3235 15213 16384, 3223 15218 16384, 3209 15224 16384, 3197 15235 16384, 3184 15248 16384, 3174 15266 16384, 3166 15286 16384, 3159 15310 16384, 3158 15333 16384, 3160 15353 16384, 3166 15367 16384, 3175 15375 16384, 3186 15381 16384, 3198 15383 16384, 3211 15383 16384, 3226 15382 16384, 3241 15377 16384, 3255 15369 16384, 3271 15358 16384, 3288 15344 16384, 3303 15330 16384, 3319 15312 16384, 3335 15294 16384, 3352 15275 16384, 3368 15257 16384, 3386 15242 16384, 3401 15231 16384, 3415 15222 16384, 3428 15217 16384, 3439 15213 16384, 3448 15212 16384, 3456 15212 16384, 3462 15215 16384, 3467 15221 16384, 3473 15231 16384, 3476 15244 16384, 3477 15261 16384, 3477 15277 16384, 3478 15294 16384, 3478 15308 16384, 3477 15318 16384, 3475 15328 16384, 3472 15335 16384, 3466 15342 16384, 3460 15348 16384, 3453 15353 16384, 3444 15355 16384, 3436 15356 16384, 3425 15356 16384, 3413 15353 16384, 3400 15346 16384, 3384 15337 16384, 3370 15329 16384, 3355 15318 16384, 3340 15306 16384, 3328 15297 16384, 3317 15291 16384, 3307 15286 16384, 3300 15284 16384, 3297 15283 16384</inkml:trace>
  <inkml:trace contextRef="#ctx0" brushRef="#br0">4564 15510 16384, 4561 15512 16384, 4563 15544 16384, 4562 15646 16384, 4543 15807 16384, 4522 15956 16384, 4507 16061 16384, 4502 16130 16384, 4514 16160 16384</inkml:trace>
  <inkml:trace contextRef="#ctx0" brushRef="#br0">4014 16380 11468, 5052 16380 11468</inkml:trace>
  <inkml:trace contextRef="#ctx0" brushRef="#br0">4236 16694 16384, 4229 16702 16384, 4229 16709 16384, 4232 16717 16384, 4240 16730 16384, 4251 16741 16384, 4268 16749 16384, 4287 16756 16384, 4314 16758 16384, 4340 16753 16384, 4372 16745 16384, 4404 16734 16384, 4429 16724 16384, 4453 16713 16384, 4467 16702 16384, 4480 16690 16384, 4491 16677 16384, 4499 16660 16384, 4503 16643 16384, 4503 16626 16384, 4497 16611 16384, 4491 16603 16384, 4480 16600 16384, 4467 16605 16384, 4455 16615 16384, 4442 16628 16384, 4425 16647 16384, 4412 16666 16384, 4397 16692 16384, 4376 16739 16384, 4359 16798 16384, 4338 16872 16384, 4323 16955 16384, 4314 17038 16384, 4308 17110 16384, 4304 17165 16384, 4304 17204 16384, 4306 17229 16384, 4310 17244 16384, 4310 17250 16384, 4310 17246 16384, 4310 17233 16384, 4310 17214 16384, 4310 17189 16384, 4314 17155 16384, 4317 17115 16384, 4321 17068 16384, 4329 17025 16384, 4344 16983 16384, 4368 16957 16384, 4391 16945 16384, 4416 16934 16384, 4440 16925 16384, 4463 16921 16384, 4484 16921 16384, 4499 16925 16384, 4508 16934 16384, 4512 16945 16384, 4512 16957 16384, 4510 16974 16384, 4501 16991 16384, 4491 17010 16384, 4474 17027 16384, 4455 17042 16384, 4433 17055 16384, 4414 17064 16384, 4397 17070 16384, 4382 17074 16384, 4370 17076 16384, 4361 17078 16384, 4355 17078 16384, 4353 17081 16384, 4353 17085 16384, 4355 17089 16384, 4361 17098 16384, 4372 17104 16384, 4382 17115 16384, 4399 17125 16384, 4419 17138 16384, 4438 17149 16384, 4455 17163 16384, 4469 17180 16384, 4482 17191 16384, 4493 17202 16384, 4501 17210 16384, 4506 17214 16384, 4508 17216 16384, 4510 17216 16384</inkml:trace>
  <inkml:trace contextRef="#ctx0" brushRef="#br0">4789 16609 16384, 4789 16606 16384, 4789 16603 16384, 4789 16600 16384, 4791 16600 16384, 4794 16603 16384, 4797 16612 16384, 4800 16626 16384, 4803 16660 16384, 4803 16691 16384, 4803 16708 16384, 4803 16754 16384, 4803 16774 16384, 4803 16839 16384, 4803 16881 16384, 4803 16918 16384, 4803 16952 16384, 4803 16986 16384, 4806 17012 16384, 4806 17032 16384, 4808 17049 16384, 4811 17060 16384, 4814 17066 16384, 4814 17069 16384</inkml:trace>
  <inkml:trace contextRef="#ctx0" brushRef="#br0">4831 17236 16384, 4831 17239 16384, 4831 17242 16384, 4831 17245 16384, 4828 17248 16384, 4825 17248 16384, 4823 17248 16384, 4823 17245 16384, 4823 17242 16384, 4823 17239 16384, 4823 17236 16384, 4825 17236 16384, 4828 17236 16384, 4825 17236 16384, 4823 17239 16384, 4820 17239 16384, 4820 17242 16384, 4817 17242 16384, 4817 17239 16384, 4820 17236 16384, 4823 17233 16384, 4825 17233 16384, 4828 17233 16384, 4831 17233 16384, 4831 17236 16384, 4828 17239 16384, 4825 17242 16384, 4820 17245 16384, 4814 17245 16384, 4811 17245 16384, 4808 17245 16384, 4808 17242 16384, 4808 17236 16384, 4808 17233 16384, 4811 17228 16384, 4820 17222 16384, 4825 17216 16384, 4831 17216 16384, 4834 17216 16384, 4837 17216 16384, 4837 17222 16384, 4837 17228 16384, 4837 17231 16384, 4831 17236 16384, 4828 17239 16384, 4823 17245 16384, 4820 17248 16384, 4817 17248 16384, 4811 17250 16384, 4808 17248 16384, 4808 17245 16384, 4811 17239 16384, 4814 17233 16384, 4820 17225 16384, 4823 17219 16384, 4828 17216 16384, 4828 17214 16384, 4831 17214 16384, 4834 17211 16384, 4837 17216 16384, 4837 17222 16384, 4834 17225 16384, 4831 17231 16384, 4828 17236 16384, 4828 17239 16384, 4825 17242 16384, 4823 17248 16384, 4820 17248 16384, 4820 17250 16384, 4820 17248 16384, 4820 17245 16384, 4820 17242 16384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1527 1579 16384, 1500 1576 16384, 1507 1576 16384, 1558 1576 16384, 1661 1549 16384, 1836 1487 16384, 2052 1432 16384, 2251 1408 16384, 2426 1422 16384, 2549 1507 16384, 2625 1675 16384, 2659 1902 16384, 2659 2138 16384, 2625 2371 16384, 2559 2584 16384, 2491 2728 16384, 2446 2793 16384, 2409 2800 16384, 2357 2735 16384, 2275 2587 16384</inkml:trace>
  <inkml:trace contextRef="#ctx0" brushRef="#br0">2350 1000 16384, 2354 1034 16384, 2319 1209 16384, 2199 1566 16384, 2042 2011 16384, 1898 2385 16384, 1822 2581 16384, 1798 2683 16384, 1795 2697 16384</inkml:trace>
  <inkml:trace contextRef="#ctx0" brushRef="#br0">2662 1240 16384, 2642 1237 16384, 2673 1267 16384, 2762 1384 16384, 2885 1624 16384, 2971 1898 16384, 3019 2087 16384, 3057 2197 16384, 3081 2255 16384</inkml:trace>
  <inkml:trace contextRef="#ctx0" brushRef="#br0">4113 1032 16384, 4117 1008 16384, 4117 1000 16384, 4101 1052 16384, 4013 1236 16384, 3813 1636 16384, 3585 2128 16384, 3445 2484 16384, 3405 2672 16384, 3405 2760 16384, 3417 2800 16384, 3445 2780 16384, 3517 2644 16384, 3621 2400 16384, 3765 2096 16384, 3937 1860 16384, 4049 1788 16384, 4117 1768 16384, 4149 1816 16384, 4173 1956 16384, 4201 2184 16384, 4249 2428 16384, 4333 2604 16384, 4441 2692 16384, 4577 2740 16384, 4717 2744 16384, 4793 2728 16384</inkml:trace>
  <inkml:trace contextRef="#ctx0" brushRef="#br0">5129 1444 16384, 5117 1441 16384, 5138 1441 16384, 5286 1425 16384, 5545 1404 16384, 5825 1395 16384, 6112 1385 16384, 6328 1373 16384, 6448 1364 16384, 6488 1361 16384</inkml:trace>
  <inkml:trace contextRef="#ctx0" brushRef="#br0">5918 1006 16384, 5912 1000 16384, 5964 1037 16384, 6050 1166 16384, 6100 1401 16384, 6091 1669 16384, 6041 1943 16384, 5980 2100 16384, 5915 2199 16384, 5847 2242 16384, 5776 2239 16384, 5711 2184 16384, 5671 2076 16384, 5681 1974 16384, 5736 1885 16384, 5838 1811 16384, 5955 1795 16384, 6057 1848 16384, 6109 1986 16384, 6106 2180 16384, 6044 2399 16384, 5946 2600 16384, 5866 2726 16384, 5816 2797 16384, 5792 2800 16384</inkml:trace>
  <inkml:trace contextRef="#ctx0" brushRef="#br0">7201 1000 16384, 7256 1024 16384, 7402 1066 16384, 7544 1101 16384, 7645 1142 16384, 7690 1191 16384</inkml:trace>
  <inkml:trace contextRef="#ctx0" brushRef="#br0">6833 1871 16384, 6812 1871 16384, 6829 1857 16384, 6940 1787 16384, 7131 1669 16384, 7346 1558 16384, 7558 1503 16384, 7749 1510 16384, 7894 1603 16384, 7977 1787 16384, 7991 2072 16384, 7943 2311 16384, 7832 2502 16384, 7700 2668 16384, 7596 2772 16384, 7551 2800 16384</inkml:trace>
  <inkml:trace contextRef="#ctx0" brushRef="#br0">9215 1080 16384, 9239 1084 16384, 9359 1161 16384, 9534 1336 16384, 9682 1488 16384, 9798 1612 16384, 9900 1702 16384, 9919 1713 16384</inkml:trace>
  <inkml:trace contextRef="#ctx0" brushRef="#br0">10510 1208 16384, 10494 1208 16384, 10401 1255 16384, 10253 1395 16384, 10024 1632 16384, 9830 1877 16384, 9701 2133 16384, 9662 2339 16384, 9709 2475 16384, 9833 2592 16384, 10008 2678 16384, 10199 2709 16384, 10424 2720 16384, 10654 2701 16384, 10860 2662 16384, 11015 2623 16384</inkml:trace>
  <inkml:trace contextRef="#ctx0" brushRef="#br0">12250 1299 16384, 12243 1299 16384, 12250 1295 16384, 12340 1281 16384, 12542 1245 16384, 12790 1184 16384, 13006 1130 16384, 13201 1094 16384, 13341 1072 16384, 13413 1061 16384</inkml:trace>
  <inkml:trace contextRef="#ctx0" brushRef="#br0">12239 1832 16384, 12283 1821 16384, 12466 1788 16384, 12725 1702 16384, 12999 1598 16384, 13255 1533 16384, 13435 1508 16384, 13517 1497 16384, 13532 1497 16384</inkml:trace>
  <inkml:trace contextRef="#ctx0" brushRef="#br0">12639 1000 16384, 12711 1040 16384, 12880 1176 16384, 13013 1353 16384, 13114 1540 16384, 13172 1720 16384, 13193 1860 16384, 13197 1972 16384, 13168 2044 16384, 13118 2087 16384, 13039 2094 16384</inkml:trace>
  <inkml:trace contextRef="#ctx0" brushRef="#br0">12427 2400 16384, 12409 2422 16384, 12434 2508 16384, 12581 2624 16384, 12765 2706 16384, 12949 2768 16384, 13111 2796 16384, 13251 2800 16384, 13384 2793 16384</inkml:trace>
  <inkml:trace contextRef="#ctx0" brushRef="#br0">14213 2183 16384, 14213 2178 16384, 14218 2162 16384, 14224 2162 16384, 14256 2151 16384, 14299 2145 16384, 14348 2135 16384, 14397 2124 16384, 14445 2118 16384, 14489 2113 16384, 14537 2102 16384, 14586 2091 16384, 14619 2086 16384, 14651 2075 16384, 14673 2075 16384, 14683 2070 16384</inkml:trace>
  <inkml:trace contextRef="#ctx0" brushRef="#br0">14148 1810 16384, 14153 1821 16384, 14164 1848 16384, 14186 1886 16384, 14202 1940 16384, 14218 2010 16384, 14224 2091 16384, 14229 2183 16384, 14229 2275 16384, 14224 2367 16384, 14218 2454 16384, 14202 2530 16384, 14180 2594 16384, 14159 2649 16384, 14132 2692 16384, 14110 2724 16384, 14088 2757 16384, 14050 2784 16384, 14013 2795 16384, 13975 2800 16384, 13948 2795 16384, 13910 2773 16384, 13883 2740 16384, 13867 2697 16384, 13856 2659 16384, 13856 2621 16384, 13867 2594 16384, 13888 2573 16384, 13921 2557 16384, 13964 2546 16384, 14013 2535 16384, 14072 2530 16384, 14137 2530 16384, 14213 2530 16384, 14289 2535 16384, 14353 2546 16384, 14408 2557 16384, 14467 2573 16384, 14505 2589 16384, 14543 2611 16384, 14575 2627 16384, 14591 2638 16384, 14602 2649 16384, 14608 2654 16384, 14608 2659 16384</inkml:trace>
  <inkml:trace contextRef="#ctx0" brushRef="#br0">15878 1000 16384, 15854 1000 16384, 15823 1031 16384, 15713 1176 16384, 15520 1389 16384, 15345 1571 16384, 15214 1716 16384, 15124 1812 16384, 15056 1891 16384, 15014 1936 16384, 15007 1946 16384, 15021 1967 16384, 15076 2015 16384, 15183 2094 16384, 15345 2208 16384, 15555 2370 16384, 15768 2528 16384, 15926 2642 16384, 16043 2728 16384, 16109 2779 16384, 16136 2800 16384</inkml:trace>
  <inkml:trace contextRef="#ctx0" brushRef="#br0">16644 1056 16384, 16637 1028 16384, 16637 1021 16384, 16630 1021 16384, 16630 1014 16384, 16630 1021 16384, 16630 1035 16384, 16616 1064 16384, 16601 1113 16384, 16573 1184 16384, 16552 1282 16384, 16524 1409 16384, 16503 1572 16384, 16489 1755 16384, 16467 1953 16384, 16460 2158 16384, 16467 2348 16384, 16481 2504 16384, 16496 2624 16384, 16517 2722 16384, 16531 2765 16384, 16552 2793 16384, 16566 2800 16384</inkml:trace>
  <inkml:trace contextRef="#ctx0" brushRef="#br0">16947 1593 16384, 16954 1593 16384, 16990 1586 16384, 17011 1593 16384, 17089 1607 16384, 17180 1607 16384, 17272 1607 16384, 17371 1607 16384, 17463 1607 16384, 17554 1607 16384, 17646 1607 16384, 17724 1621 16384, 17801 1635 16384, 17872 1642 16384, 17929 1649 16384, 17985 1649 16384, 18006 1642 16384</inkml:trace>
  <inkml:trace contextRef="#ctx0" brushRef="#br0">17547 1155 16384, 17484 1191 16384, 17477 1205 16384, 17498 1254 16384, 17533 1318 16384, 17554 1402 16384, 17569 1508 16384, 17569 1635 16384, 17554 1784 16384, 17526 1946 16384, 17498 2108 16384, 17470 2271 16384, 17441 2398 16384, 17420 2489 16384, 17406 2546 16384, 17399 2588 16384, 17392 2624 16384</inkml:trace>
  <inkml:trace contextRef="#ctx0" brushRef="#br0">17900 1078 16384, 17900 1071 16384, 17907 1049 16384, 17914 1056 16384, 17929 1071 16384, 17943 1092 16384, 17950 1106 16384, 17964 1141 16384, 17971 1155 16384, 17978 1212 16384, 17985 1240 16384, 17992 1261 16384, 17992 1282 16384, 17999 1289 16384, 17999 1296 16384, 18006 1304 16384, 18006 1296 16384</inkml:trace>
  <inkml:trace contextRef="#ctx0" brushRef="#br0">18084 1000 16384, 18091 1014 16384, 18105 1035 16384, 18126 1071 16384, 18140 1120 16384, 18154 1176 16384, 18161 1219 16384, 18176 1261 16384, 18183 1282 16384, 18197 1296 16384, 18211 1304 16384, 18218 1304 16384</inkml:trace>
  <inkml:trace contextRef="#ctx0" brushRef="#br0">19250 1032 16384, 19254 1008 16384, 19254 1000 16384, 19238 1052 16384, 19150 1236 16384, 18950 1636 16384, 18722 2128 16384, 18582 2484 16384, 18542 2672 16384, 18542 2760 16384, 18554 2800 16384, 18582 2780 16384, 18654 2644 16384, 18758 2400 16384, 18902 2096 16384, 19074 1860 16384, 19186 1788 16384, 19254 1768 16384, 19286 1816 16384, 19310 1956 16384, 19338 2184 16384, 19386 2428 16384, 19470 2604 16384, 19578 2692 16384, 19714 2740 16384, 19854 2744 16384, 19930 2728 16384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3324 4346 16384, 3334 4321 16384, 3334 4311 16384, 3334 4301 16384, 3324 4285 16384, 3314 4265 16384, 3289 4240 16384, 3254 4215 16384, 3208 4200 16384, 3168 4200 16384, 3118 4205 16384, 3073 4225 16384, 3032 4250 16384, 2982 4290 16384, 2937 4336 16384, 2902 4381 16384, 2877 4431 16384, 2867 4476 16384, 2872 4527 16384, 2887 4582 16384, 2917 4642 16384, 2957 4692 16384, 2997 4753 16384, 3053 4808 16384, 3103 4853 16384, 3158 4893 16384, 3208 4934 16384, 3238 4969 16384, 3274 5004 16384, 3289 5034 16384, 3289 5064 16384, 3279 5089 16384, 3259 5115 16384, 3228 5140 16384, 3193 5160 16384, 3153 5180 16384, 3103 5190 16384, 3047 5195 16384, 2987 5200 16384, 2937 5200 16384, 2882 5195 16384, 2836 5180 16384, 2786 5155 16384, 2766 5135 16384</inkml:trace>
  <inkml:trace contextRef="#ctx0" brushRef="#br0">3439 4443 16384, 3463 4423 16384, 3468 4423 16384, 3488 4418 16384, 3513 4413 16384, 3538 4413 16384, 3562 4413 16384, 3582 4418 16384, 3592 4433 16384, 3592 4452 16384, 3592 4492 16384, 3582 4547 16384, 3562 4621 16384, 3538 4715 16384, 3513 4819 16384, 3493 4923 16384, 3483 5012 16384, 3483 5076 16384, 3488 5126 16384, 3498 5160 16384, 3518 5180 16384, 3543 5190 16384, 3567 5200 16384, 3592 5200 16384, 3612 5185 16384, 3647 5160 16384, 3661 5146 16384</inkml:trace>
  <inkml:trace contextRef="#ctx0" brushRef="#br0">3642 4205 16384, 3627 4200 16384, 3597 4200 16384, 3592 4200 16384, 3592 4205 16384, 3592 4215 16384, 3592 4220 16384</inkml:trace>
  <inkml:trace contextRef="#ctx0" brushRef="#br0">3587 4393 16384, 3559 4370 16384, 3559 4359 16384, 3570 4331 16384, 3610 4291 16384, 3644 4257 16384, 3672 4223 16384, 3695 4200 16384, 3718 4200 16384, 3746 4200 16384, 3769 4223 16384, 3786 4257 16384, 3797 4308 16384, 3809 4393 16384, 3814 4495 16384, 3820 4643 16384, 3820 4808 16384, 3814 4944 16384, 3809 5052 16384, 3803 5132 16384, 3797 5172 16384, 3797 5189 16384, 3797 5200 16384, 3803 5200 16384, 3803 5189 16384, 3803 5155 16384, 3809 5109 16384, 3820 5035 16384, 3837 4939 16384, 3860 4825 16384, 3882 4689 16384, 3911 4535 16384, 3956 4405 16384, 4013 4319 16384, 4064 4274 16384, 4121 4251 16384, 4166 4240 16384, 4206 4234 16384, 4246 4240 16384, 4280 4262 16384, 4309 4302 16384, 4337 4376 16384, 4360 4473 16384, 4382 4586 16384, 4394 4711 16384, 4411 4842 16384, 4422 4950 16384, 4434 5030 16384, 4456 5086 16384, 4479 5120 16384, 4502 5132 16384, 4524 5138 16384, 4541 5132 16384</inkml:trace>
  <inkml:trace contextRef="#ctx0" brushRef="#br0">5538 4225 16384, 5518 4233 16384, 5497 4245 16384, 5464 4266 16384, 5435 4299 16384, 5394 4345 16384, 5348 4402 16384, 5299 4477 16384, 5253 4568 16384, 5208 4675 16384, 5175 4787 16384, 5158 4898 16384, 5154 5002 16384, 5162 5080 16384, 5171 5109 16384, 5187 5150 16384, 5208 5175 16384, 5237 5192 16384, 5266 5200 16384, 5295 5200 16384, 5336 5188 16384, 5369 5155 16384, 5439 5080 16384, 5481 5018 16384, 5526 4948 16384, 5563 4865 16384, 5600 4774 16384, 5625 4671 16384, 5642 4564 16384, 5646 4464 16384, 5646 4378 16384, 5633 4307 16384, 5621 4262 16384, 5609 4229 16384, 5588 4204 16384, 5563 4200 16384, 5547 4200 16384, 5522 4212 16384, 5505 4221 16384, 5472 4245 16384, 5435 4279 16384, 5386 4353 16384, 5352 4407 16384, 5332 4469 16384, 5315 4535 16384, 5315 4588 16384, 5336 4630 16384, 5373 4667 16384, 5410 4683 16384, 5431 4692 16384, 5464 4700 16384, 5497 4700 16384, 5534 4700 16384, 5563 4692 16384</inkml:trace>
  <inkml:trace contextRef="#ctx0" brushRef="#br0">6437 4691 16384, 6430 4691 16384, 6434 4691 16384, 6439 4691 16384, 6449 4689 16384, 6460 4689 16384, 6471 4687 16384, 6488 4687 16384, 6508 4685 16384, 6533 4683 16384, 6562 4683 16384, 6590 4681 16384, 6622 4681 16384, 6656 4679 16384, 6685 4679 16384, 6717 4681 16384, 6753 4683 16384, 6784 4687 16384, 6818 4689 16384, 6851 4691 16384, 6879 4693 16384, 6907 4693 16384, 6930 4693 16384, 6946 4693 16384, 6958 4694 16384, 6967 4694 16384, 6974 4694 16384, 6978 4694 16384, 6980 4691 16384</inkml:trace>
  <inkml:trace contextRef="#ctx0" brushRef="#br0">6715 4461 16384, 6715 4463 16384, 6713 4465 16384, 6713 4469 16384, 6713 4476 16384, 6713 4487 16384, 6715 4502 16384, 6717 4523 16384, 6719 4547 16384, 6719 4577 16384, 6721 4611 16384, 6719 4648 16384, 6717 4683 16384, 6713 4721 16384, 6710 4760 16384, 6708 4793 16384, 6708 4825 16384, 6708 4855 16384, 6708 4877 16384, 6708 4898 16384, 6710 4914 16384, 6712 4927 16384, 6713 4935 16384, 6715 4939 16384</inkml:trace>
  <inkml:trace contextRef="#ctx0" brushRef="#br0">8106 4543 16384, 8113 4515 16384, 8113 4487 16384, 8106 4459 16384, 8092 4431 16384, 8064 4375 16384, 8043 4347 16384, 7994 4298 16384, 7966 4270 16384, 7889 4221 16384, 7791 4200 16384, 7715 4207 16384, 7645 4249 16384, 7561 4305 16384, 7449 4424 16384, 7428 4459 16384, 7407 4494 16384, 7393 4578 16384, 7393 4710 16384, 7407 4808 16384, 7435 4913 16384, 7484 5018 16384, 7575 5130 16384, 7652 5179 16384, 7722 5200 16384, 7757 5200 16384, 7798 5200 16384, 7875 5186 16384, 7987 5137 16384, 8050 5088 16384, 8099 5032 16384, 8127 5004 16384</inkml:trace>
  <inkml:trace contextRef="#ctx0" brushRef="#br0">8391 4310 16384, 8342 4279 16384, 8324 4273 16384, 8281 4267 16384, 8239 4267 16384, 8190 4279 16384, 8135 4310 16384, 8074 4352 16384, 8007 4420 16384, 7952 4499 16384, 7909 4590 16384, 7873 4694 16384, 7867 4804 16384, 7873 4920 16384, 7909 5017 16384, 7958 5090 16384, 8007 5145 16384, 8074 5182 16384, 8135 5200 16384, 8214 5200 16384, 8275 5188 16384, 8355 5151 16384, 8428 5102 16384, 8495 5041 16384, 8550 4974 16384, 8611 4901 16384, 8635 4834 16384, 8653 4755 16384, 8653 4670 16384, 8641 4584 16384, 8617 4493 16384, 8580 4401 16384, 8531 4322 16384, 8489 4261 16384, 8446 4212 16384, 8397 4200 16384, 8348 4206 16384, 8306 4230 16384, 8287 4243 16384</inkml:trace>
  <inkml:trace contextRef="#ctx0" brushRef="#br0">9034 4346 16384, 9044 4321 16384, 9044 4311 16384, 9044 4301 16384, 9034 4285 16384, 9024 4265 16384, 8999 4240 16384, 8964 4215 16384, 8918 4200 16384, 8878 4200 16384, 8828 4205 16384, 8783 4225 16384, 8742 4250 16384, 8692 4290 16384, 8647 4336 16384, 8612 4381 16384, 8587 4431 16384, 8577 4476 16384, 8582 4527 16384, 8597 4582 16384, 8627 4642 16384, 8667 4692 16384, 8707 4753 16384, 8763 4808 16384, 8813 4853 16384, 8868 4893 16384, 8918 4934 16384, 8948 4969 16384, 8984 5004 16384, 8999 5034 16384, 8999 5064 16384, 8989 5089 16384, 8969 5115 16384, 8938 5140 16384, 8903 5160 16384, 8863 5180 16384, 8813 5190 16384, 8757 5195 16384, 8697 5200 16384, 8647 5200 16384, 8592 5195 16384, 8546 5180 16384, 8496 5155 16384, 8476 5135 16384</inkml:trace>
  <inkml:trace contextRef="#ctx0" brushRef="#br0">10248 4225 16384, 10228 4233 16384, 10207 4245 16384, 10174 4266 16384, 10145 4299 16384, 10104 4345 16384, 10058 4402 16384, 10009 4477 16384, 9963 4568 16384, 9918 4675 16384, 9885 4787 16384, 9868 4898 16384, 9864 5002 16384, 9872 5080 16384, 9881 5109 16384, 9897 5150 16384, 9918 5175 16384, 9947 5192 16384, 9976 5200 16384, 10005 5200 16384, 10046 5188 16384, 10079 5155 16384, 10149 5080 16384, 10191 5018 16384, 10236 4948 16384, 10273 4865 16384, 10310 4774 16384, 10335 4671 16384, 10352 4564 16384, 10356 4464 16384, 10356 4378 16384, 10343 4307 16384, 10331 4262 16384, 10319 4229 16384, 10298 4204 16384, 10273 4200 16384, 10257 4200 16384, 10232 4212 16384, 10215 4221 16384, 10182 4245 16384, 10145 4279 16384, 10096 4353 16384, 10062 4407 16384, 10042 4469 16384, 10025 4535 16384, 10025 4588 16384, 10046 4630 16384, 10083 4667 16384, 10120 4683 16384, 10141 4692 16384, 10174 4700 16384, 10207 4700 16384, 10244 4700 16384, 10273 4692 16384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8348 16384, 2200 8360 16384, 2225 8397 16384, 2238 8435 16384, 2238 8448 16384, 2238 8472 16384, 2225 8498 16384, 2200 8522 16384, 2162 8535 16384, 2138 8535 16384, 2100 8535 16384, 2062 8535 16384, 2038 8522 16384, 2025 8498 16384, 2025 8472 16384, 2025 8410 16384, 2050 8372 16384, 2075 8335 16384, 2112 8310 16384, 2150 8298 16384, 2175 8285 16384, 2212 8285 16384, 2250 8285 16384, 2262 8285 16384, 2288 8310 16384, 2300 8322 16384, 2300 8360 16384, 2288 8372 16384, 2262 8397 16384, 2238 8422 16384, 2200 8435 16384, 2150 8460 16384, 2100 8472 16384, 2050 8472 16384, 2013 8460 16384, 2000 8448 16384, 2000 8422 16384, 2000 8397 16384, 2025 8372 16384, 2038 8360 16384, 2062 8335 16384, 2112 8322 16384, 2150 8310 16384, 2175 8310 16384, 2212 8310 16384, 2238 8310 16384, 2262 8348 16384, 2275 8385 16384, 2275 8410 16384, 2275 8435 16384, 2262 8460 16384, 2238 8485 16384, 2225 8498 16384, 2212 8498 16384, 2200 8498 16384, 2188 8485 16384, 2188 8472 16384, 2188 8448 16384, 2188 8435 16384, 2188 8422 16384, 2200 8397 16384, 2212 8385 16384, 2225 8372 16384, 2238 8372 16384, 2238 8385 16384, 2225 8410 16384, 2225 8422 16384, 2212 8422 16384, 2200 8435 16384, 2188 8448 16384, 2175 8448 16384, 2162 8448 16384, 2162 8435 16384, 2175 8410 16384, 2200 8385 16384, 2212 8372 16384, 2225 8360 16384, 2212 8385 16384, 2175 8410 16384, 2138 8435 16384, 2100 8448 16384, 2062 8472 16384, 2050 8472 16384, 2062 8460 16384, 2100 8435 16384, 2112 8422 16384, 2150 8397 16384, 2175 8372 16384, 2225 8335 16384, 2238 8310 16384, 2238 8298 16384, 2225 8298 16384, 2200 8322 16384, 2175 8348 16384, 2150 8372 16384, 2138 8397 16384, 2125 8410 16384</inkml:trace>
  <inkml:trace contextRef="#ctx0" brushRef="#br0">2809 8845 16384, 2804 8853 16384, 2809 8867 16384, 2817 8867 16384, 2843 8862 16384, 2870 8853 16384, 2900 8836 16384, 2939 8810 16384, 2978 8767 16384, 3026 8710 16384, 3078 8640 16384, 3130 8567 16384, 3174 8493 16384, 3209 8419 16384, 3239 8340 16384, 3261 8258 16384, 3274 8171 16384, 3287 8084 16384, 3296 8010 16384, 3296 7953 16384, 3291 7919 16384, 3278 7910 16384, 3261 7910 16384, 3243 7923 16384, 3226 7940 16384, 3209 7971 16384, 3183 8014 16384, 3165 8071 16384, 3148 8145 16384, 3130 8249 16384, 3117 8375 16384, 3113 8536 16384, 3117 8684 16384, 3130 8775 16384, 3148 8845 16384, 3170 8884 16384, 3196 8901 16384, 3226 8910 16384, 3248 8910 16384, 3265 8901 16384</inkml:trace>
  <inkml:trace contextRef="#ctx0" brushRef="#br0">3681 8020 16384, 3632 7989 16384, 3614 7983 16384, 3571 7977 16384, 3529 7977 16384, 3480 7989 16384, 3425 8020 16384, 3364 8062 16384, 3297 8130 16384, 3242 8209 16384, 3199 8300 16384, 3163 8404 16384, 3157 8514 16384, 3163 8630 16384, 3199 8727 16384, 3248 8800 16384, 3297 8855 16384, 3364 8892 16384, 3425 8910 16384, 3504 8910 16384, 3565 8898 16384, 3645 8861 16384, 3718 8812 16384, 3785 8751 16384, 3840 8684 16384, 3901 8611 16384, 3925 8544 16384, 3943 8465 16384, 3943 8380 16384, 3931 8294 16384, 3907 8203 16384, 3870 8111 16384, 3821 8032 16384, 3779 7971 16384, 3736 7922 16384, 3687 7910 16384, 3638 7916 16384, 3596 7940 16384, 3577 7953 16384</inkml:trace>
  <inkml:trace contextRef="#ctx0" brushRef="#br0">4165 8176 16384, 4165 8130 16384, 4165 8112 16384, 4160 8084 16384, 4151 8048 16384, 4133 7997 16384, 4105 7960 16384, 4078 7928 16384, 4045 7910 16384, 4009 7915 16384, 3977 7933 16384, 3940 7965 16384, 3899 8011 16384, 3867 8066 16384, 3834 8126 16384, 3821 8181 16384, 3825 8227 16384, 3844 8272 16384, 3867 8300 16384, 3894 8323 16384, 3926 8337 16384, 3963 8346 16384, 4004 8346 16384, 4045 8337 16384, 4087 8314 16384, 4119 8282 16384, 4156 8236 16384, 4183 8190 16384, 4201 8139 16384, 4211 8089 16384, 4215 8048 16384, 4215 8016 16384, 4215 8002 16384, 4211 8002 16384, 4206 8006 16384, 4197 8025 16384, 4192 8057 16384, 4183 8103 16384, 4174 8162 16384, 4165 8240 16384, 4156 8341 16384, 4137 8465 16384, 4119 8584 16384, 4100 8690 16384, 4078 8777 16384, 4059 8837 16384, 4036 8878 16384, 4009 8901 16384, 3986 8910 16384, 3949 8910 16384, 3908 8901 16384, 3867 8878 16384, 3821 8855 16384, 3784 8814 16384, 3761 8772 16384, 3743 8727 16384, 3738 8694 16384, 3747 8671 16384, 3770 8653 16384, 3798 8639 16384, 3839 8616 16384, 3894 8593 16384, 3954 8575 16384, 4022 8561 16384, 4096 8557 16384, 4165 8557 16384, 4220 8561 16384, 4270 8566 16384, 4302 8571 16384, 4325 8575 16384, 4348 8580 16384, 4362 8580 16384</inkml:trace>
  <inkml:trace contextRef="#ctx0" brushRef="#br0">4199 8700 16384, 4197 8701 16384, 4198 8717 16384, 4197 8767 16384, 4188 8846 16384, 4178 8919 16384, 4170 8971 16384, 4168 9005 16384, 4174 9020 16384</inkml:trace>
  <inkml:trace contextRef="#ctx0" brushRef="#br0">4500 8709 16384, 4496 8702 16384, 4491 8702 16384, 4482 8713 16384, 4466 8740 16384, 4448 8786 16384, 4436 8849 16384, 4433 8924 16384, 4444 8973 16384, 4465 9003 16384, 4495 9018 16384, 4523 9020 16384, 4551 9002 16384, 4574 8965 16384, 4588 8911 16384, 4592 8851 16384, 4582 8809 16384, 4562 8779 16384, 4537 8753 16384, 4510 8723 16384, 4493 8702 16384, 4486 8700 16384, 4485 8712 16384</inkml:trace>
  <inkml:trace contextRef="#ctx0" brushRef="#br0">5670 7910 16384, 5665 7912 16384, 5669 7962 16384, 5667 8119 16384, 5637 8366 16384, 5606 8595 16384, 5581 8756 16384, 5574 8864 16384, 5593 8910 16384</inkml:trace>
  <inkml:trace contextRef="#ctx0" brushRef="#br0">6611 7937 16384, 6601 7917 16384, 6584 7917 16384, 6555 7951 16384, 6506 8034 16384, 6450 8178 16384, 6414 8375 16384, 6404 8611 16384, 6436 8762 16384, 6504 8856 16384, 6596 8905 16384, 6684 8910 16384, 6771 8854 16384, 6844 8740 16384, 6888 8569 16384, 6900 8382 16384, 6869 8251 16384, 6805 8156 16384, 6728 8075 16384, 6645 7981 16384, 6589 7915 16384, 6567 7910 16384, 6565 7946 16384</inkml:trace>
  <inkml:trace contextRef="#ctx0" brushRef="#br0">7641 7937 16384, 7631 7917 16384, 7614 7917 16384, 7585 7951 16384, 7536 8034 16384, 7480 8178 16384, 7444 8375 16384, 7434 8611 16384, 7466 8762 16384, 7534 8856 16384, 7626 8905 16384, 7714 8910 16384, 7801 8854 16384, 7874 8740 16384, 7918 8569 16384, 7930 8382 16384, 7899 8251 16384, 7835 8156 16384, 7758 8075 16384, 7675 7981 16384, 7619 7915 16384, 7597 7910 16384, 7595 7946 16384</inkml:trace>
  <inkml:trace contextRef="#ctx0" brushRef="#br0">8716 8290 16384, 8712 8290 16384, 8712 8293 16384, 8719 8297 16384, 8730 8297 16384, 8752 8301 16384, 8789 8301 16384, 8862 8297 16384, 8916 8290 16384, 8974 8286 16384, 9033 8283 16384, 9109 8283 16384, 9149 8290 16384, 9182 8297 16384, 9200 8304 16384</inkml:trace>
  <inkml:trace contextRef="#ctx0" brushRef="#br0">8727 8537 16384, 8723 8537 16384, 8727 8537 16384, 8734 8537 16384, 8760 8537 16384, 8832 8537 16384, 8858 8534 16384, 8913 8530 16384, 8938 8530 16384, 8996 8527 16384, 9051 8523 16384, 9106 8519 16384, 9157 8516 16384, 9193 8516 16384, 9222 8512 16384, 9248 8512 16384, 9262 8512 16384</inkml:trace>
  <inkml:trace contextRef="#ctx0" brushRef="#br0">10037 8213 16384, 10028 8200 16384, 10006 8171 16384, 9989 8120 16384, 9993 8045 16384, 10034 7978 16384, 10101 7925 16384, 10188 7910 16384, 10271 7952 16384, 10333 8068 16384, 10358 8261 16384, 10340 8470 16384, 10290 8603 16384, 10207 8711 16384, 10161 8761 16384, 10118 8800 16384, 10057 8848 16384, 10030 8858 16384, 10051 8852 16384, 10117 8850 16384, 10213 8860 16384, 10329 8881 16384, 10435 8900 16384, 10516 8910 16384, 10578 8906 16384, 10595 8902 16384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12168 16384, 2200 12180 16384, 2225 12218 16384, 2238 12255 16384, 2238 12268 16384, 2238 12292 16384, 2225 12318 16384, 2200 12342 16384, 2162 12355 16384, 2138 12355 16384, 2100 12355 16384, 2062 12355 16384, 2038 12342 16384, 2025 12318 16384, 2025 12292 16384, 2025 12230 16384, 2050 12192 16384, 2075 12155 16384, 2112 12130 16384, 2150 12118 16384, 2175 12105 16384, 2212 12105 16384, 2250 12105 16384, 2262 12105 16384, 2288 12130 16384, 2300 12142 16384, 2300 12180 16384, 2288 12192 16384, 2262 12218 16384, 2238 12242 16384, 2200 12255 16384, 2150 12280 16384, 2100 12292 16384, 2050 12292 16384, 2013 12280 16384, 2000 12268 16384, 2000 12242 16384, 2000 12218 16384, 2025 12192 16384, 2038 12180 16384, 2062 12155 16384, 2112 12142 16384, 2150 12130 16384, 2175 12130 16384, 2212 12130 16384, 2238 12130 16384, 2262 12168 16384, 2275 12205 16384, 2275 12230 16384, 2275 12255 16384, 2262 12280 16384, 2238 12305 16384, 2225 12318 16384, 2212 12318 16384, 2200 12318 16384, 2188 12305 16384, 2188 12292 16384, 2188 12268 16384, 2188 12255 16384, 2188 12242 16384, 2200 12218 16384, 2212 12205 16384, 2225 12192 16384, 2238 12192 16384, 2238 12205 16384, 2225 12230 16384, 2225 12242 16384, 2212 12242 16384, 2200 12255 16384, 2188 12268 16384, 2175 12268 16384, 2162 12268 16384, 2162 12255 16384, 2175 12230 16384, 2200 12205 16384, 2212 12192 16384, 2225 12180 16384, 2212 12205 16384, 2175 12230 16384, 2138 12255 16384, 2100 12268 16384, 2062 12292 16384, 2050 12292 16384, 2062 12280 16384, 2100 12255 16384, 2112 12242 16384, 2150 12218 16384, 2175 12192 16384, 2225 12155 16384, 2238 12130 16384, 2238 12118 16384, 2225 12118 16384, 2200 12142 16384, 2175 12168 16384, 2150 12192 16384, 2138 12218 16384, 2125 12230 16384</inkml:trace>
  <inkml:trace contextRef="#ctx0" brushRef="#br0">2809 12665 16384, 2804 12673 16384, 2809 12687 16384, 2817 12687 16384, 2843 12682 16384, 2870 12673 16384, 2900 12656 16384, 2939 12630 16384, 2978 12587 16384, 3026 12530 16384, 3078 12460 16384, 3130 12387 16384, 3174 12313 16384, 3209 12239 16384, 3239 12160 16384, 3261 12078 16384, 3274 11991 16384, 3287 11904 16384, 3296 11830 16384, 3296 11773 16384, 3291 11739 16384, 3278 11730 16384, 3261 11730 16384, 3243 11743 16384, 3226 11760 16384, 3209 11791 16384, 3183 11834 16384, 3165 11891 16384, 3148 11965 16384, 3130 12069 16384, 3117 12195 16384, 3113 12356 16384, 3117 12504 16384, 3130 12595 16384, 3148 12665 16384, 3170 12704 16384, 3196 12721 16384, 3226 12730 16384, 3248 12730 16384, 3265 12721 16384</inkml:trace>
  <inkml:trace contextRef="#ctx0" brushRef="#br0">3439 11973 16384, 3463 11953 16384, 3468 11953 16384, 3488 11948 16384, 3513 11943 16384, 3538 11943 16384, 3562 11943 16384, 3582 11948 16384, 3592 11963 16384, 3592 11982 16384, 3592 12022 16384, 3582 12077 16384, 3562 12151 16384, 3538 12245 16384, 3513 12349 16384, 3493 12453 16384, 3483 12542 16384, 3483 12606 16384, 3488 12656 16384, 3498 12690 16384, 3518 12710 16384, 3543 12720 16384, 3567 12730 16384, 3592 12730 16384, 3612 12715 16384, 3647 12690 16384, 3661 12676 16384</inkml:trace>
  <inkml:trace contextRef="#ctx0" brushRef="#br0">3642 11735 16384, 3627 11730 16384, 3597 11730 16384, 3592 11730 16384, 3592 11735 16384, 3592 11745 16384, 3592 11750 16384</inkml:trace>
  <inkml:trace contextRef="#ctx0" brushRef="#br0">3578 12069 16384, 3555 12037 16384, 3550 12024 16384, 3555 11991 16384, 3573 11955 16384, 3596 11913 16384, 3610 11881 16384, 3628 11858 16384, 3651 11845 16384, 3669 11840 16384, 3688 11836 16384, 3701 11840 16384, 3715 11863 16384, 3733 11895 16384, 3747 11955 16384, 3756 12037 16384, 3766 12143 16384, 3775 12267 16384, 3775 12386 16384, 3770 12487 16384, 3766 12556 16384, 3756 12602 16384, 3756 12620 16384, 3756 12624 16384, 3761 12624 16384, 3761 12611 16384, 3761 12588 16384, 3761 12551 16384, 3761 12496 16384, 3761 12432 16384, 3766 12354 16384, 3775 12258 16384, 3784 12134 16384, 3802 12024 16384, 3830 11941 16384, 3871 11895 16384, 3903 11872 16384, 3931 11863 16384, 3963 11854 16384, 3986 11858 16384, 4004 11868 16384, 4022 11900 16384, 4041 11950 16384, 4050 12028 16384, 4055 12115 16384, 4050 12221 16384, 4041 12326 16384, 4032 12404 16384, 4022 12469 16384, 4013 12510 16384, 4009 12533 16384, 4004 12547 16384, 4000 12547 16384, 4000 12537 16384, 3995 12519 16384, 3995 12487 16384, 3995 12441 16384, 3995 12372 16384, 4004 12290 16384, 4018 12189 16384, 4045 12069 16384, 4087 11964 16384, 4123 11913 16384, 4165 11891 16384, 4201 11872 16384, 4229 11863 16384, 4266 11858 16384, 4293 11863 16384, 4316 11881 16384, 4348 11913 16384, 4376 11969 16384, 4394 12042 16384, 4408 12138 16384, 4426 12248 16384, 4440 12340 16384, 4454 12427 16384, 4467 12491 16384, 4481 12542 16384, 4495 12569 16384, 4518 12583 16384, 4541 12583 16384, 4550 12579 16384</inkml:trace>
  <inkml:trace contextRef="#ctx0" brushRef="#br0">2534 12963 16384, 2528 12948 16384, 2528 12942 16384, 2537 12933 16384, 2549 12921 16384, 2567 12909 16384, 2591 12897 16384, 2615 12888 16384, 2643 12885 16384, 2688 12891 16384, 2700 12897 16384, 2728 12915 16384, 2749 12945 16384, 2761 12982 16384, 2767 13027 16384, 2767 13069 16384, 2761 13109 16384, 2746 13148 16384, 2731 13182 16384, 2709 13215 16384, 2685 13245 16384, 2661 13272 16384, 2637 13294 16384, 2612 13312 16384, 2579 13327 16384, 2558 13330 16384, 2552 13330 16384</inkml:trace>
  <inkml:trace contextRef="#ctx0" brushRef="#br0">2937 12833 16384, 2931 12830 16384, 2909 12836 16384, 2900 12842 16384, 2882 12857 16384, 2861 12875 16384, 2837 12900 16384, 2812 12927 16384, 2794 12960 16384, 2773 13006 16384, 2761 13051 16384, 2752 13106 16384, 2749 13157 16384, 2755 13200 16384, 2767 13239 16384, 2791 13269 16384, 2815 13288 16384, 2843 13300 16384, 2873 13306 16384, 2900 13306 16384, 2915 13306 16384</inkml:trace>
  <inkml:trace contextRef="#ctx0" brushRef="#br0">3247 13093 16384, 3251 13089 16384, 3255 13089 16384, 3267 13087 16384, 3284 13083 16384, 3307 13081 16384, 3335 13079 16384, 3362 13079 16384, 3395 13079 16384, 3434 13081 16384, 3473 13081 16384, 3512 13083 16384, 3552 13085 16384, 3588 13087 16384, 3621 13091 16384, 3650 13093 16384, 3677 13093 16384, 3698 13093 16384, 3716 13093 16384, 3726 13091 16384, 3735 13089 16384, 3739 13085 16384, 3739 13079 16384, 3737 13073 16384, 3731 13063 16384, 3722 13050 16384, 3712 13034 16384, 3700 13017 16384, 3685 12999 16384, 3673 12984 16384, 3663 12970 16384, 3656 12964 16384, 3652 12960 16384, 3648 12958 16384, 3648 12956 16384</inkml:trace>
  <inkml:trace contextRef="#ctx0" brushRef="#br0">3747 13108 16384, 3741 13108 16384, 3739 13108 16384, 3737 13112 16384, 3733 13116 16384, 3728 13124 16384, 3720 13134 16384, 3710 13147 16384, 3696 13163 16384, 3685 13176 16384, 3677 13186 16384, 3673 13194 16384, 3671 13198 16384, 3671 13202 16384, 3671 13204 16384</inkml:trace>
  <inkml:trace contextRef="#ctx0" brushRef="#br0">4241 12843 16384, 4236 12834 16384, 4228 12834 16384, 4213 12851 16384, 4189 12892 16384, 4161 12964 16384, 4143 13062 16384, 4138 13180 16384, 4154 13256 16384, 4188 13303 16384, 4234 13328 16384, 4278 13330 16384, 4322 13302 16384, 4358 13245 16384, 4380 13160 16384, 4386 13066 16384, 4370 13000 16384, 4339 12953 16384, 4300 12913 16384, 4258 12865 16384, 4230 12832 16384, 4219 12830 16384, 4218 12848 16384</inkml:trace>
  <inkml:trace contextRef="#ctx0" brushRef="#br0">5717 11455 16384, 5723 11438 16384, 5723 11432 16384, 5723 11425 16384, 5717 11416 16384, 5710 11402 16384, 5694 11386 16384, 5671 11370 16384, 5642 11360 16384, 5616 11360 16384, 5583 11363 16384, 5553 11376 16384, 5527 11393 16384, 5495 11419 16384, 5465 11448 16384, 5442 11478 16384, 5426 11510 16384, 5420 11540 16384, 5423 11572 16384, 5433 11608 16384, 5452 11647 16384, 5478 11680 16384, 5504 11719 16384, 5540 11755 16384, 5573 11785 16384, 5609 11811 16384, 5642 11837 16384, 5661 11860 16384, 5684 11883 16384, 5694 11902 16384, 5694 11922 16384, 5687 11938 16384, 5674 11954 16384, 5655 11971 16384, 5632 11984 16384, 5606 11997 16384, 5573 12003 16384, 5537 12007 16384, 5498 12010 16384, 5465 12010 16384, 5429 12007 16384, 5400 11997 16384, 5367 11981 16384, 5354 11968 16384</inkml:trace>
  <inkml:trace contextRef="#ctx0" brushRef="#br0">5791 11518 16384, 5807 11505 16384, 5811 11505 16384, 5824 11502 16384, 5840 11498 16384, 5856 11498 16384, 5872 11498 16384, 5885 11502 16384, 5891 11511 16384, 5891 11524 16384, 5891 11550 16384, 5885 11585 16384, 5872 11634 16384, 5856 11695 16384, 5840 11762 16384, 5827 11830 16384, 5820 11888 16384, 5820 11930 16384, 5824 11962 16384, 5830 11984 16384, 5843 11997 16384, 5859 12004 16384, 5875 12010 16384, 5891 12010 16384, 5904 12000 16384, 5927 11984 16384, 5936 11975 16384</inkml:trace>
  <inkml:trace contextRef="#ctx0" brushRef="#br0">5923 11363 16384, 5914 11360 16384, 5894 11360 16384, 5891 11360 16384, 5891 11363 16384, 5891 11370 16384, 5891 11373 16384</inkml:trace>
  <inkml:trace contextRef="#ctx0" brushRef="#br0">5888 11486 16384, 5869 11471 16384, 5869 11463 16384, 5877 11445 16384, 5903 11419 16384, 5925 11397 16384, 5943 11375 16384, 5958 11360 16384, 5973 11360 16384, 5991 11360 16384, 6006 11375 16384, 6017 11397 16384, 6024 11430 16384, 6032 11486 16384, 6036 11552 16384, 6039 11648 16384, 6039 11755 16384, 6036 11844 16384, 6032 11914 16384, 6028 11966 16384, 6024 11992 16384, 6024 12003 16384, 6024 12010 16384, 6028 12010 16384, 6028 12003 16384, 6028 11980 16384, 6032 11951 16384, 6039 11903 16384, 6050 11840 16384, 6065 11766 16384, 6080 11678 16384, 6098 11578 16384, 6128 11493 16384, 6165 11438 16384, 6198 11408 16384, 6235 11393 16384, 6264 11386 16384, 6290 11382 16384, 6316 11386 16384, 6338 11401 16384, 6357 11426 16384, 6375 11474 16384, 6390 11537 16384, 6405 11611 16384, 6412 11692 16384, 6423 11777 16384, 6431 11848 16384, 6438 11899 16384, 6453 11936 16384, 6468 11958 16384, 6482 11966 16384, 6497 11969 16384, 6508 11966 16384</inkml:trace>
  <inkml:trace contextRef="#ctx0" brushRef="#br0">6808 11533 16384, 6800 11514 16384, 6800 11506 16384, 6812 11494 16384, 6828 11478 16384, 6852 11462 16384, 6883 11447 16384, 6915 11435 16384, 6950 11431 16384, 7009 11439 16384, 7025 11447 16384, 7060 11470 16384, 7088 11510 16384, 7104 11557 16384, 7112 11616 16384, 7112 11671 16384, 7104 11722 16384, 7084 11774 16384, 7064 11817 16384, 7037 11860 16384, 7005 11900 16384, 6974 11935 16384, 6942 11963 16384, 6911 11986 16384, 6867 12006 16384, 6840 12010 16384, 6832 12010 16384</inkml:trace>
  <inkml:trace contextRef="#ctx0" brushRef="#br0">7332 11364 16384, 7324 11360 16384, 7297 11368 16384, 7285 11376 16384, 7261 11395 16384, 7234 11419 16384, 7202 11451 16384, 7171 11486 16384, 7147 11529 16384, 7119 11588 16384, 7104 11648 16384, 7092 11718 16384, 7088 11785 16384, 7096 11841 16384, 7112 11892 16384, 7143 11931 16384, 7175 11955 16384, 7210 11971 16384, 7249 11978 16384, 7285 11978 16384, 7305 11978 16384</inkml:trace>
  <inkml:trace contextRef="#ctx0" brushRef="#br0">5122 12230 11468, 7564 12230 11468</inkml:trace>
  <inkml:trace contextRef="#ctx0" brushRef="#br0">6085 12623 16384, 6077 12604 16384, 6077 12596 16384, 6089 12584 16384, 6105 12568 16384, 6129 12552 16384, 6160 12537 16384, 6192 12525 16384, 6227 12521 16384, 6286 12529 16384, 6302 12537 16384, 6337 12560 16384, 6365 12600 16384, 6381 12647 16384, 6389 12706 16384, 6389 12761 16384, 6381 12812 16384, 6361 12864 16384, 6341 12907 16384, 6314 12950 16384, 6282 12990 16384, 6251 13025 16384, 6219 13053 16384, 6188 13076 16384, 6144 13096 16384, 6117 13100 16384, 6109 13100 16384</inkml:trace>
  <inkml:trace contextRef="#ctx0" brushRef="#br0">6609 12454 16384, 6601 12450 16384, 6574 12458 16384, 6562 12466 16384, 6538 12485 16384, 6511 12509 16384, 6479 12541 16384, 6448 12576 16384, 6424 12619 16384, 6396 12678 16384, 6381 12738 16384, 6369 12808 16384, 6365 12875 16384, 6373 12931 16384, 6389 12982 16384, 6420 13021 16384, 6452 13045 16384, 6487 13061 16384, 6526 13068 16384, 6562 13068 16384, 6582 13068 16384</inkml:trace>
  <inkml:trace contextRef="#ctx0" brushRef="#br0">8118 12110 16384, 8114 12110 16384, 8114 12113 16384, 8121 12117 16384, 8132 12117 16384, 8154 12121 16384, 8190 12121 16384, 8263 12117 16384, 8318 12110 16384, 8376 12106 16384, 8434 12103 16384, 8511 12103 16384, 8551 12110 16384, 8584 12117 16384, 8602 12124 16384</inkml:trace>
  <inkml:trace contextRef="#ctx0" brushRef="#br0">8128 12357 16384, 8125 12357 16384, 8128 12357 16384, 8136 12357 16384, 8161 12357 16384, 8234 12357 16384, 8260 12354 16384, 8314 12350 16384, 8340 12350 16384, 8398 12347 16384, 8453 12343 16384, 8507 12339 16384, 8558 12336 16384, 8595 12336 16384, 8624 12332 16384, 8649 12332 16384, 8664 12332 16384</inkml:trace>
  <inkml:trace contextRef="#ctx0" brushRef="#br0">9742 11730 16384, 9736 11732 16384, 9740 11782 16384, 9738 11939 16384, 9709 12186 16384, 9677 12415 16384, 9653 12576 16384, 9646 12684 16384, 9664 12730 16384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16848 16384, 2200 16860 16384, 2225 16898 16384, 2238 16935 16384, 2238 16948 16384, 2238 16972 16384, 2225 16998 16384, 2200 17022 16384, 2162 17035 16384, 2138 17035 16384, 2100 17035 16384, 2062 17035 16384, 2038 17022 16384, 2025 16998 16384, 2025 16972 16384, 2025 16910 16384, 2050 16873 16384, 2075 16835 16384, 2112 16810 16384, 2150 16798 16384, 2175 16785 16384, 2212 16785 16384, 2250 16785 16384, 2262 16785 16384, 2288 16810 16384, 2300 16822 16384, 2300 16860 16384, 2288 16873 16384, 2262 16898 16384, 2238 16923 16384, 2200 16935 16384, 2150 16960 16384, 2100 16972 16384, 2050 16972 16384, 2013 16960 16384, 2000 16948 16384, 2000 16923 16384, 2000 16898 16384, 2025 16873 16384, 2038 16860 16384, 2062 16835 16384, 2112 16822 16384, 2150 16810 16384, 2175 16810 16384, 2212 16810 16384, 2238 16810 16384, 2262 16848 16384, 2275 16885 16384, 2275 16910 16384, 2275 16935 16384, 2262 16960 16384, 2238 16985 16384, 2225 16998 16384, 2212 16998 16384, 2200 16998 16384, 2188 16985 16384, 2188 16972 16384, 2188 16948 16384, 2188 16935 16384, 2188 16923 16384, 2200 16898 16384, 2212 16885 16384, 2225 16873 16384, 2238 16873 16384, 2238 16885 16384, 2225 16910 16384, 2225 16923 16384, 2212 16923 16384, 2200 16935 16384, 2188 16948 16384, 2175 16948 16384, 2162 16948 16384, 2162 16935 16384, 2175 16910 16384, 2200 16885 16384, 2212 16873 16384, 2225 16860 16384, 2212 16885 16384, 2175 16910 16384, 2138 16935 16384, 2100 16948 16384, 2062 16972 16384, 2050 16972 16384, 2062 16960 16384, 2100 16935 16384, 2112 16923 16384, 2150 16898 16384, 2175 16873 16384, 2225 16835 16384, 2238 16810 16384, 2238 16798 16384, 2225 16798 16384, 2200 16822 16384, 2175 16848 16384, 2150 16873 16384, 2138 16898 16384, 2125 16910 16384</inkml:trace>
  <inkml:trace contextRef="#ctx0" brushRef="#br0">2733 17381 16384, 2739 17393 16384, 2756 17410 16384, 2779 17410 16384, 2819 17393 16384, 2859 17359 16384, 2899 17307 16384, 2956 17233 16384, 2996 17159 16384, 3047 17073 16384, 3099 16970 16384, 3133 16867 16384, 3179 16753 16384, 3213 16639 16384, 3241 16547 16384, 3259 16473 16384, 3264 16427 16384, 3264 16410 16384, 3259 16410 16384, 3241 16416 16384, 3219 16439 16384, 3201 16467 16384, 3179 16513 16384, 3161 16576 16384, 3144 16661 16384, 3127 16759 16384, 3116 16873 16384, 3116 17016 16384, 3127 17159 16384, 3144 17261 16384, 3173 17324 16384, 3213 17359 16384, 3247 17370 16384, 3287 17376 16384, 3327 17376 16384, 3356 17364 16384</inkml:trace>
  <inkml:trace contextRef="#ctx0" brushRef="#br0">2916 16759 16384, 2893 16770 16384, 2859 16776 16384, 2870 16776 16384, 2899 16764 16384, 2933 16753 16384, 2973 16741 16384, 3030 16730 16384, 3099 16719 16384, 3173 16713 16384, 3253 16707 16384, 3316 16701 16384, 3367 16696 16384</inkml:trace>
  <inkml:trace contextRef="#ctx0" brushRef="#br0">3707 16846 16384, 3713 16827 16384, 3713 16756 16384, 3707 16705 16384, 3694 16634 16384, 3669 16564 16384, 3624 16493 16384, 3579 16448 16384, 3547 16423 16384, 3502 16416 16384, 3451 16410 16384, 3406 16416 16384, 3348 16436 16384, 3290 16474 16384, 3252 16532 16384, 3207 16609 16384, 3162 16705 16384, 3143 16827 16384, 3137 16968 16384, 3143 17122 16384, 3162 17231 16384, 3194 17307 16384, 3239 17359 16384, 3284 17384 16384, 3329 17404 16384, 3393 17410 16384, 3444 17404 16384, 3496 17378 16384, 3547 17327 16384, 3592 17250 16384, 3637 17154 16384, 3681 17032 16384, 3707 16891 16384, 3726 16750 16384, 3733 16641 16384, 3739 16577 16384, 3739 16545 16384, 3739 16538 16384, 3739 16545 16384, 3733 16564 16384, 3720 16602 16384, 3713 16666 16384, 3707 16750 16384, 3707 16839 16384, 3713 16942 16384, 3733 17051 16384, 3758 17147 16384, 3790 17205 16384, 3829 17237 16384, 3861 17263 16384, 3899 17275 16384, 3938 17275 16384, 3963 17263 16384</inkml:trace>
  <inkml:trace contextRef="#ctx0" brushRef="#br0">3587 16603 16384, 3559 16580 16384, 3559 16569 16384, 3570 16541 16384, 3610 16501 16384, 3644 16467 16384, 3672 16433 16384, 3695 16410 16384, 3718 16410 16384, 3746 16410 16384, 3769 16433 16384, 3786 16467 16384, 3797 16518 16384, 3809 16603 16384, 3814 16705 16384, 3820 16853 16384, 3820 17018 16384, 3814 17154 16384, 3809 17262 16384, 3803 17342 16384, 3797 17382 16384, 3797 17399 16384, 3797 17410 16384, 3803 17410 16384, 3803 17399 16384, 3803 17365 16384, 3809 17319 16384, 3820 17245 16384, 3837 17149 16384, 3860 17035 16384, 3882 16899 16384, 3911 16745 16384, 3956 16615 16384, 4013 16529 16384, 4064 16484 16384, 4121 16461 16384, 4166 16450 16384, 4206 16444 16384, 4246 16450 16384, 4280 16472 16384, 4309 16512 16384, 4337 16586 16384, 4360 16683 16384, 4382 16796 16384, 4394 16921 16384, 4411 17052 16384, 4422 17160 16384, 4434 17240 16384, 4456 17296 16384, 4479 17330 16384, 4502 17342 16384, 4524 17348 16384, 4541 17342 16384</inkml:trace>
  <inkml:trace contextRef="#ctx0" brushRef="#br0">5538 16435 16384, 5518 16443 16384, 5497 16455 16384, 5464 16476 16384, 5435 16509 16384, 5394 16555 16384, 5348 16612 16384, 5299 16687 16384, 5253 16778 16384, 5208 16885 16384, 5175 16997 16384, 5158 17108 16384, 5154 17212 16384, 5162 17290 16384, 5171 17319 16384, 5187 17360 16384, 5208 17385 16384, 5237 17402 16384, 5266 17410 16384, 5295 17410 16384, 5336 17398 16384, 5369 17365 16384, 5439 17290 16384, 5481 17228 16384, 5526 17158 16384, 5563 17075 16384, 5600 16984 16384, 5625 16881 16384, 5642 16774 16384, 5646 16674 16384, 5646 16588 16384, 5633 16517 16384, 5621 16472 16384, 5609 16439 16384, 5588 16414 16384, 5563 16410 16384, 5547 16410 16384, 5522 16422 16384, 5505 16431 16384, 5472 16455 16384, 5435 16489 16384, 5386 16563 16384, 5352 16617 16384, 5332 16679 16384, 5315 16745 16384, 5315 16798 16384, 5336 16840 16384, 5373 16877 16384, 5410 16893 16384, 5431 16902 16384, 5464 16910 16384, 5497 16910 16384, 5534 16910 16384, 5563 16902 16384</inkml:trace>
  <inkml:trace contextRef="#ctx0" brushRef="#br0">6434 16790 16384, 6430 16790 16384, 6430 16793 16384, 6437 16797 16384, 6448 16797 16384, 6470 16801 16384, 6506 16801 16384, 6579 16797 16384, 6634 16790 16384, 6692 16786 16384, 6751 16783 16384, 6827 16783 16384, 6867 16790 16384, 6900 16797 16384, 6918 16804 16384</inkml:trace>
  <inkml:trace contextRef="#ctx0" brushRef="#br0">6445 17037 16384, 6441 17037 16384, 6445 17037 16384, 6452 17037 16384, 6477 17037 16384, 6550 17037 16384, 6576 17034 16384, 6630 17030 16384, 6656 17030 16384, 6714 17027 16384, 6769 17023 16384, 6823 17019 16384, 6874 17016 16384, 6911 17016 16384, 6940 17012 16384, 6965 17012 16384, 6980 17012 16384</inkml:trace>
  <inkml:trace contextRef="#ctx0" brushRef="#br0">8157 16135 16384, 8164 16118 16384, 8164 16112 16384, 8164 16105 16384, 8157 16096 16384, 8151 16082 16384, 8134 16066 16384, 8112 16050 16384, 8082 16040 16384, 8056 16040 16384, 8023 16043 16384, 7994 16056 16384, 7968 16073 16384, 7935 16099 16384, 7906 16128 16384, 7883 16158 16384, 7867 16190 16384, 7860 16220 16384, 7863 16252 16384, 7873 16288 16384, 7893 16327 16384, 7919 16360 16384, 7945 16399 16384, 7981 16435 16384, 8014 16465 16384, 8050 16491 16384, 8082 16517 16384, 8102 16540 16384, 8125 16563 16384, 8134 16582 16384, 8134 16602 16384, 8128 16618 16384, 8115 16634 16384, 8095 16651 16384, 8072 16664 16384, 8046 16677 16384, 8014 16683 16384, 7978 16687 16384, 7938 16690 16384, 7906 16690 16384, 7870 16687 16384, 7840 16677 16384, 7808 16661 16384, 7795 16648 16384</inkml:trace>
  <inkml:trace contextRef="#ctx0" brushRef="#br0">8232 16198 16384, 8248 16185 16384, 8251 16185 16384, 8264 16182 16384, 8280 16178 16384, 8296 16178 16384, 8312 16178 16384, 8325 16182 16384, 8332 16191 16384, 8332 16204 16384, 8332 16230 16384, 8325 16265 16384, 8312 16314 16384, 8296 16375 16384, 8280 16442 16384, 8267 16510 16384, 8261 16568 16384, 8261 16610 16384, 8264 16642 16384, 8271 16664 16384, 8283 16677 16384, 8299 16684 16384, 8316 16690 16384, 8332 16690 16384, 8345 16680 16384, 8367 16664 16384, 8377 16655 16384</inkml:trace>
  <inkml:trace contextRef="#ctx0" brushRef="#br0">8364 16043 16384, 8354 16040 16384, 8335 16040 16384, 8332 16040 16384, 8332 16043 16384, 8332 16050 16384, 8332 16053 16384</inkml:trace>
  <inkml:trace contextRef="#ctx0" brushRef="#br0">8328 16166 16384, 8310 16151 16384, 8310 16143 16384, 8317 16125 16384, 8343 16099 16384, 8365 16077 16384, 8384 16055 16384, 8398 16040 16384, 8413 16040 16384, 8432 16040 16384, 8447 16055 16384, 8458 16077 16384, 8465 16110 16384, 8472 16166 16384, 8476 16232 16384, 8480 16328 16384, 8480 16435 16384, 8476 16524 16384, 8472 16594 16384, 8469 16646 16384, 8465 16672 16384, 8465 16683 16384, 8465 16690 16384, 8469 16690 16384, 8469 16683 16384, 8469 16660 16384, 8472 16631 16384, 8480 16583 16384, 8491 16520 16384, 8506 16446 16384, 8520 16358 16384, 8539 16258 16384, 8568 16173 16384, 8605 16118 16384, 8639 16088 16384, 8675 16073 16384, 8705 16066 16384, 8731 16062 16384, 8757 16066 16384, 8779 16081 16384, 8797 16106 16384, 8816 16154 16384, 8831 16217 16384, 8845 16291 16384, 8853 16372 16384, 8864 16457 16384, 8871 16528 16384, 8879 16579 16384, 8893 16616 16384, 8908 16638 16384, 8923 16646 16384, 8938 16649 16384, 8949 16646 16384</inkml:trace>
  <inkml:trace contextRef="#ctx0" brushRef="#br0">9597 16056 16384, 9583 16061 16384, 9570 16070 16384, 9548 16083 16384, 9530 16104 16384, 9503 16134 16384, 9473 16172 16384, 9441 16220 16384, 9411 16279 16384, 9382 16349 16384, 9360 16421 16384, 9350 16494 16384, 9347 16561 16384, 9352 16612 16384, 9358 16631 16384, 9368 16658 16384, 9382 16674 16384, 9401 16685 16384, 9420 16690 16384, 9438 16690 16384, 9465 16682 16384, 9487 16660 16384, 9532 16612 16384, 9559 16572 16384, 9589 16526 16384, 9613 16472 16384, 9637 16413 16384, 9653 16346 16384, 9664 16276 16384, 9667 16212 16384, 9667 16155 16384, 9659 16110 16384, 9651 16080 16384, 9642 16059 16384, 9629 16043 16384, 9613 16040 16384, 9602 16040 16384, 9586 16048 16384, 9575 16053 16384, 9554 16070 16384, 9530 16091 16384, 9497 16139 16384, 9476 16174 16384, 9462 16215 16384, 9452 16258 16384, 9452 16292 16384, 9465 16319 16384, 9489 16344 16384, 9514 16354 16384, 9527 16360 16384, 9548 16365 16384, 9570 16365 16384, 9594 16365 16384, 9613 16360 16384</inkml:trace>
  <inkml:trace contextRef="#ctx0" brushRef="#br0">7510 16910 11468, 9951 16910 11468</inkml:trace>
  <inkml:trace contextRef="#ctx0" brushRef="#br0">8231 17353 16384, 8236 17335 16384, 8236 17316 16384, 8231 17298 16384, 8222 17280 16384, 8204 17244 16384, 8190 17225 16384, 8159 17194 16384, 8140 17175 16384, 8090 17144 16384, 8027 17130 16384, 7977 17135 16384, 7931 17162 16384, 7877 17198 16384, 7804 17275 16384, 7790 17298 16384, 7777 17321 16384, 7768 17375 16384, 7768 17462 16384, 7777 17525 16384, 7795 17594 16384, 7827 17662 16384, 7886 17735 16384, 7936 17766 16384, 7981 17780 16384, 8004 17780 16384, 8031 17780 16384, 8081 17771 16384, 8154 17739 16384, 8195 17707 16384, 8227 17671 16384, 8245 17653 16384</inkml:trace>
  <inkml:trace contextRef="#ctx0" brushRef="#br0">8417 17201 16384, 8385 17182 16384, 8373 17178 16384, 8345 17174 16384, 8317 17174 16384, 8286 17182 16384, 8250 17201 16384, 8210 17229 16384, 8167 17273 16384, 8131 17324 16384, 8103 17384 16384, 8080 17451 16384, 8076 17522 16384, 8080 17598 16384, 8103 17661 16384, 8135 17709 16384, 8167 17744 16384, 8210 17768 16384, 8250 17780 16384, 8302 17780 16384, 8341 17772 16384, 8393 17748 16384, 8440 17717 16384, 8484 17677 16384, 8520 17633 16384, 8559 17586 16384, 8575 17542 16384, 8587 17491 16384, 8587 17435 16384, 8579 17380 16384, 8563 17320 16384, 8539 17261 16384, 8508 17209 16384, 8480 17170 16384, 8452 17138 16384, 8421 17130 16384, 8389 17134 16384, 8361 17150 16384, 8349 17158 16384</inkml:trace>
  <inkml:trace contextRef="#ctx0" brushRef="#br0">8834 17225 16384, 8841 17208 16384, 8841 17202 16384, 8841 17195 16384, 8834 17186 16384, 8828 17172 16384, 8812 17156 16384, 8789 17140 16384, 8759 17130 16384, 8733 17130 16384, 8700 17133 16384, 8671 17146 16384, 8645 17163 16384, 8612 17189 16384, 8583 17218 16384, 8560 17248 16384, 8544 17280 16384, 8537 17310 16384, 8540 17342 16384, 8550 17378 16384, 8570 17417 16384, 8596 17450 16384, 8622 17489 16384, 8658 17525 16384, 8691 17555 16384, 8727 17581 16384, 8759 17607 16384, 8779 17630 16384, 8802 17653 16384, 8812 17672 16384, 8812 17692 16384, 8805 17708 16384, 8792 17724 16384, 8772 17741 16384, 8749 17754 16384, 8723 17767 16384, 8691 17773 16384, 8655 17777 16384, 8616 17780 16384, 8583 17780 16384, 8547 17777 16384, 8518 17767 16384, 8485 17751 16384, 8472 17738 16384</inkml:trace>
  <inkml:trace contextRef="#ctx0" brushRef="#br0">9624 17146 16384, 9610 17151 16384, 9597 17160 16384, 9575 17173 16384, 9557 17194 16384, 9530 17224 16384, 9500 17262 16384, 9468 17310 16384, 9439 17369 16384, 9409 17439 16384, 9387 17511 16384, 9377 17584 16384, 9374 17651 16384, 9379 17702 16384, 9385 17721 16384, 9396 17748 16384, 9409 17764 16384, 9428 17775 16384, 9447 17780 16384, 9465 17780 16384, 9492 17772 16384, 9514 17750 16384, 9559 17702 16384, 9586 17662 16384, 9616 17616 16384, 9640 17562 16384, 9664 17503 16384, 9680 17436 16384, 9691 17366 16384, 9694 17302 16384, 9694 17245 16384, 9686 17200 16384, 9678 17170 16384, 9670 17149 16384, 9656 17133 16384, 9640 17130 16384, 9629 17130 16384, 9613 17138 16384, 9602 17143 16384, 9581 17160 16384, 9557 17181 16384, 9524 17229 16384, 9503 17264 16384, 9490 17305 16384, 9479 17348 16384, 9479 17382 16384, 9492 17409 16384, 9516 17434 16384, 9541 17444 16384, 9554 17450 16384, 9575 17455 16384, 9597 17455 16384, 9621 17455 16384, 9640 17450 16384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1579 1437 16384, 1579 1430 16384, 1600 1430 16384, 1658 1437 16384, 1794 1430 16384, 1916 1402 16384, 2031 1373 16384, 2153 1351 16384, 2267 1337 16384, 2318 1330 16384, 2418 1323 16384, 2504 1323 16384, 2540 1323 16384, 2597 1316 16384, 2619 1316 16384</inkml:trace>
  <inkml:trace contextRef="#ctx0" brushRef="#br0">1500 1832 16384, 1529 1825 16384, 1557 1825 16384, 1643 1825 16384, 1773 1803 16384, 1909 1782 16384, 2059 1760 16384, 2210 1739 16384, 2368 1724 16384, 2511 1710 16384, 2633 1703 16384, 2726 1703 16384, 2805 1696 16384, 2855 1696 16384, 2877 1688 16384, 2891 1681 16384</inkml:trace>
  <inkml:trace contextRef="#ctx0" brushRef="#br0">2045 1122 16384, 2052 1122 16384, 2059 1129 16384, 2110 1179 16384, 2167 1258 16384, 2224 1351 16384, 2260 1466 16384, 2282 1524 16384, 2296 1574 16384, 2346 1731 16384, 2375 1832 16384, 2389 1911 16384, 2396 1975 16384, 2396 2061 16384, 2389 2097 16384, 2389 2112 16384, 2361 2155 16384, 2346 2169 16384, 2310 2183 16384, 2289 2190 16384, 2260 2190 16384</inkml:trace>
  <inkml:trace contextRef="#ctx0" brushRef="#br0">1701 2334 16384, 1658 2391 16384, 1651 2492 16384, 1665 2527 16384, 1708 2578 16384, 1765 2628 16384, 1823 2685 16384, 1894 2721 16384, 2016 2771 16384, 2102 2793 16384, 2196 2800 16384, 2296 2800 16384, 2389 2778 16384, 2439 2764 16384</inkml:trace>
  <inkml:trace contextRef="#ctx0" brushRef="#br0">2870 1036 16384, 2863 1043 16384, 2855 1065 16384, 2870 1100 16384, 2891 1136 16384, 2913 1172 16384, 2927 1194 16384, 2927 1215 16384, 2934 1222 16384</inkml:trace>
  <inkml:trace contextRef="#ctx0" brushRef="#br0">2970 1000 16384, 2963 1014 16384, 2963 1022 16384, 2970 1050 16384, 2984 1079 16384, 2999 1115 16384, 3020 1158 16384, 3027 1179 16384</inkml:trace>
  <inkml:trace contextRef="#ctx0" brushRef="#br0">3453 1000 16384, 3453 1010 16384, 3437 1141 16384, 3391 1384 16384, 3351 1631 16384, 3358 1838 16384, 3407 1949 16384, 3483 1989 16384, 3575 1989 16384, 3683 1897 16384</inkml:trace>
  <inkml:trace contextRef="#ctx0" brushRef="#br0">4304 1030 16384, 4320 1099 16384, 4373 1246 16384, 4419 1437 16384, 4422 1732 16384, 4373 2077 16384, 4291 2383 16384, 4192 2619 16384, 4123 2754 16384, 4091 2800 16384</inkml:trace>
  <inkml:trace contextRef="#ctx0" brushRef="#br0">4870 1004 16384, 4859 1000 16384, 4838 1000 16384, 4827 1047 16384, 4808 1223 16384, 4772 1489 16384, 4746 1843 16384, 4754 2263 16384, 4827 2533 16384, 4958 2705 16384, 5144 2793 16384, 5330 2800 16384, 5517 2723 16384, 5728 2592 16384, 5915 2449 16384, 6057 2322 16384, 6083 2296 16384</inkml:trace>
  <inkml:trace contextRef="#ctx0" brushRef="#br0">6438 2355 16384, 6413 2355 16384, 6407 2349 16384, 6413 2343 16384, 6432 2324 16384, 6463 2292 16384, 6513 2255 16384, 6582 2211 16384, 6657 2161 16384, 6751 2117 16384, 6845 2079 16384, 6939 2054 16384, 7033 2054 16384, 7121 2061 16384, 7184 2086 16384, 7240 2123 16384, 7278 2167 16384, 7290 2217 16384, 7296 2274 16384, 7278 2330 16384, 7252 2380 16384, 7209 2430 16384, 7152 2474 16384, 7102 2499 16384</inkml:trace>
  <inkml:trace contextRef="#ctx0" brushRef="#br0">6858 1810 16384, 6858 1816 16384, 6864 1823 16384, 6870 1829 16384, 6877 1835 16384, 6889 1841 16384, 6895 1841 16384, 6902 1848 16384, 6908 1848 16384, 6902 1854 16384, 6889 1854 16384, 6877 1854 16384</inkml:trace>
  <inkml:trace contextRef="#ctx0" brushRef="#br0">6551 1891 16384, 6538 1904 16384, 6526 1948 16384, 6557 2004 16384, 6595 2098 16384, 6626 2205 16384, 6670 2324 16384, 6707 2443 16384, 6739 2537 16384, 6764 2625 16384, 6795 2700 16384, 6820 2744 16384, 6845 2775 16384, 6864 2800 16384</inkml:trace>
  <inkml:trace contextRef="#ctx0" brushRef="#br0">8520 1080 16384, 8544 1084 16384, 8664 1161 16384, 8839 1336 16384, 8987 1488 16384, 9104 1612 16384, 9205 1702 16384, 9224 1713 16384</inkml:trace>
  <inkml:trace contextRef="#ctx0" brushRef="#br0">9815 1208 16384, 9799 1208 16384, 9706 1255 16384, 9558 1395 16384, 9329 1632 16384, 9135 1877 16384, 9006 2133 16384, 8967 2339 16384, 9014 2475 16384, 9138 2592 16384, 9313 2678 16384, 9504 2709 16384, 9729 2720 16384, 9959 2701 16384, 10165 2662 16384, 10320 2623 16384</inkml:trace>
  <inkml:trace contextRef="#ctx0" brushRef="#br0">11907 1000 16384, 11916 1021 16384, 11983 1080 16384, 12089 1156 16384, 12163 1221 16384, 12195 1268 16384</inkml:trace>
  <inkml:trace contextRef="#ctx0" brushRef="#br0">11565 1772 16384, 11550 1772 16384, 11544 1772 16384, 11636 1748 16384, 11789 1686 16384, 11969 1616 16384, 12119 1563 16384, 12219 1548 16384, 12251 1569 16384, 12228 1648 16384, 12142 1807 16384, 11992 2052 16384, 11827 2323 16384, 11683 2585 16384, 11600 2738 16384, 11583 2791 16384, 11580 2800 16384, 11600 2782 16384, 11659 2703 16384, 11745 2567 16384, 11863 2388 16384, 12022 2234 16384, 12142 2184 16384, 12210 2173 16384, 12234 2193 16384, 12240 2276 16384, 12228 2420 16384, 12225 2567 16384, 12263 2676 16384, 12334 2738 16384, 12422 2773 16384, 12537 2776 16384, 12664 2735 16384</inkml:trace>
  <inkml:trace contextRef="#ctx0" brushRef="#br0">13696 1032 16384, 13700 1008 16384, 13700 1000 16384, 13684 1052 16384, 13596 1236 16384, 13396 1636 16384, 13168 2128 16384, 13028 2484 16384, 12988 2672 16384, 12988 2760 16384, 13000 2800 16384, 13028 2780 16384, 13100 2644 16384, 13204 2400 16384, 13348 2096 16384, 13520 1860 16384, 13632 1788 16384, 13700 1768 16384, 13732 1816 16384, 13756 1956 16384, 13784 2184 16384, 13832 2428 16384, 13916 2604 16384, 14024 2692 16384, 14160 2740 16384, 14300 2744 16384, 14376 2728 16384</inkml:trace>
  <inkml:trace contextRef="#ctx0" brushRef="#br0">14700 1567 16384, 14775 1560 16384, 14844 1553 16384, 14940 1539 16384, 15036 1526 16384, 15153 1512 16384, 15277 1491 16384, 15407 1471 16384, 15538 1457 16384, 15662 1436 16384, 15772 1429 16384, 15875 1416 16384, 15957 1409 16384, 16019 1409 16384, 16053 1409 16384, 16081 1409 16384, 16101 1409 16384, 16108 1409 16384</inkml:trace>
  <inkml:trace contextRef="#ctx0" brushRef="#br0">15442 1161 16384, 15435 1155 16384, 15421 1148 16384, 15428 1148 16384, 15442 1148 16384, 15469 1168 16384, 15504 1189 16384, 15538 1230 16384, 15579 1292 16384, 15614 1381 16384, 15641 1477 16384, 15669 1560 16384, 15689 1622 16384, 15710 1677 16384, 15723 1725 16384, 15723 1766 16384, 15730 1800 16384, 15730 1828 16384, 15730 1855 16384, 15717 1876 16384, 15696 1897 16384, 15675 1903 16384</inkml:trace>
  <inkml:trace contextRef="#ctx0" brushRef="#br0">14844 2123 16384, 14817 2165 16384, 14810 2206 16384, 14817 2268 16384, 14844 2323 16384, 14892 2377 16384, 14954 2426 16384, 15009 2474 16384, 15071 2529 16384, 15133 2584 16384, 15194 2632 16384, 15256 2680 16384, 15311 2714 16384, 15380 2748 16384, 15442 2769 16384, 15504 2790 16384, 15579 2797 16384, 15641 2797 16384, 15710 2783 16384, 15772 2748 16384</inkml:trace>
  <inkml:trace contextRef="#ctx0" brushRef="#br0">16252 1045 16384, 16246 1052 16384, 16239 1052 16384, 16232 1065 16384, 16239 1086 16384, 16252 1113 16384, 16273 1155 16384, 16294 1210 16384, 16301 1265 16384, 16314 1326 16384, 16321 1381 16384, 16328 1429 16384, 16335 1471 16384, 16349 1512 16384, 16349 1532 16384, 16356 1553 16384, 16356 1560 16384, 16362 1560 16384</inkml:trace>
  <inkml:trace contextRef="#ctx0" brushRef="#br0">16362 1003 16384, 16362 1010 16384, 16349 1010 16384, 16342 1024 16384, 16342 1045 16384, 16356 1079 16384, 16369 1127 16384, 16383 1182 16384, 16397 1244 16384, 16417 1319 16384, 16431 1381 16384, 16445 1436 16384, 16459 1484 16384, 16465 1519 16384, 16472 1553 16384, 16479 1581 16384, 16486 1601 16384, 16493 1615 16384, 16500 1622 16384</inkml:trace>
  <inkml:trace contextRef="#ctx0" brushRef="#br0">17532 1032 16384, 17536 1008 16384, 17536 1000 16384, 17520 1052 16384, 17432 1236 16384, 17232 1636 16384, 17004 2128 16384, 16864 2484 16384, 16824 2672 16384, 16824 2760 16384, 16836 2800 16384, 16864 2780 16384, 16936 2644 16384, 17040 2400 16384, 17184 2096 16384, 17356 1860 16384, 17468 1788 16384, 17536 1768 16384, 17568 1816 16384, 17592 1956 16384, 17620 2184 16384, 17668 2428 16384, 17752 2604 16384, 17860 2692 16384, 17996 2740 16384, 18136 2744 16384, 18212 2728 16384</inkml:trace>
  <inkml:trace contextRef="#ctx0" brushRef="#br0">18660 1004 16384, 18649 1000 16384, 18627 1000 16384, 18616 1047 16384, 18598 1223 16384, 18561 1489 16384, 18536 1843 16384, 18543 2263 16384, 18616 2533 16384, 18748 2705 16384, 18934 2793 16384, 19120 2800 16384, 19306 2723 16384, 19518 2592 16384, 19704 2449 16384, 19847 2322 16384, 19872 2296 16384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3666 5194 16384, 3660 5183 16384, 3649 5166 16384, 3637 5137 16384, 3626 5091 16384, 3614 5029 16384, 3591 4949 16384, 3563 4857 16384, 3534 4760 16384, 3494 4651 16384, 3443 4537 16384, 3397 4451 16384, 3346 4371 16384, 3283 4320 16384, 3231 4297 16384, 3174 4291 16384, 3129 4297 16384, 3083 4309 16384, 3066 4320 16384, 3031 4360 16384, 3014 4389 16384, 2974 4451 16384, 2929 4589 16384, 2917 4651 16384, 2906 4857 16384, 2906 4931 16384, 2917 5057 16384, 2957 5154 16384, 3003 5189 16384, 3043 5200 16384, 3077 5200 16384, 3123 5189 16384, 3174 5149 16384, 3220 5097 16384, 3283 5017 16384, 3340 4920 16384, 3409 4811 16384, 3471 4686 16384, 3563 4514 16384, 3614 4423 16384, 3649 4349 16384, 3666 4291 16384, 3677 4251 16384, 3689 4223 16384, 3694 4206 16384, 3689 4200 16384</inkml:trace>
  <inkml:trace contextRef="#ctx0" brushRef="#br0">4337 4691 16384, 4330 4691 16384, 4334 4691 16384, 4339 4691 16384, 4349 4689 16384, 4360 4689 16384, 4371 4687 16384, 4388 4687 16384, 4408 4685 16384, 4433 4683 16384, 4462 4683 16384, 4490 4681 16384, 4522 4681 16384, 4556 4679 16384, 4585 4679 16384, 4617 4681 16384, 4653 4683 16384, 4684 4687 16384, 4718 4689 16384, 4751 4691 16384, 4779 4693 16384, 4807 4693 16384, 4830 4693 16384, 4846 4693 16384, 4858 4694 16384, 4867 4694 16384, 4874 4694 16384, 4878 4694 16384, 4880 4691 16384</inkml:trace>
  <inkml:trace contextRef="#ctx0" brushRef="#br0">4615 4461 16384, 4615 4463 16384, 4613 4465 16384, 4613 4469 16384, 4613 4476 16384, 4613 4487 16384, 4615 4502 16384, 4617 4523 16384, 4619 4547 16384, 4619 4577 16384, 4621 4611 16384, 4619 4648 16384, 4617 4683 16384, 4613 4721 16384, 4610 4760 16384, 4608 4793 16384, 4608 4825 16384, 4608 4855 16384, 4608 4877 16384, 4608 4898 16384, 4610 4914 16384, 4612 4927 16384, 4613 4935 16384, 4615 4939 16384</inkml:trace>
  <inkml:trace contextRef="#ctx0" brushRef="#br0">5586 5196 16384, 5586 5200 16384, 5594 5196 16384, 5602 5181 16384, 5617 5150 16384, 5632 5104 16384, 5655 5039 16384, 5674 4982 16384, 5690 4913 16384, 5705 4832 16384, 5720 4756 16384, 5740 4667 16384, 5759 4587 16384, 5778 4514 16384, 5801 4453 16384, 5835 4399 16384, 5866 4353 16384, 5904 4311 16384, 5946 4277 16384, 5989 4246 16384, 6031 4223 16384, 6077 4208 16384, 6115 4200 16384, 6149 4200 16384, 6184 4208 16384, 6203 4223 16384, 6222 4246 16384, 6234 4269 16384, 6234 4303 16384, 6222 4334 16384, 6203 4372 16384, 6180 4411 16384, 6153 4445 16384, 6126 4476 16384, 6103 4495 16384, 6084 4510 16384, 6073 4518 16384, 6061 4522 16384, 6050 4522 16384, 6046 4522 16384, 6054 4518 16384, 6065 4518 16384, 6080 4518 16384, 6100 4518 16384, 6119 4522 16384, 6146 4530 16384, 6169 4545 16384, 6184 4560 16384, 6199 4583 16384, 6199 4606 16384, 6199 4625 16384, 6192 4652 16384, 6176 4671 16384, 6157 4694 16384, 6130 4721 16384, 6103 4744 16384, 6073 4763 16384, 6035 4779 16384, 6004 4786 16384, 5969 4794 16384, 5939 4798 16384, 5916 4794 16384, 5893 4786 16384, 5881 4779 16384</inkml:trace>
  <inkml:trace contextRef="#ctx0" brushRef="#br0">6944 4580 16384, 6940 4580 16384, 6940 4583 16384, 6947 4587 16384, 6958 4587 16384, 6980 4591 16384, 7016 4591 16384, 7089 4587 16384, 7144 4580 16384, 7202 4576 16384, 7261 4573 16384, 7337 4573 16384, 7377 4580 16384, 7410 4587 16384, 7428 4594 16384</inkml:trace>
  <inkml:trace contextRef="#ctx0" brushRef="#br0">6955 4827 16384, 6951 4827 16384, 6955 4827 16384, 6962 4827 16384, 6987 4827 16384, 7060 4827 16384, 7086 4824 16384, 7140 4820 16384, 7166 4820 16384, 7224 4817 16384, 7279 4813 16384, 7333 4809 16384, 7384 4806 16384, 7421 4806 16384, 7450 4802 16384, 7475 4802 16384, 7490 4802 16384</inkml:trace>
  <inkml:trace contextRef="#ctx0" brushRef="#br0">8187 4250 16384, 8187 4241 16384, 8192 4218 16384, 8201 4209 16384, 8215 4205 16384, 8233 4200 16384, 8242 4200 16384, 8260 4209 16384, 8287 4227 16384, 8314 4259 16384, 8332 4281 16384, 8373 4372 16384, 8414 4462 16384, 8445 4562 16384, 8477 4725 16384, 8500 4833 16384, 8522 4919 16384, 8536 4992 16384, 8545 5051 16384, 8549 5096 16384, 8554 5137 16384, 8554 5168 16384, 8554 5186 16384, 8549 5200 16384, 8545 5200 16384, 8540 5191 16384, 8536 5173 16384, 8531 5141 16384, 8531 5100 16384, 8531 5037 16384, 8531 4960 16384, 8531 4870 16384, 8545 4752 16384, 8577 4625 16384, 8617 4526 16384, 8653 4449 16384, 8685 4395 16384, 8717 4358 16384, 8744 4327 16384, 8767 4300 16384, 8794 4281 16384, 8812 4268 16384, 8830 4263 16384, 8839 4259 16384, 8844 4254 16384, 8853 4259 16384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8708 16384, 2200 8720 16384, 2225 8757 16384, 2238 8795 16384, 2238 8808 16384, 2238 8832 16384, 2225 8858 16384, 2200 8882 16384, 2162 8895 16384, 2138 8895 16384, 2100 8895 16384, 2062 8895 16384, 2038 8882 16384, 2025 8858 16384, 2025 8832 16384, 2025 8770 16384, 2050 8732 16384, 2075 8695 16384, 2112 8670 16384, 2150 8657 16384, 2175 8645 16384, 2212 8645 16384, 2250 8645 16384, 2262 8645 16384, 2288 8670 16384, 2300 8682 16384, 2300 8720 16384, 2288 8732 16384, 2262 8757 16384, 2238 8782 16384, 2200 8795 16384, 2150 8820 16384, 2100 8832 16384, 2050 8832 16384, 2013 8820 16384, 2000 8808 16384, 2000 8782 16384, 2000 8757 16384, 2025 8732 16384, 2038 8720 16384, 2062 8695 16384, 2112 8682 16384, 2150 8670 16384, 2175 8670 16384, 2212 8670 16384, 2238 8670 16384, 2262 8708 16384, 2275 8745 16384, 2275 8770 16384, 2275 8795 16384, 2262 8820 16384, 2238 8845 16384, 2225 8858 16384, 2212 8858 16384, 2200 8858 16384, 2188 8845 16384, 2188 8832 16384, 2188 8808 16384, 2188 8795 16384, 2188 8782 16384, 2200 8757 16384, 2212 8745 16384, 2225 8732 16384, 2238 8732 16384, 2238 8745 16384, 2225 8770 16384, 2225 8782 16384, 2212 8782 16384, 2200 8795 16384, 2188 8808 16384, 2175 8808 16384, 2162 8808 16384, 2162 8795 16384, 2175 8770 16384, 2200 8745 16384, 2212 8732 16384, 2225 8720 16384, 2212 8745 16384, 2175 8770 16384, 2138 8795 16384, 2100 8808 16384, 2062 8832 16384, 2050 8832 16384, 2062 8820 16384, 2100 8795 16384, 2112 8782 16384, 2150 8757 16384, 2175 8732 16384, 2225 8695 16384, 2238 8670 16384, 2238 8657 16384, 2225 8657 16384, 2200 8682 16384, 2175 8708 16384, 2150 8732 16384, 2138 8757 16384, 2125 8770 16384</inkml:trace>
  <inkml:trace contextRef="#ctx0" brushRef="#br0">2833 8510 16384, 2817 8516 16384, 2800 8521 16384, 2806 8521 16384, 2828 8521 16384, 2861 8516 16384, 2894 8505 16384, 2944 8494 16384, 2977 8483 16384, 3098 8450 16384, 3143 8433 16384, 3248 8411 16384, 3397 8383 16384, 3496 8372 16384, 3590 8372 16384, 3662 8372 16384, 3723 8372 16384, 3756 8372 16384, 3783 8367 16384, 3800 8361 16384</inkml:trace>
  <inkml:trace contextRef="#ctx0" brushRef="#br0">3214 8427 16384, 3209 8439 16384, 3198 8450 16384, 3192 8472 16384, 3198 8505 16384, 3198 8549 16384, 3181 8604 16384, 3154 8682 16384, 3120 8776 16384, 3087 8875 16384, 3043 8963 16384, 3021 9008 16384, 3004 9046 16384, 2977 9096 16384, 2955 9140 16384, 2922 9179 16384</inkml:trace>
  <inkml:trace contextRef="#ctx0" brushRef="#br0">3413 8383 16384, 3413 8378 16384, 3419 8378 16384, 3424 8389 16384, 3424 8416 16384, 3419 8455 16384, 3402 8510 16384, 3380 8582 16384, 3364 8665 16384, 3358 8715 16384, 3352 8792 16384, 3352 8869 16384, 3358 8941 16384, 3375 8997 16384, 3402 9041 16384, 3457 9090 16384, 3496 9113 16384, 3540 9135 16384, 3590 9146 16384, 3629 9146 16384, 3673 9146 16384, 3712 9135 16384, 3739 9129 16384, 3767 9118 16384, 3794 9101 16384</inkml:trace>
  <inkml:trace contextRef="#ctx0" brushRef="#br0">4333 8726 16384, 4330 8716 16384, 4330 8703 16384, 4337 8690 16384, 4353 8664 16384, 4379 8637 16384, 4405 8608 16384, 4438 8578 16384, 4451 8565 16384, 4464 8559 16384, 4504 8542 16384, 4517 8539 16384, 4536 8536 16384, 4566 8542 16384, 4585 8552 16384, 4605 8572 16384, 4628 8614 16384, 4641 8647 16384, 4654 8683 16384, 4667 8716 16384, 4680 8739 16384, 4693 8755 16384, 4716 8765 16384, 4736 8772 16384, 4756 8772 16384, 4775 8768 16384, 4798 8762 16384, 4818 8749 16384, 4834 8732 16384, 4851 8716 16384, 4864 8700 16384, 4873 8683 16384, 4880 8667 16384, 4880 8647 16384</inkml:trace>
  <inkml:trace contextRef="#ctx0" brushRef="#br0">4359 9004 16384, 4350 9001 16384, 4337 8991 16384, 4337 8978 16384, 4346 8958 16384, 4363 8929 16384, 4379 8899 16384, 4399 8876 16384, 4422 8860 16384, 4445 8853 16384, 4458 8853 16384, 4481 8853 16384, 4520 8863 16384, 4543 8873 16384, 4569 8886 16384, 4592 8899 16384, 4615 8912 16384, 4638 8932 16384, 4657 8945 16384, 4677 8958 16384, 4693 8968 16384, 4710 8968 16384, 4733 8965 16384, 4752 8955 16384, 4772 8942 16384, 4795 8922 16384, 4818 8899 16384, 4837 8880 16384, 4857 8857 16384, 4880 8827 16384</inkml:trace>
  <inkml:trace contextRef="#ctx0" brushRef="#br0">5676 8482 16384, 5646 8419 16384, 5650 8372 16384, 5691 8324 16384, 5771 8281 16384, 5880 8270 16384, 5994 8318 16384, 6072 8424 16384, 6079 8556 16384, 6018 8690 16384, 5916 8809 16384, 5821 8878 16384, 5774 8896 16384, 5756 8880 16384, 5761 8857 16384, 5806 8833 16384, 5897 8818 16384, 6016 8828 16384, 6126 8891 16384, 6181 8986 16384, 6176 9071 16384, 6126 9142 16384, 6038 9209 16384, 5927 9255 16384, 5802 9270 16384, 5687 9246 16384, 5639 9214 16384</inkml:trace>
  <inkml:trace contextRef="#ctx0" brushRef="#br0">6542 9184 16384, 6542 9189 16384, 6528 9189 16384, 6523 9189 16384, 6519 9189 16384, 6509 9184 16384, 6504 9175 16384, 6495 9165 16384, 6490 9151 16384, 6485 9132 16384, 6485 9118 16384, 6490 9099 16384, 6500 9080 16384, 6514 9075 16384, 6533 9070 16384, 6547 9080 16384, 6557 9084 16384, 6566 9103 16384, 6580 9122 16384, 6585 9160 16384, 6585 9189 16384, 6571 9213 16384, 6566 9222 16384, 6547 9246 16384, 6533 9260 16384, 6514 9265 16384, 6500 9270 16384, 6485 9270 16384, 6480 9265 16384, 6471 9251 16384, 6466 9232 16384, 6466 9213 16384, 6466 9189 16384, 6480 9151 16384, 6495 9127 16384, 6514 9108 16384, 6533 9099 16384, 6552 9094 16384, 6571 9099 16384, 6590 9108 16384, 6604 9118 16384, 6614 9132 16384, 6614 9146 16384, 6609 9165 16384, 6600 9180 16384, 6590 9199 16384, 6571 9213 16384, 6552 9227 16384, 6538 9232 16384, 6528 9237 16384, 6519 9237 16384, 6519 9232 16384, 6519 9218 16384, 6519 9203 16384, 6519 9194 16384, 6523 9180 16384, 6528 9165 16384, 6533 9156 16384, 6538 9151 16384, 6542 9151 16384, 6547 9156 16384, 6547 9170 16384, 6547 9184 16384, 6542 9199 16384, 6538 9213 16384, 6538 9218 16384, 6533 9227 16384, 6528 9237 16384, 6523 9241 16384, 6523 9237 16384, 6523 9232 16384, 6528 9218 16384, 6533 9199 16384, 6538 9184 16384, 6542 9175 16384, 6547 9165 16384, 6552 9151 16384, 6542 9156 16384, 6533 9165 16384, 6523 9175 16384, 6514 9184 16384, 6504 9189 16384, 6495 9194 16384, 6490 9194 16384, 6485 9194 16384, 6485 9189 16384, 6485 9180 16384, 6495 9160 16384, 6500 9151 16384, 6509 9132 16384</inkml:trace>
  <inkml:trace contextRef="#ctx0" brushRef="#br0">7218 8270 16384, 7213 8272 16384, 7216 8322 16384, 7214 8479 16384, 7185 8726 16384, 7153 8955 16384, 7129 9116 16384, 7122 9224 16384, 7140 9270 16384</inkml:trace>
  <inkml:trace contextRef="#ctx0" brushRef="#br0">8187 8280 16384, 8187 8274 16384, 8185 8270 16384, 8171 8304 16384, 8101 8423 16384, 7992 8595 16384, 7888 8752 16384, 7830 8864 16384, 7821 8899 16384, 7842 8917 16384, 7906 8927 16384, 8018 8929 16384, 8167 8927 16384, 8326 8921 16384, 8458 8917 16384, 8544 8915 16384, 8579 8913 16384, 8574 8911 16384</inkml:trace>
  <inkml:trace contextRef="#ctx0" brushRef="#br0">8261 8429 16384, 8253 8443 16384, 8263 8567 16384, 8279 8812 16384, 8281 9021 16384, 8281 9150 16384, 8291 9220 16384, 8297 9248 16384, 8307 9270 16384</inkml:trace>
  <inkml:trace contextRef="#ctx0" brushRef="#br0">8730 9020 16384, 8730 9024 16384, 8730 9048 16384, 8742 9072 16384, 8754 9103 16384, 8766 9135 16384, 8778 9163 16384, 8786 9191 16384, 8790 9222 16384, 8793 9242 16384, 8793 9262 16384, 8797 9270 16384</inkml:trace>
  <inkml:trace contextRef="#ctx0" brushRef="#br0">10116 8295 16384, 10095 8303 16384, 10075 8315 16384, 10042 8336 16384, 10013 8369 16384, 9971 8415 16384, 9926 8472 16384, 9876 8547 16384, 9831 8638 16384, 9785 8745 16384, 9752 8857 16384, 9736 8968 16384, 9732 9072 16384, 9740 9150 16384, 9748 9179 16384, 9765 9220 16384, 9785 9245 16384, 9814 9262 16384, 9843 9270 16384, 9872 9270 16384, 9913 9258 16384, 9946 9225 16384, 10017 9150 16384, 10058 9088 16384, 10103 9018 16384, 10141 8935 16384, 10178 8844 16384, 10203 8741 16384, 10219 8634 16384, 10223 8534 16384, 10223 8448 16384, 10211 8377 16384, 10199 8332 16384, 10186 8299 16384, 10165 8274 16384, 10141 8270 16384, 10124 8270 16384, 10099 8282 16384, 10083 8291 16384, 10050 8315 16384, 10013 8349 16384, 9963 8423 16384, 9930 8477 16384, 9909 8539 16384, 9893 8605 16384, 9893 8658 16384, 9913 8700 16384, 9951 8737 16384, 9988 8753 16384, 10008 8762 16384, 10042 8770 16384, 10075 8770 16384, 10112 8770 16384, 10141 8762 16384</inkml:trace>
  <inkml:trace contextRef="#ctx0" brushRef="#br0">11011 8650 16384, 11007 8650 16384, 11007 8653 16384, 11015 8657 16384, 11026 8657 16384, 11048 8661 16384, 11084 8661 16384, 11157 8657 16384, 11211 8650 16384, 11270 8646 16384, 11328 8643 16384, 11404 8643 16384, 11445 8650 16384, 11477 8657 16384, 11496 8664 16384</inkml:trace>
  <inkml:trace contextRef="#ctx0" brushRef="#br0">11022 8897 16384, 11018 8897 16384, 11022 8897 16384, 11029 8897 16384, 11055 8897 16384, 11128 8897 16384, 11153 8894 16384, 11208 8890 16384, 11233 8890 16384, 11292 8887 16384, 11346 8883 16384, 11401 8879 16384, 11452 8876 16384, 11488 8876 16384, 11517 8872 16384, 11543 8872 16384, 11557 8872 16384</inkml:trace>
  <inkml:trace contextRef="#ctx0" brushRef="#br0">12186 7997 16384, 12175 8001 16384, 12164 8004 16384, 12168 8004 16384, 12182 8004 16384, 12204 8001 16384, 12225 7993 16384, 12258 7986 16384, 12279 7979 16384, 12358 7957 16384, 12387 7947 16384, 12455 7932 16384, 12552 7914 16384, 12617 7907 16384, 12678 7907 16384, 12724 7907 16384, 12764 7907 16384, 12785 7907 16384, 12803 7904 16384, 12814 7900 16384</inkml:trace>
  <inkml:trace contextRef="#ctx0" brushRef="#br0">12433 7943 16384, 12430 7950 16384, 12423 7957 16384, 12419 7972 16384, 12423 7993 16384, 12423 8022 16384, 12412 8058 16384, 12394 8108 16384, 12372 8169 16384, 12351 8234 16384, 12322 8291 16384, 12308 8320 16384, 12297 8345 16384, 12279 8378 16384, 12265 8406 16384, 12243 8431 16384</inkml:trace>
  <inkml:trace contextRef="#ctx0" brushRef="#br0">12563 7914 16384, 12563 7911 16384, 12566 7911 16384, 12570 7918 16384, 12570 7936 16384, 12566 7961 16384, 12556 7997 16384, 12541 8044 16384, 12530 8098 16384, 12527 8130 16384, 12523 8180 16384, 12523 8230 16384, 12527 8277 16384, 12538 8313 16384, 12556 8342 16384, 12592 8374 16384, 12617 8388 16384, 12645 8403 16384, 12678 8410 16384, 12703 8410 16384, 12732 8410 16384, 12757 8403 16384, 12775 8399 16384, 12793 8392 16384, 12811 8381 16384</inkml:trace>
  <inkml:trace contextRef="#ctx0" brushRef="#br0">12087 8770 11468, 12891 8770 11468</inkml:trace>
  <inkml:trace contextRef="#ctx0" brushRef="#br0">12555 8991 16384, 12551 8990 16384, 12535 9005 16384, 12492 9064 16384, 12434 9166 16384, 12382 9297 16384, 12348 9438 16384, 12351 9536 16384, 12387 9594 16384, 12434 9629 16384, 12489 9640 16384, 12542 9625 16384, 12593 9581 16384, 12627 9524 16384, 12631 9452 16384, 12606 9379 16384, 12560 9334 16384, 12504 9318 16384, 12440 9323 16384, 12390 9339 16384, 12365 9356 16384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13518 16384, 2200 13530 16384, 2225 13567 16384, 2238 13605 16384, 2238 13618 16384, 2238 13642 16384, 2225 13668 16384, 2200 13692 16384, 2162 13705 16384, 2138 13705 16384, 2100 13705 16384, 2062 13705 16384, 2038 13692 16384, 2025 13668 16384, 2025 13642 16384, 2025 13580 16384, 2050 13542 16384, 2075 13505 16384, 2112 13480 16384, 2150 13468 16384, 2175 13455 16384, 2212 13455 16384, 2250 13455 16384, 2262 13455 16384, 2288 13480 16384, 2300 13492 16384, 2300 13530 16384, 2288 13542 16384, 2262 13567 16384, 2238 13592 16384, 2200 13605 16384, 2150 13630 16384, 2100 13642 16384, 2050 13642 16384, 2013 13630 16384, 2000 13618 16384, 2000 13592 16384, 2000 13567 16384, 2025 13542 16384, 2038 13530 16384, 2062 13505 16384, 2112 13492 16384, 2150 13480 16384, 2175 13480 16384, 2212 13480 16384, 2238 13480 16384, 2262 13518 16384, 2275 13555 16384, 2275 13580 16384, 2275 13605 16384, 2262 13630 16384, 2238 13655 16384, 2225 13668 16384, 2212 13668 16384, 2200 13668 16384, 2188 13655 16384, 2188 13642 16384, 2188 13618 16384, 2188 13605 16384, 2188 13592 16384, 2200 13567 16384, 2212 13555 16384, 2225 13542 16384, 2238 13542 16384, 2238 13555 16384, 2225 13580 16384, 2225 13592 16384, 2212 13592 16384, 2200 13605 16384, 2188 13618 16384, 2175 13618 16384, 2162 13618 16384, 2162 13605 16384, 2175 13580 16384, 2200 13555 16384, 2212 13542 16384, 2225 13530 16384, 2212 13555 16384, 2175 13580 16384, 2138 13605 16384, 2100 13618 16384, 2062 13642 16384, 2050 13642 16384, 2062 13630 16384, 2100 13605 16384, 2112 13592 16384, 2150 13567 16384, 2175 13542 16384, 2225 13505 16384, 2238 13480 16384, 2238 13468 16384, 2225 13468 16384, 2200 13492 16384, 2175 13518 16384, 2150 13542 16384, 2138 13567 16384, 2125 13580 16384</inkml:trace>
  <inkml:trace contextRef="#ctx0" brushRef="#br0">3457 13516 16384, 3463 13497 16384, 3463 13426 16384, 3457 13375 16384, 3444 13304 16384, 3419 13234 16384, 3374 13163 16384, 3329 13118 16384, 3297 13093 16384, 3252 13086 16384, 3201 13080 16384, 3156 13086 16384, 3098 13106 16384, 3040 13144 16384, 3002 13202 16384, 2957 13279 16384, 2912 13375 16384, 2893 13497 16384, 2887 13638 16384, 2893 13792 16384, 2912 13901 16384, 2944 13977 16384, 2989 14029 16384, 3034 14054 16384, 3079 14074 16384, 3143 14080 16384, 3194 14074 16384, 3246 14048 16384, 3297 13997 16384, 3342 13920 16384, 3387 13824 16384, 3431 13702 16384, 3457 13561 16384, 3476 13420 16384, 3483 13311 16384, 3489 13247 16384, 3489 13215 16384, 3489 13208 16384, 3489 13215 16384, 3483 13234 16384, 3470 13272 16384, 3463 13336 16384, 3457 13420 16384, 3457 13509 16384, 3463 13612 16384, 3483 13721 16384, 3508 13817 16384, 3540 13875 16384, 3579 13907 16384, 3611 13933 16384, 3649 13945 16384, 3688 13945 16384, 3713 13933 16384</inkml:trace>
  <inkml:trace contextRef="#ctx0" brushRef="#br0">4337 13330 16384, 4339 13335 16384, 4344 13339 16384, 4353 13346 16384, 4364 13355 16384, 4378 13368 16384, 4398 13391 16384, 4416 13409 16384, 4427 13420 16384, 4443 13443 16384, 4452 13454 16384, 4475 13479 16384, 4504 13522 16384, 4527 13552 16384, 4547 13581 16384, 4568 13608 16384, 4586 13635 16384, 4608 13660 16384, 4626 13683 16384, 4642 13703 16384, 4660 13724 16384, 4676 13742 16384, 4685 13760 16384, 4699 13776 16384, 4710 13789 16384, 4719 13803 16384, 4726 13814 16384, 4730 13821 16384, 4735 13828 16384, 4740 13830 16384</inkml:trace>
  <inkml:trace contextRef="#ctx0" brushRef="#br0">4339 13816 16384, 4344 13810 16384, 4348 13803 16384, 4357 13792 16384, 4373 13778 16384, 4393 13758 16384, 4416 13733 16384, 4443 13708 16384, 4477 13676 16384, 4513 13642 16384, 4554 13606 16384, 4595 13568 16384, 4635 13531 16384, 4674 13497 16384, 4708 13468 16384, 4735 13441 16384, 4762 13418 16384, 4780 13398 16384, 4801 13382 16384, 4816 13368 16384, 4823 13362 16384</inkml:trace>
  <inkml:trace contextRef="#ctx0" brushRef="#br0">5696 13091 16384, 5685 13086 16384, 5679 13080 16384, 5674 13091 16384, 5674 13114 16384, 5674 13142 16384, 5674 13238 16384, 5668 13289 16384, 5662 13351 16384, 5651 13487 16384, 5634 13707 16384, 5628 13820 16384, 5617 13933 16384, 5617 13973 16384, 5617 13984 16384, 5617 14001 16384, 5617 14007 16384, 5611 14012 16384, 5611 14007 16384, 5606 13984 16384, 5606 13950 16384, 5606 13899 16384, 5628 13792 16384, 5651 13724 16384, 5662 13696 16384, 5696 13634 16384, 5719 13617 16384, 5775 13594 16384, 5860 13577 16384, 5911 13577 16384, 5962 13583 16384, 6013 13600 16384, 6063 13651 16384, 6075 13668 16384, 6097 13718 16384, 6109 13764 16384, 6114 13820 16384, 6086 13894 16384, 6069 13916 16384, 6018 13984 16384, 5973 14018 16384, 5928 14052 16384, 5883 14074 16384, 5837 14080 16384, 5792 14074 16384, 5775 14069 16384, 5713 14024 16384, 5696 14007 16384, 5679 13984 16384</inkml:trace>
  <inkml:trace contextRef="#ctx0" brushRef="#br0">7187 13305 16384, 7185 13310 16384, 7185 13320 16384, 7185 13340 16384, 7185 13365 16384, 7185 13390 16384, 7185 13415 16384, 7185 13437 16384, 7182 13457 16384, 7182 13474 16384, 7185 13492 16384</inkml:trace>
  <inkml:trace contextRef="#ctx0" brushRef="#br0">6909 13624 16384, 6906 13624 16384, 6909 13619 16384, 6929 13616 16384, 6939 13616 16384, 6973 13614 16384, 7016 13611 16384, 7058 13614 16384, 7105 13619 16384, 7160 13629 16384, 7212 13638 16384, 7267 13643 16384, 7317 13648 16384, 7357 13651 16384, 7389 13651 16384, 7419 13651 16384, 7424 13651 16384</inkml:trace>
  <inkml:trace contextRef="#ctx0" brushRef="#br0">7215 13728 16384, 7212 13733 16384, 7210 13743 16384, 7210 13755 16384, 7212 13773 16384, 7215 13793 16384, 7215 13810 16384, 7212 13825 16384, 7210 13840 16384, 7210 13850 16384, 7210 13855 16384</inkml:trace>
  <inkml:trace contextRef="#ctx0" brushRef="#br0">8816 13423 16384, 8823 13395 16384, 8823 13367 16384, 8816 13339 16384, 8802 13311 16384, 8774 13255 16384, 8753 13227 16384, 8704 13178 16384, 8676 13150 16384, 8599 13101 16384, 8501 13080 16384, 8425 13087 16384, 8355 13129 16384, 8271 13185 16384, 8159 13304 16384, 8138 13339 16384, 8117 13374 16384, 8103 13458 16384, 8103 13590 16384, 8117 13688 16384, 8145 13793 16384, 8194 13898 16384, 8285 14010 16384, 8362 14059 16384, 8432 14080 16384, 8467 14080 16384, 8508 14080 16384, 8585 14066 16384, 8697 14017 16384, 8760 13968 16384, 8809 13912 16384, 8837 13884 16384</inkml:trace>
  <inkml:trace contextRef="#ctx0" brushRef="#br0">9533 13480 16384, 9535 13480 16384, 9538 13480 16384, 9543 13480 16384, 9564 13483 16384, 9594 13483 16384, 9645 13480 16384, 9684 13478 16384, 9725 13475 16384, 9793 13470 16384, 9835 13468 16384, 9871 13468 16384, 9888 13468 16384, 9917 13468 16384, 9949 13470 16384, 9954 13470 16384, 9964 13470 16384, 9968 13473 16384</inkml:trace>
  <inkml:trace contextRef="#ctx0" brushRef="#br0">9813 13305 16384, 9810 13310 16384, 9808 13317 16384, 9808 13322 16384, 9808 13339 16384, 9805 13366 16384, 9803 13383 16384, 9793 13449 16384, 9788 13505 16384, 9784 13565 16384, 9781 13617 16384, 9781 13663 16384, 9784 13697 16384, 9788 13719 16384, 9793 13738 16384, 9798 13758 16384, 9801 13770 16384, 9803 13777 16384</inkml:trace>
  <inkml:trace contextRef="#ctx0" brushRef="#br0">9589 13855 16384, 9594 13855 16384, 9620 13853 16384, 9657 13848 16384, 9676 13848 16384, 9730 13845 16384, 9747 13848 16384, 9784 13853 16384, 9847 13855 16384, 9886 13855 16384, 9922 13855 16384, 9956 13855 16384, 9978 13853 16384, 9998 13850 16384, 10010 13848 16384, 10015 13845 16384, 10017 13843 16384, 10015 13840 16384</inkml:trace>
  <inkml:trace contextRef="#ctx0" brushRef="#br0">11253 13080 16384, 11249 13080 16384, 11241 13080 16384, 11241 13084 16384, 11249 13100 16384, 11249 13111 16384, 11253 13155 16384, 11249 13222 16384, 11237 13300 16384, 11226 13403 16384, 11214 13576 16384, 11206 13690 16384, 11198 13804 16384, 11194 13856 16384, 11190 13934 16384, 11190 13989 16384, 11198 14041 16384, 11202 14064 16384, 11206 14076 16384, 11210 14080 16384, 11214 14080 16384, 11214 14068 16384, 11214 14045 16384, 11214 14009 16384, 11210 13966 16384, 11202 13911 16384, 11194 13848 16384, 11182 13777 16384, 11163 13710 16384, 11151 13678 16384, 11100 13615 16384, 11084 13608 16384, 11029 13615 16384, 10997 13635 16384, 10966 13659 16384, 10946 13694 16384, 10919 13769 16384, 10911 13824 16384, 10907 13852 16384, 10907 13879 16384, 10915 13930 16384, 10938 13989 16384, 10958 14013 16384, 10978 14033 16384, 11009 14045 16384, 11041 14052 16384, 11068 14052 16384, 11115 14037 16384, 11143 14017 16384, 11171 13989 16384, 11194 13954 16384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17588 16384, 2200 17600 16384, 2225 17638 16384, 2238 17675 16384, 2238 17688 16384, 2238 17712 16384, 2225 17738 16384, 2200 17762 16384, 2162 17775 16384, 2138 17775 16384, 2100 17775 16384, 2062 17775 16384, 2038 17762 16384, 2025 17738 16384, 2025 17712 16384, 2025 17650 16384, 2050 17612 16384, 2075 17575 16384, 2112 17550 16384, 2150 17538 16384, 2175 17525 16384, 2212 17525 16384, 2250 17525 16384, 2262 17525 16384, 2288 17550 16384, 2300 17562 16384, 2300 17600 16384, 2288 17612 16384, 2262 17638 16384, 2238 17662 16384, 2200 17675 16384, 2150 17700 16384, 2100 17712 16384, 2050 17712 16384, 2013 17700 16384, 2000 17688 16384, 2000 17662 16384, 2000 17638 16384, 2025 17612 16384, 2038 17600 16384, 2062 17575 16384, 2112 17562 16384, 2150 17550 16384, 2175 17550 16384, 2212 17550 16384, 2238 17550 16384, 2262 17588 16384, 2275 17625 16384, 2275 17650 16384, 2275 17675 16384, 2262 17700 16384, 2238 17725 16384, 2225 17738 16384, 2212 17738 16384, 2200 17738 16384, 2188 17725 16384, 2188 17712 16384, 2188 17688 16384, 2188 17675 16384, 2188 17662 16384, 2200 17638 16384, 2212 17625 16384, 2225 17612 16384, 2238 17612 16384, 2238 17625 16384, 2225 17650 16384, 2225 17662 16384, 2212 17662 16384, 2200 17675 16384, 2188 17688 16384, 2175 17688 16384, 2162 17688 16384, 2162 17675 16384, 2175 17650 16384, 2200 17625 16384, 2212 17612 16384, 2225 17600 16384, 2212 17625 16384, 2175 17650 16384, 2138 17675 16384, 2100 17688 16384, 2062 17712 16384, 2050 17712 16384, 2062 17700 16384, 2100 17675 16384, 2112 17662 16384, 2150 17638 16384, 2175 17612 16384, 2225 17575 16384, 2238 17550 16384, 2238 17538 16384, 2225 17538 16384, 2200 17562 16384, 2175 17588 16384, 2150 17612 16384, 2138 17638 16384, 2125 17650 16384</inkml:trace>
  <inkml:trace contextRef="#ctx0" brushRef="#br0">2903 17417 16384, 2891 17386 16384, 2891 17374 16384, 2909 17356 16384, 2933 17332 16384, 2970 17308 16384, 3018 17283 16384, 3067 17265 16384, 3121 17259 16384, 3212 17271 16384, 3236 17283 16384, 3291 17320 16384, 3333 17380 16384, 3358 17453 16384, 3370 17544 16384, 3370 17629 16384, 3358 17708 16384, 3327 17786 16384, 3297 17853 16384, 3255 17920 16384, 3206 17980 16384, 3158 18035 16384, 3109 18077 16384, 3061 18114 16384, 2994 18144 16384, 2952 18150 16384, 2939 18150 16384</inkml:trace>
  <inkml:trace contextRef="#ctx0" brushRef="#br0">3709 17156 16384, 3697 17150 16384, 3655 17162 16384, 3636 17174 16384, 3600 17205 16384, 3558 17241 16384, 3509 17289 16384, 3461 17344 16384, 3424 17411 16384, 3382 17502 16384, 3358 17592 16384, 3339 17702 16384, 3333 17805 16384, 3345 17889 16384, 3370 17968 16384, 3418 18029 16384, 3467 18065 16384, 3521 18089 16384, 3582 18102 16384, 3636 18102 16384, 3667 18102 16384</inkml:trace>
  <inkml:trace contextRef="#ctx0" brushRef="#br0">4333 17601 16384, 4330 17601 16384, 4330 17604 16384, 4333 17604 16384, 4348 17601 16384, 4366 17598 16384, 4399 17595 16384, 4438 17589 16384, 4482 17586 16384, 4533 17583 16384, 4584 17580 16384, 4635 17580 16384, 4689 17580 16384, 4740 17580 16384, 4781 17580 16384, 4820 17580 16384, 4850 17580 16384, 4871 17580 16384, 4880 17580 16384</inkml:trace>
  <inkml:trace contextRef="#ctx0" brushRef="#br0">4360 17708 16384, 4363 17708 16384, 4369 17708 16384, 4390 17705 16384, 4426 17702 16384, 4473 17699 16384, 4515 17693 16384, 4563 17690 16384, 4617 17687 16384, 4665 17687 16384, 4713 17687 16384, 4760 17687 16384, 4799 17684 16384, 4826 17684 16384, 4853 17681 16384, 4868 17681 16384, 4877 17678 16384, 4880 17675 16384</inkml:trace>
  <inkml:trace contextRef="#ctx0" brushRef="#br0">4745 17403 16384, 4742 17406 16384, 4737 17406 16384, 4731 17412 16384, 4725 17427 16384, 4713 17448 16384, 4692 17475 16384, 4668 17511 16384, 4638 17559 16384, 4608 17613 16384, 4578 17672 16384, 4551 17732 16384, 4533 17786 16384, 4515 17831 16384, 4503 17861 16384, 4500 17882 16384, 4497 17897 16384</inkml:trace>
  <inkml:trace contextRef="#ctx0" brushRef="#br0">5589 17278 16384, 5578 17246 16384, 5589 17236 16384, 5611 17214 16384, 5632 17198 16384, 5659 17177 16384, 5685 17155 16384, 5701 17150 16384, 5712 17155 16384, 5717 17166 16384, 5717 17187 16384, 5717 17214 16384, 5717 17262 16384, 5712 17310 16384, 5712 17364 16384, 5712 17423 16384, 5717 17460 16384, 5739 17482 16384, 5766 17492 16384, 5803 17492 16384, 5846 17482 16384, 5883 17466 16384, 5921 17439 16384, 5953 17407 16384, 5985 17359 16384, 6006 17321 16384, 6028 17284 16384, 6038 17241 16384, 6044 17209 16384, 6044 17187 16384, 6044 17171 16384, 6038 17177 16384, 6033 17193 16384, 6028 17220 16384, 6017 17262 16384, 6012 17321 16384, 6001 17385 16384, 5996 17466 16384, 5985 17567 16384, 5974 17679 16384, 5958 17792 16384, 5942 17893 16384, 5921 17979 16384, 5894 18038 16384, 5873 18086 16384, 5851 18118 16384, 5830 18139 16384, 5792 18150 16384, 5750 18150 16384, 5717 18145 16384, 5685 18134 16384, 5653 18113 16384, 5632 18075 16384, 5616 18027 16384, 5616 17984 16384, 5621 17947 16384, 5643 17915 16384, 5680 17893 16384, 5728 17872 16384, 5787 17845 16384, 5846 17824 16384, 5926 17808 16384, 5996 17797 16384, 6065 17797 16384, 6119 17797 16384, 6167 17797 16384, 6199 17797 16384, 6220 17797 16384, 6236 17797 16384, 6242 17802 16384</inkml:trace>
  <inkml:trace contextRef="#ctx0" brushRef="#br0">6440 17900 16384, 6440 17904 16384, 6440 17928 16384, 6452 17952 16384, 6464 17983 16384, 6476 18015 16384, 6488 18043 16384, 6496 18071 16384, 6500 18102 16384, 6503 18122 16384, 6503 18142 16384, 6507 18150 16384</inkml:trace>
  <inkml:trace contextRef="#ctx0" brushRef="#br0">7845 17586 16384, 7851 17567 16384, 7851 17496 16384, 7845 17445 16384, 7832 17374 16384, 7806 17304 16384, 7761 17233 16384, 7716 17188 16384, 7684 17163 16384, 7639 17156 16384, 7588 17150 16384, 7543 17156 16384, 7486 17176 16384, 7428 17214 16384, 7389 17272 16384, 7345 17349 16384, 7300 17445 16384, 7280 17567 16384, 7274 17708 16384, 7280 17862 16384, 7300 17971 16384, 7332 18047 16384, 7377 18099 16384, 7421 18124 16384, 7466 18144 16384, 7530 18150 16384, 7582 18144 16384, 7633 18118 16384, 7684 18067 16384, 7729 17990 16384, 7774 17894 16384, 7819 17772 16384, 7845 17631 16384, 7864 17490 16384, 7870 17381 16384, 7877 17317 16384, 7877 17285 16384, 7877 17278 16384, 7877 17285 16384, 7870 17304 16384, 7857 17342 16384, 7851 17406 16384, 7845 17490 16384, 7845 17579 16384, 7851 17682 16384, 7870 17791 16384, 7896 17887 16384, 7928 17945 16384, 7966 17977 16384, 7998 18003 16384, 8037 18015 16384, 8075 18015 16384, 8101 18003 16384</inkml:trace>
  <inkml:trace contextRef="#ctx0" brushRef="#br0">9127 17385 16384, 9127 17382 16384, 9127 17378 16384, 9123 17375 16384, 9116 17375 16384, 9103 17382 16384, 9079 17392 16384, 9045 17409 16384, 9008 17429 16384, 8967 17453 16384, 8930 17477 16384, 8892 17504 16384, 8855 17531 16384, 8824 17555 16384, 8797 17579 16384, 8784 17596 16384, 8780 17609 16384, 8780 17616 16384, 8780 17626 16384, 8787 17633 16384, 8801 17643 16384, 8824 17653 16384, 8852 17657 16384, 8879 17664 16384, 8919 17670 16384, 8957 17674 16384, 9001 17684 16384, 9048 17691 16384, 9086 17701 16384, 9123 17715 16384, 9154 17721 16384, 9174 17728 16384, 9188 17731 16384, 9198 17735 16384, 9201 17735 16384</inkml:trace>
  <inkml:trace contextRef="#ctx0" brushRef="#br0">8780 17827 16384, 8777 17827 16384, 8797 17827 16384, 8835 17823 16384, 8889 17816 16384, 8936 17810 16384, 8984 17810 16384, 9025 17810 16384, 9072 17816 16384, 9110 17820 16384, 9144 17820 16384, 9167 17823 16384, 9188 17823 16384, 9201 17823 16384, 9208 17827 16384</inkml:trace>
  <inkml:trace contextRef="#ctx0" brushRef="#br0">8814 17922 16384, 8821 17922 16384, 8835 17922 16384, 8865 17922 16384, 8909 17922 16384, 8950 17918 16384, 8998 17915 16384, 9042 17915 16384, 9079 17918 16384, 9113 17922 16384, 9147 17925 16384, 9167 17925 16384, 9188 17925 16384, 9205 17922 16384, 9208 17922 16384</inkml:trace>
  <inkml:trace contextRef="#ctx0" brushRef="#br0">10134 17161 16384, 10122 17156 16384, 10117 17150 16384, 10111 17161 16384, 10111 17184 16384, 10111 17212 16384, 10111 17308 16384, 10105 17359 16384, 10100 17421 16384, 10088 17557 16384, 10071 17777 16384, 10066 17890 16384, 10055 18003 16384, 10055 18043 16384, 10055 18054 16384, 10055 18071 16384, 10055 18077 16384, 10049 18082 16384, 10049 18077 16384, 10043 18054 16384, 10043 18020 16384, 10043 17969 16384, 10066 17862 16384, 10088 17794 16384, 10100 17766 16384, 10134 17704 16384, 10156 17687 16384, 10213 17664 16384, 10297 17647 16384, 10348 17647 16384, 10399 17653 16384, 10450 17670 16384, 10501 17721 16384, 10512 17738 16384, 10535 17788 16384, 10546 17834 16384, 10552 17890 16384, 10523 17964 16384, 10506 17986 16384, 10456 18054 16384, 10410 18088 16384, 10365 18122 16384, 10320 18144 16384, 10275 18150 16384, 10230 18144 16384, 10213 18139 16384, 10151 18094 16384, 10134 18077 16384, 10117 18054 16384</inkml:trace>
  <inkml:trace contextRef="#ctx0" brushRef="#br0">10827 17900 16384, 10827 17904 16384, 10827 17928 16384, 10839 17952 16384, 10851 17983 16384, 10863 18015 16384, 10875 18043 16384, 10883 18071 16384, 10887 18102 16384, 10891 18122 16384, 10891 18142 16384, 10895 18150 16384</inkml:trace>
  <inkml:trace contextRef="#ctx0" brushRef="#br0">12421 17493 16384, 12428 17465 16384, 12428 17437 16384, 12421 17409 16384, 12407 17381 16384, 12379 17325 16384, 12358 17297 16384, 12309 17248 16384, 12281 17220 16384, 12204 17171 16384, 12106 17150 16384, 12029 17157 16384, 11960 17199 16384, 11876 17255 16384, 11764 17374 16384, 11743 17409 16384, 11722 17444 16384, 11708 17528 16384, 11708 17660 16384, 11722 17758 16384, 11750 17863 16384, 11799 17968 16384, 11890 18080 16384, 11967 18129 16384, 12036 18150 16384, 12071 18150 16384, 12113 18150 16384, 12190 18136 16384, 12302 18087 16384, 12365 18038 16384, 12414 17982 16384, 12442 17954 16384</inkml:trace>
  <inkml:trace contextRef="#ctx0" brushRef="#br0">13222 17375 16384, 13216 17375 16384, 13213 17378 16384, 13219 17384 16384, 13228 17389 16384, 13242 17398 16384, 13257 17407 16384, 13280 17418 16384, 13306 17433 16384, 13335 17447 16384, 13367 17465 16384, 13396 17485 16384, 13425 17502 16384, 13454 17523 16384, 13483 17543 16384, 13503 17560 16384, 13517 17578 16384, 13526 17592 16384, 13529 17604 16384, 13526 17612 16384, 13515 17624 16384, 13497 17633 16384, 13474 17641 16384, 13442 17653 16384, 13413 17664 16384, 13376 17676 16384, 13335 17691 16384, 13297 17708 16384, 13257 17725 16384, 13231 17740 16384, 13208 17751 16384, 13196 17757 16384, 13190 17763 16384</inkml:trace>
  <inkml:trace contextRef="#ctx0" brushRef="#br0">13150 17827 16384, 13156 17824 16384, 13176 17824 16384, 13208 17818 16384, 13251 17812 16384, 13295 17806 16384, 13335 17803 16384, 13381 17803 16384, 13431 17803 16384, 13477 17803 16384, 13517 17803 16384, 13552 17803 16384, 13575 17803 16384, 13593 17806 16384, 13607 17806 16384, 13610 17809 16384</inkml:trace>
  <inkml:trace contextRef="#ctx0" brushRef="#br0">13179 17916 16384, 13182 17919 16384, 13187 17919 16384, 13213 17925 16384, 13257 17925 16384, 13303 17922 16384, 13347 17919 16384, 13387 17919 16384, 13431 17919 16384, 13474 17919 16384, 13509 17919 16384, 13538 17919 16384, 13564 17919 16384, 13578 17919 16384, 13593 17916 16384, 13598 17916 16384</inkml:trace>
  <inkml:trace contextRef="#ctx0" brushRef="#br0">14858 17150 16384, 14854 17150 16384, 14846 17150 16384, 14846 17154 16384, 14854 17170 16384, 14854 17181 16384, 14858 17225 16384, 14854 17292 16384, 14842 17370 16384, 14831 17473 16384, 14819 17646 16384, 14811 17760 16384, 14803 17874 16384, 14799 17926 16384, 14795 18004 16384, 14795 18059 16384, 14803 18111 16384, 14807 18134 16384, 14811 18146 16384, 14815 18150 16384, 14819 18150 16384, 14819 18138 16384, 14819 18115 16384, 14819 18079 16384, 14815 18036 16384, 14807 17981 16384, 14799 17918 16384, 14787 17847 16384, 14768 17780 16384, 14756 17748 16384, 14705 17685 16384, 14689 17678 16384, 14634 17685 16384, 14602 17705 16384, 14571 17729 16384, 14551 17764 16384, 14524 17839 16384, 14516 17894 16384, 14512 17922 16384, 14512 17949 16384, 14520 18000 16384, 14543 18059 16384, 14563 18083 16384, 14583 18103 16384, 14614 18115 16384, 14646 18122 16384, 14673 18122 16384, 14720 18107 16384, 14748 18087 16384, 14775 18059 16384, 14799 18024 16384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1567 1825 16384, 1527 1828 16384, 1500 1832 16384, 1540 1822 16384, 1650 1772 16384, 1893 1652 16384, 2232 1516 16384, 2555 1469 16384, 2834 1499 16384, 3004 1576 16384, 3080 1692 16384, 3074 1835 16384, 2987 1991 16384, 2867 2091 16384, 2744 2145 16384, 2688 2155 16384</inkml:trace>
  <inkml:trace contextRef="#ctx0" brushRef="#br0">2541 1000 16384, 2568 1047 16384, 2581 1113 16384, 2545 1183 16384, 2462 1260 16384, 2438 1276 16384</inkml:trace>
  <inkml:trace contextRef="#ctx0" brushRef="#br0">1893 1140 16384, 1896 1170 16384, 1943 1366 16384, 2036 1709 16384, 2155 2095 16384, 2279 2421 16384, 2358 2620 16384, 2422 2733 16384, 2475 2800 16384</inkml:trace>
  <inkml:trace contextRef="#ctx0" brushRef="#br0">3473 1350 16384, 3466 1344 16384, 3446 1330 16384, 3452 1337 16384, 3459 1357 16384, 3466 1385 16384, 3473 1419 16384, 3473 1474 16384, 3466 1550 16384, 3452 1660 16384, 3432 1783 16384, 3418 1927 16384, 3404 2065 16384, 3404 2195 16384, 3404 2319 16384, 3418 2422 16384, 3439 2511 16384, 3473 2587 16384, 3528 2656 16384, 3576 2711 16384, 3631 2752 16384, 3693 2779 16384, 3748 2793 16384, 3810 2800 16384, 3878 2786 16384, 3947 2766 16384, 4016 2724 16384, 4085 2676 16384, 4153 2621 16384, 4215 2573 16384, 4270 2525 16384, 4311 2477 16384, 4346 2436 16384, 4366 2402 16384, 4380 2381 16384</inkml:trace>
  <inkml:trace contextRef="#ctx0" brushRef="#br0">4167 1027 16384, 4160 1027 16384, 4146 1027 16384, 4140 1034 16384, 4140 1048 16384, 4146 1069 16384, 4160 1103 16384, 4167 1144 16384, 4174 1185 16384, 4181 1227 16384, 4181 1275 16384, 4181 1316 16384, 4181 1350 16384, 4181 1378 16384, 4188 1405 16384, 4188 1426 16384, 4201 1433 16384, 4201 1440 16384</inkml:trace>
  <inkml:trace contextRef="#ctx0" brushRef="#br0">4339 1000 16384, 4325 1000 16384, 4318 1007 16384, 4318 1014 16384, 4332 1041 16384, 4352 1076 16384, 4380 1131 16384, 4394 1185 16384, 4401 1247 16384, 4407 1309 16384, 4407 1357 16384, 4407 1405 16384, 4414 1440 16384, 4421 1460 16384, 4421 1481 16384, 4428 1488 16384</inkml:trace>
  <inkml:trace contextRef="#ctx0" brushRef="#br0">4782 1156 16384, 4755 1153 16384, 4785 1153 16384, 4902 1143 16384, 5091 1090 16384, 5301 1023 16384, 5471 1000 16384, 5551 1027 16384, 5561 1106 16384, 5481 1270 16384, 5311 1509 16384, 5091 1752 16384, 4892 1945 16384, 4779 2048 16384, 4752 2081 16384, 4819 2058 16384, 4962 1965 16384, 5181 1835 16384, 5461 1749 16384, 5707 1739 16384, 5887 1792 16384, 6000 1898 16384, 6033 2081 16384, 5990 2298 16384, 5867 2487 16384, 5707 2637 16384, 5541 2760 16384, 5394 2800 16384, 5294 2763 16384, 5221 2667 16384, 5201 2517 16384, 5264 2434 16384, 5384 2394 16384, 5544 2374 16384, 5690 2384 16384, 5790 2411 16384, 5853 2431 16384</inkml:trace>
  <inkml:trace contextRef="#ctx0" brushRef="#br0">6481 1004 16384, 6470 1000 16384, 6448 1000 16384, 6437 1047 16384, 6419 1223 16384, 6383 1489 16384, 6357 1843 16384, 6364 2263 16384, 6437 2533 16384, 6569 2705 16384, 6755 2793 16384, 6941 2800 16384, 7127 2723 16384, 7339 2592 16384, 7525 2449 16384, 7668 2322 16384, 7693 2296 16384</inkml:trace>
  <inkml:trace contextRef="#ctx0" brushRef="#br0">8917 1080 16384, 8941 1084 16384, 9061 1161 16384, 9236 1336 16384, 9384 1488 16384, 9500 1612 16384, 9602 1702 16384, 9621 1713 16384</inkml:trace>
  <inkml:trace contextRef="#ctx0" brushRef="#br0">10212 1208 16384, 10196 1208 16384, 10103 1255 16384, 9955 1395 16384, 9726 1632 16384, 9532 1877 16384, 9403 2133 16384, 9364 2339 16384, 9411 2475 16384, 9535 2592 16384, 9710 2678 16384, 9901 2709 16384, 10126 2720 16384, 10356 2701 16384, 10562 2662 16384, 10717 2623 16384</inkml:trace>
  <inkml:trace contextRef="#ctx0" brushRef="#br0">11956 2384 16384, 11949 2384 16384, 11941 2377 16384, 11949 2377 16384, 11970 2348 16384, 12006 2298 16384, 12049 2233 16384, 12106 2155 16384, 12164 2069 16384, 12228 1975 16384, 12300 1882 16384, 12364 1789 16384, 12429 1710 16384, 12479 1645 16384, 12522 1595 16384, 12580 1552 16384, 12601 1538 16384, 12623 1531 16384, 12644 1531 16384, 12666 1538 16384, 12701 1567 16384, 12737 1610 16384, 12773 1674 16384, 12831 1775 16384, 12895 1896 16384, 12960 2033 16384, 13003 2104 16384, 13067 2212 16384, 13139 2312 16384, 13211 2398 16384, 13268 2456 16384, 13325 2513 16384, 13368 2556 16384, 13404 2585 16384, 13419 2592 16384</inkml:trace>
  <inkml:trace contextRef="#ctx0" brushRef="#br0">13397 1237 16384, 13390 1237 16384, 13390 1244 16384, 13404 1265 16384, 13419 1294 16384, 13440 1337 16384, 13462 1394 16384, 13476 1445 16384, 13490 1495 16384, 13512 1545 16384, 13526 1567 16384, 13533 1588 16384, 13541 1595 16384, 13548 1602 16384, 13548 1610 16384</inkml:trace>
  <inkml:trace contextRef="#ctx0" brushRef="#br0">13591 1208 16384, 13591 1215 16384, 13591 1222 16384, 13591 1229 16384, 13605 1258 16384, 13619 1287 16384, 13634 1323 16384, 13655 1366 16384, 13662 1387 16384, 13677 1430 16384, 13691 1473 16384, 13698 1488 16384, 13720 1516 16384, 13734 1531 16384, 13741 1538 16384</inkml:trace>
  <inkml:trace contextRef="#ctx0" brushRef="#br0">14936 1000 16384, 14912 1000 16384, 14881 1031 16384, 14771 1176 16384, 14578 1389 16384, 14403 1571 16384, 14272 1716 16384, 14182 1812 16384, 14114 1891 16384, 14072 1936 16384, 14065 1946 16384, 14079 1967 16384, 14134 2015 16384, 14241 2094 16384, 14403 2208 16384, 14613 2370 16384, 14826 2528 16384, 14984 2642 16384, 15101 2728 16384, 15167 2779 16384, 15194 2800 16384</inkml:trace>
  <inkml:trace contextRef="#ctx0" brushRef="#br0">15518 1080 16384, 15542 1084 16384, 15662 1161 16384, 15837 1336 16384, 15985 1488 16384, 16101 1612 16384, 16202 1702 16384, 16222 1713 16384</inkml:trace>
  <inkml:trace contextRef="#ctx0" brushRef="#br0">16813 1208 16384, 16797 1208 16384, 16704 1255 16384, 16556 1395 16384, 16327 1632 16384, 16132 1877 16384, 16004 2133 16384, 15965 2339 16384, 16012 2475 16384, 16136 2592 16384, 16311 2678 16384, 16502 2709 16384, 16727 2720 16384, 16957 2701 16384, 17163 2662 16384, 17318 2623 16384</inkml:trace>
  <inkml:trace contextRef="#ctx0" brushRef="#br0">17672 1156 16384, 17646 1153 16384, 17675 1153 16384, 17792 1143 16384, 17982 1090 16384, 18191 1023 16384, 18361 1000 16384, 18441 1027 16384, 18451 1106 16384, 18371 1270 16384, 18201 1509 16384, 17982 1752 16384, 17782 1945 16384, 17669 2048 16384, 17642 2081 16384, 17709 2058 16384, 17852 1965 16384, 18071 1835 16384, 18351 1749 16384, 18597 1739 16384, 18777 1792 16384, 18890 1898 16384, 18923 2081 16384, 18880 2298 16384, 18757 2487 16384, 18597 2637 16384, 18431 2760 16384, 18284 2800 16384, 18185 2763 16384, 18111 2667 16384, 18091 2517 16384, 18155 2434 16384, 18274 2394 16384, 18434 2374 16384, 18580 2384 16384, 18680 2411 16384, 18744 2431 16384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3383 4200 16384, 3363 4220 16384, 3356 4230 16384, 3346 4253 16384, 3333 4289 16384, 3310 4329 16384, 3283 4382 16384, 3254 4444 16384, 3217 4520 16384, 3184 4609 16384, 3148 4708 16384, 3115 4811 16384, 3082 4910 16384, 3066 4999 16384, 3049 5065 16384, 3039 5114 16384, 3029 5170 16384</inkml:trace>
  <inkml:trace contextRef="#ctx0" brushRef="#br0">3366 4263 16384, 3363 4266 16384, 3363 4269 16384, 3363 4276 16384, 3373 4289 16384, 3383 4306 16384, 3399 4339 16384, 3409 4382 16384, 3422 4444 16384, 3432 4520 16384, 3445 4603 16384, 3462 4692 16384, 3482 4784 16384, 3498 4880 16384, 3511 4969 16384, 3521 5042 16384, 3534 5101 16384, 3551 5147 16384, 3564 5177 16384, 3571 5200 16384</inkml:trace>
  <inkml:trace contextRef="#ctx0" brushRef="#br0">3155 4817 16384, 3158 4817 16384, 3165 4817 16384, 3194 4820 16384, 3237 4820 16384, 3287 4814 16384, 3333 4807 16384, 3379 4801 16384, 3425 4797 16384, 3458 4791 16384, 3488 4787 16384, 3511 4787 16384, 3518 4787 16384</inkml:trace>
  <inkml:trace contextRef="#ctx0" brushRef="#br0">4330 4725 16384, 4338 4718 16384, 4346 4718 16384, 4369 4714 16384, 4404 4706 16384, 4451 4702 16384, 4505 4698 16384, 4560 4698 16384, 4626 4698 16384, 4704 4702 16384, 4781 4702 16384, 4859 4706 16384, 4941 4710 16384, 5011 4714 16384, 5077 4721 16384, 5135 4725 16384, 5190 4725 16384, 5233 4725 16384, 5268 4725 16384, 5287 4721 16384, 5307 4718 16384, 5314 4710 16384, 5314 4698 16384, 5311 4686 16384, 5299 4667 16384, 5279 4640 16384, 5260 4609 16384, 5237 4574 16384, 5205 4539 16384, 5182 4507 16384, 5163 4480 16384, 5147 4468 16384, 5139 4461 16384, 5132 4457 16384, 5132 4453 16384</inkml:trace>
  <inkml:trace contextRef="#ctx0" brushRef="#br0">5330 4756 16384, 5318 4756 16384, 5314 4756 16384, 5311 4764 16384, 5303 4772 16384, 5291 4788 16384, 5276 4807 16384, 5256 4834 16384, 5229 4865 16384, 5205 4893 16384, 5190 4912 16384, 5182 4928 16384, 5178 4935 16384, 5178 4943 16384, 5178 4947 16384</inkml:trace>
  <inkml:trace contextRef="#ctx0" brushRef="#br0">6148 4332 16384, 6152 4325 16384, 6152 4332 16384, 6152 4352 16384, 6148 4383 16384, 6144 4437 16384, 6140 4511 16384, 6136 4605 16384, 6128 4725 16384, 6125 4842 16384, 6125 4955 16384, 6121 5052 16384, 6121 5114 16384, 6121 5161 16384, 6125 5184 16384, 6128 5192 16384</inkml:trace>
  <inkml:trace contextRef="#ctx0" brushRef="#br0">6160 4332 16384, 6191 4258 16384, 6202 4239 16384, 6230 4219 16384, 6265 4208 16384, 6304 4204 16384, 6346 4200 16384, 6389 4200 16384, 6436 4212 16384, 6475 4231 16384, 6514 4262 16384, 6541 4301 16384, 6556 4352 16384, 6556 4406 16384, 6549 4457 16384, 6529 4507 16384, 6502 4546 16384, 6467 4585 16384, 6432 4616 16384, 6389 4647 16384, 6350 4671 16384, 6307 4694 16384, 6269 4706 16384, 6245 4714 16384, 6226 4718 16384, 6218 4718 16384, 6218 4714 16384, 6234 4710 16384, 6257 4706 16384, 6292 4702 16384, 6327 4694 16384, 6370 4690 16384, 6416 4690 16384, 6467 4702 16384, 6490 4710 16384, 6533 4737 16384, 6564 4776 16384, 6584 4819 16384, 6595 4865 16384, 6599 4912 16384, 6595 4951 16384, 6580 4994 16384, 6553 5033 16384, 6529 5072 16384, 6494 5103 16384, 6455 5138 16384, 6413 5161 16384, 6370 5181 16384, 6319 5196 16384, 6276 5200 16384, 6234 5200 16384, 6195 5192 16384, 6167 5177 16384</inkml:trace>
  <inkml:trace contextRef="#ctx0" brushRef="#br0">7434 4547 16384, 7422 4551 16384, 7418 4555 16384, 7422 4555 16384, 7430 4559 16384, 7450 4559 16384, 7478 4559 16384, 7510 4559 16384, 7555 4555 16384, 7607 4555 16384, 7659 4551 16384, 7719 4551 16384, 7776 4551 16384, 7832 4551 16384, 7896 4551 16384, 7948 4551 16384, 8000 4551 16384, 8049 4551 16384, 8077 4551 16384, 8105 4547 16384, 8125 4547 16384, 8129 4547 16384, 8133 4547 16384</inkml:trace>
  <inkml:trace contextRef="#ctx0" brushRef="#br0">7390 4756 16384, 7390 4752 16384, 7394 4752 16384, 7402 4752 16384, 7426 4752 16384, 7462 4756 16384, 7510 4752 16384, 7555 4752 16384, 7607 4748 16384, 7663 4748 16384, 7723 4748 16384, 7788 4748 16384, 7852 4748 16384, 7912 4752 16384, 7968 4756 16384, 8017 4760 16384, 8053 4764 16384, 8081 4768 16384, 8109 4772 16384, 8121 4776 16384, 8129 4776 16384</inkml:trace>
  <inkml:trace contextRef="#ctx0" brushRef="#br0">8073 4363 16384, 8065 4359 16384, 8053 4355 16384, 8053 4359 16384, 8065 4367 16384, 8077 4379 16384, 8101 4391 16384, 8125 4411 16384, 8165 4431 16384, 8209 4455 16384, 8253 4479 16384, 8294 4507 16384, 8322 4535 16384, 8350 4563 16384, 8370 4596 16384, 8382 4624 16384, 8386 4652 16384, 8390 4676 16384, 8386 4692 16384, 8378 4708 16384, 8366 4720 16384, 8342 4736 16384, 8310 4752 16384, 8278 4772 16384, 8233 4796 16384, 8185 4833 16384, 8133 4881 16384, 8089 4925 16384, 8053 4965 16384, 8033 4997 16384, 8025 5013 16384, 8021 5025 16384, 8017 5037 16384, 8017 5041 16384, 8021 5045 16384</inkml:trace>
  <inkml:trace contextRef="#ctx0" brushRef="#br0">9802 4429 16384, 9795 4414 16384, 9759 4357 16384, 9724 4321 16384, 9674 4286 16384, 9624 4250 16384, 9574 4214 16384, 9502 4200 16384, 9445 4200 16384, 9374 4229 16384, 9295 4271 16384, 9224 4336 16384, 9152 4414 16384, 9095 4514 16384, 9059 4607 16384, 9038 4707 16384, 9038 4814 16384, 9059 4900 16384, 9102 4979 16384, 9159 5057 16384, 9216 5114 16384, 9295 5157 16384, 9366 5186 16384, 9438 5200 16384, 9509 5200 16384, 9581 5186 16384, 9645 5164 16384, 9688 5136 16384, 9745 5093 16384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8598 16384, 2200 8610 16384, 2225 8647 16384, 2238 8685 16384, 2238 8698 16384, 2238 8722 16384, 2225 8748 16384, 2200 8772 16384, 2162 8785 16384, 2138 8785 16384, 2100 8785 16384, 2062 8785 16384, 2038 8772 16384, 2025 8748 16384, 2025 8722 16384, 2025 8660 16384, 2050 8622 16384, 2075 8585 16384, 2112 8560 16384, 2150 8548 16384, 2175 8535 16384, 2212 8535 16384, 2250 8535 16384, 2262 8535 16384, 2288 8560 16384, 2300 8572 16384, 2300 8610 16384, 2288 8622 16384, 2262 8647 16384, 2238 8672 16384, 2200 8685 16384, 2150 8710 16384, 2100 8722 16384, 2050 8722 16384, 2013 8710 16384, 2000 8698 16384, 2000 8672 16384, 2000 8647 16384, 2025 8622 16384, 2038 8610 16384, 2062 8585 16384, 2112 8572 16384, 2150 8560 16384, 2175 8560 16384, 2212 8560 16384, 2238 8560 16384, 2262 8598 16384, 2275 8635 16384, 2275 8660 16384, 2275 8685 16384, 2262 8710 16384, 2238 8735 16384, 2225 8748 16384, 2212 8748 16384, 2200 8748 16384, 2188 8735 16384, 2188 8722 16384, 2188 8698 16384, 2188 8685 16384, 2188 8672 16384, 2200 8647 16384, 2212 8635 16384, 2225 8622 16384, 2238 8622 16384, 2238 8635 16384, 2225 8660 16384, 2225 8672 16384, 2212 8672 16384, 2200 8685 16384, 2188 8698 16384, 2175 8698 16384, 2162 8698 16384, 2162 8685 16384, 2175 8660 16384, 2200 8635 16384, 2212 8622 16384, 2225 8610 16384, 2212 8635 16384, 2175 8660 16384, 2138 8685 16384, 2100 8698 16384, 2062 8722 16384, 2050 8722 16384, 2062 8710 16384, 2100 8685 16384, 2112 8672 16384, 2150 8647 16384, 2175 8622 16384, 2225 8585 16384, 2238 8560 16384, 2238 8548 16384, 2225 8548 16384, 2200 8572 16384, 2175 8598 16384, 2150 8622 16384, 2138 8647 16384, 2125 8660 16384</inkml:trace>
  <inkml:trace contextRef="#ctx0" brushRef="#br0">3457 8596 16384, 3463 8577 16384, 3463 8506 16384, 3457 8455 16384, 3444 8384 16384, 3419 8314 16384, 3374 8243 16384, 3329 8198 16384, 3297 8173 16384, 3252 8166 16384, 3201 8160 16384, 3156 8166 16384, 3098 8186 16384, 3040 8224 16384, 3002 8282 16384, 2957 8359 16384, 2912 8455 16384, 2893 8577 16384, 2887 8718 16384, 2893 8872 16384, 2912 8981 16384, 2944 9057 16384, 2989 9109 16384, 3034 9134 16384, 3079 9154 16384, 3143 9160 16384, 3194 9154 16384, 3246 9128 16384, 3297 9077 16384, 3342 9000 16384, 3387 8904 16384, 3431 8782 16384, 3457 8641 16384, 3476 8500 16384, 3483 8391 16384, 3489 8327 16384, 3489 8295 16384, 3489 8288 16384, 3489 8295 16384, 3483 8314 16384, 3470 8352 16384, 3463 8416 16384, 3457 8500 16384, 3457 8589 16384, 3463 8692 16384, 3483 8801 16384, 3508 8897 16384, 3540 8955 16384, 3579 8987 16384, 3611 9013 16384, 3649 9025 16384, 3688 9025 16384, 3713 9013 16384</inkml:trace>
  <inkml:trace contextRef="#ctx0" brushRef="#br0">2937 8000 11468, 3663 8000 11468, 3483 7930 11468, 3663 8000 11468, 3483 8070 11468</inkml:trace>
  <inkml:trace contextRef="#ctx0" brushRef="#br0">4337 8651 16384, 4330 8651 16384, 4334 8651 16384, 4339 8651 16384, 4349 8649 16384, 4360 8649 16384, 4371 8647 16384, 4388 8647 16384, 4408 8645 16384, 4433 8643 16384, 4462 8643 16384, 4490 8641 16384, 4522 8641 16384, 4556 8639 16384, 4585 8639 16384, 4617 8641 16384, 4653 8643 16384, 4684 8647 16384, 4718 8649 16384, 4751 8651 16384, 4779 8653 16384, 4807 8653 16384, 4830 8653 16384, 4846 8653 16384, 4858 8654 16384, 4867 8654 16384, 4874 8654 16384, 4878 8654 16384, 4880 8651 16384</inkml:trace>
  <inkml:trace contextRef="#ctx0" brushRef="#br0">4615 8421 16384, 4615 8423 16384, 4613 8425 16384, 4613 8429 16384, 4613 8436 16384, 4613 8447 16384, 4615 8462 16384, 4617 8483 16384, 4619 8507 16384, 4619 8537 16384, 4621 8571 16384, 4619 8608 16384, 4617 8643 16384, 4613 8681 16384, 4610 8720 16384, 4608 8753 16384, 4608 8785 16384, 4608 8815 16384, 4608 8837 16384, 4608 8858 16384, 4610 8874 16384, 4612 8887 16384, 4613 8895 16384, 4615 8899 16384</inkml:trace>
  <inkml:trace contextRef="#ctx0" brushRef="#br0">5746 8171 16384, 5735 8166 16384, 5729 8160 16384, 5724 8171 16384, 5724 8194 16384, 5724 8222 16384, 5724 8318 16384, 5718 8369 16384, 5712 8431 16384, 5701 8567 16384, 5684 8787 16384, 5678 8900 16384, 5667 9013 16384, 5667 9053 16384, 5667 9064 16384, 5667 9081 16384, 5667 9087 16384, 5661 9092 16384, 5661 9087 16384, 5656 9064 16384, 5656 9030 16384, 5656 8979 16384, 5678 8872 16384, 5701 8804 16384, 5712 8776 16384, 5746 8714 16384, 5769 8697 16384, 5825 8674 16384, 5910 8657 16384, 5961 8657 16384, 6012 8663 16384, 6063 8680 16384, 6113 8731 16384, 6125 8748 16384, 6147 8798 16384, 6159 8844 16384, 6164 8900 16384, 6136 8974 16384, 6119 8996 16384, 6068 9064 16384, 6023 9098 16384, 5978 9132 16384, 5933 9154 16384, 5887 9160 16384, 5842 9154 16384, 5825 9149 16384, 5763 9104 16384, 5746 9087 16384, 5729 9064 16384</inkml:trace>
  <inkml:trace contextRef="#ctx0" brushRef="#br0">5706 8000 11468, 6114 8000 11468, 5934 7930 11468, 6114 8000 11468, 5934 8070 11468</inkml:trace>
  <inkml:trace contextRef="#ctx0" brushRef="#br0">6944 8540 16384, 6940 8540 16384, 6940 8543 16384, 6947 8547 16384, 6958 8547 16384, 6980 8551 16384, 7016 8551 16384, 7089 8547 16384, 7144 8540 16384, 7202 8536 16384, 7261 8533 16384, 7337 8533 16384, 7377 8540 16384, 7410 8547 16384, 7428 8554 16384</inkml:trace>
  <inkml:trace contextRef="#ctx0" brushRef="#br0">6955 8787 16384, 6951 8787 16384, 6955 8787 16384, 6962 8787 16384, 6987 8787 16384, 7060 8787 16384, 7086 8784 16384, 7140 8780 16384, 7166 8780 16384, 7224 8777 16384, 7279 8773 16384, 7333 8769 16384, 7384 8766 16384, 7421 8766 16384, 7450 8762 16384, 7475 8762 16384, 7490 8762 16384</inkml:trace>
  <inkml:trace contextRef="#ctx0" brushRef="#br0">8866 8503 16384, 8873 8475 16384, 8873 8447 16384, 8866 8419 16384, 8852 8391 16384, 8824 8335 16384, 8803 8307 16384, 8754 8258 16384, 8726 8230 16384, 8649 8181 16384, 8551 8160 16384, 8475 8167 16384, 8405 8209 16384, 8321 8265 16384, 8209 8384 16384, 8188 8419 16384, 8167 8454 16384, 8153 8538 16384, 8153 8670 16384, 8167 8768 16384, 8195 8873 16384, 8244 8978 16384, 8335 9090 16384, 8412 9139 16384, 8482 9160 16384, 8517 9160 16384, 8558 9160 16384, 8635 9146 16384, 8747 9097 16384, 8810 9048 16384, 8859 8992 16384, 8887 8964 16384</inkml:trace>
  <inkml:trace contextRef="#ctx0" brushRef="#br0">8203 8000 11468, 8837 8000 11468, 8657 7930 11468, 8837 8000 11468, 8657 8070 11468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12788 16384, 2200 12800 16384, 2225 12838 16384, 2238 12875 16384, 2238 12888 16384, 2238 12913 16384, 2225 12938 16384, 2200 12962 16384, 2162 12975 16384, 2138 12975 16384, 2100 12975 16384, 2062 12975 16384, 2038 12962 16384, 2025 12938 16384, 2025 12913 16384, 2025 12850 16384, 2050 12813 16384, 2075 12775 16384, 2112 12750 16384, 2150 12738 16384, 2175 12725 16384, 2212 12725 16384, 2250 12725 16384, 2262 12725 16384, 2288 12750 16384, 2300 12763 16384, 2300 12800 16384, 2288 12813 16384, 2262 12838 16384, 2238 12862 16384, 2200 12875 16384, 2150 12900 16384, 2100 12913 16384, 2050 12913 16384, 2013 12900 16384, 2000 12888 16384, 2000 12862 16384, 2000 12838 16384, 2025 12813 16384, 2038 12800 16384, 2062 12775 16384, 2112 12763 16384, 2150 12750 16384, 2175 12750 16384, 2212 12750 16384, 2238 12750 16384, 2262 12788 16384, 2275 12825 16384, 2275 12850 16384, 2275 12875 16384, 2262 12900 16384, 2238 12925 16384, 2225 12938 16384, 2212 12938 16384, 2200 12938 16384, 2188 12925 16384, 2188 12913 16384, 2188 12888 16384, 2188 12875 16384, 2188 12862 16384, 2200 12838 16384, 2212 12825 16384, 2225 12813 16384, 2238 12813 16384, 2238 12825 16384, 2225 12850 16384, 2225 12862 16384, 2212 12862 16384, 2200 12875 16384, 2188 12888 16384, 2175 12888 16384, 2162 12888 16384, 2162 12875 16384, 2175 12850 16384, 2200 12825 16384, 2212 12813 16384, 2225 12800 16384, 2212 12825 16384, 2175 12850 16384, 2138 12875 16384, 2100 12888 16384, 2062 12913 16384, 2050 12913 16384, 2062 12900 16384, 2100 12875 16384, 2112 12862 16384, 2150 12838 16384, 2175 12813 16384, 2225 12775 16384, 2238 12750 16384, 2238 12738 16384, 2225 12738 16384, 2200 12763 16384, 2175 12788 16384, 2150 12813 16384, 2138 12838 16384, 2125 12850 16384</inkml:trace>
  <inkml:trace contextRef="#ctx0" brushRef="#br0">2830 12388 16384, 2815 12373 16384, 2823 12388 16384, 2838 12425 16384, 2860 12478 16384, 2890 12568 16384, 2928 12711 16384, 2965 12876 16384, 3011 13042 16384, 3056 13185 16384, 3093 13275 16384, 3138 13320 16384, 3183 13350 16384, 3236 13350 16384, 3289 13327 16384, 3334 13290 16384, 3386 13230 16384, 3447 13155 16384, 3499 13057 16384, 3559 12959 16384, 3612 12846 16384, 3657 12726 16384, 3695 12621 16384, 3732 12508 16384, 3755 12418 16384, 3770 12365 16384, 3785 12350 16384</inkml:trace>
  <inkml:trace contextRef="#ctx0" brushRef="#br0">2865 12190 11468, 3735 12190 11468, 3555 12120 11468, 3735 12190 11468, 3555 12260 11468</inkml:trace>
  <inkml:trace contextRef="#ctx0" brushRef="#br0">4334 12730 16384, 4330 12730 16384, 4330 12733 16384, 4337 12737 16384, 4348 12737 16384, 4370 12741 16384, 4406 12741 16384, 4479 12737 16384, 4534 12730 16384, 4592 12726 16384, 4651 12723 16384, 4727 12723 16384, 4767 12730 16384, 4800 12737 16384, 4818 12744 16384</inkml:trace>
  <inkml:trace contextRef="#ctx0" brushRef="#br0">4345 12977 16384, 4341 12977 16384, 4345 12977 16384, 4352 12977 16384, 4377 12977 16384, 4450 12977 16384, 4476 12974 16384, 4530 12970 16384, 4556 12970 16384, 4614 12967 16384, 4669 12963 16384, 4723 12959 16384, 4774 12956 16384, 4811 12956 16384, 4840 12952 16384, 4865 12952 16384, 4880 12952 16384</inkml:trace>
  <inkml:trace contextRef="#ctx0" brushRef="#br0">5710 12356 16384, 5710 12353 16384, 5710 12350 16384, 5707 12350 16384, 5698 12356 16384, 5691 12365 16384, 5682 12377 16384, 5670 12396 16384, 5658 12420 16384, 5630 12481 16384, 5621 12505 16384, 5615 12530 16384, 5597 12591 16384, 5572 12691 16384, 5563 12765 16384, 5560 12847 16384, 5563 12969 16384, 5572 13051 16384, 5588 13130 16384, 5618 13219 16384, 5633 13271 16384, 5652 13307 16384, 5676 13338 16384, 5685 13350 16384</inkml:trace>
  <inkml:trace contextRef="#ctx0" brushRef="#br0">5890 12388 16384, 5875 12373 16384, 5883 12388 16384, 5898 12425 16384, 5920 12478 16384, 5950 12568 16384, 5988 12711 16384, 6025 12876 16384, 6071 13042 16384, 6116 13185 16384, 6153 13275 16384, 6198 13320 16384, 6243 13350 16384, 6296 13350 16384, 6349 13327 16384, 6394 13290 16384, 6446 13230 16384, 6507 13155 16384, 6559 13057 16384, 6619 12959 16384, 6672 12846 16384, 6717 12726 16384, 6755 12621 16384, 6792 12508 16384, 6815 12418 16384, 6830 12365 16384, 6845 12350 16384</inkml:trace>
  <inkml:trace contextRef="#ctx0" brushRef="#br0">6985 13140 16384, 6984 13141 16384, 6985 13157 16384, 6984 13207 16384, 6975 13286 16384, 6965 13359 16384, 6957 13411 16384, 6955 13445 16384, 6961 13460 16384</inkml:trace>
  <inkml:trace contextRef="#ctx0" brushRef="#br0">7107 13100 16384, 7107 13104 16384, 7107 13128 16384, 7119 13152 16384, 7130 13183 16384, 7142 13215 16384, 7154 13243 16384, 7162 13271 16384, 7166 13302 16384, 7170 13322 16384, 7170 13342 16384, 7174 13350 16384</inkml:trace>
  <inkml:trace contextRef="#ctx0" brushRef="#br0">7825 12388 16384, 7810 12373 16384, 7818 12388 16384, 7833 12425 16384, 7856 12478 16384, 7886 12568 16384, 7923 12711 16384, 7961 12876 16384, 8006 13042 16384, 8051 13185 16384, 8089 13275 16384, 8134 13320 16384, 8179 13350 16384, 8231 13350 16384, 8284 13327 16384, 8329 13290 16384, 8382 13230 16384, 8442 13155 16384, 8495 13057 16384, 8555 12959 16384, 8607 12846 16384, 8653 12726 16384, 8690 12621 16384, 8728 12508 16384, 8750 12418 16384, 8765 12365 16384, 8780 12350 16384</inkml:trace>
  <inkml:trace contextRef="#ctx0" brushRef="#br0">8824 13237 16384, 8821 13233 16384, 8814 13223 16384, 8808 13207 16384, 8810 13183 16384, 8823 13162 16384, 8844 13145 16384, 8872 13140 16384, 8899 13154 16384, 8918 13191 16384, 8926 13252 16384, 8921 13319 16384, 8905 13362 16384, 8878 13396 16384, 8863 13412 16384, 8850 13425 16384, 8830 13440 16384, 8821 13443 16384, 8828 13441 16384, 8849 13441 16384, 8880 13444 16384, 8917 13451 16384, 8951 13457 16384, 8977 13460 16384, 8997 13459 16384, 9002 13458 16384</inkml:trace>
  <inkml:trace contextRef="#ctx0" brushRef="#br0">9124 13100 16384, 9124 13104 16384, 9124 13128 16384, 9136 13152 16384, 9147 13183 16384, 9159 13215 16384, 9171 13243 16384, 9179 13271 16384, 9183 13302 16384, 9187 13322 16384, 9187 13342 16384, 9191 13350 16384</inkml:trace>
  <inkml:trace contextRef="#ctx0" brushRef="#br0">9842 12388 16384, 9827 12373 16384, 9835 12388 16384, 9850 12425 16384, 9873 12478 16384, 9903 12568 16384, 9940 12711 16384, 9978 12876 16384, 10023 13042 16384, 10068 13185 16384, 10106 13275 16384, 10151 13320 16384, 10196 13350 16384, 10248 13350 16384, 10301 13327 16384, 10346 13290 16384, 10399 13230 16384, 10459 13155 16384, 10512 13057 16384, 10572 12959 16384, 10624 12846 16384, 10670 12726 16384, 10707 12621 16384, 10745 12508 16384, 10767 12418 16384, 10782 12365 16384, 10797 12350 16384</inkml:trace>
  <inkml:trace contextRef="#ctx0" brushRef="#br0">10848 13208 16384, 10838 13188 16384, 10839 13173 16384, 10852 13157 16384, 10878 13143 16384, 10913 13140 16384, 10949 13155 16384, 10974 13189 16384, 10976 13231 16384, 10957 13274 16384, 10924 13312 16384, 10894 13335 16384, 10879 13340 16384, 10873 13335 16384, 10875 13328 16384, 10889 13320 16384, 10918 13315 16384, 10956 13319 16384, 10992 13339 16384, 11009 13369 16384, 11008 13396 16384, 10992 13419 16384, 10963 13441 16384, 10928 13455 16384, 10888 13460 16384, 10851 13452 16384, 10836 13442 16384</inkml:trace>
  <inkml:trace contextRef="#ctx0" brushRef="#br0">11209 12350 16384, 11212 12350 16384, 11212 12354 16384, 11216 12354 16384, 11219 12357 16384, 11241 12382 16384, 11255 12414 16384, 11269 12464 16384, 11280 12525 16384, 11291 12589 16384, 11309 12704 16384, 11312 12743 16384, 11316 12782 16384, 11319 12857 16384, 11319 12971 16384, 11316 13036 16384, 11305 13100 16384, 11294 13161 16384, 11284 13207 16384, 11269 13268 16384, 11255 13300 16384, 11241 13325 16384, 11234 13332 16384, 11212 13350 16384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17088 16384, 2200 17100 16384, 2225 17138 16384, 2238 17175 16384, 2238 17188 16384, 2238 17213 16384, 2225 17238 16384, 2200 17263 16384, 2162 17275 16384, 2138 17275 16384, 2100 17275 16384, 2062 17275 16384, 2038 17263 16384, 2025 17238 16384, 2025 17213 16384, 2025 17150 16384, 2050 17113 16384, 2075 17075 16384, 2112 17050 16384, 2150 17038 16384, 2175 17025 16384, 2212 17025 16384, 2250 17025 16384, 2262 17025 16384, 2288 17050 16384, 2300 17063 16384, 2300 17100 16384, 2288 17113 16384, 2262 17138 16384, 2238 17163 16384, 2200 17175 16384, 2150 17200 16384, 2100 17213 16384, 2050 17213 16384, 2013 17200 16384, 2000 17188 16384, 2000 17163 16384, 2000 17138 16384, 2025 17113 16384, 2038 17100 16384, 2062 17075 16384, 2112 17063 16384, 2150 17050 16384, 2175 17050 16384, 2212 17050 16384, 2238 17050 16384, 2262 17088 16384, 2275 17125 16384, 2275 17150 16384, 2275 17175 16384, 2262 17200 16384, 2238 17225 16384, 2225 17238 16384, 2212 17238 16384, 2200 17238 16384, 2188 17225 16384, 2188 17213 16384, 2188 17188 16384, 2188 17175 16384, 2188 17163 16384, 2200 17138 16384, 2212 17125 16384, 2225 17113 16384, 2238 17113 16384, 2238 17125 16384, 2225 17150 16384, 2225 17163 16384, 2212 17163 16384, 2200 17175 16384, 2188 17188 16384, 2175 17188 16384, 2162 17188 16384, 2162 17175 16384, 2175 17150 16384, 2200 17125 16384, 2212 17113 16384, 2225 17100 16384, 2212 17125 16384, 2175 17150 16384, 2138 17175 16384, 2100 17188 16384, 2062 17213 16384, 2050 17213 16384, 2062 17200 16384, 2100 17175 16384, 2112 17163 16384, 2150 17138 16384, 2175 17113 16384, 2225 17075 16384, 2238 17050 16384, 2238 17038 16384, 2225 17038 16384, 2200 17063 16384, 2175 17088 16384, 2150 17113 16384, 2138 17138 16384, 2125 17150 16384</inkml:trace>
  <inkml:trace contextRef="#ctx0" brushRef="#br0">2960 16650 16384, 2960 16654 16384, 2956 16662 16384, 2956 16679 16384, 2952 16708 16384, 2948 16754 16384, 2944 16813 16384, 2944 16875 16384, 2944 16946 16384, 2948 17021 16384, 2952 17088 16384, 2956 17158 16384, 2956 17233 16384, 2960 17296 16384, 2960 17362 16384, 2960 17421 16384, 2960 17467 16384, 2956 17513 16384, 2956 17550 16384, 2956 17579 16384, 2956 17600 16384, 2956 17617 16384, 2952 17629 16384, 2948 17642 16384, 2944 17646 16384, 2944 17650 16384, 2940 17650 16384</inkml:trace>
  <inkml:trace contextRef="#ctx0" brushRef="#br0">3203 16917 16384, 3191 16886 16384, 3191 16874 16384, 3209 16856 16384, 3233 16832 16384, 3270 16808 16384, 3318 16783 16384, 3367 16765 16384, 3421 16759 16384, 3512 16771 16384, 3536 16783 16384, 3591 16820 16384, 3633 16880 16384, 3658 16953 16384, 3670 17044 16384, 3670 17129 16384, 3658 17208 16384, 3627 17286 16384, 3597 17353 16384, 3555 17420 16384, 3506 17480 16384, 3458 17535 16384, 3409 17577 16384, 3361 17614 16384, 3294 17644 16384, 3252 17650 16384, 3239 17650 16384</inkml:trace>
  <inkml:trace contextRef="#ctx0" brushRef="#br0">4009 16656 16384, 3997 16650 16384, 3955 16662 16384, 3936 16674 16384, 3900 16705 16384, 3858 16741 16384, 3809 16789 16384, 3761 16844 16384, 3724 16911 16384, 3682 17002 16384, 3658 17092 16384, 3639 17202 16384, 3633 17305 16384, 3645 17389 16384, 3670 17468 16384, 3718 17529 16384, 3767 17565 16384, 3821 17589 16384, 3882 17602 16384, 3936 17602 16384, 3967 17602 16384</inkml:trace>
  <inkml:trace contextRef="#ctx0" brushRef="#br0">3241 16490 11468, 3959 16490 11468, 3779 16420 11468, 3959 16490 11468, 3779 16560 11468</inkml:trace>
  <inkml:trace contextRef="#ctx0" brushRef="#br0">4290 16650 16384, 4290 16654 16384, 4286 16662 16384, 4286 16679 16384, 4282 16708 16384, 4278 16754 16384, 4274 16813 16384, 4274 16875 16384, 4274 16946 16384, 4278 17021 16384, 4282 17088 16384, 4286 17158 16384, 4286 17233 16384, 4290 17296 16384, 4290 17362 16384, 4290 17421 16384, 4290 17467 16384, 4286 17513 16384, 4286 17550 16384, 4286 17579 16384, 4286 17600 16384, 4286 17617 16384, 4282 17629 16384, 4278 17642 16384, 4274 17646 16384, 4274 17650 16384, 4270 17650 16384</inkml:trace>
  <inkml:trace contextRef="#ctx0" brushRef="#br0">4934 17030 16384, 4930 17030 16384, 4930 17033 16384, 4937 17037 16384, 4948 17037 16384, 4970 17041 16384, 5006 17041 16384, 5079 17037 16384, 5134 17030 16384, 5192 17026 16384, 5251 17023 16384, 5327 17023 16384, 5367 17030 16384, 5400 17037 16384, 5418 17044 16384</inkml:trace>
  <inkml:trace contextRef="#ctx0" brushRef="#br0">4945 17277 16384, 4941 17277 16384, 4945 17277 16384, 4952 17277 16384, 4977 17277 16384, 5050 17277 16384, 5076 17274 16384, 5130 17270 16384, 5156 17270 16384, 5214 17267 16384, 5269 17263 16384, 5323 17259 16384, 5374 17256 16384, 5411 17256 16384, 5440 17252 16384, 5465 17252 16384, 5480 17252 16384</inkml:trace>
  <inkml:trace contextRef="#ctx0" brushRef="#br0">6010 17809 16384, 6010 17804 16384, 6015 17789 16384, 6020 17778 16384, 6025 17763 16384, 6036 17748 16384, 6046 17732 16384, 6061 17722 16384, 6071 17712 16384, 6082 17707 16384, 6092 17696 16384, 6097 17691 16384, 6107 17691 16384, 6118 17691 16384, 6128 17696 16384, 6143 17712 16384, 6164 17732 16384, 6179 17758 16384, 6194 17783 16384, 6210 17804 16384, 6225 17824 16384, 6235 17835 16384, 6251 17845 16384, 6261 17850 16384, 6276 17850 16384, 6286 17850 16384, 6297 17845 16384, 6307 17840 16384, 6317 17830 16384, 6327 17814 16384, 6338 17799 16384, 6353 17773 16384, 6368 17742 16384, 6384 17702 16384, 6394 17650 16384, 6404 17589 16384, 6409 17522 16384, 6414 17446 16384, 6414 17369 16384, 6420 17287 16384, 6430 17210 16384, 6445 17138 16384, 6461 17072 16384, 6481 17010 16384, 6501 16954 16384, 6517 16898 16384, 6532 16841 16384, 6542 16790 16384, 6558 16734 16384, 6573 16683 16384, 6594 16632 16384, 6614 16580 16384, 6629 16539 16384, 6645 16498 16384, 6655 16463 16384, 6670 16437 16384, 6681 16411 16384, 6691 16391 16384, 6696 16376 16384, 6701 16365 16384, 6701 16360 16384, 6701 16355 16384, 6701 16350 9830, 11186 16350 9830</inkml:trace>
  <inkml:trace contextRef="#ctx0" brushRef="#br0">6883 16917 16384, 6871 16886 16384, 6871 16874 16384, 6889 16856 16384, 6913 16832 16384, 6949 16808 16384, 6998 16783 16384, 7046 16765 16384, 7101 16759 16384, 7192 16771 16384, 7216 16783 16384, 7271 16820 16384, 7313 16880 16384, 7337 16953 16384, 7349 17044 16384, 7349 17129 16384, 7337 17208 16384, 7307 17286 16384, 7277 17353 16384, 7234 17420 16384, 7186 17480 16384, 7137 17535 16384, 7089 17577 16384, 7040 17614 16384, 6974 17644 16384, 6931 17650 16384, 6919 17650 16384</inkml:trace>
  <inkml:trace contextRef="#ctx0" brushRef="#br0">7689 16656 16384, 7677 16650 16384, 7634 16662 16384, 7616 16674 16384, 7580 16705 16384, 7537 16741 16384, 7489 16789 16384, 7440 16844 16384, 7404 16911 16384, 7361 17002 16384, 7337 17092 16384, 7319 17202 16384, 7313 17305 16384, 7325 17389 16384, 7349 17468 16384, 7398 17529 16384, 7446 17565 16384, 7501 17589 16384, 7561 17602 16384, 7616 17602 16384, 7646 17602 16384</inkml:trace>
  <inkml:trace contextRef="#ctx0" brushRef="#br0">7905 17440 16384, 7903 17441 16384, 7904 17457 16384, 7904 17507 16384, 7894 17586 16384, 7884 17659 16384, 7877 17711 16384, 7874 17745 16384, 7880 17760 16384</inkml:trace>
  <inkml:trace contextRef="#ctx0" brushRef="#br0">7933 16637 16384, 7930 16633 16384, 7924 16623 16384, 7918 16607 16384, 7919 16583 16384, 7932 16562 16384, 7954 16545 16384, 7982 16540 16384, 8008 16554 16384, 8028 16591 16384, 8036 16652 16384, 8030 16719 16384, 8014 16762 16384, 7988 16796 16384, 7973 16812 16384, 7959 16825 16384, 7940 16840 16384, 7931 16843 16384, 7938 16841 16384, 7959 16841 16384, 7990 16844 16384, 8027 16851 16384, 8061 16857 16384, 8087 16860 16384, 8106 16859 16384, 8112 16858 16384</inkml:trace>
  <inkml:trace contextRef="#ctx0" brushRef="#br0">8649 17141 16384, 8642 17141 16384, 8646 17141 16384, 8651 17141 16384, 8661 17139 16384, 8672 17139 16384, 8683 17137 16384, 8700 17137 16384, 8720 17135 16384, 8745 17133 16384, 8774 17133 16384, 8802 17131 16384, 8834 17131 16384, 8868 17129 16384, 8897 17129 16384, 8929 17131 16384, 8965 17133 16384, 8996 17137 16384, 9030 17139 16384, 9063 17141 16384, 9091 17143 16384, 9119 17143 16384, 9142 17143 16384, 9158 17143 16384, 9170 17144 16384, 9179 17144 16384, 9186 17144 16384, 9190 17144 16384, 9192 17141 16384</inkml:trace>
  <inkml:trace contextRef="#ctx0" brushRef="#br0">8927 16911 16384, 8927 16913 16384, 8925 16915 16384, 8925 16919 16384, 8925 16926 16384, 8925 16937 16384, 8927 16952 16384, 8929 16973 16384, 8931 16997 16384, 8931 17027 16384, 8933 17061 16384, 8931 17098 16384, 8929 17133 16384, 8925 17171 16384, 8922 17210 16384, 8920 17243 16384, 8920 17275 16384, 8920 17305 16384, 8920 17327 16384, 8920 17348 16384, 8922 17364 16384, 8924 17377 16384, 8925 17385 16384, 8927 17389 16384</inkml:trace>
  <inkml:trace contextRef="#ctx0" brushRef="#br0">9825 16917 16384, 9813 16886 16384, 9813 16874 16384, 9831 16856 16384, 9855 16832 16384, 9892 16808 16384, 9940 16783 16384, 9989 16765 16384, 10043 16759 16384, 10134 16771 16384, 10158 16783 16384, 10213 16820 16384, 10255 16880 16384, 10280 16953 16384, 10292 17044 16384, 10292 17129 16384, 10280 17208 16384, 10249 17286 16384, 10219 17353 16384, 10177 17420 16384, 10128 17480 16384, 10080 17535 16384, 10031 17577 16384, 9983 17614 16384, 9916 17644 16384, 9874 17650 16384, 9861 17650 16384</inkml:trace>
  <inkml:trace contextRef="#ctx0" brushRef="#br0">10631 16656 16384, 10619 16650 16384, 10577 16662 16384, 10558 16674 16384, 10522 16705 16384, 10480 16741 16384, 10431 16789 16384, 10383 16844 16384, 10346 16911 16384, 10304 17002 16384, 10280 17092 16384, 10261 17202 16384, 10255 17305 16384, 10267 17389 16384, 10292 17468 16384, 10340 17529 16384, 10389 17565 16384, 10443 17589 16384, 10504 17602 16384, 10558 17602 16384, 10589 17602 16384</inkml:trace>
  <inkml:trace contextRef="#ctx0" brushRef="#br0">10750 17537 16384, 10747 17533 16384, 10741 17523 16384, 10735 17507 16384, 10736 17483 16384, 10749 17462 16384, 10771 17445 16384, 10799 17440 16384, 10825 17454 16384, 10845 17491 16384, 10853 17552 16384, 10847 17619 16384, 10831 17662 16384, 10805 17696 16384, 10790 17712 16384, 10776 17725 16384, 10757 17740 16384, 10748 17743 16384, 10755 17741 16384, 10776 17741 16384, 10807 17744 16384, 10844 17751 16384, 10878 17757 16384, 10904 17760 16384, 10923 17759 16384, 10929 17758 16384</inkml:trace>
  <inkml:trace contextRef="#ctx0" brushRef="#br0">10957 16637 16384, 10954 16633 16384, 10948 16623 16384, 10942 16607 16384, 10943 16583 16384, 10956 16562 16384, 10978 16545 16384, 11006 16540 16384, 11032 16554 16384, 11052 16591 16384, 11060 16652 16384, 11054 16719 16384, 11038 16762 16384, 11012 16796 16384, 10997 16812 16384, 10983 16825 16384, 10964 16840 16384, 10955 16843 16384, 10962 16841 16384, 10983 16841 16384, 11014 16844 16384, 11051 16851 16384, 11085 16857 16384, 11111 16860 16384, 11130 16859 16384, 11136 16858 16384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1538 1422 16384, 1530 1422 16384, 1500 1414 16384, 1508 1407 16384, 1530 1407 16384, 1560 1407 16384, 1605 1399 16384, 1666 1399 16384, 1741 1392 16384, 1846 1377 16384, 1967 1362 16384, 2080 1339 16384, 2200 1324 16384, 2336 1309 16384, 2434 1316 16384, 2524 1331 16384, 2607 1362 16384, 2660 1399 16384, 2697 1437 16384, 2735 1490 16384, 2758 1557 16384, 2773 1625 16384, 2773 1715 16384, 2758 1806 16384, 2720 1911 16384, 2682 2032 16384, 2652 2145 16384, 2607 2258 16384, 2547 2371 16384, 2502 2454 16384, 2456 2521 16384, 2411 2582 16384, 2374 2634 16384, 2336 2672 16384, 2306 2710 16384, 2276 2732 16384</inkml:trace>
  <inkml:trace contextRef="#ctx0" brushRef="#br0">3014 1151 16384, 2991 1158 16384, 2984 1173 16384, 2984 1196 16384, 2984 1233 16384, 2991 1264 16384, 2999 1309 16384, 3006 1354 16384, 3021 1407 16384, 3051 1437 16384, 3082 1459 16384, 3119 1474 16384, 3157 1474 16384, 3195 1474 16384, 3232 1459 16384, 3262 1444 16384, 3292 1407 16384, 3300 1377 16384, 3300 1339 16384, 3300 1286 16384, 3292 1233 16384, 3270 1173 16384, 3240 1113 16384, 3202 1083 16384, 3164 1068 16384, 3127 1068 16384, 3097 1083 16384, 3067 1098 16384, 3036 1113 16384, 3029 1113 16384</inkml:trace>
  <inkml:trace contextRef="#ctx0" brushRef="#br0">3761 1020 16384, 3722 1000 16384, 3751 1000 16384, 3800 1000 16384, 3869 1010 16384, 3966 1020 16384, 4074 1020 16384, 4201 1020 16384, 4328 1020 16384, 4446 1020 16384, 4563 1020 16384, 4671 1020 16384, 4749 1020 16384, 4778 1020 16384</inkml:trace>
  <inkml:trace contextRef="#ctx0" brushRef="#br0">3644 1460 16384, 3634 1460 16384, 3624 1460 16384, 3644 1460 16384, 3702 1460 16384, 3790 1460 16384, 3917 1460 16384, 4054 1440 16384, 4191 1430 16384, 4328 1421 16384, 4485 1421 16384, 4622 1411 16384, 4749 1411 16384, 4857 1430 16384, 4915 1460 16384, 4954 1499 16384, 4984 1558 16384, 4974 1626 16384, 4935 1734 16384, 4866 1871 16384, 4808 2008 16384, 4720 2174 16384, 4622 2340 16384, 4544 2467 16384, 4456 2575 16384, 4397 2663 16384, 4348 2722 16384, 4289 2771 16384, 4250 2800 16384</inkml:trace>
  <inkml:trace contextRef="#ctx0" brushRef="#br0">6395 1000 16384, 6360 1014 16384, 6352 1021 16384, 6331 1056 16384, 6296 1106 16384, 6240 1184 16384, 6148 1289 16384, 6042 1409 16384, 5908 1558 16384, 5767 1727 16384, 5632 1875 16384, 5505 2016 16384, 5421 2122 16384, 5364 2179 16384, 5329 2207 16384, 5315 2207 16384, 5308 2207 16384</inkml:trace>
  <inkml:trace contextRef="#ctx0" brushRef="#br0">5894 1586 16384, 5922 1607 16384, 5936 1635 16384, 5957 1713 16384, 5978 1812 16384, 6000 1925 16384, 6007 2052 16384, 6007 2179 16384, 5992 2320 16384, 5971 2461 16384, 5950 2581 16384, 5943 2673 16384, 5936 2736 16384, 5936 2779 16384, 5943 2793 16384, 5943 2800 16384</inkml:trace>
  <inkml:trace contextRef="#ctx0" brushRef="#br0">7417 1000 16384, 7406 1010 16384, 7326 1111 16384, 7275 1212 16384, 7214 1344 16384, 7133 1516 16384, 7042 1698 16384, 6962 1900 16384, 6871 2082 16384, 6800 2234 16384, 6759 2355 16384, 6729 2446 16384, 6719 2497 16384, 6719 2547 16384, 6719 2578 16384, 6729 2598 16384, 6749 2598 16384, 6780 2598 16384, 6830 2588 16384, 6901 2578 16384, 6992 2557 16384, 7093 2537 16384, 7204 2527 16384, 7336 2507 16384, 7477 2497 16384, 7599 2487 16384, 7720 2476 16384, 7821 2466 16384, 7892 2456 16384, 7942 2456 16384, 7993 2456 16384, 8013 2456 16384</inkml:trace>
  <inkml:trace contextRef="#ctx0" brushRef="#br0">7740 2042 16384, 7740 2031 16384, 7771 2062 16384, 7811 2112 16384, 7862 2193 16384, 7922 2274 16384, 7973 2385 16384, 8033 2497 16384, 8074 2588 16384, 8104 2658 16384, 8135 2709 16384, 8165 2749 16384, 8185 2780 16384, 8205 2800 16384</inkml:trace>
  <inkml:trace contextRef="#ctx0" brushRef="#br0">9429 1080 16384, 9453 1084 16384, 9573 1161 16384, 9748 1336 16384, 9896 1488 16384, 10013 1612 16384, 10114 1702 16384, 10133 1713 16384</inkml:trace>
  <inkml:trace contextRef="#ctx0" brushRef="#br0">10724 1208 16384, 10708 1208 16384, 10615 1255 16384, 10467 1395 16384, 10238 1632 16384, 10044 1877 16384, 9915 2133 16384, 9876 2339 16384, 9923 2475 16384, 10048 2592 16384, 10222 2678 16384, 10413 2709 16384, 10638 2720 16384, 10868 2701 16384, 11074 2662 16384, 11229 2623 16384</inkml:trace>
  <inkml:trace contextRef="#ctx0" brushRef="#br0">13067 1000 16384, 13173 1063 16384, 13293 1196 16384, 13377 1319 16384, 13408 1421 16384, 13374 1500 16384, 13290 1587 16384, 13197 1653 16384, 13179 1659 16384</inkml:trace>
  <inkml:trace contextRef="#ctx0" brushRef="#br0">13275 2023 16384, 13302 2044 16384, 13368 2123 16384, 13450 2252 16384, 13507 2379 16384, 13528 2499 16384, 13513 2622 16384, 13459 2701 16384, 13395 2752 16384, 13314 2743 16384</inkml:trace>
  <inkml:trace contextRef="#ctx0" brushRef="#br0">12453 2355 16384, 12499 2487 16384, 12550 2631 16384, 12595 2722 16384, 12661 2776 16384, 12766 2800 16384, 12827 2794 16384</inkml:trace>
  <inkml:trace contextRef="#ctx0" brushRef="#br0">14031 2276 16384, 14040 2312 16384, 14061 2394 16384, 14100 2481 16384, 14151 2541 16384, 14190 2574 16384, 14208 2589 16384</inkml:trace>
  <inkml:trace contextRef="#ctx0" brushRef="#br0">15403 1000 16384, 15379 1000 16384, 15348 1031 16384, 15238 1176 16384, 15045 1389 16384, 14869 1571 16384, 14739 1716 16384, 14649 1812 16384, 14580 1891 16384, 14539 1936 16384, 14532 1946 16384, 14546 1967 16384, 14601 2015 16384, 14708 2094 16384, 14869 2208 16384, 15079 2370 16384, 15293 2528 16384, 15451 2642 16384, 15568 2728 16384, 15634 2779 16384, 15661 2800 16384</inkml:trace>
  <inkml:trace contextRef="#ctx0" brushRef="#br0">15992 1184 16384, 15999 1184 16384, 16040 1177 16384, 16128 1164 16384, 16244 1150 16384, 16346 1150 16384, 16462 1143 16384, 16585 1150 16384, 16708 1164 16384, 16837 1170 16384, 16967 1177 16384, 17076 1191 16384, 17171 1205 16384, 17246 1232 16384, 17301 1259 16384, 17328 1293 16384, 17335 1334 16384, 17328 1375 16384, 17294 1423 16384, 17233 1491 16384, 17165 1552 16384, 17083 1627 16384, 17001 1689 16384</inkml:trace>
  <inkml:trace contextRef="#ctx0" brushRef="#br0">16006 2152 16384, 15992 2166 16384, 15985 2227 16384, 15999 2255 16384, 16033 2302 16384, 16074 2350 16384, 16121 2398 16384, 16169 2452 16384, 16217 2514 16384, 16271 2575 16384, 16333 2636 16384, 16394 2684 16384, 16469 2725 16384, 16537 2759 16384, 16612 2786 16384, 16694 2800 16384, 16769 2800 16384, 16851 2786 16384, 16892 2773 16384</inkml:trace>
  <inkml:trace contextRef="#ctx0" brushRef="#br0">17465 1041 16384, 17465 1048 16384, 17465 1061 16384, 17471 1089 16384, 17485 1136 16384, 17499 1177 16384, 17506 1218 16384, 17512 1252 16384, 17519 1280 16384, 17526 1300 16384, 17533 1314 16384, 17540 1327 16384</inkml:trace>
  <inkml:trace contextRef="#ctx0" brushRef="#br0">17608 1000 16384, 17601 1014 16384, 17601 1034 16384, 17601 1068 16384, 17615 1102 16384, 17628 1143 16384, 17635 1184 16384, 17642 1218 16384, 17656 1245 16384, 17662 1273 16384, 17669 1286 16384, 17683 1307 16384</inkml:trace>
  <inkml:trace contextRef="#ctx0" brushRef="#br0">18395 1000 16384, 18451 1024 16384, 18596 1066 16384, 18739 1101 16384, 18839 1142 16384, 18884 1191 16384</inkml:trace>
  <inkml:trace contextRef="#ctx0" brushRef="#br0">18028 1871 16384, 18007 1871 16384, 18024 1857 16384, 18135 1787 16384, 18326 1669 16384, 18541 1558 16384, 18752 1503 16384, 18943 1510 16384, 19089 1603 16384, 19172 1787 16384, 19186 2072 16384, 19137 2311 16384, 19026 2502 16384, 18895 2668 16384, 18791 2772 16384, 18746 2800 16384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3541 4280 16384, 3533 4264 16384, 3514 4223 16384, 3503 4215 16384, 3488 4208 16384, 3469 4200 16384, 3453 4200 16384, 3438 4200 16384, 3419 4208 16384, 3397 4227 16384, 3378 4249 16384, 3362 4280 16384, 3344 4333 16384, 3325 4393 16384, 3306 4473 16384, 3291 4575 16384, 3279 4685 16384, 3268 4802 16384, 3256 4912 16384, 3253 4992 16384, 3245 5060 16384, 3245 5105 16384, 3245 5136 16384, 3245 5158 16384, 3241 5177 16384, 3234 5192 16384, 3230 5200 16384</inkml:trace>
  <inkml:trace contextRef="#ctx0" brushRef="#br0">3048 4749 16384, 3052 4742 16384, 3071 4719 16384, 3086 4715 16384, 3124 4696 16384, 3162 4670 16384, 3211 4651 16384, 3260 4632 16384, 3313 4624 16384, 3370 4620 16384, 3416 4620 16384, 3457 4624 16384, 3491 4632 16384, 3522 4636 16384, 3544 4643 16384, 3552 4647 16384</inkml:trace>
  <inkml:trace contextRef="#ctx0" brushRef="#br0">3877 4130 16384, 3873 4119 16384, 3870 4119 16384, 3870 4112 16384, 3873 4108 16384, 3881 4108 16384, 3892 4105 16384, 3899 4108 16384, 3906 4112 16384, 3914 4119 16384, 3917 4127 16384, 3917 4134 16384, 3914 4141 16384, 3906 4153 16384, 3895 4160 16384, 3881 4167 16384, 3866 4171 16384, 3851 4171 16384, 3840 4171 16384, 3836 4167 16384, 3836 4160 16384, 3836 4153 16384, 3840 4145 16384, 3851 4134 16384, 3862 4127 16384, 3877 4119 16384, 3892 4112 16384, 3906 4108 16384, 3921 4108 16384, 3932 4108 16384, 3939 4112 16384, 3939 4116 16384, 3936 4123 16384, 3928 4130 16384, 3921 4141 16384, 3906 4153 16384, 3888 4160 16384, 3873 4171 16384, 3859 4175 16384, 3847 4178 16384, 3844 4178 16384, 3844 4175 16384, 3847 4167 16384, 3855 4160 16384, 3862 4149 16384, 3877 4138 16384, 3888 4127 16384, 3903 4116 16384, 3921 4105 16384, 3936 4097 16384, 3947 4094 16384, 3954 4090 16384, 3958 4094 16384, 3958 4101 16384, 3954 4112 16384, 3947 4123 16384, 3936 4130 16384, 3925 4141 16384, 3917 4153 16384, 3906 4160 16384, 3895 4167 16384, 3888 4171 16384, 3881 4171 16384, 3877 4171 16384, 3877 4167 16384, 3877 4164 16384, 3884 4160 16384, 3888 4156 16384, 3899 4149 16384, 3906 4145 16384, 3917 4141 16384, 3925 4138 16384, 3936 4134 16384, 3939 4130 16384, 3943 4130 16384, 3943 4134 16384, 3939 4141 16384, 3932 4149 16384, 3925 4156 16384, 3914 4164 16384, 3906 4171 16384, 3899 4175 16384, 3895 4175 16384, 3892 4175 16384, 3895 4171 16384, 3899 4167 16384, 3903 4160 16384, 3906 4156 16384, 3914 4153 16384, 3917 4153 16384, 3925 4149 16384, 3928 4149 16384, 3932 4153 16384, 3936 4160 16384, 3936 4171 16384, 3932 4178 16384, 3928 4186 16384, 3925 4193 16384, 3917 4197 16384, 3910 4197 16384, 3903 4197 16384, 3895 4197 16384, 3892 4193 16384, 3884 4186 16384, 3884 4182 16384, 3884 4175 16384, 3888 4167 16384, 3892 4160 16384, 3899 4153 16384, 3910 4145 16384, 3921 4138 16384, 3928 4134 16384, 3943 4134 16384, 3954 4134 16384, 3965 4134 16384, 3969 4138 16384, 3973 4141 16384, 3965 4149 16384, 3954 4160 16384, 3943 4171 16384, 3928 4182 16384, 3914 4197 16384, 3899 4208 16384, 3884 4215 16384, 3877 4215 16384, 3877 4208 16384, 3881 4200 16384, 3884 4189 16384, 3892 4178 16384, 3899 4164 16384, 3910 4149 16384, 3921 4130 16384, 3932 4112 16384, 3947 4101 16384, 3958 4094 16384, 3965 4090 16384, 3973 4094 16384, 3973 4101 16384, 3973 4108 16384, 3969 4119 16384, 3961 4130 16384, 3950 4141 16384, 3943 4153 16384, 3932 4160 16384, 3921 4171 16384, 3910 4178 16384, 3899 4186 16384, 3892 4186 16384, 3888 4186 16384, 3884 4182 16384, 3884 4175 16384, 3884 4171 16384, 3888 4164 16384, 3888 4156 16384, 3892 4149 16384, 3895 4138 16384, 3899 4130 16384, 3903 4123 16384, 3903 4119 16384, 3903 4123 16384, 3903 4127 16384, 3906 4134 16384, 3910 4138 16384, 3914 4145 16384, 3921 4149 16384, 3925 4153 16384, 3932 4153 16384, 3936 4156 16384, 3943 4156 16384, 3947 4156 16384, 3954 4160 16384, 3961 4164 16384, 3969 4175 16384, 3973 4193 16384, 3980 4215 16384, 3984 4248 16384, 3984 4285 16384, 3984 4318 16384, 3976 4344 16384, 3973 4362 16384, 3965 4381 16384, 3954 4392 16384, 3947 4403 16384, 3943 4410 16384</inkml:trace>
  <inkml:trace contextRef="#ctx0" brushRef="#br0">4313 4206 16384, 4313 4203 16384, 4313 4200 16384, 4310 4200 16384, 4301 4206 16384, 4295 4215 16384, 4286 4227 16384, 4274 4246 16384, 4261 4270 16384, 4234 4331 16384, 4225 4355 16384, 4219 4380 16384, 4200 4441 16384, 4176 4541 16384, 4167 4615 16384, 4164 4697 16384, 4167 4819 16384, 4176 4901 16384, 4191 4980 16384, 4222 5069 16384, 4237 5121 16384, 4255 5157 16384, 4280 5188 16384, 4289 5200 16384</inkml:trace>
  <inkml:trace contextRef="#ctx0" brushRef="#br0">4567 4467 16384, 4554 4436 16384, 4554 4424 16384, 4573 4406 16384, 4597 4382 16384, 4633 4358 16384, 4682 4333 16384, 4730 4315 16384, 4785 4309 16384, 4876 4321 16384, 4900 4333 16384, 4954 4370 16384, 4997 4430 16384, 5021 4503 16384, 5033 4594 16384, 5033 4679 16384, 5021 4758 16384, 4991 4836 16384, 4961 4903 16384, 4918 4970 16384, 4870 5030 16384, 4821 5085 16384, 4773 5127 16384, 4724 5164 16384, 4658 5194 16384, 4615 5200 16384, 4603 5200 16384</inkml:trace>
  <inkml:trace contextRef="#ctx0" brushRef="#br0">5373 4206 16384, 5361 4200 16384, 5318 4212 16384, 5300 4224 16384, 5264 4255 16384, 5221 4291 16384, 5173 4339 16384, 5124 4394 16384, 5088 4461 16384, 5045 4552 16384, 5021 4642 16384, 5003 4752 16384, 4997 4855 16384, 5009 4939 16384, 5033 5018 16384, 5082 5079 16384, 5130 5115 16384, 5185 5139 16384, 5245 5152 16384, 5300 5152 16384, 5330 5152 16384</inkml:trace>
  <inkml:trace contextRef="#ctx0" brushRef="#br0">5663 4200 16384, 5667 4200 16384, 5667 4204 16384, 5670 4204 16384, 5674 4207 16384, 5695 4232 16384, 5710 4264 16384, 5724 4314 16384, 5735 4375 16384, 5745 4439 16384, 5763 4554 16384, 5767 4593 16384, 5770 4632 16384, 5774 4707 16384, 5774 4821 16384, 5770 4886 16384, 5760 4950 16384, 5749 5011 16384, 5738 5057 16384, 5724 5118 16384, 5710 5150 16384, 5695 5175 16384, 5688 5182 16384, 5667 5200 16384</inkml:trace>
  <inkml:trace contextRef="#ctx0" brushRef="#br0">6447 4580 16384, 6444 4580 16384, 6444 4583 16384, 6451 4587 16384, 6462 4587 16384, 6484 4591 16384, 6520 4591 16384, 6593 4587 16384, 6648 4580 16384, 6706 4576 16384, 6764 4573 16384, 6841 4573 16384, 6881 4580 16384, 6913 4587 16384, 6932 4594 16384</inkml:trace>
  <inkml:trace contextRef="#ctx0" brushRef="#br0">6458 4827 16384, 6454 4827 16384, 6458 4827 16384, 6465 4827 16384, 6491 4827 16384, 6564 4827 16384, 6589 4824 16384, 6644 4820 16384, 6669 4820 16384, 6728 4817 16384, 6782 4813 16384, 6837 4809 16384, 6888 4806 16384, 6924 4806 16384, 6953 4802 16384, 6979 4802 16384, 6994 4802 16384</inkml:trace>
  <inkml:trace contextRef="#ctx0" brushRef="#br0">7532 5135 16384, 7528 5143 16384, 7532 5157 16384, 7541 5157 16384, 7567 5152 16384, 7593 5143 16384, 7624 5126 16384, 7663 5100 16384, 7702 5057 16384, 7750 5000 16384, 7802 4930 16384, 7854 4857 16384, 7897 4783 16384, 7932 4709 16384, 7963 4630 16384, 7984 4548 16384, 7997 4461 16384, 8011 4374 16384, 8019 4300 16384, 8019 4243 16384, 8015 4209 16384, 8002 4200 16384, 7984 4200 16384, 7967 4213 16384, 7950 4230 16384, 7932 4261 16384, 7906 4304 16384, 7889 4361 16384, 7871 4435 16384, 7854 4539 16384, 7841 4665 16384, 7837 4826 16384, 7841 4974 16384, 7854 5065 16384, 7871 5135 16384, 7893 5174 16384, 7919 5191 16384, 7950 5200 16384, 7971 5200 16384, 7989 5191 16384</inkml:trace>
  <inkml:trace contextRef="#ctx0" brushRef="#br0">8162 4443 16384, 8187 4423 16384, 8192 4423 16384, 8212 4418 16384, 8236 4413 16384, 8261 4413 16384, 8286 4413 16384, 8306 4418 16384, 8316 4433 16384, 8316 4452 16384, 8316 4492 16384, 8306 4547 16384, 8286 4621 16384, 8261 4715 16384, 8236 4819 16384, 8217 4923 16384, 8207 5012 16384, 8207 5076 16384, 8212 5126 16384, 8222 5160 16384, 8241 5180 16384, 8266 5190 16384, 8291 5200 16384, 8316 5200 16384, 8335 5185 16384, 8370 5160 16384, 8385 5146 16384</inkml:trace>
  <inkml:trace contextRef="#ctx0" brushRef="#br0">8365 4205 16384, 8350 4200 16384, 8321 4200 16384, 8316 4200 16384, 8316 4205 16384, 8316 4215 16384, 8316 4220 16384</inkml:trace>
  <inkml:trace contextRef="#ctx0" brushRef="#br0">8301 4539 16384, 8278 4507 16384, 8274 4494 16384, 8278 4461 16384, 8296 4425 16384, 8319 4383 16384, 8333 4351 16384, 8352 4328 16384, 8374 4315 16384, 8393 4310 16384, 8411 4306 16384, 8425 4310 16384, 8439 4333 16384, 8457 4365 16384, 8471 4425 16384, 8480 4507 16384, 8489 4613 16384, 8498 4737 16384, 8498 4856 16384, 8494 4957 16384, 8489 5026 16384, 8480 5072 16384, 8480 5090 16384, 8480 5094 16384, 8485 5094 16384, 8485 5081 16384, 8485 5058 16384, 8485 5021 16384, 8485 4966 16384, 8485 4902 16384, 8489 4824 16384, 8498 4728 16384, 8508 4604 16384, 8526 4494 16384, 8553 4411 16384, 8595 4365 16384, 8627 4342 16384, 8654 4333 16384, 8686 4324 16384, 8709 4328 16384, 8728 4338 16384, 8746 4370 16384, 8764 4420 16384, 8774 4498 16384, 8778 4585 16384, 8774 4691 16384, 8764 4796 16384, 8755 4874 16384, 8746 4939 16384, 8737 4980 16384, 8732 5003 16384, 8728 5017 16384, 8723 5017 16384, 8723 5007 16384, 8719 4989 16384, 8719 4957 16384, 8719 4911 16384, 8719 4842 16384, 8728 4760 16384, 8741 4659 16384, 8769 4539 16384, 8810 4434 16384, 8847 4383 16384, 8888 4361 16384, 8925 4342 16384, 8952 4333 16384, 8989 4328 16384, 9017 4333 16384, 9040 4351 16384, 9072 4383 16384, 9099 4439 16384, 9118 4512 16384, 9131 4608 16384, 9150 4718 16384, 9163 4810 16384, 9177 4897 16384, 9191 4961 16384, 9205 5012 16384, 9219 5039 16384, 9241 5053 16384, 9264 5053 16384, 9274 5049 16384</inkml:trace>
  <inkml:trace contextRef="#ctx0" brushRef="#br0">7270 5323 16384, 7266 5325 16384, 7253 5328 16384, 7253 5332 16384, 7251 5338 16384, 7251 5351 16384, 7251 5364 16384, 7255 5374 16384, 7262 5385 16384, 7274 5393 16384, 7291 5400 16384, 7310 5402 16384, 7329 5402 16384, 7351 5400 16384, 7363 5395 16384, 7378 5385 16384, 7391 5370 16384, 7397 5353 16384, 7399 5338 16384, 7399 5323 16384, 7393 5313 16384, 7385 5306 16384, 7376 5302 16384, 7368 5300 16384, 7359 5302 16384, 7353 5308 16384, 7349 5317 16384, 7344 5332 16384, 7340 5349 16384, 7336 5374 16384, 7332 5414 16384, 7327 5467 16384, 7321 5535 16384, 7315 5609 16384, 7313 5675 16384, 7310 5728 16384, 7310 5764 16384, 7313 5779 16384, 7317 5789 16384, 7317 5796 16384, 7317 5800 16384, 7317 5794 16384, 7317 5783 16384, 7319 5764 16384, 7321 5736 16384, 7325 5707 16384, 7332 5671 16384, 7340 5631 16384, 7351 5597 16384, 7365 5571 16384, 7385 5552 16384, 7397 5544 16384, 7412 5537 16384, 7429 5535 16384, 7444 5533 16384, 7459 5542 16384, 7476 5556 16384, 7486 5582 16384, 7495 5616 16384, 7503 5652 16384, 7510 5686 16384, 7514 5713 16384, 7518 5732 16384, 7522 5743 16384, 7524 5753 16384, 7526 5758 16384</inkml:trace>
  <inkml:trace contextRef="#ctx0" brushRef="#br0">7904 5563 16384, 7908 5559 16384, 7912 5559 16384, 7923 5557 16384, 7941 5553 16384, 7964 5551 16384, 7991 5549 16384, 8019 5549 16384, 8052 5549 16384, 8091 5551 16384, 8129 5551 16384, 8168 5553 16384, 8209 5555 16384, 8244 5557 16384, 8277 5561 16384, 8306 5563 16384, 8334 5563 16384, 8355 5563 16384, 8373 5563 16384, 8382 5561 16384, 8392 5559 16384, 8396 5555 16384, 8396 5549 16384, 8394 5543 16384, 8388 5533 16384, 8378 5520 16384, 8369 5504 16384, 8357 5487 16384, 8342 5469 16384, 8330 5454 16384, 8320 5440 16384, 8312 5434 16384, 8308 5430 16384, 8305 5428 16384, 8305 5426 16384</inkml:trace>
  <inkml:trace contextRef="#ctx0" brushRef="#br0">8404 5578 16384, 8398 5578 16384, 8396 5578 16384, 8394 5582 16384, 8390 5586 16384, 8384 5594 16384, 8377 5604 16384, 8367 5617 16384, 8353 5633 16384, 8342 5646 16384, 8334 5656 16384, 8330 5664 16384, 8328 5668 16384, 8328 5672 16384, 8328 5674 16384</inkml:trace>
  <inkml:trace contextRef="#ctx0" brushRef="#br0">8898 5313 16384, 8893 5304 16384, 8885 5304 16384, 8870 5321 16384, 8846 5362 16384, 8818 5434 16384, 8800 5532 16384, 8795 5650 16384, 8811 5726 16384, 8845 5773 16384, 8891 5798 16384, 8935 5800 16384, 8978 5772 16384, 9015 5715 16384, 9037 5630 16384, 9043 5536 16384, 9027 5470 16384, 8995 5423 16384, 8956 5383 16384, 8915 5335 16384, 8887 5302 16384, 8876 5300 16384, 8875 5318 16384</inkml:trace>
  <inkml:trace contextRef="#ctx0" brushRef="#br0">10956 3882 16384, 10951 3872 16384, 10939 3845 16384, 10931 3840 16384, 10921 3835 16384, 10909 3830 16384, 10899 3830 16384, 10889 3830 16384, 10877 3835 16384, 10862 3847 16384, 10850 3862 16384, 10840 3882 16384, 10828 3916 16384, 10815 3956 16384, 10803 4007 16384, 10793 4074 16384, 10786 4145 16384, 10779 4221 16384, 10771 4293 16384, 10769 4345 16384, 10764 4389 16384, 10764 4418 16384, 10764 4438 16384, 10764 4453 16384, 10761 4465 16384, 10756 4475 16384, 10754 4480 16384</inkml:trace>
  <inkml:trace contextRef="#ctx0" brushRef="#br0">10636 4187 16384, 10638 4182 16384, 10651 4167 16384, 10660 4165 16384, 10685 4153 16384, 10710 4135 16384, 10742 4123 16384, 10774 4111 16384, 10808 4106 16384, 10845 4103 16384, 10875 4103 16384, 10902 4106 16384, 10924 4111 16384, 10943 4113 16384, 10958 4118 16384, 10963 4121 16384</inkml:trace>
  <inkml:trace contextRef="#ctx0" brushRef="#br0">11339 3834 16384, 11339 3832 16384, 11339 3830 16384, 11337 3830 16384, 11331 3834 16384, 11327 3840 16384, 11321 3848 16384, 11313 3860 16384, 11305 3876 16384, 11287 3915 16384, 11281 3931 16384, 11277 3947 16384, 11265 3987 16384, 11250 4052 16384, 11244 4100 16384, 11242 4153 16384, 11244 4232 16384, 11250 4286 16384, 11259 4337 16384, 11279 4395 16384, 11289 4428 16384, 11301 4452 16384, 11317 4472 16384, 11323 4480 16384</inkml:trace>
  <inkml:trace contextRef="#ctx0" brushRef="#br0">11503 4003 16384, 11496 3984 16384, 11496 3976 16384, 11507 3964 16384, 11523 3948 16384, 11547 3932 16384, 11578 3917 16384, 11610 3905 16384, 11645 3901 16384, 11704 3909 16384, 11720 3917 16384, 11756 3940 16384, 11783 3980 16384, 11799 4027 16384, 11807 4086 16384, 11807 4141 16384, 11799 4192 16384, 11779 4244 16384, 11759 4287 16384, 11732 4330 16384, 11700 4370 16384, 11669 4405 16384, 11637 4433 16384, 11606 4456 16384, 11563 4476 16384, 11535 4480 16384, 11527 4480 16384</inkml:trace>
  <inkml:trace contextRef="#ctx0" brushRef="#br0">12027 3834 16384, 12019 3830 16384, 11992 3838 16384, 11980 3846 16384, 11956 3865 16384, 11929 3889 16384, 11897 3921 16384, 11866 3956 16384, 11842 3999 16384, 11815 4058 16384, 11799 4118 16384, 11787 4188 16384, 11783 4255 16384, 11791 4311 16384, 11807 4362 16384, 11838 4401 16384, 11870 4425 16384, 11905 4441 16384, 11945 4448 16384, 11980 4448 16384, 12000 4448 16384</inkml:trace>
  <inkml:trace contextRef="#ctx0" brushRef="#br0">12436 4149 16384, 12431 4149 16384, 12433 4149 16384, 12437 4149 16384, 12443 4148 16384, 12450 4148 16384, 12458 4147 16384, 12469 4147 16384, 12482 4145 16384, 12498 4144 16384, 12517 4144 16384, 12535 4143 16384, 12556 4143 16384, 12578 4142 16384, 12597 4142 16384, 12618 4143 16384, 12641 4144 16384, 12661 4147 16384, 12683 4148 16384, 12705 4149 16384, 12723 4150 16384, 12741 4150 16384, 12756 4150 16384, 12767 4150 16384, 12774 4151 16384, 12780 4151 16384, 12785 4151 16384, 12787 4151 16384, 12788 4149 16384</inkml:trace>
  <inkml:trace contextRef="#ctx0" brushRef="#br0">12616 4000 16384, 12616 4001 16384, 12615 4002 16384, 12615 4005 16384, 12615 4010 16384, 12615 4017 16384, 12616 4027 16384, 12618 4040 16384, 12619 4056 16384, 12619 4075 16384, 12620 4097 16384, 12619 4121 16384, 12618 4144 16384, 12615 4168 16384, 12613 4194 16384, 12612 4216 16384, 12612 4236 16384, 12612 4256 16384, 12612 4270 16384, 12612 4283 16384, 12613 4294 16384, 12614 4303 16384, 12615 4308 16384, 12616 4310 16384</inkml:trace>
  <inkml:trace contextRef="#ctx0" brushRef="#br0">13304 3860 16384, 13298 3863 16384, 13282 3866 16384, 13282 3871 16384, 13279 3880 16384, 13279 3896 16384, 13279 3913 16384, 13284 3926 16384, 13293 3940 16384, 13309 3951 16384, 13331 3959 16384, 13356 3962 16384, 13381 3962 16384, 13408 3959 16384, 13425 3954 16384, 13444 3940 16384, 13461 3921 16384, 13469 3899 16384, 13472 3880 16384, 13472 3860 16384, 13463 3847 16384, 13452 3838 16384, 13441 3833 16384, 13430 3830 16384, 13419 3833 16384, 13411 3841 16384, 13406 3852 16384, 13400 3871 16384, 13395 3893 16384, 13389 3926 16384, 13384 3979 16384, 13378 4048 16384, 13370 4136 16384, 13362 4232 16384, 13359 4318 16384, 13356 4386 16384, 13356 4433 16384, 13359 4452 16384, 13364 4466 16384, 13364 4474 16384, 13364 4480 16384, 13364 4472 16384, 13364 4458 16384, 13367 4433 16384, 13370 4397 16384, 13375 4359 16384, 13384 4312 16384, 13395 4260 16384, 13408 4216 16384, 13428 4183 16384, 13452 4158 16384, 13469 4147 16384, 13488 4138 16384, 13510 4136 16384, 13530 4133 16384, 13549 4144 16384, 13571 4163 16384, 13585 4196 16384, 13596 4240 16384, 13607 4287 16384, 13615 4331 16384, 13620 4367 16384, 13626 4392 16384, 13631 4406 16384, 13634 4419 16384, 13637 4425 16384</inkml:trace>
  <inkml:trace contextRef="#ctx0" brushRef="#br0">13913 3830 16384, 13915 3830 16384, 13915 3832 16384, 13917 3832 16384, 13920 3835 16384, 13934 3851 16384, 13943 3872 16384, 13952 3904 16384, 13959 3944 16384, 13966 3986 16384, 13978 4060 16384, 13980 4085 16384, 13982 4111 16384, 13985 4160 16384, 13985 4234 16384, 13982 4276 16384, 13975 4318 16384, 13968 4357 16384, 13961 4387 16384, 13952 4427 16384, 13943 4448 16384, 13934 4464 16384, 13929 4468 16384, 13915 4480 16384</inkml:trace>
  <inkml:trace contextRef="#ctx0" brushRef="#br0">14425 4153 16384, 14423 4153 16384, 14421 4154 16384, 14420 4154 16384, 14421 4156 16384, 14428 4159 16384, 14437 4160 16384, 14449 4162 16384, 14466 4162 16384, 14487 4159 16384, 14512 4156 16384, 14541 4151 16384, 14569 4148 16384, 14596 4148 16384, 14624 4148 16384, 14645 4148 16384, 14665 4150 16384, 14684 4151 16384, 14699 4153 16384, 14713 4154 16384, 14725 4154 16384, 14739 4153 16384, 14745 4151 16384</inkml:trace>
  <inkml:trace contextRef="#ctx0" brushRef="#br0">15571 3882 16384, 15566 3872 16384, 15554 3845 16384, 15546 3840 16384, 15536 3835 16384, 15524 3830 16384, 15514 3830 16384, 15504 3830 16384, 15492 3835 16384, 15477 3847 16384, 15465 3862 16384, 15455 3882 16384, 15443 3916 16384, 15430 3956 16384, 15418 4007 16384, 15408 4074 16384, 15401 4145 16384, 15394 4221 16384, 15386 4293 16384, 15384 4345 16384, 15379 4389 16384, 15379 4418 16384, 15379 4438 16384, 15379 4453 16384, 15376 4465 16384, 15371 4475 16384, 15369 4480 16384</inkml:trace>
  <inkml:trace contextRef="#ctx0" brushRef="#br0">15251 4187 16384, 15253 4182 16384, 15266 4167 16384, 15275 4165 16384, 15300 4153 16384, 15325 4135 16384, 15357 4123 16384, 15389 4111 16384, 15423 4106 16384, 15460 4103 16384, 15490 4103 16384, 15517 4106 16384, 15539 4111 16384, 15558 4113 16384, 15573 4118 16384, 15578 4121 16384</inkml:trace>
  <inkml:trace contextRef="#ctx0" brushRef="#br0">15954 3834 16384, 15954 3832 16384, 15954 3830 16384, 15952 3830 16384, 15946 3834 16384, 15942 3840 16384, 15936 3848 16384, 15928 3860 16384, 15920 3876 16384, 15902 3915 16384, 15896 3931 16384, 15892 3947 16384, 15880 3987 16384, 15865 4052 16384, 15859 4100 16384, 15857 4153 16384, 15859 4232 16384, 15865 4286 16384, 15874 4337 16384, 15894 4395 16384, 15904 4428 16384, 15916 4452 16384, 15932 4472 16384, 15938 4480 16384</inkml:trace>
  <inkml:trace contextRef="#ctx0" brushRef="#br0">16118 4003 16384, 16111 3984 16384, 16111 3976 16384, 16122 3964 16384, 16138 3948 16384, 16162 3932 16384, 16193 3917 16384, 16225 3905 16384, 16260 3901 16384, 16319 3909 16384, 16335 3917 16384, 16371 3940 16384, 16398 3980 16384, 16414 4027 16384, 16422 4086 16384, 16422 4141 16384, 16414 4192 16384, 16394 4244 16384, 16374 4287 16384, 16347 4330 16384, 16315 4370 16384, 16284 4405 16384, 16252 4433 16384, 16221 4456 16384, 16178 4476 16384, 16150 4480 16384, 16142 4480 16384</inkml:trace>
  <inkml:trace contextRef="#ctx0" brushRef="#br0">16642 3834 16384, 16634 3830 16384, 16607 3838 16384, 16595 3846 16384, 16571 3865 16384, 16544 3889 16384, 16512 3921 16384, 16481 3956 16384, 16457 3999 16384, 16430 4058 16384, 16414 4118 16384, 16402 4188 16384, 16398 4255 16384, 16406 4311 16384, 16422 4362 16384, 16453 4401 16384, 16485 4425 16384, 16520 4441 16384, 16560 4448 16384, 16595 4448 16384, 16615 4448 16384</inkml:trace>
  <inkml:trace contextRef="#ctx0" brushRef="#br0">16831 3830 16384, 16834 3830 16384, 16834 3832 16384, 16836 3832 16384, 16838 3835 16384, 16852 3851 16384, 16861 3872 16384, 16871 3904 16384, 16878 3944 16384, 16885 3986 16384, 16896 4060 16384, 16899 4085 16384, 16901 4111 16384, 16903 4160 16384, 16903 4234 16384, 16901 4276 16384, 16894 4318 16384, 16887 4357 16384, 16880 4387 16384, 16871 4427 16384, 16861 4448 16384, 16852 4464 16384, 16847 4468 16384, 16834 4480 16384</inkml:trace>
  <inkml:trace contextRef="#ctx0" brushRef="#br0">9846 4700 11468, 17693 4700 11468</inkml:trace>
  <inkml:trace contextRef="#ctx0" brushRef="#br0">13615 4950 16384, 13610 4953 16384, 13593 4956 16384, 13593 4961 16384, 13590 4970 16384, 13590 4986 16384, 13590 5003 16384, 13596 5016 16384, 13604 5030 16384, 13621 5041 16384, 13643 5049 16384, 13668 5052 16384, 13692 5052 16384, 13720 5049 16384, 13736 5044 16384, 13756 5030 16384, 13772 5011 16384, 13780 4989 16384, 13783 4970 16384, 13783 4950 16384, 13775 4937 16384, 13764 4928 16384, 13753 4923 16384, 13742 4920 16384, 13731 4923 16384, 13723 4931 16384, 13717 4942 16384, 13712 4961 16384, 13706 4983 16384, 13701 5016 16384, 13695 5069 16384, 13690 5138 16384, 13681 5226 16384, 13673 5322 16384, 13670 5408 16384, 13668 5476 16384, 13668 5523 16384, 13670 5542 16384, 13676 5556 16384, 13676 5564 16384, 13676 5570 16384, 13676 5562 16384, 13676 5548 16384, 13679 5523 16384, 13681 5487 16384, 13687 5449 16384, 13695 5402 16384, 13706 5350 16384, 13720 5306 16384, 13739 5273 16384, 13764 5248 16384, 13780 5237 16384, 13800 5228 16384, 13822 5226 16384, 13841 5223 16384, 13860 5234 16384, 13882 5253 16384, 13896 5286 16384, 13907 5330 16384, 13918 5377 16384, 13926 5421 16384, 13932 5457 16384, 13937 5482 16384, 13943 5496 16384, 13946 5509 16384, 13948 5515 16384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brush xml:id="br1">
      <inkml:brushProperty name="width" value="0.18920" units="cm"/>
      <inkml:brushProperty name="height" value="0.18920" units="cm"/>
      <inkml:brushProperty name="color" value="#004F8B"/>
    </inkml:brush>
  </inkml:definitions>
  <inkml:trace contextRef="#ctx0" brushRef="#br0">2200 9491 16384, 2200 9503 16384, 2225 9541 16384, 2238 9578 16384, 2238 9591 16384, 2238 9616 16384, 2225 9641 16384, 2200 9666 16384, 2162 9678 16384, 2138 9678 16384, 2100 9678 16384, 2062 9678 16384, 2038 9666 16384, 2025 9641 16384, 2025 9616 16384, 2025 9553 16384, 2050 9516 16384, 2075 9478 16384, 2112 9453 16384, 2150 9441 16384, 2175 9428 16384, 2212 9428 16384, 2250 9428 16384, 2262 9428 16384, 2288 9453 16384, 2300 9466 16384, 2300 9503 16384, 2288 9516 16384, 2262 9541 16384, 2238 9566 16384, 2200 9578 16384, 2150 9603 16384, 2100 9616 16384, 2050 9616 16384, 2013 9603 16384, 2000 9591 16384, 2000 9566 16384, 2000 9541 16384, 2025 9516 16384, 2038 9503 16384, 2062 9478 16384, 2112 9466 16384, 2150 9453 16384, 2175 9453 16384, 2212 9453 16384, 2238 9453 16384, 2262 9491 16384, 2275 9528 16384, 2275 9553 16384, 2275 9578 16384, 2262 9603 16384, 2238 9628 16384, 2225 9641 16384, 2212 9641 16384, 2200 9641 16384, 2188 9628 16384, 2188 9616 16384, 2188 9591 16384, 2188 9578 16384, 2188 9566 16384, 2200 9541 16384, 2212 9528 16384, 2225 9516 16384, 2238 9516 16384, 2238 9528 16384, 2225 9553 16384, 2225 9566 16384, 2212 9566 16384, 2200 9578 16384, 2188 9591 16384, 2175 9591 16384, 2162 9591 16384, 2162 9578 16384, 2175 9553 16384, 2200 9528 16384, 2212 9516 16384, 2225 9503 16384, 2212 9528 16384, 2175 9553 16384, 2138 9578 16384, 2100 9591 16384, 2062 9616 16384, 2050 9616 16384, 2062 9603 16384, 2100 9578 16384, 2112 9566 16384, 2150 9541 16384, 2175 9516 16384, 2225 9478 16384, 2238 9453 16384, 2238 9441 16384, 2225 9441 16384, 2200 9466 16384, 2175 9491 16384, 2150 9516 16384, 2138 9541 16384, 2125 9553 16384</inkml:trace>
  <inkml:trace contextRef="#ctx0" brushRef="#br0">3541 9133 16384, 3533 9118 16384, 3514 9076 16384, 3503 9068 16384, 3488 9061 16384, 3469 9053 16384, 3453 9053 16384, 3438 9053 16384, 3419 9061 16384, 3397 9080 16384, 3378 9103 16384, 3362 9133 16384, 3344 9186 16384, 3325 9247 16384, 3306 9326 16384, 3291 9428 16384, 3279 9538 16384, 3268 9656 16384, 3256 9765 16384, 3253 9845 16384, 3245 9913 16384, 3245 9959 16384, 3245 9989 16384, 3245 10012 16384, 3241 10031 16384, 3234 10046 16384, 3230 10053 16384</inkml:trace>
  <inkml:trace contextRef="#ctx0" brushRef="#br0">3048 9603 16384, 3052 9595 16384, 3071 9572 16384, 3086 9568 16384, 3124 9550 16384, 3162 9523 16384, 3211 9504 16384, 3260 9485 16384, 3313 9478 16384, 3370 9474 16384, 3416 9474 16384, 3457 9478 16384, 3491 9485 16384, 3522 9489 16384, 3544 9497 16384, 3552 9500 16384</inkml:trace>
  <inkml:trace contextRef="#ctx0" brushRef="#br0">3712 8984 16384, 3708 8973 16384, 3705 8973 16384, 3705 8965 16384, 3708 8962 16384, 3716 8962 16384, 3727 8958 16384, 3734 8962 16384, 3742 8965 16384, 3749 8973 16384, 3753 8980 16384, 3753 8987 16384, 3749 8995 16384, 3742 9006 16384, 3730 9013 16384, 3716 9021 16384, 3701 9024 16384, 3686 9024 16384, 3675 9024 16384, 3672 9021 16384, 3672 9013 16384, 3672 9006 16384, 3675 8999 16384, 3686 8987 16384, 3697 8980 16384, 3712 8973 16384, 3727 8965 16384, 3742 8962 16384, 3756 8962 16384, 3767 8962 16384, 3775 8965 16384, 3775 8969 16384, 3771 8976 16384, 3764 8984 16384, 3756 8995 16384, 3742 9006 16384, 3723 9013 16384, 3708 9024 16384, 3694 9028 16384, 3683 9032 16384, 3679 9032 16384, 3679 9028 16384, 3683 9021 16384, 3690 9013 16384, 3697 9002 16384, 3712 8991 16384, 3723 8980 16384, 3738 8969 16384, 3756 8958 16384, 3771 8951 16384, 3782 8947 16384, 3789 8943 16384, 3793 8947 16384, 3793 8954 16384, 3789 8965 16384, 3782 8976 16384, 3771 8984 16384, 3760 8995 16384, 3753 9006 16384, 3742 9013 16384, 3730 9021 16384, 3723 9024 16384, 3716 9024 16384, 3712 9024 16384, 3712 9021 16384, 3712 9017 16384, 3719 9013 16384, 3723 9010 16384, 3734 9002 16384, 3742 8999 16384, 3753 8995 16384, 3760 8991 16384, 3771 8987 16384, 3775 8984 16384, 3778 8984 16384, 3778 8987 16384, 3775 8995 16384, 3767 9002 16384, 3760 9010 16384, 3749 9017 16384, 3742 9024 16384, 3734 9028 16384, 3730 9028 16384, 3727 9028 16384, 3730 9024 16384, 3734 9021 16384, 3738 9013 16384, 3742 9010 16384, 3749 9006 16384, 3753 9006 16384, 3760 9002 16384, 3764 9002 16384, 3767 9006 16384, 3771 9013 16384, 3771 9024 16384, 3767 9032 16384, 3764 9039 16384, 3760 9046 16384, 3753 9050 16384, 3745 9050 16384, 3738 9050 16384, 3730 9050 16384, 3727 9046 16384, 3719 9039 16384, 3719 9035 16384, 3719 9028 16384, 3723 9021 16384, 3727 9013 16384, 3734 9006 16384, 3745 8999 16384, 3756 8991 16384, 3764 8987 16384, 3778 8987 16384, 3789 8987 16384, 3800 8987 16384, 3804 8991 16384, 3808 8995 16384, 3800 9002 16384, 3789 9013 16384, 3778 9024 16384, 3764 9035 16384, 3749 9050 16384, 3734 9061 16384, 3719 9068 16384, 3712 9068 16384, 3712 9061 16384, 3716 9054 16384, 3719 9043 16384, 3727 9032 16384, 3734 9017 16384, 3745 9002 16384, 3756 8984 16384, 3767 8965 16384, 3782 8954 16384, 3793 8947 16384, 3800 8943 16384, 3808 8947 16384, 3808 8954 16384, 3808 8962 16384, 3804 8973 16384, 3797 8984 16384, 3786 8995 16384, 3778 9006 16384, 3767 9013 16384, 3756 9024 16384, 3745 9032 16384, 3734 9039 16384, 3727 9039 16384, 3723 9039 16384, 3719 9035 16384, 3719 9028 16384, 3719 9024 16384, 3723 9017 16384, 3723 9010 16384, 3727 9002 16384, 3730 8991 16384, 3734 8984 16384, 3738 8976 16384, 3738 8973 16384, 3738 8976 16384, 3738 8980 16384, 3742 8987 16384, 3745 8991 16384, 3749 8999 16384, 3756 9002 16384, 3760 9006 16384, 3767 9006 16384, 3771 9010 16384, 3778 9010 16384, 3782 9010 16384, 3789 9013 16384, 3797 9017 16384, 3804 9028 16384, 3808 9046 16384, 3815 9068 16384, 3819 9101 16384, 3819 9138 16384, 3819 9171 16384, 3811 9197 16384, 3808 9216 16384, 3800 9234 16384, 3789 9245 16384, 3782 9256 16384, 3778 9263 16384</inkml:trace>
  <inkml:trace contextRef="#ctx0" brushRef="#br0">4042 8984 16384, 4038 8973 16384, 4034 8973 16384, 4034 8965 16384, 4038 8962 16384, 4045 8962 16384, 4056 8958 16384, 4064 8962 16384, 4071 8965 16384, 4078 8973 16384, 4082 8980 16384, 4082 8987 16384, 4078 8995 16384, 4071 9006 16384, 4060 9013 16384, 4045 9021 16384, 4031 9024 16384, 4016 9024 16384, 4005 9024 16384, 4001 9021 16384, 4001 9013 16384, 4001 9006 16384, 4005 8999 16384, 4016 8987 16384, 4027 8980 16384, 4042 8973 16384, 4056 8965 16384, 4071 8962 16384, 4086 8962 16384, 4097 8962 16384, 4104 8965 16384, 4104 8969 16384, 4101 8976 16384, 4093 8984 16384, 4086 8995 16384, 4071 9006 16384, 4053 9013 16384, 4038 9024 16384, 4023 9028 16384, 4012 9032 16384, 4009 9032 16384, 4009 9028 16384, 4012 9021 16384, 4020 9013 16384, 4027 9002 16384, 4042 8991 16384, 4053 8980 16384, 4067 8969 16384, 4086 8958 16384, 4101 8951 16384, 4112 8947 16384, 4119 8943 16384, 4123 8947 16384, 4123 8954 16384, 4119 8965 16384, 4112 8976 16384, 4101 8984 16384, 4090 8995 16384, 4082 9006 16384, 4071 9013 16384, 4060 9021 16384, 4053 9024 16384, 4045 9024 16384, 4042 9024 16384, 4042 9021 16384, 4042 9017 16384, 4049 9013 16384, 4053 9010 16384, 4064 9002 16384, 4071 8999 16384, 4082 8995 16384, 4090 8991 16384, 4101 8987 16384, 4104 8984 16384, 4108 8984 16384, 4108 8987 16384, 4104 8995 16384, 4097 9002 16384, 4090 9010 16384, 4078 9017 16384, 4071 9024 16384, 4064 9028 16384, 4060 9028 16384, 4056 9028 16384, 4060 9024 16384, 4064 9021 16384, 4067 9013 16384, 4071 9010 16384, 4078 9006 16384, 4082 9006 16384, 4090 9002 16384, 4093 9002 16384, 4097 9006 16384, 4101 9013 16384, 4101 9024 16384, 4097 9032 16384, 4093 9039 16384, 4090 9046 16384, 4082 9050 16384, 4075 9050 16384, 4067 9050 16384, 4060 9050 16384, 4056 9046 16384, 4049 9039 16384, 4049 9035 16384, 4049 9028 16384, 4053 9021 16384, 4056 9013 16384, 4064 9006 16384, 4075 8999 16384, 4086 8991 16384, 4093 8987 16384, 4108 8987 16384, 4119 8987 16384, 4130 8987 16384, 4134 8991 16384, 4137 8995 16384, 4130 9002 16384, 4119 9013 16384, 4108 9024 16384, 4093 9035 16384, 4078 9050 16384, 4064 9061 16384, 4049 9068 16384, 4042 9068 16384, 4042 9061 16384, 4045 9054 16384, 4049 9043 16384, 4056 9032 16384, 4064 9017 16384, 4075 9002 16384, 4086 8984 16384, 4097 8965 16384, 4112 8954 16384, 4123 8947 16384, 4130 8943 16384, 4137 8947 16384, 4137 8954 16384, 4137 8962 16384, 4134 8973 16384, 4126 8984 16384, 4115 8995 16384, 4108 9006 16384, 4097 9013 16384, 4086 9024 16384, 4075 9032 16384, 4064 9039 16384, 4056 9039 16384, 4053 9039 16384, 4049 9035 16384, 4049 9028 16384, 4049 9024 16384, 4053 9017 16384, 4053 9010 16384, 4056 9002 16384, 4060 8991 16384, 4064 8984 16384, 4067 8976 16384, 4067 8973 16384, 4067 8976 16384, 4067 8980 16384, 4071 8987 16384, 4075 8991 16384, 4078 8999 16384, 4086 9002 16384, 4090 9006 16384, 4097 9006 16384, 4101 9010 16384, 4108 9010 16384, 4112 9010 16384, 4119 9013 16384, 4126 9017 16384, 4134 9028 16384, 4137 9046 16384, 4145 9068 16384, 4148 9101 16384, 4148 9138 16384, 4148 9171 16384, 4141 9197 16384, 4137 9216 16384, 4130 9234 16384, 4119 9245 16384, 4112 9256 16384, 4108 9263 16384</inkml:trace>
  <inkml:trace contextRef="#ctx0" brushRef="#br0">4478 9059 16384, 4478 9056 16384, 4478 9053 16384, 4475 9053 16384, 4466 9059 16384, 4460 9069 16384, 4451 9081 16384, 4438 9099 16384, 4426 9123 16384, 4399 9184 16384, 4390 9209 16384, 4384 9233 16384, 4365 9294 16384, 4341 9395 16384, 4332 9468 16384, 4329 9550 16384, 4332 9672 16384, 4341 9755 16384, 4356 9834 16384, 4387 9922 16384, 4402 9974 16384, 4420 10011 16384, 4445 10041 16384, 4454 10053 16384</inkml:trace>
  <inkml:trace contextRef="#ctx0" brushRef="#br0">4731 9320 16384, 4719 9290 16384, 4719 9278 16384, 4737 9259 16384, 4762 9235 16384, 4798 9211 16384, 4847 9187 16384, 4895 9168 16384, 4950 9162 16384, 5040 9175 16384, 5065 9187 16384, 5119 9223 16384, 5162 9284 16384, 5186 9356 16384, 5198 9447 16384, 5198 9532 16384, 5186 9611 16384, 5156 9690 16384, 5125 9756 16384, 5083 9823 16384, 5034 9884 16384, 4986 9938 16384, 4937 9981 16384, 4889 10017 16384, 4822 10047 16384, 4780 10053 16384, 4768 10053 16384</inkml:trace>
  <inkml:trace contextRef="#ctx0" brushRef="#br0">5537 9059 16384, 5525 9053 16384, 5483 9065 16384, 5465 9078 16384, 5428 9108 16384, 5386 9144 16384, 5337 9193 16384, 5289 9247 16384, 5253 9314 16384, 5210 9405 16384, 5186 9496 16384, 5168 9605 16384, 5162 9708 16384, 5174 9793 16384, 5198 9872 16384, 5247 9932 16384, 5295 9968 16384, 5350 9993 16384, 5410 10005 16384, 5465 10005 16384, 5495 10005 16384</inkml:trace>
  <inkml:trace contextRef="#ctx0" brushRef="#br0">5828 9053 16384, 5832 9053 16384, 5832 9057 16384, 5835 9057 16384, 5839 9060 16384, 5860 9085 16384, 5874 9118 16384, 5889 9168 16384, 5899 9228 16384, 5910 9293 16384, 5928 9407 16384, 5932 9446 16384, 5935 9485 16384, 5939 9560 16384, 5939 9675 16384, 5935 9739 16384, 5924 9803 16384, 5914 9864 16384, 5903 9910 16384, 5889 9971 16384, 5874 10003 16384, 5860 10028 16384, 5853 10035 16384, 5832 10053 16384</inkml:trace>
  <inkml:trace contextRef="#ctx0" brushRef="#br0">6722 9278 16384, 6707 9278 16384, 6701 9281 16384, 6698 9281 16384, 6701 9281 16384, 6710 9284 16384, 6722 9290 16384, 6741 9294 16384, 6759 9300 16384, 6786 9309 16384, 6820 9321 16384, 6853 9339 16384, 6892 9360 16384, 6926 9382 16384, 6956 9403 16384, 6987 9424 16384, 7014 9442 16384, 7032 9461 16384, 7054 9479 16384, 7066 9494 16384, 7069 9509 16384, 7069 9524 16384, 7060 9540 16384, 7041 9558 16384, 7020 9585 16384, 6996 9613 16384, 6965 9646 16384, 6929 9679 16384, 6892 9710 16384, 6856 9740 16384, 6820 9768 16384, 6789 9789 16384, 6762 9807 16384, 6741 9819 16384, 6731 9828 16384, 6722 9828 16384, 6719 9828 16384</inkml:trace>
  <inkml:trace contextRef="#ctx0" brushRef="#br0">8147 9080 16384, 8137 9061 16384, 8120 9061 16384, 8091 9095 16384, 8042 9177 16384, 7986 9321 16384, 7950 9518 16384, 7940 9754 16384, 7972 9905 16384, 8040 10000 16384, 8132 10048 16384, 8220 10053 16384, 8308 9997 16384, 8381 9883 16384, 8424 9713 16384, 8437 9525 16384, 8405 9394 16384, 8342 9299 16384, 8264 9219 16384, 8181 9124 16384, 8125 9058 16384, 8103 9053 16384, 8101 9090 16384</inkml:trace>
  <inkml:trace contextRef="#ctx0" brushRef="#br0">9218 9243 16384, 9242 9231 16384, 9317 9213 16384, 9415 9196 16384, 9506 9189 16384, 9578 9187 16384, 9617 9183 16384, 9623 9181 16384</inkml:trace>
  <inkml:trace contextRef="#ctx0" brushRef="#br0">9486 9053 16384, 9480 9055 16384, 9454 9124 16384, 9422 9243 16384, 9346 9402 16384, 9278 9539 16384, 9246 9625 16384, 9246 9653 16384</inkml:trace>
  <inkml:trace contextRef="#ctx0" brushRef="#br0">9851 9159 16384, 9877 9163 16384, 9940 9207 16384, 10016 9269 16384, 10066 9335 16384, 10096 9393 16384, 10103 9443 16384, 10096 9484 16384, 10068 9510 16384</inkml:trace>
  <inkml:trace contextRef="#ctx0" brushRef="#br0">9721 9487 16384, 9717 9495 16384, 9751 9645 16384, 9764 9756 16384, 9738 9877 16384, 9686 9985 16384, 9636 10040 16384, 9580 10053 16384, 9528 10022 16384, 9482 9951 16384, 9471 9909 16384, 9493 9894 16384, 9554 9885 16384, 9656 9879 16384, 9803 9899 16384, 9933 9948 16384, 10014 9983 16384, 10076 10003 16384, 10122 10007 16384</inkml:trace>
  <inkml:trace contextRef="#ctx0" brushRef="#br0">10473 9053 16384, 10476 9057 16384, 10500 9089 16384, 10552 9157 16384, 10592 9203 16384, 10607 9226 16384, 10594 9247 16384, 10571 9263 16384</inkml:trace>
  <inkml:trace contextRef="#ctx0" brushRef="#br0">10344 9269 16384, 10337 9276 16384, 10337 9302 16384, 10344 9376 16384, 10333 9476 16384, 10312 9571 16384, 10302 9636 16384, 10305 9655 16384, 10320 9663 16384, 10347 9663 16384, 10400 9642 16384, 10476 9619 16384, 10573 9615 16384, 10673 9644 16384, 10755 9702 16384, 10805 9766 16384, 10821 9839 16384, 10800 9908 16384, 10749 9971 16384, 10676 10021 16384, 10592 10052 16384, 10518 10053 16384, 10502 10048 16384</inkml:trace>
  <inkml:trace contextRef="#ctx0" brushRef="#br1">11570 9055 16384, 11564 9053 16384, 11552 9053 16384, 11546 9080 16384, 11536 9177 16384, 11515 9325 16384, 11501 9522 16384, 11505 9755 16384, 11546 9905 16384, 11619 10001 16384, 11722 10049 16384, 11826 10053 16384, 11929 10011 16384, 12047 9938 16384, 12150 9859 16384, 12229 9788 16384, 12244 9773 16384</inkml:trace>
  <inkml:trace contextRef="#ctx0" brushRef="#br1">12434 9249 16384, 12424 9249 16384, 12481 9237 16384, 12579 9212 16384, 12698 9183 16384, 12803 9170 16384, 12885 9172 16384, 12936 9174 16384</inkml:trace>
  <inkml:trace contextRef="#ctx0" brushRef="#br1">12689 9053 16384, 12681 9055 16384, 12681 9078 16384, 12686 9160 16384, 12646 9349 16384, 12597 9587 16384, 12563 9807 16384, 12550 9941 16384, 12551 10017 16384, 12563 10053 16384</inkml:trace>
  <inkml:trace contextRef="#ctx0" brushRef="#br1">12840 9464 16384, 12840 9450 16384, 12915 9433 16384, 12995 9417 16384, 13077 9410 16384, 13139 9420 16384, 13175 9447 16384, 13186 9483 16384, 13170 9538 16384</inkml:trace>
  <inkml:trace contextRef="#ctx0" brushRef="#br1">12927 9833 16384, 12924 9838 16384, 12973 9920 16384, 13046 9955 16384, 13123 9980 16384, 13209 9985 16384, 13308 9955 16384</inkml:trace>
  <inkml:trace contextRef="#ctx0" brushRef="#br1">13546 9077 16384, 13540 9096 16384, 13527 9216 16384, 13499 9451 16384, 13488 9726 16384, 13507 9914 16384, 13554 9996 16384, 13610 10030 16384</inkml:trace>
  <inkml:trace contextRef="#ctx0" brushRef="#br1">13907 9335 16384, 13909 9323 16384, 14031 9286 16384, 14121 9280 16384, 14198 9282 16384, 14264 9288 16384, 14296 9308 16384, 14290 9370 16384</inkml:trace>
  <inkml:trace contextRef="#ctx0" brushRef="#br1">14063 9782 16384, 14063 9797 16384, 14159 9929 16384, 14243 9968 16384, 14339 9987 16384, 14441 9972 16384, 14488 9953 16384</inkml:trace>
  <inkml:trace contextRef="#ctx0" brushRef="#br1">15168 9098 16384, 15181 9100 16384, 15248 9143 16384, 15345 9240 16384, 15427 9324 16384, 15492 9394 16384, 15548 9443 16384, 15559 9450 16384</inkml:trace>
  <inkml:trace contextRef="#ctx0" brushRef="#br1">15887 9169 16384, 15879 9169 16384, 15827 9195 16384, 15745 9273 16384, 15617 9404 16384, 15510 9540 16384, 15438 9683 16384, 15417 9797 16384, 15443 9873 16384, 15512 9938 16384, 15609 9985 16384, 15715 10003 16384, 15840 10009 16384, 15967 9998 16384, 16082 9977 16384, 16168 9955 16384</inkml:trace>
  <inkml:trace contextRef="#ctx0" brushRef="#br1">16359 9399 16384, 16348 9388 16384, 16362 9372 16384, 16439 9332 16384, 16595 9259 16384, 16779 9210 16384, 16979 9201 16384, 17159 9239 16384, 17277 9314 16384, 17342 9406 16384, 17348 9510 16384, 17295 9612 16384, 17197 9710 16384, 17084 9808 16384, 16995 9877 16384, 16962 9906 16384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definitions>
  <inkml:trace contextRef="#ctx0" brushRef="#br0">2200 13484 16384, 2200 13497 16384, 2225 13534 16384, 2238 13572 16384, 2238 13584 16384, 2238 13609 16384, 2225 13634 16384, 2200 13659 16384, 2162 13672 16384, 2138 13672 16384, 2100 13672 16384, 2062 13672 16384, 2038 13659 16384, 2025 13634 16384, 2025 13609 16384, 2025 13547 16384, 2050 13509 16384, 2075 13472 16384, 2112 13447 16384, 2150 13434 16384, 2175 13422 16384, 2212 13422 16384, 2250 13422 16384, 2262 13422 16384, 2288 13447 16384, 2300 13459 16384, 2300 13497 16384, 2288 13509 16384, 2262 13534 16384, 2238 13559 16384, 2200 13572 16384, 2150 13597 16384, 2100 13609 16384, 2050 13609 16384, 2013 13597 16384, 2000 13584 16384, 2000 13559 16384, 2000 13534 16384, 2025 13509 16384, 2038 13497 16384, 2062 13472 16384, 2112 13459 16384, 2150 13447 16384, 2175 13447 16384, 2212 13447 16384, 2238 13447 16384, 2262 13484 16384, 2275 13522 16384, 2275 13547 16384, 2275 13572 16384, 2262 13597 16384, 2238 13622 16384, 2225 13634 16384, 2212 13634 16384, 2200 13634 16384, 2188 13622 16384, 2188 13609 16384, 2188 13584 16384, 2188 13572 16384, 2188 13559 16384, 2200 13534 16384, 2212 13522 16384, 2225 13509 16384, 2238 13509 16384, 2238 13522 16384, 2225 13547 16384, 2225 13559 16384, 2212 13559 16384, 2200 13572 16384, 2188 13584 16384, 2175 13584 16384, 2162 13584 16384, 2162 13572 16384, 2175 13547 16384, 2200 13522 16384, 2212 13509 16384, 2225 13497 16384, 2212 13522 16384, 2175 13547 16384, 2138 13572 16384, 2100 13584 16384, 2062 13609 16384, 2050 13609 16384, 2062 13597 16384, 2100 13572 16384, 2112 13559 16384, 2150 13534 16384, 2175 13509 16384, 2225 13472 16384, 2238 13447 16384, 2238 13434 16384, 2225 13434 16384, 2200 13459 16384, 2175 13484 16384, 2150 13509 16384, 2138 13534 16384, 2125 13547 16384</inkml:trace>
  <inkml:trace contextRef="#ctx0" brushRef="#br0">2814 13366 16384, 2803 13366 16384, 2800 13366 16384, 2817 13366 16384, 2875 13362 16384, 2992 13343 16384, 3155 13324 16384, 3333 13305 16384, 3512 13285 16384, 3660 13271 16384, 3751 13271 16384, 3783 13270 16384</inkml:trace>
  <inkml:trace contextRef="#ctx0" brushRef="#br0">3477 13102 16384, 3491 13131 16384, 3536 13233 16384, 3553 13364 16384, 3541 13500 16384, 3519 13602 16384, 3498 13658 16384, 3480 13677 16384, 3463 13675 16384, 3445 13661 16384</inkml:trace>
  <inkml:trace contextRef="#ctx0" brushRef="#br0">3146 13123 16384, 3144 13126 16384, 3148 13180 16384, 3141 13322 16384, 3116 13500 16384, 3104 13684 16384, 3122 13808 16384, 3167 13888 16384, 3230 13953 16384, 3305 13985 16384, 3393 13992 16384, 3492 13985 16384, 3581 13974 16384, 3662 13972 16384, 3725 13962 16384, 3777 13951 16384, 3800 13946 16384</inkml:trace>
  <inkml:trace contextRef="#ctx0" brushRef="#br0">3997 13707 16384, 3980 13694 16384, 3984 13686 16384, 4001 13673 16384, 4027 13656 16384, 4057 13638 16384, 4100 13617 16384, 4143 13591 16384, 4195 13570 16384, 4242 13557 16384, 4298 13544 16384, 4345 13540 16384, 4397 13544 16384, 4444 13557 16384, 4478 13578 16384, 4504 13608 16384, 4521 13643 16384, 4530 13681 16384, 4526 13729 16384, 4513 13776 16384, 4491 13819 16384, 4470 13862 16384, 4444 13909 16384, 4414 13939 16384, 4388 13974 16384, 4358 14004 16384</inkml:trace>
  <inkml:trace contextRef="#ctx0" brushRef="#br0">4715 13188 16384, 4710 13188 16384, 4761 13183 16384, 4895 13169 16384, 5061 13146 16384, 5246 13121 16384, 5440 13100 16384, 5597 13091 16384, 5689 13091 16384, 5710 13097 16384, 5696 13109 16384, 5620 13160 16384, 5491 13243 16384, 5357 13354 16384, 5253 13502 16384, 5230 13631 16384, 5250 13763 16384, 5310 13871 16384, 5403 13952 16384, 5507 13989 16384, 5622 14003 16384, 5708 13987 16384</inkml:trace>
  <inkml:trace contextRef="#ctx0" brushRef="#br0">6283 13064 16384, 6286 13051 16384, 6286 13047 16384, 6277 13076 16384, 6228 13178 16384, 6117 13400 16384, 5990 13673 16384, 5912 13871 16384, 5890 13976 16384, 5890 14024 16384, 5897 14047 16384, 5912 14036 16384, 5952 13960 16384, 6010 13824 16384, 6090 13656 16384, 6186 13524 16384, 6248 13484 16384, 6286 13473 16384, 6303 13500 16384, 6317 13578 16384, 6332 13704 16384, 6359 13840 16384, 6406 13938 16384, 6466 13987 16384, 6541 14013 16384, 6619 14016 16384, 6661 14007 16384</inkml:trace>
  <inkml:trace contextRef="#ctx0" brushRef="#br0">6916 13155 16384, 6909 13152 16384, 6899 13179 16384, 6880 13272 16384, 6853 13453 16384, 6841 13675 16384, 6856 13836 16384, 6895 13914 16384, 6943 13942 16384</inkml:trace>
  <inkml:trace contextRef="#ctx0" brushRef="#br0">7139 13350 16384, 7226 13352 16384, 7351 13352 16384, 7472 13348 16384, 7582 13342 16384, 7655 13342 16384, 7682 13348 16384</inkml:trace>
  <inkml:trace contextRef="#ctx0" brushRef="#br0">7417 13170 16384, 7446 13236 16384, 7489 13369 16384, 7502 13542 16384, 7487 13711 16384, 7450 13835 16384, 7416 13898 16384, 7385 13906 16384, 7346 13889 16384, 7300 13840 16384, 7265 13775 16384, 7255 13725 16384, 7278 13694 16384, 7343 13670 16384, 7439 13653 16384, 7558 13669 16384, 7656 13714 16384, 7736 13769 16384, 7790 13804 16384, 7822 13818 16384, 7838 13825 16384, 7841 13825 16384</inkml:trace>
  <inkml:trace contextRef="#ctx0" brushRef="#br0">9262 13126 16384, 9254 13111 16384, 9235 13069 16384, 9224 13062 16384, 9209 13054 16384, 9190 13047 16384, 9175 13047 16384, 9159 13047 16384, 9140 13054 16384, 9118 13073 16384, 9099 13096 16384, 9084 13126 16384, 9065 13179 16384, 9046 13240 16384, 9027 13319 16384, 9012 13422 16384, 9000 13532 16384, 8989 13649 16384, 8978 13759 16384, 8974 13838 16384, 8966 13907 16384, 8966 13952 16384, 8966 13982 16384, 8966 14005 16384, 8962 14024 16384, 8955 14039 16384, 8951 14047 16384</inkml:trace>
  <inkml:trace contextRef="#ctx0" brushRef="#br0">8769 13596 16384, 8773 13588 16384, 8792 13566 16384, 8807 13562 16384, 8845 13543 16384, 8883 13516 16384, 8932 13497 16384, 8981 13478 16384, 9034 13471 16384, 9091 13467 16384, 9137 13467 16384, 9178 13471 16384, 9212 13478 16384, 9243 13482 16384, 9265 13490 16384, 9273 13494 16384</inkml:trace>
  <inkml:trace contextRef="#ctx0" brushRef="#br0">9598 12977 16384, 9594 12966 16384, 9591 12966 16384, 9591 12959 16384, 9594 12955 16384, 9602 12955 16384, 9613 12951 16384, 9620 12955 16384, 9627 12959 16384, 9635 12966 16384, 9638 12973 16384, 9638 12981 16384, 9635 12988 16384, 9627 12999 16384, 9616 13007 16384, 9602 13014 16384, 9587 13018 16384, 9572 13018 16384, 9561 13018 16384, 9558 13014 16384, 9558 13007 16384, 9558 12999 16384, 9561 12992 16384, 9572 12981 16384, 9583 12973 16384, 9598 12966 16384, 9613 12959 16384, 9627 12955 16384, 9642 12955 16384, 9653 12955 16384, 9661 12959 16384, 9661 12962 16384, 9657 12970 16384, 9650 12977 16384, 9642 12988 16384, 9627 12999 16384, 9609 13007 16384, 9594 13018 16384, 9580 13021 16384, 9569 13025 16384, 9565 13025 16384, 9565 13021 16384, 9569 13014 16384, 9576 13007 16384, 9583 12996 16384, 9598 12984 16384, 9609 12973 16384, 9624 12962 16384, 9642 12951 16384, 9657 12944 16384, 9668 12940 16384, 9675 12937 16384, 9679 12940 16384, 9679 12948 16384, 9675 12959 16384, 9668 12970 16384, 9657 12977 16384, 9646 12988 16384, 9638 12999 16384, 9627 13007 16384, 9616 13014 16384, 9609 13018 16384, 9602 13018 16384, 9598 13018 16384, 9598 13014 16384, 9598 13010 16384, 9605 13007 16384, 9609 13003 16384, 9620 12996 16384, 9627 12992 16384, 9638 12988 16384, 9646 12984 16384, 9657 12981 16384, 9661 12977 16384, 9664 12977 16384, 9664 12981 16384, 9661 12988 16384, 9653 12996 16384, 9646 13003 16384, 9635 13010 16384, 9627 13018 16384, 9620 13021 16384, 9616 13021 16384, 9613 13021 16384, 9616 13018 16384, 9620 13014 16384, 9624 13007 16384, 9627 13003 16384, 9635 12999 16384, 9638 12999 16384, 9646 12996 16384, 9650 12996 16384, 9653 12999 16384, 9657 13007 16384, 9657 13018 16384, 9653 13025 16384, 9650 13032 16384, 9646 13040 16384, 9638 13043 16384, 9631 13043 16384, 9624 13043 16384, 9616 13043 16384, 9613 13040 16384, 9605 13032 16384, 9605 13029 16384, 9605 13021 16384, 9609 13014 16384, 9613 13007 16384, 9620 12999 16384, 9631 12992 16384, 9642 12984 16384, 9650 12981 16384, 9664 12981 16384, 9675 12981 16384, 9686 12981 16384, 9690 12984 16384, 9694 12988 16384, 9686 12996 16384, 9675 13007 16384, 9664 13018 16384, 9650 13029 16384, 9635 13043 16384, 9620 13054 16384, 9605 13062 16384, 9598 13062 16384, 9598 13054 16384, 9602 13047 16384, 9605 13036 16384, 9613 13025 16384, 9620 13010 16384, 9631 12996 16384, 9642 12977 16384, 9653 12959 16384, 9668 12948 16384, 9679 12940 16384, 9686 12937 16384, 9694 12940 16384, 9694 12948 16384, 9694 12955 16384, 9690 12966 16384, 9683 12977 16384, 9672 12988 16384, 9664 12999 16384, 9653 13007 16384, 9642 13018 16384, 9631 13025 16384, 9620 13032 16384, 9613 13032 16384, 9609 13032 16384, 9605 13029 16384, 9605 13021 16384, 9605 13018 16384, 9609 13010 16384, 9609 13003 16384, 9613 12996 16384, 9616 12984 16384, 9620 12977 16384, 9624 12970 16384, 9624 12966 16384, 9624 12970 16384, 9624 12973 16384, 9627 12981 16384, 9631 12984 16384, 9635 12992 16384, 9642 12996 16384, 9646 12999 16384, 9653 12999 16384, 9657 13003 16384, 9664 13003 16384, 9668 13003 16384, 9675 13007 16384, 9683 13010 16384, 9690 13021 16384, 9694 13040 16384, 9701 13062 16384, 9705 13095 16384, 9705 13132 16384, 9705 13165 16384, 9697 13190 16384, 9694 13209 16384, 9686 13227 16384, 9675 13238 16384, 9668 13249 16384, 9664 13257 16384</inkml:trace>
  <inkml:trace contextRef="#ctx0" brushRef="#br0">10034 13053 16384, 10034 13050 16384, 10034 13047 16384, 10031 13047 16384, 10022 13053 16384, 10016 13062 16384, 10007 13074 16384, 9995 13092 16384, 9983 13117 16384, 9955 13178 16384, 9946 13202 16384, 9940 13227 16384, 9922 13288 16384, 9897 13388 16384, 9888 13461 16384, 9885 13544 16384, 9888 13666 16384, 9897 13748 16384, 9912 13827 16384, 9943 13916 16384, 9958 13967 16384, 9976 14004 16384, 10001 14034 16384, 10010 14047 16384</inkml:trace>
  <inkml:trace contextRef="#ctx0" brushRef="#br0">10368 14018 16384, 10373 14030 16384, 10390 14047 16384, 10413 14047 16384, 10453 14030 16384, 10493 13995 16384, 10533 13944 16384, 10590 13870 16384, 10630 13795 16384, 10682 13710 16384, 10733 13607 16384, 10768 13504 16384, 10813 13390 16384, 10848 13275 16384, 10876 13184 16384, 10893 13110 16384, 10899 13064 16384, 10899 13047 16384, 10893 13047 16384, 10876 13052 16384, 10853 13075 16384, 10836 13104 16384, 10813 13150 16384, 10796 13212 16384, 10779 13298 16384, 10762 13395 16384, 10750 13510 16384, 10750 13652 16384, 10762 13795 16384, 10779 13898 16384, 10808 13961 16384, 10848 13995 16384, 10882 14007 16384, 10922 14012 16384, 10962 14012 16384, 10990 14001 16384</inkml:trace>
  <inkml:trace contextRef="#ctx0" brushRef="#br0">10550 13395 16384, 10528 13407 16384, 10493 13412 16384, 10505 13412 16384, 10533 13401 16384, 10568 13390 16384, 10608 13378 16384, 10665 13367 16384, 10733 13355 16384, 10808 13350 16384, 10888 13344 16384, 10950 13338 16384, 11002 13332 16384</inkml:trace>
  <inkml:trace contextRef="#ctx0" brushRef="#br0">11384 13047 16384, 11388 13047 16384, 11388 13050 16384, 11391 13050 16384, 11395 13054 16384, 11416 13079 16384, 11431 13111 16384, 11445 13161 16384, 11456 13222 16384, 11466 13286 16384, 11484 13400 16384, 11488 13440 16384, 11491 13479 16384, 11495 13554 16384, 11495 13668 16384, 11491 13732 16384, 11481 13797 16384, 11470 13857 16384, 11459 13904 16384, 11445 13965 16384, 11431 13997 16384, 11416 14022 16384, 11409 14029 16384, 11388 14047 16384</inkml:trace>
  <inkml:trace contextRef="#ctx0" brushRef="#br0">12464 13053 16384, 12464 13050 16384, 12464 13047 16384, 12461 13047 16384, 12452 13053 16384, 12446 13062 16384, 12437 13074 16384, 12425 13092 16384, 12413 13117 16384, 12385 13178 16384, 12376 13202 16384, 12370 13227 16384, 12352 13288 16384, 12327 13388 16384, 12318 13461 16384, 12315 13544 16384, 12318 13666 16384, 12327 13748 16384, 12342 13827 16384, 12373 13916 16384, 12388 13967 16384, 12406 14004 16384, 12431 14034 16384, 12440 14047 16384</inkml:trace>
  <inkml:trace contextRef="#ctx0" brushRef="#br0">12718 13313 16384, 12706 13283 16384, 12706 13271 16384, 12724 13253 16384, 12748 13228 16384, 12784 13204 16384, 12833 13180 16384, 12881 13162 16384, 12936 13156 16384, 13027 13168 16384, 13051 13180 16384, 13106 13216 16384, 13148 13277 16384, 13172 13350 16384, 13184 13441 16384, 13184 13525 16384, 13172 13604 16384, 13142 13683 16384, 13112 13750 16384, 13069 13816 16384, 13021 13877 16384, 12972 13932 16384, 12924 13974 16384, 12875 14010 16384, 12809 14041 16384, 12766 14047 16384, 12754 14047 16384</inkml:trace>
  <inkml:trace contextRef="#ctx0" brushRef="#br0">13524 13053 16384, 13512 13047 16384, 13469 13059 16384, 13451 13071 16384, 13415 13101 16384, 13372 13138 16384, 13324 13186 16384, 13275 13241 16384, 13239 13307 16384, 13196 13398 16384, 13172 13489 16384, 13154 13598 16384, 13148 13701 16384, 13160 13786 16384, 13184 13865 16384, 13233 13925 16384, 13281 13962 16384, 13336 13986 16384, 13396 13998 16384, 13451 13998 16384, 13481 13998 16384</inkml:trace>
  <inkml:trace contextRef="#ctx0" brushRef="#br0">14152 13543 16384, 14149 13543 16384, 14147 13545 16384, 14145 13545 16384, 14147 13548 16384, 14156 13553 16384, 14171 13555 16384, 14189 13557 16384, 14215 13557 16384, 14248 13553 16384, 14286 13548 16384, 14331 13541 16384, 14373 13536 16384, 14416 13536 16384, 14458 13536 16384, 14491 13536 16384, 14522 13538 16384, 14550 13541 16384, 14574 13543 16384, 14595 13545 16384, 14614 13545 16384, 14635 13543 16384, 14645 13541 16384</inkml:trace>
  <inkml:trace contextRef="#ctx0" brushRef="#br0">15358 14018 16384, 15363 14030 16384, 15380 14047 16384, 15403 14047 16384, 15443 14030 16384, 15483 13995 16384, 15523 13944 16384, 15580 13870 16384, 15620 13795 16384, 15672 13710 16384, 15723 13607 16384, 15758 13504 16384, 15803 13390 16384, 15838 13275 16384, 15866 13184 16384, 15883 13110 16384, 15889 13064 16384, 15889 13047 16384, 15883 13047 16384, 15866 13052 16384, 15843 13075 16384, 15826 13104 16384, 15803 13150 16384, 15786 13212 16384, 15769 13298 16384, 15752 13395 16384, 15740 13510 16384, 15740 13652 16384, 15752 13795 16384, 15769 13898 16384, 15798 13961 16384, 15838 13995 16384, 15872 14007 16384, 15912 14012 16384, 15952 14012 16384, 15980 14001 16384</inkml:trace>
  <inkml:trace contextRef="#ctx0" brushRef="#br0">15540 13395 16384, 15518 13407 16384, 15483 13412 16384, 15495 13412 16384, 15523 13401 16384, 15558 13390 16384, 15598 13378 16384, 15655 13367 16384, 15723 13355 16384, 15798 13350 16384, 15878 13344 16384, 15940 13338 16384, 15992 13332 16384</inkml:trace>
  <inkml:trace contextRef="#ctx0" brushRef="#br0">16374 13047 16384, 16378 13047 16384, 16378 13050 16384, 16381 13050 16384, 16385 13054 16384, 16406 13079 16384, 16421 13111 16384, 16435 13161 16384, 16446 13222 16384, 16456 13286 16384, 16474 13400 16384, 16478 13440 16384, 16481 13479 16384, 16485 13554 16384, 16485 13668 16384, 16481 13732 16384, 16471 13797 16384, 16460 13857 16384, 16449 13904 16384, 16435 13965 16384, 16421 13997 16384, 16406 14022 16384, 16399 14029 16384, 16378 14047 16384</inkml:trace>
  <inkml:trace contextRef="#ctx0" brushRef="#br0">17162 13537 16384, 17155 13537 16384, 17158 13537 16384, 17164 13537 16384, 17173 13535 16384, 17185 13535 16384, 17196 13534 16384, 17212 13534 16384, 17233 13532 16384, 17257 13530 16384, 17287 13530 16384, 17315 13528 16384, 17347 13528 16384, 17380 13526 16384, 17410 13526 16384, 17442 13528 16384, 17477 13530 16384, 17509 13534 16384, 17542 13535 16384, 17576 13537 16384, 17604 13539 16384, 17632 13539 16384, 17654 13539 16384, 17671 13539 16384, 17682 13541 16384, 17692 13541 16384, 17699 13541 16384, 17703 13541 16384, 17705 13537 16384</inkml:trace>
  <inkml:trace contextRef="#ctx0" brushRef="#br0">17440 13308 16384, 17440 13310 16384, 17438 13312 16384, 17438 13315 16384, 17438 13323 16384, 17438 13334 16384, 17440 13349 16384, 17442 13370 16384, 17444 13394 16384, 17444 13424 16384, 17446 13457 16384, 17444 13494 16384, 17442 13530 16384, 17438 13567 16384, 17434 13606 16384, 17432 13640 16384, 17432 13672 16384, 17432 13701 16384, 17432 13724 16384, 17432 13744 16384, 17434 13761 16384, 17436 13774 16384, 17438 13782 16384, 17440 13785 16384</inkml:trace>
  <inkml:trace contextRef="#ctx0" brushRef="#br0">18975 13126 16384, 18968 13111 16384, 18949 13069 16384, 18937 13062 16384, 18922 13054 16384, 18903 13047 16384, 18888 13047 16384, 18873 13047 16384, 18854 13054 16384, 18831 13073 16384, 18812 13096 16384, 18797 13126 16384, 18778 13179 16384, 18759 13240 16384, 18740 13319 16384, 18725 13422 16384, 18714 13532 16384, 18702 13649 16384, 18691 13759 16384, 18687 13838 16384, 18680 13907 16384, 18680 13952 16384, 18680 13982 16384, 18680 14005 16384, 18676 14024 16384, 18668 14039 16384, 18665 14047 16384</inkml:trace>
  <inkml:trace contextRef="#ctx0" brushRef="#br0">18483 13596 16384, 18487 13588 16384, 18506 13566 16384, 18521 13562 16384, 18559 13543 16384, 18596 13516 16384, 18646 13497 16384, 18695 13478 16384, 18748 13471 16384, 18805 13467 16384, 18850 13467 16384, 18892 13471 16384, 18926 13478 16384, 18956 13482 16384, 18979 13490 16384, 18987 13494 16384</inkml:trace>
  <inkml:trace contextRef="#ctx0" brushRef="#br0">19564 13053 16384, 19564 13050 16384, 19564 13047 16384, 19561 13047 16384, 19552 13053 16384, 19546 13062 16384, 19537 13074 16384, 19525 13092 16384, 19513 13117 16384, 19485 13178 16384, 19476 13202 16384, 19470 13227 16384, 19452 13288 16384, 19427 13388 16384, 19418 13461 16384, 19415 13544 16384, 19418 13666 16384, 19427 13748 16384, 19442 13827 16384, 19473 13916 16384, 19488 13967 16384, 19506 14004 16384, 19531 14034 16384, 19540 14047 16384</inkml:trace>
  <inkml:trace contextRef="#ctx0" brushRef="#br0">19898 14018 16384, 19903 14030 16384, 19920 14047 16384, 19943 14047 16384, 19983 14030 16384, 20023 13995 16384, 20063 13944 16384, 20120 13870 16384, 20160 13795 16384, 20212 13710 16384, 20263 13607 16384, 20298 13504 16384, 20343 13390 16384, 20378 13275 16384, 20406 13184 16384, 20423 13110 16384, 20429 13064 16384, 20429 13047 16384, 20423 13047 16384, 20406 13052 16384, 20383 13075 16384, 20366 13104 16384, 20343 13150 16384, 20326 13212 16384, 20309 13298 16384, 20292 13395 16384, 20280 13510 16384, 20280 13652 16384, 20292 13795 16384, 20309 13898 16384, 20338 13961 16384, 20378 13995 16384, 20412 14007 16384, 20452 14012 16384, 20492 14012 16384, 20520 14001 16384</inkml:trace>
  <inkml:trace contextRef="#ctx0" brushRef="#br0">20080 13395 16384, 20058 13407 16384, 20023 13412 16384, 20035 13412 16384, 20063 13401 16384, 20098 13390 16384, 20138 13378 16384, 20195 13367 16384, 20263 13355 16384, 20338 13350 16384, 20418 13344 16384, 20480 13338 16384, 20532 13332 16384</inkml:trace>
  <inkml:trace contextRef="#ctx0" brushRef="#br0">20914 13047 16384, 20918 13047 16384, 20918 13050 16384, 20921 13050 16384, 20925 13054 16384, 20946 13079 16384, 20961 13111 16384, 20975 13161 16384, 20986 13222 16384, 20996 13286 16384, 21014 13400 16384, 21018 13440 16384, 21021 13479 16384, 21025 13554 16384, 21025 13668 16384, 21021 13732 16384, 21011 13797 16384, 21000 13857 16384, 20989 13904 16384, 20975 13965 16384, 20961 13997 16384, 20946 14022 16384, 20939 14029 16384, 20918 14047 16384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4F8B"/>
    </inkml:brush>
    <inkml:brush xml:id="br1">
      <inkml:brushProperty name="width" value="0.18920" units="cm"/>
      <inkml:brushProperty name="height" value="0.18920" units="cm"/>
      <inkml:brushProperty name="color" value="#004F8B"/>
    </inkml:brush>
  </inkml:definitions>
  <inkml:trace contextRef="#ctx0" brushRef="#br0">2200 17478 16384, 2200 17490 16384, 2225 17528 16384, 2238 17565 16384, 2238 17578 16384, 2238 17603 16384, 2225 17628 16384, 2200 17653 16384, 2162 17665 16384, 2138 17665 16384, 2100 17665 16384, 2062 17665 16384, 2038 17653 16384, 2025 17628 16384, 2025 17603 16384, 2025 17540 16384, 2050 17503 16384, 2075 17465 16384, 2112 17440 16384, 2150 17428 16384, 2175 17415 16384, 2212 17415 16384, 2250 17415 16384, 2262 17415 16384, 2288 17440 16384, 2300 17453 16384, 2300 17490 16384, 2288 17503 16384, 2262 17528 16384, 2238 17553 16384, 2200 17565 16384, 2150 17590 16384, 2100 17603 16384, 2050 17603 16384, 2013 17590 16384, 2000 17578 16384, 2000 17553 16384, 2000 17528 16384, 2025 17503 16384, 2038 17490 16384, 2062 17465 16384, 2112 17453 16384, 2150 17440 16384, 2175 17440 16384, 2212 17440 16384, 2238 17440 16384, 2262 17478 16384, 2275 17515 16384, 2275 17540 16384, 2275 17565 16384, 2262 17590 16384, 2238 17615 16384, 2225 17628 16384, 2212 17628 16384, 2200 17628 16384, 2188 17615 16384, 2188 17603 16384, 2188 17578 16384, 2188 17565 16384, 2188 17553 16384, 2200 17528 16384, 2212 17515 16384, 2225 17503 16384, 2238 17503 16384, 2238 17515 16384, 2225 17540 16384, 2225 17553 16384, 2212 17553 16384, 2200 17565 16384, 2188 17578 16384, 2175 17578 16384, 2162 17578 16384, 2162 17565 16384, 2175 17540 16384, 2200 17515 16384, 2212 17503 16384, 2225 17490 16384, 2212 17515 16384, 2175 17540 16384, 2138 17565 16384, 2100 17578 16384, 2062 17603 16384, 2050 17603 16384, 2062 17590 16384, 2100 17565 16384, 2112 17553 16384, 2150 17528 16384, 2175 17503 16384, 2225 17465 16384, 2238 17440 16384, 2238 17428 16384, 2225 17428 16384, 2200 17453 16384, 2175 17478 16384, 2150 17503 16384, 2138 17528 16384, 2125 17540 16384</inkml:trace>
  <inkml:trace contextRef="#ctx0" brushRef="#br1">2893 17046 16384, 2893 17040 16384, 2891 17069 16384, 2868 17164 16384, 2821 17348 16384, 2800 17569 16384, 2808 17793 16384, 2846 17943 16384, 2897 18010 16384, 2946 18040 16384, 2994 18029 16384, 3005 18017 16384</inkml:trace>
  <inkml:trace contextRef="#ctx0" brushRef="#br1">3152 17323 16384, 3159 17323 16384, 3230 17327 16384, 3365 17316 16384, 3502 17300 16384, 3627 17302 16384, 3720 17318 16384, 3764 17329 16384, 3773 17337 16384</inkml:trace>
  <inkml:trace contextRef="#ctx0" brushRef="#br1">3522 17069 16384, 3549 17099 16384, 3597 17217 16384, 3608 17420 16384, 3568 17648 16384, 3517 17827 16384, 3477 17915 16384, 3460 17956 16384</inkml:trace>
  <inkml:trace contextRef="#ctx0" brushRef="#br1">3964 17386 16384, 3953 17374 16384, 3967 17359 16384, 4044 17319 16384, 4200 17246 16384, 4384 17197 16384, 4584 17188 16384, 4764 17226 16384, 4882 17301 16384, 4947 17392 16384, 4953 17497 16384, 4900 17599 16384, 4802 17697 16384, 4689 17794 16384, 4600 17863 16384, 4567 17892 16384</inkml:trace>
  <inkml:trace contextRef="#ctx0" brushRef="#br1">5306 17078 16384, 5285 17078 16384, 5268 17078 16384, 5277 17082 16384, 5321 17086 16384, 5409 17076 16384, 5542 17048 16384, 5658 17040 16384, 5706 17055 16384, 5702 17091 16384, 5641 17162 16384, 5521 17274 16384, 5378 17392 16384, 5232 17501 16384, 5146 17573 16384, 5133 17587 16384, 5154 17585 16384, 5228 17556 16384, 5346 17493 16384, 5498 17436 16384, 5683 17415 16384, 5826 17448 16384, 5919 17518 16384, 5959 17608 16384, 5950 17716 16384, 5900 17819 16384, 5815 17905 16384, 5710 17973 16384, 5592 18017 16384, 5470 18040 16384, 5445 18040 16384</inkml:trace>
  <inkml:trace contextRef="#ctx0" brushRef="#br1">6532 17058 16384, 6534 17044 16384, 6534 17040 16384, 6525 17069 16384, 6476 17171 16384, 6365 17393 16384, 6239 17667 16384, 6161 17864 16384, 6139 17969 16384, 6139 18018 16384, 6145 18040 16384, 6161 18029 16384, 6201 17953 16384, 6259 17818 16384, 6339 17649 16384, 6434 17518 16384, 6496 17478 16384, 6534 17467 16384, 6552 17493 16384, 6565 17571 16384, 6581 17698 16384, 6608 17833 16384, 6654 17931 16384, 6714 17980 16384, 6790 18007 16384, 6868 18009 16384, 6910 18000 16384</inkml:trace>
  <inkml:trace contextRef="#ctx0" brushRef="#br0">7100 17435 16384, 7100 17432 16384, 7097 17426 16384, 7099 17423 16384, 7100 17420 16384, 7103 17418 16384, 7106 17417 16384, 7111 17415 16384, 7114 17415 16384, 7117 17417 16384, 7119 17420 16384, 7119 17424 16384, 7119 17429 16384, 7119 17433 16384, 7116 17439 16384, 7114 17442 16384, 7109 17445 16384, 7105 17447 16384, 7100 17448 16384, 7097 17448 16384, 7093 17447 16384, 7091 17445 16384, 7090 17442 16384, 7090 17439 16384, 7091 17436 16384, 7093 17433 16384, 7094 17430 16384, 7097 17427 16384, 7100 17426 16384, 7105 17426 16384, 7108 17426 16384, 7112 17426 16384, 7116 17427 16384, 7119 17430 16384, 7120 17432 16384, 7120 17435 16384, 7119 17438 16384, 7117 17439 16384, 7114 17441 16384, 7111 17442 16384, 7106 17442 16384, 7103 17442 16384, 7100 17442 16384, 7099 17441 16384, 7097 17438 16384, 7097 17435 16384, 7097 17430 16384, 7099 17426 16384, 7102 17423 16384, 7105 17420 16384, 7108 17418 16384, 7112 17417 16384, 7116 17417 16384, 7120 17417 16384, 7125 17420 16384, 7128 17421 16384, 7131 17424 16384, 7132 17427 16384, 7132 17432 16384, 7132 17435 16384, 7129 17438 16384, 7126 17441 16384, 7123 17444 16384, 7120 17444 16384, 7117 17445 16384, 7114 17445 16384, 7112 17445 16384, 7109 17444 16384, 7109 17442 16384, 7108 17441 16384, 7108 17438 16384, 7109 17436 16384, 7112 17433 16384, 7114 17430 16384, 7117 17429 16384, 7120 17427 16384, 7122 17426 16384, 7125 17426 16384, 7128 17427 16384, 7129 17427 16384, 7129 17430 16384, 7129 17432 16384, 7129 17435 16384, 7126 17436 16384, 7125 17439 16384, 7122 17441 16384, 7119 17442 16384, 7116 17442 16384, 7112 17442 16384, 7111 17441 16384, 7109 17439 16384, 7109 17438 16384, 7109 17436 16384, 7109 17435 16384, 7111 17433 16384, 7112 17433 16384, 7114 17433 16384, 7116 17435 16384, 7117 17436 16384, 7117 17438 16384, 7117 17439 16384, 7117 17441 16384, 7116 17442 16384, 7114 17442 16384, 7112 17442 16384, 7112 17441 16384, 7112 17439 16384, 7112 17438 16384, 7112 17436 16384, 7112 17433 16384, 7114 17430 16384, 7114 17427 16384, 7114 17424 16384, 7114 17423 16384, 7111 17423 16384, 7109 17426 16384, 7105 17429 16384, 7102 17432 16384, 7099 17435 16384, 7097 17436 16384, 7094 17438 16384, 7094 17436 16384, 7094 17435 16384, 7094 17433 16384, 7096 17430 16384, 7099 17429 16384, 7100 17427 16384, 7103 17426 16384, 7106 17426 16384, 7109 17426 16384, 7112 17426 16384, 7114 17429 16384, 7116 17430 16384, 7116 17433 16384, 7117 17435 16384, 7117 17436 16384, 7117 17438 16384, 7119 17438 16384</inkml:trace>
  <inkml:trace contextRef="#ctx0" brushRef="#br0">7108 17660 16384, 7108 17659 16384, 7108 17657 16384, 7109 17656 16384, 7108 17656 16384, 7106 17657 16384, 7105 17660 16384, 7103 17662 16384, 7102 17663 16384, 7100 17665 16384, 7099 17665 16384, 7099 17662 16384, 7102 17659 16384, 7103 17654 16384, 7106 17651 16384, 7109 17648 16384, 7112 17647 16384, 7116 17647 16384, 7117 17647 16384, 7119 17650 16384, 7119 17653 16384, 7119 17656 16384, 7117 17659 16384, 7116 17660 16384, 7114 17663 16384, 7112 17663 16384, 7108 17665 16384, 7105 17665 16384, 7102 17663 16384, 7099 17662 16384, 7096 17659 16384, 7094 17656 16384, 7093 17651 16384, 7093 17648 16384, 7094 17644 16384, 7096 17641 16384, 7099 17638 16384, 7102 17636 16384, 7106 17635 16384, 7111 17635 16384, 7116 17635 16384, 7120 17636 16384, 7122 17638 16384, 7125 17641 16384, 7125 17644 16384, 7125 17647 16384, 7125 17650 16384, 7122 17654 16384, 7120 17657 16384, 7116 17659 16384, 7112 17660 16384, 7108 17660 16384, 7105 17660 16384, 7102 17659 16384, 7100 17654 16384, 7097 17651 16384, 7097 17647 16384, 7096 17642 16384, 7096 17636 16384, 7097 17633 16384, 7100 17630 16384, 7105 17627 16384, 7109 17626 16384, 7114 17626 16384, 7120 17626 16384, 7123 17629 16384, 7126 17630 16384, 7129 17633 16384, 7131 17636 16384, 7131 17641 16384, 7131 17644 16384, 7129 17648 16384, 7126 17651 16384, 7123 17654 16384, 7119 17657 16384, 7116 17657 16384, 7112 17657 16384, 7109 17657 16384, 7106 17654 16384, 7103 17651 16384, 7103 17648 16384, 7102 17644 16384, 7102 17639 16384, 7105 17636 16384, 7108 17633 16384, 7112 17632 16384, 7116 17630 16384, 7120 17629 16384, 7126 17629 16384, 7131 17629 16384, 7134 17630 16384, 7138 17632 16384, 7140 17633 16384, 7140 17635 16384, 7140 17638 16384, 7137 17639 16384, 7134 17642 16384, 7129 17645 16384, 7125 17647 16384, 7120 17648 16384, 7116 17650 16384, 7111 17650 16384, 7108 17650 16384, 7106 17648 16384, 7105 17645 16384, 7105 17641 16384, 7106 17638 16384, 7109 17635 16384, 7112 17633 16384, 7116 17630 16384, 7120 17629 16384, 7125 17627 16384, 7128 17627 16384, 7132 17627 16384, 7134 17629 16384, 7135 17630 16384, 7135 17633 16384, 7135 17636 16384, 7134 17639 16384, 7131 17642 16384, 7128 17644 16384, 7125 17645 16384, 7122 17645 16384, 7120 17645 16384, 7117 17645 16384, 7116 17644 16384, 7116 17641 16384, 7114 17639 16384, 7114 17636 16384, 7114 17635 16384, 7116 17633 16384, 7117 17633 16384, 7119 17633 16384, 7120 17635 16384, 7122 17636 16384, 7122 17638 16384, 7123 17641 16384, 7123 17642 16384, 7123 17644 16384, 7122 17645 16384, 7122 17647 16384, 7120 17647 16384, 7120 17645 16384, 7120 17644 16384, 7122 17642 16384, 7122 17641 16384, 7123 17639 16384, 7123 17638 16384, 7123 17636 16384, 7123 17638 16384, 7122 17638 16384, 7122 17639 16384, 7120 17641 16384</inkml:trace>
  <inkml:trace contextRef="#ctx0" brushRef="#br0">8560 17120 16384, 8553 17104 16384, 8534 17063 16384, 8522 17055 16384, 8507 17048 16384, 8488 17040 16384, 8473 17040 16384, 8458 17040 16384, 8439 17048 16384, 8416 17067 16384, 8397 17089 16384, 8382 17120 16384, 8363 17173 16384, 8344 17233 16384, 8325 17313 16384, 8310 17415 16384, 8299 17525 16384, 8288 17642 16384, 8276 17752 16384, 8272 17832 16384, 8265 17900 16384, 8265 17945 16384, 8265 17976 16384, 8265 17998 16384, 8261 18017 16384, 8253 18032 16384, 8250 18040 16384</inkml:trace>
  <inkml:trace contextRef="#ctx0" brushRef="#br0">8068 17589 16384, 8072 17582 16384, 8091 17559 16384, 8106 17555 16384, 8144 17536 16384, 8182 17510 16384, 8231 17491 16384, 8280 17472 16384, 8333 17464 16384, 8390 17460 16384, 8435 17460 16384, 8477 17464 16384, 8511 17472 16384, 8541 17476 16384, 8564 17483 16384, 8572 17487 16384</inkml:trace>
  <inkml:trace contextRef="#ctx0" brushRef="#br0">8897 16970 16384, 8893 16959 16384, 8889 16959 16384, 8889 16952 16384, 8893 16948 16384, 8900 16948 16384, 8911 16945 16384, 8919 16948 16384, 8926 16952 16384, 8933 16959 16384, 8937 16967 16384, 8937 16974 16384, 8933 16981 16384, 8926 16993 16384, 8915 17000 16384, 8900 17007 16384, 8886 17011 16384, 8871 17011 16384, 8860 17011 16384, 8856 17007 16384, 8856 17000 16384, 8856 16993 16384, 8860 16985 16384, 8871 16974 16384, 8882 16967 16384, 8897 16959 16384, 8911 16952 16384, 8926 16948 16384, 8941 16948 16384, 8952 16948 16384, 8959 16952 16384, 8959 16956 16384, 8956 16963 16384, 8948 16970 16384, 8941 16981 16384, 8926 16993 16384, 8908 17000 16384, 8893 17011 16384, 8878 17015 16384, 8867 17018 16384, 8864 17018 16384, 8864 17015 16384, 8867 17007 16384, 8875 17000 16384, 8882 16989 16384, 8897 16978 16384, 8908 16967 16384, 8922 16956 16384, 8941 16945 16384, 8956 16937 16384, 8967 16934 16384, 8974 16930 16384, 8978 16934 16384, 8978 16941 16384, 8974 16952 16384, 8967 16963 16384, 8956 16970 16384, 8944 16981 16384, 8937 16993 16384, 8926 17000 16384, 8915 17007 16384, 8908 17011 16384, 8900 17011 16384, 8897 17011 16384, 8897 17007 16384, 8897 17004 16384, 8904 17000 16384, 8908 16996 16384, 8919 16989 16384, 8926 16985 16384, 8937 16981 16384, 8944 16978 16384, 8956 16974 16384, 8959 16970 16384, 8963 16970 16384, 8963 16974 16384, 8959 16981 16384, 8952 16989 16384, 8944 16996 16384, 8933 17004 16384, 8926 17011 16384, 8919 17015 16384, 8915 17015 16384, 8911 17015 16384, 8915 17011 16384, 8919 17007 16384, 8922 17000 16384, 8926 16996 16384, 8933 16993 16384, 8937 16993 16384, 8944 16989 16384, 8948 16989 16384, 8952 16993 16384, 8956 17000 16384, 8956 17011 16384, 8952 17018 16384, 8948 17026 16384, 8944 17033 16384, 8937 17037 16384, 8930 17037 16384, 8922 17037 16384, 8915 17037 16384, 8911 17033 16384, 8904 17026 16384, 8904 17022 16384, 8904 17015 16384, 8908 17007 16384, 8911 17000 16384, 8919 16993 16384, 8930 16985 16384, 8941 16978 16384, 8948 16974 16384, 8963 16974 16384, 8974 16974 16384, 8985 16974 16384, 8989 16978 16384, 8992 16981 16384, 8985 16989 16384, 8974 17000 16384, 8963 17011 16384, 8948 17022 16384, 8933 17037 16384, 8919 17048 16384, 8904 17055 16384, 8897 17055 16384, 8897 17048 16384, 8900 17040 16384, 8904 17029 16384, 8911 17018 16384, 8919 17004 16384, 8930 16989 16384, 8941 16970 16384, 8952 16952 16384, 8967 16941 16384, 8978 16934 16384, 8985 16930 16384, 8992 16934 16384, 8992 16941 16384, 8992 16948 16384, 8989 16959 16384, 8981 16970 16384, 8970 16981 16384, 8963 16993 16384, 8952 17000 16384, 8941 17011 16384, 8930 17018 16384, 8919 17026 16384, 8911 17026 16384, 8908 17026 16384, 8904 17022 16384, 8904 17015 16384, 8904 17011 16384, 8908 17004 16384, 8908 16996 16384, 8911 16989 16384, 8915 16978 16384, 8919 16970 16384, 8922 16963 16384, 8922 16959 16384, 8922 16963 16384, 8922 16967 16384, 8926 16974 16384, 8930 16978 16384, 8933 16985 16384, 8941 16989 16384, 8944 16993 16384, 8952 16993 16384, 8956 16996 16384, 8963 16996 16384, 8967 16996 16384, 8974 17000 16384, 8981 17004 16384, 8989 17015 16384, 8992 17033 16384, 9000 17055 16384, 9003 17088 16384, 9003 17125 16384, 9003 17158 16384, 8996 17184 16384, 8992 17202 16384, 8985 17221 16384, 8974 17232 16384, 8967 17243 16384, 8963 17250 16384</inkml:trace>
  <inkml:trace contextRef="#ctx0" brushRef="#br0">9333 17046 16384, 9333 17043 16384, 9333 17040 16384, 9330 17040 16384, 9321 17046 16384, 9315 17055 16384, 9306 17067 16384, 9293 17086 16384, 9281 17110 16384, 9254 17171 16384, 9245 17195 16384, 9239 17220 16384, 9220 17281 16384, 9196 17381 16384, 9187 17455 16384, 9184 17537 16384, 9187 17659 16384, 9196 17741 16384, 9211 17820 16384, 9242 17909 16384, 9257 17961 16384, 9275 17997 16384, 9299 18028 16384, 9309 18040 16384</inkml:trace>
  <inkml:trace contextRef="#ctx0" brushRef="#br0">9586 17307 16384, 9574 17276 16384, 9574 17264 16384, 9592 17246 16384, 9617 17222 16384, 9653 17198 16384, 9702 17173 16384, 9750 17155 16384, 9805 17149 16384, 9895 17161 16384, 9920 17173 16384, 9974 17210 16384, 10017 17270 16384, 10041 17343 16384, 10053 17434 16384, 10053 17519 16384, 10041 17598 16384, 10011 17676 16384, 9980 17743 16384, 9938 17810 16384, 9889 17870 16384, 9841 17925 16384, 9792 17967 16384, 9744 18004 16384, 9677 18034 16384, 9635 18040 16384, 9623 18040 16384</inkml:trace>
  <inkml:trace contextRef="#ctx0" brushRef="#br0">10392 17046 16384, 10380 17040 16384, 10338 17052 16384, 10320 17064 16384, 10283 17095 16384, 10241 17131 16384, 10192 17179 16384, 10144 17234 16384, 10108 17301 16384, 10065 17392 16384, 10041 17482 16384, 10023 17592 16384, 10017 17695 16384, 10029 17779 16384, 10053 17858 16384, 10102 17919 16384, 10150 17955 16384, 10205 17979 16384, 10265 17992 16384, 10320 17992 16384, 10350 17992 16384</inkml:trace>
  <inkml:trace contextRef="#ctx0" brushRef="#br0">10683 17040 16384, 10687 17040 16384, 10687 17044 16384, 10690 17044 16384, 10694 17047 16384, 10715 17072 16384, 10729 17104 16384, 10744 17154 16384, 10754 17215 16384, 10765 17279 16384, 10783 17394 16384, 10787 17433 16384, 10790 17472 16384, 10794 17547 16384, 10794 17661 16384, 10790 17726 16384, 10779 17790 16384, 10769 17851 16384, 10758 17897 16384, 10744 17958 16384, 10729 17990 16384, 10715 18015 16384, 10708 18022 16384, 10687 18040 16384</inkml:trace>
  <inkml:trace contextRef="#ctx0" brushRef="#br0">11467 17420 16384, 11463 17420 16384, 11463 17423 16384, 11471 17427 16384, 11482 17427 16384, 11503 17431 16384, 11540 17431 16384, 11613 17427 16384, 11667 17420 16384, 11726 17416 16384, 11784 17413 16384, 11860 17413 16384, 11900 17420 16384, 11933 17427 16384, 11951 17434 16384</inkml:trace>
  <inkml:trace contextRef="#ctx0" brushRef="#br0">11478 17667 16384, 11474 17667 16384, 11478 17667 16384, 11485 17667 16384, 11511 17667 16384, 11584 17667 16384, 11609 17664 16384, 11664 17660 16384, 11689 17660 16384, 11747 17657 16384, 11802 17653 16384, 11857 17649 16384, 11908 17646 16384, 11944 17646 16384, 11973 17642 16384, 11999 17642 16384, 12013 17642 16384</inkml:trace>
  <inkml:trace contextRef="#ctx0" brushRef="#br0">13002 17067 16384, 12992 17047 16384, 12975 17047 16384, 12946 17081 16384, 12897 17164 16384, 12841 17308 16384, 12805 17505 16384, 12795 17741 16384, 12827 17892 16384, 12895 17986 16384, 12987 18035 16384, 13075 18040 16384, 13163 17984 16384, 13236 17870 16384, 13279 17699 16384, 13291 17512 16384, 13260 17381 16384, 13197 17286 16384, 13119 17205 16384, 13036 17111 16384, 12980 17045 16384, 12958 17040 16384, 12956 17076 16384</inkml:trace>
  <inkml:trace contextRef="#ctx0" brushRef="#br0">14589 17106 16384, 14597 17122 16384, 14616 17239 16384, 14603 17450 16384, 14536 17638 16384, 14432 17814 16384, 14334 17918 16384, 14259 17936 16384, 14188 17904 16384, 14121 17801 16384, 14073 17614 16384, 14103 17367 16384, 14241 17194 16384, 14411 17106 16384, 14621 17040 16384, 14839 17048 16384, 15002 17186 16384, 15065 17463 16384, 15063 17777 16384, 15049 17939 16384, 15033 18021 16384, 15025 18040 16384</inkml:trace>
  <inkml:trace contextRef="#ctx0" brushRef="#br0">15761 17362 16384, 15745 17360 16384, 15749 17360 16384, 15778 17360 16384, 15835 17345 16384, 15932 17310 16384, 16052 17280 16384, 16162 17267 16384, 16260 17274 16384, 16328 17322 16384, 16370 17415 16384, 16389 17541 16384, 16389 17672 16384, 16370 17802 16384, 16334 17920 16384, 16296 18000 16384, 16271 18036 16384, 16250 18040 16384, 16222 18004 16384, 16176 17922 16384</inkml:trace>
  <inkml:trace contextRef="#ctx0" brushRef="#br0">16218 17040 16384, 16220 17059 16384, 16201 17156 16384, 16134 17354 16384, 16046 17602 16384, 15966 17810 16384, 15924 17918 16384, 15911 17975 16384, 15909 17983 16384</inkml:trace>
  <inkml:trace contextRef="#ctx0" brushRef="#br0">16391 17173 16384, 16380 17171 16384, 16397 17189 16384, 16446 17253 16384, 16515 17387 16384, 16562 17539 16384, 16589 17644 16384, 16610 17705 16384, 16623 17737 16384</inkml:trace>
  <inkml:trace contextRef="#ctx0" brushRef="#br0">16814 17054 16384, 16808 17054 16384, 16803 17056 16384, 16803 17112 16384, 16814 17261 16384, 16831 17491 16384, 16862 17733 16384, 16904 17910 16384, 16957 17998 16384, 17005 18026 16384, 17046 18019 16384, 17091 17958 16384, 17144 17837 16384, 17215 17733 16384</inkml:trace>
  <inkml:trace contextRef="#ctx0" brushRef="#br0">17548 17274 16384, 17566 17284 16384, 17634 17334 16384, 17705 17423 16384, 17758 17529 16384, 17786 17614 16384, 17796 17673 16384, 17798 17698 16384, 17803 17698 16384</inkml:trace>
  <inkml:trace contextRef="#ctx0" brushRef="#br0">17990 17287 16384, 17983 17285 16384, 17995 17285 16384, 18078 17276 16384, 18221 17264 16384, 18377 17259 16384, 18537 17254 16384, 18656 17247 16384, 18723 17242 16384, 18745 17240 16384</inkml:trace>
  <inkml:trace contextRef="#ctx0" brushRef="#br0">18429 17043 16384, 18425 17040 16384, 18454 17061 16384, 18502 17132 16384, 18530 17263 16384, 18525 17412 16384, 18497 17564 16384, 18463 17651 16384, 18427 17706 16384, 18389 17730 16384, 18350 17728 16384, 18314 17698 16384, 18292 17638 16384, 18297 17581 16384, 18328 17531 16384, 18384 17490 16384, 18449 17482 16384, 18506 17511 16384, 18535 17588 16384, 18533 17696 16384, 18499 17817 16384, 18444 17929 16384, 18400 17999 16384, 18372 18038 16384, 18358 18040 16384</inkml:trace>
  <inkml:trace contextRef="#ctx0" brushRef="#br0">19141 17040 16384, 19172 17053 16384, 19253 17077 16384, 19332 17096 16384, 19388 17119 16384, 19413 17146 16384</inkml:trace>
  <inkml:trace contextRef="#ctx0" brushRef="#br0">18937 17524 16384, 18925 17524 16384, 18935 17516 16384, 18997 17477 16384, 19103 17412 16384, 19222 17350 16384, 19340 17319 16384, 19446 17323 16384, 19527 17375 16384, 19573 17477 16384, 19581 17635 16384, 19554 17768 16384, 19492 17874 16384, 19419 17967 16384, 19361 18025 16384, 19336 18040 16384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xml"/><Relationship Id="rId1002" Type="http://schemas.openxmlformats.org/officeDocument/2006/relationships/customXml" Target="../ink/ink2.xml"/><Relationship Id="rId1004" Type="http://schemas.openxmlformats.org/officeDocument/2006/relationships/customXml" Target="../ink/ink3.xml"/><Relationship Id="rId1006" Type="http://schemas.openxmlformats.org/officeDocument/2006/relationships/customXml" Target="../ink/ink4.xml"/><Relationship Id="rId1008" Type="http://schemas.openxmlformats.org/officeDocument/2006/relationships/customXml" Target="../ink/ink5.xml"/><Relationship Id="rId1001" Type="http://schemas.openxmlformats.org/officeDocument/2006/relationships/image" Target="../media/image1.png"/><Relationship Id="rId1003" Type="http://schemas.openxmlformats.org/officeDocument/2006/relationships/image" Target="../media/image2.png"/><Relationship Id="rId1005" Type="http://schemas.openxmlformats.org/officeDocument/2006/relationships/image" Target="../media/image3.png"/><Relationship Id="rId1007" Type="http://schemas.openxmlformats.org/officeDocument/2006/relationships/image" Target="../media/image4.png"/><Relationship Id="rId1009"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6.xml"/><Relationship Id="rId1002" Type="http://schemas.openxmlformats.org/officeDocument/2006/relationships/customXml" Target="../ink/ink7.xml"/><Relationship Id="rId1004" Type="http://schemas.openxmlformats.org/officeDocument/2006/relationships/customXml" Target="../ink/ink8.xml"/><Relationship Id="rId1006" Type="http://schemas.openxmlformats.org/officeDocument/2006/relationships/customXml" Target="../ink/ink9.xml"/><Relationship Id="rId1008" Type="http://schemas.openxmlformats.org/officeDocument/2006/relationships/customXml" Target="../ink/ink10.xml"/><Relationship Id="rId1001" Type="http://schemas.openxmlformats.org/officeDocument/2006/relationships/image" Target="../media/image6.png"/><Relationship Id="rId1003" Type="http://schemas.openxmlformats.org/officeDocument/2006/relationships/image" Target="../media/image7.png"/><Relationship Id="rId1005" Type="http://schemas.openxmlformats.org/officeDocument/2006/relationships/image" Target="../media/image8.png"/><Relationship Id="rId1007" Type="http://schemas.openxmlformats.org/officeDocument/2006/relationships/image" Target="../media/image9.png"/><Relationship Id="rId1009"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1.xml"/><Relationship Id="rId1002" Type="http://schemas.openxmlformats.org/officeDocument/2006/relationships/customXml" Target="../ink/ink12.xml"/><Relationship Id="rId1004" Type="http://schemas.openxmlformats.org/officeDocument/2006/relationships/customXml" Target="../ink/ink13.xml"/><Relationship Id="rId1006" Type="http://schemas.openxmlformats.org/officeDocument/2006/relationships/customXml" Target="../ink/ink14.xml"/><Relationship Id="rId1008" Type="http://schemas.openxmlformats.org/officeDocument/2006/relationships/customXml" Target="../ink/ink15.xml"/><Relationship Id="rId1001" Type="http://schemas.openxmlformats.org/officeDocument/2006/relationships/image" Target="../media/image11.png"/><Relationship Id="rId1003" Type="http://schemas.openxmlformats.org/officeDocument/2006/relationships/image" Target="../media/image12.png"/><Relationship Id="rId1005" Type="http://schemas.openxmlformats.org/officeDocument/2006/relationships/image" Target="../media/image13.png"/><Relationship Id="rId1007" Type="http://schemas.openxmlformats.org/officeDocument/2006/relationships/image" Target="../media/image14.png"/><Relationship Id="rId1009"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6.xml"/><Relationship Id="rId1002" Type="http://schemas.openxmlformats.org/officeDocument/2006/relationships/customXml" Target="../ink/ink17.xml"/><Relationship Id="rId1004" Type="http://schemas.openxmlformats.org/officeDocument/2006/relationships/customXml" Target="../ink/ink18.xml"/><Relationship Id="rId1006" Type="http://schemas.openxmlformats.org/officeDocument/2006/relationships/customXml" Target="../ink/ink19.xml"/><Relationship Id="rId1008" Type="http://schemas.openxmlformats.org/officeDocument/2006/relationships/customXml" Target="../ink/ink20.xml"/><Relationship Id="rId1001" Type="http://schemas.openxmlformats.org/officeDocument/2006/relationships/image" Target="../media/image16.png"/><Relationship Id="rId1003" Type="http://schemas.openxmlformats.org/officeDocument/2006/relationships/image" Target="../media/image17.png"/><Relationship Id="rId1005" Type="http://schemas.openxmlformats.org/officeDocument/2006/relationships/image" Target="../media/image18.png"/><Relationship Id="rId1007" Type="http://schemas.openxmlformats.org/officeDocument/2006/relationships/image" Target="../media/image19.png"/><Relationship Id="rId1009"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21.xml"/><Relationship Id="rId1002" Type="http://schemas.openxmlformats.org/officeDocument/2006/relationships/customXml" Target="../ink/ink22.xml"/><Relationship Id="rId1004" Type="http://schemas.openxmlformats.org/officeDocument/2006/relationships/customXml" Target="../ink/ink23.xml"/><Relationship Id="rId1006" Type="http://schemas.openxmlformats.org/officeDocument/2006/relationships/customXml" Target="../ink/ink24.xml"/><Relationship Id="rId1008" Type="http://schemas.openxmlformats.org/officeDocument/2006/relationships/customXml" Target="../ink/ink25.xml"/><Relationship Id="rId1001" Type="http://schemas.openxmlformats.org/officeDocument/2006/relationships/image" Target="../media/image21.png"/><Relationship Id="rId1003" Type="http://schemas.openxmlformats.org/officeDocument/2006/relationships/image" Target="../media/image22.png"/><Relationship Id="rId1005" Type="http://schemas.openxmlformats.org/officeDocument/2006/relationships/image" Target="../media/image23.png"/><Relationship Id="rId1007" Type="http://schemas.openxmlformats.org/officeDocument/2006/relationships/image" Target="../media/image24.png"/><Relationship Id="rId1009"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26.xml"/><Relationship Id="rId1002" Type="http://schemas.openxmlformats.org/officeDocument/2006/relationships/customXml" Target="../ink/ink27.xml"/><Relationship Id="rId1004" Type="http://schemas.openxmlformats.org/officeDocument/2006/relationships/customXml" Target="../ink/ink28.xml"/><Relationship Id="rId1006" Type="http://schemas.openxmlformats.org/officeDocument/2006/relationships/customXml" Target="../ink/ink29.xml"/><Relationship Id="rId1008" Type="http://schemas.openxmlformats.org/officeDocument/2006/relationships/customXml" Target="../ink/ink30.xml"/><Relationship Id="rId1001" Type="http://schemas.openxmlformats.org/officeDocument/2006/relationships/image" Target="../media/image26.png"/><Relationship Id="rId1003" Type="http://schemas.openxmlformats.org/officeDocument/2006/relationships/image" Target="../media/image27.png"/><Relationship Id="rId1005" Type="http://schemas.openxmlformats.org/officeDocument/2006/relationships/image" Target="../media/image28.png"/><Relationship Id="rId1007" Type="http://schemas.openxmlformats.org/officeDocument/2006/relationships/image" Target="../media/image29.png"/><Relationship Id="rId1009"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31.xml"/><Relationship Id="rId1002" Type="http://schemas.openxmlformats.org/officeDocument/2006/relationships/customXml" Target="../ink/ink32.xml"/><Relationship Id="rId1004" Type="http://schemas.openxmlformats.org/officeDocument/2006/relationships/customXml" Target="../ink/ink33.xml"/><Relationship Id="rId1006" Type="http://schemas.openxmlformats.org/officeDocument/2006/relationships/customXml" Target="../ink/ink34.xml"/><Relationship Id="rId1008" Type="http://schemas.openxmlformats.org/officeDocument/2006/relationships/customXml" Target="../ink/ink35.xml"/><Relationship Id="rId1001" Type="http://schemas.openxmlformats.org/officeDocument/2006/relationships/image" Target="../media/image31.png"/><Relationship Id="rId1003" Type="http://schemas.openxmlformats.org/officeDocument/2006/relationships/image" Target="../media/image32.png"/><Relationship Id="rId1005" Type="http://schemas.openxmlformats.org/officeDocument/2006/relationships/image" Target="../media/image33.png"/><Relationship Id="rId1007" Type="http://schemas.openxmlformats.org/officeDocument/2006/relationships/image" Target="../media/image34.png"/><Relationship Id="rId1009"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36.xml"/><Relationship Id="rId1002" Type="http://schemas.openxmlformats.org/officeDocument/2006/relationships/customXml" Target="../ink/ink37.xml"/><Relationship Id="rId1004" Type="http://schemas.openxmlformats.org/officeDocument/2006/relationships/customXml" Target="../ink/ink38.xml"/><Relationship Id="rId1006" Type="http://schemas.openxmlformats.org/officeDocument/2006/relationships/customXml" Target="../ink/ink39.xml"/><Relationship Id="rId1008" Type="http://schemas.openxmlformats.org/officeDocument/2006/relationships/customXml" Target="../ink/ink40.xml"/><Relationship Id="rId1001" Type="http://schemas.openxmlformats.org/officeDocument/2006/relationships/image" Target="../media/image36.png"/><Relationship Id="rId1003" Type="http://schemas.openxmlformats.org/officeDocument/2006/relationships/image" Target="../media/image37.png"/><Relationship Id="rId1005" Type="http://schemas.openxmlformats.org/officeDocument/2006/relationships/image" Target="../media/image38.png"/><Relationship Id="rId1007" Type="http://schemas.openxmlformats.org/officeDocument/2006/relationships/image" Target="../media/image39.png"/><Relationship Id="rId1009"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4685198" cy="684000"/>
            <a:chOff x="540000" y="342000"/>
            <a:chExt cx="4685198"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4685198" cy="684000"/>
              </p14:xfrm>
            </p:contentPart>
          </mc:Choice>
          <mc:Fallback xmlns="">
            <p:pic>
              <p:nvPicPr>
                <p:cNvPr id="1000" name="インク 1"/>
                <p:cNvPicPr/>
                <p:nvPr/>
              </p:nvPicPr>
              <p:blipFill>
                <a:blip r:embed="rId1001"/>
                <a:stretch>
                  <a:fillRect/>
                </a:stretch>
              </p:blipFill>
              <p:spPr>
                <a:xfrm>
                  <a:off x="540000" y="342000"/>
                  <a:ext cx="4685198" cy="684000"/>
                </a:xfrm>
                <a:prstGeom prst="rect">
                  <a:avLst/>
                </a:prstGeom>
              </p:spPr>
            </p:pic>
          </mc:Fallback>
        </mc:AlternateContent>
      </p:grpSp>
      <p:grpSp>
        <p:nvGrpSpPr>
          <p:cNvPr id="101" name="グループ化 101"/>
          <p:cNvGrpSpPr/>
          <p:nvPr/>
        </p:nvGrpSpPr>
        <p:grpSpPr>
          <a:xfrm>
            <a:off x="720000" y="1494000"/>
            <a:ext cx="4571579" cy="396000"/>
            <a:chOff x="720000" y="1494000"/>
            <a:chExt cx="4571579"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4571579" cy="396000"/>
              </p14:xfrm>
            </p:contentPart>
          </mc:Choice>
          <mc:Fallback xmlns="">
            <p:pic>
              <p:nvPicPr>
                <p:cNvPr id="1001" name="インク 2"/>
                <p:cNvPicPr/>
                <p:nvPr/>
              </p:nvPicPr>
              <p:blipFill>
                <a:blip r:embed="rId1003"/>
                <a:stretch>
                  <a:fillRect/>
                </a:stretch>
              </p:blipFill>
              <p:spPr>
                <a:xfrm>
                  <a:off x="720000" y="1494000"/>
                  <a:ext cx="4571579" cy="396000"/>
                </a:xfrm>
                <a:prstGeom prst="rect">
                  <a:avLst/>
                </a:prstGeom>
              </p:spPr>
            </p:pic>
          </mc:Fallback>
        </mc:AlternateContent>
      </p:grpSp>
      <p:grpSp>
        <p:nvGrpSpPr>
          <p:cNvPr id="102" name="グループ化 102"/>
          <p:cNvGrpSpPr/>
          <p:nvPr/>
        </p:nvGrpSpPr>
        <p:grpSpPr>
          <a:xfrm>
            <a:off x="720000" y="3034800"/>
            <a:ext cx="3793142" cy="396000"/>
            <a:chOff x="720000" y="3034800"/>
            <a:chExt cx="3793142"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3034800"/>
                <a:ext cx="3793142" cy="396000"/>
              </p14:xfrm>
            </p:contentPart>
          </mc:Choice>
          <mc:Fallback xmlns="">
            <p:pic>
              <p:nvPicPr>
                <p:cNvPr id="1002" name="インク 3"/>
                <p:cNvPicPr/>
                <p:nvPr/>
              </p:nvPicPr>
              <p:blipFill>
                <a:blip r:embed="rId1005"/>
                <a:stretch>
                  <a:fillRect/>
                </a:stretch>
              </p:blipFill>
              <p:spPr>
                <a:xfrm>
                  <a:off x="720000" y="3034800"/>
                  <a:ext cx="3793142" cy="396000"/>
                </a:xfrm>
                <a:prstGeom prst="rect">
                  <a:avLst/>
                </a:prstGeom>
              </p:spPr>
            </p:pic>
          </mc:Fallback>
        </mc:AlternateContent>
      </p:grpSp>
      <p:grpSp>
        <p:nvGrpSpPr>
          <p:cNvPr id="103" name="グループ化 103"/>
          <p:cNvGrpSpPr/>
          <p:nvPr/>
        </p:nvGrpSpPr>
        <p:grpSpPr>
          <a:xfrm>
            <a:off x="720000" y="4575600"/>
            <a:ext cx="7624480" cy="396000"/>
            <a:chOff x="720000" y="4575600"/>
            <a:chExt cx="762448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4575600"/>
                <a:ext cx="7624480" cy="396000"/>
              </p14:xfrm>
            </p:contentPart>
          </mc:Choice>
          <mc:Fallback xmlns="">
            <p:pic>
              <p:nvPicPr>
                <p:cNvPr id="1003" name="インク 4"/>
                <p:cNvPicPr/>
                <p:nvPr/>
              </p:nvPicPr>
              <p:blipFill>
                <a:blip r:embed="rId1007"/>
                <a:stretch>
                  <a:fillRect/>
                </a:stretch>
              </p:blipFill>
              <p:spPr>
                <a:xfrm>
                  <a:off x="720000" y="4575600"/>
                  <a:ext cx="7624480" cy="396000"/>
                </a:xfrm>
                <a:prstGeom prst="rect">
                  <a:avLst/>
                </a:prstGeom>
              </p:spPr>
            </p:pic>
          </mc:Fallback>
        </mc:AlternateContent>
      </p:grpSp>
      <p:grpSp>
        <p:nvGrpSpPr>
          <p:cNvPr id="104" name="グループ化 104"/>
          <p:cNvGrpSpPr/>
          <p:nvPr/>
        </p:nvGrpSpPr>
        <p:grpSpPr>
          <a:xfrm>
            <a:off x="720000" y="6076800"/>
            <a:ext cx="5829905" cy="435600"/>
            <a:chOff x="720000" y="6076800"/>
            <a:chExt cx="5829905"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6076800"/>
                <a:ext cx="5829905" cy="435600"/>
              </p14:xfrm>
            </p:contentPart>
          </mc:Choice>
          <mc:Fallback xmlns="">
            <p:pic>
              <p:nvPicPr>
                <p:cNvPr id="1004" name="インク 5"/>
                <p:cNvPicPr/>
                <p:nvPr/>
              </p:nvPicPr>
              <p:blipFill>
                <a:blip r:embed="rId1009"/>
                <a:stretch>
                  <a:fillRect/>
                </a:stretch>
              </p:blipFill>
              <p:spPr>
                <a:xfrm>
                  <a:off x="720000" y="6076800"/>
                  <a:ext cx="5829905" cy="4356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4071954" cy="684000"/>
            <a:chOff x="540000" y="342000"/>
            <a:chExt cx="4071954"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4071954" cy="684000"/>
              </p14:xfrm>
            </p:contentPart>
          </mc:Choice>
          <mc:Fallback xmlns="">
            <p:pic>
              <p:nvPicPr>
                <p:cNvPr id="1000" name="インク 1"/>
                <p:cNvPicPr/>
                <p:nvPr/>
              </p:nvPicPr>
              <p:blipFill>
                <a:blip r:embed="rId1001"/>
                <a:stretch>
                  <a:fillRect/>
                </a:stretch>
              </p:blipFill>
              <p:spPr>
                <a:xfrm>
                  <a:off x="540000" y="342000"/>
                  <a:ext cx="4071954" cy="684000"/>
                </a:xfrm>
                <a:prstGeom prst="rect">
                  <a:avLst/>
                </a:prstGeom>
              </p:spPr>
            </p:pic>
          </mc:Fallback>
        </mc:AlternateContent>
      </p:grpSp>
      <p:grpSp>
        <p:nvGrpSpPr>
          <p:cNvPr id="101" name="グループ化 101"/>
          <p:cNvGrpSpPr/>
          <p:nvPr/>
        </p:nvGrpSpPr>
        <p:grpSpPr>
          <a:xfrm>
            <a:off x="720000" y="1454400"/>
            <a:ext cx="2761547" cy="435600"/>
            <a:chOff x="720000" y="1454400"/>
            <a:chExt cx="2761547"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54400"/>
                <a:ext cx="2761547" cy="435600"/>
              </p14:xfrm>
            </p:contentPart>
          </mc:Choice>
          <mc:Fallback xmlns="">
            <p:pic>
              <p:nvPicPr>
                <p:cNvPr id="1001" name="インク 2"/>
                <p:cNvPicPr/>
                <p:nvPr/>
              </p:nvPicPr>
              <p:blipFill>
                <a:blip r:embed="rId1003"/>
                <a:stretch>
                  <a:fillRect/>
                </a:stretch>
              </p:blipFill>
              <p:spPr>
                <a:xfrm>
                  <a:off x="720000" y="1454400"/>
                  <a:ext cx="2761547" cy="435600"/>
                </a:xfrm>
                <a:prstGeom prst="rect">
                  <a:avLst/>
                </a:prstGeom>
              </p:spPr>
            </p:pic>
          </mc:Fallback>
        </mc:AlternateContent>
      </p:grpSp>
      <p:grpSp>
        <p:nvGrpSpPr>
          <p:cNvPr id="102" name="グループ化 102"/>
          <p:cNvGrpSpPr/>
          <p:nvPr/>
        </p:nvGrpSpPr>
        <p:grpSpPr>
          <a:xfrm>
            <a:off x="720000" y="3034800"/>
            <a:ext cx="4475765" cy="435600"/>
            <a:chOff x="720000" y="3034800"/>
            <a:chExt cx="4475765"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3034800"/>
                <a:ext cx="4475765" cy="435600"/>
              </p14:xfrm>
            </p:contentPart>
          </mc:Choice>
          <mc:Fallback xmlns="">
            <p:pic>
              <p:nvPicPr>
                <p:cNvPr id="1002" name="インク 3"/>
                <p:cNvPicPr/>
                <p:nvPr/>
              </p:nvPicPr>
              <p:blipFill>
                <a:blip r:embed="rId1005"/>
                <a:stretch>
                  <a:fillRect/>
                </a:stretch>
              </p:blipFill>
              <p:spPr>
                <a:xfrm>
                  <a:off x="720000" y="3034800"/>
                  <a:ext cx="4475765" cy="435600"/>
                </a:xfrm>
                <a:prstGeom prst="rect">
                  <a:avLst/>
                </a:prstGeom>
              </p:spPr>
            </p:pic>
          </mc:Fallback>
        </mc:AlternateContent>
      </p:grpSp>
      <p:grpSp>
        <p:nvGrpSpPr>
          <p:cNvPr id="103" name="グループ化 103"/>
          <p:cNvGrpSpPr/>
          <p:nvPr/>
        </p:nvGrpSpPr>
        <p:grpSpPr>
          <a:xfrm>
            <a:off x="720000" y="4536000"/>
            <a:ext cx="2223716" cy="435600"/>
            <a:chOff x="720000" y="4536000"/>
            <a:chExt cx="2223716"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4536000"/>
                <a:ext cx="2223716" cy="435600"/>
              </p14:xfrm>
            </p:contentPart>
          </mc:Choice>
          <mc:Fallback xmlns="">
            <p:pic>
              <p:nvPicPr>
                <p:cNvPr id="1003" name="インク 4"/>
                <p:cNvPicPr/>
                <p:nvPr/>
              </p:nvPicPr>
              <p:blipFill>
                <a:blip r:embed="rId1007"/>
                <a:stretch>
                  <a:fillRect/>
                </a:stretch>
              </p:blipFill>
              <p:spPr>
                <a:xfrm>
                  <a:off x="720000" y="4536000"/>
                  <a:ext cx="2223716" cy="435600"/>
                </a:xfrm>
                <a:prstGeom prst="rect">
                  <a:avLst/>
                </a:prstGeom>
              </p:spPr>
            </p:pic>
          </mc:Fallback>
        </mc:AlternateContent>
      </p:grpSp>
      <p:grpSp>
        <p:nvGrpSpPr>
          <p:cNvPr id="104" name="グループ化 104"/>
          <p:cNvGrpSpPr/>
          <p:nvPr/>
        </p:nvGrpSpPr>
        <p:grpSpPr>
          <a:xfrm>
            <a:off x="720000" y="6076800"/>
            <a:ext cx="4775969" cy="435600"/>
            <a:chOff x="720000" y="6076800"/>
            <a:chExt cx="4775969"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6076800"/>
                <a:ext cx="4775969" cy="435600"/>
              </p14:xfrm>
            </p:contentPart>
          </mc:Choice>
          <mc:Fallback xmlns="">
            <p:pic>
              <p:nvPicPr>
                <p:cNvPr id="1004" name="インク 5"/>
                <p:cNvPicPr/>
                <p:nvPr/>
              </p:nvPicPr>
              <p:blipFill>
                <a:blip r:embed="rId1009"/>
                <a:stretch>
                  <a:fillRect/>
                </a:stretch>
              </p:blipFill>
              <p:spPr>
                <a:xfrm>
                  <a:off x="720000" y="6076800"/>
                  <a:ext cx="4775969" cy="4356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5991540" cy="684000"/>
            <a:chOff x="540000" y="342000"/>
            <a:chExt cx="5991540"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5991540" cy="684000"/>
              </p14:xfrm>
            </p:contentPart>
          </mc:Choice>
          <mc:Fallback xmlns="">
            <p:pic>
              <p:nvPicPr>
                <p:cNvPr id="1000" name="インク 1"/>
                <p:cNvPicPr/>
                <p:nvPr/>
              </p:nvPicPr>
              <p:blipFill>
                <a:blip r:embed="rId1001"/>
                <a:stretch>
                  <a:fillRect/>
                </a:stretch>
              </p:blipFill>
              <p:spPr>
                <a:xfrm>
                  <a:off x="540000" y="342000"/>
                  <a:ext cx="5991540" cy="684000"/>
                </a:xfrm>
                <a:prstGeom prst="rect">
                  <a:avLst/>
                </a:prstGeom>
              </p:spPr>
            </p:pic>
          </mc:Fallback>
        </mc:AlternateContent>
      </p:grpSp>
      <p:grpSp>
        <p:nvGrpSpPr>
          <p:cNvPr id="101" name="グループ化 101"/>
          <p:cNvGrpSpPr/>
          <p:nvPr/>
        </p:nvGrpSpPr>
        <p:grpSpPr>
          <a:xfrm>
            <a:off x="720000" y="1360800"/>
            <a:ext cx="2347272" cy="662400"/>
            <a:chOff x="720000" y="1360800"/>
            <a:chExt cx="2347272" cy="6624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360800"/>
                <a:ext cx="2347272" cy="662400"/>
              </p14:xfrm>
            </p:contentPart>
          </mc:Choice>
          <mc:Fallback xmlns="">
            <p:pic>
              <p:nvPicPr>
                <p:cNvPr id="1001" name="インク 2"/>
                <p:cNvPicPr/>
                <p:nvPr/>
              </p:nvPicPr>
              <p:blipFill>
                <a:blip r:embed="rId1003"/>
                <a:stretch>
                  <a:fillRect/>
                </a:stretch>
              </p:blipFill>
              <p:spPr>
                <a:xfrm>
                  <a:off x="720000" y="1360800"/>
                  <a:ext cx="2347272" cy="662400"/>
                </a:xfrm>
                <a:prstGeom prst="rect">
                  <a:avLst/>
                </a:prstGeom>
              </p:spPr>
            </p:pic>
          </mc:Fallback>
        </mc:AlternateContent>
      </p:grpSp>
      <p:grpSp>
        <p:nvGrpSpPr>
          <p:cNvPr id="102" name="グループ化 102"/>
          <p:cNvGrpSpPr/>
          <p:nvPr/>
        </p:nvGrpSpPr>
        <p:grpSpPr>
          <a:xfrm>
            <a:off x="720000" y="2883600"/>
            <a:ext cx="1328112" cy="662400"/>
            <a:chOff x="720000" y="2883600"/>
            <a:chExt cx="1328112" cy="6624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883600"/>
                <a:ext cx="1328112" cy="662400"/>
              </p14:xfrm>
            </p:contentPart>
          </mc:Choice>
          <mc:Fallback xmlns="">
            <p:pic>
              <p:nvPicPr>
                <p:cNvPr id="1002" name="インク 3"/>
                <p:cNvPicPr/>
                <p:nvPr/>
              </p:nvPicPr>
              <p:blipFill>
                <a:blip r:embed="rId1005"/>
                <a:stretch>
                  <a:fillRect/>
                </a:stretch>
              </p:blipFill>
              <p:spPr>
                <a:xfrm>
                  <a:off x="720000" y="2883600"/>
                  <a:ext cx="1328112" cy="662400"/>
                </a:xfrm>
                <a:prstGeom prst="rect">
                  <a:avLst/>
                </a:prstGeom>
              </p:spPr>
            </p:pic>
          </mc:Fallback>
        </mc:AlternateContent>
      </p:grpSp>
      <p:grpSp>
        <p:nvGrpSpPr>
          <p:cNvPr id="103" name="グループ化 103"/>
          <p:cNvGrpSpPr/>
          <p:nvPr/>
        </p:nvGrpSpPr>
        <p:grpSpPr>
          <a:xfrm>
            <a:off x="720000" y="4431600"/>
            <a:ext cx="2636177" cy="576000"/>
            <a:chOff x="720000" y="4431600"/>
            <a:chExt cx="2636177" cy="5760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4431600"/>
                <a:ext cx="2636177" cy="576000"/>
              </p14:xfrm>
            </p:contentPart>
          </mc:Choice>
          <mc:Fallback xmlns="">
            <p:pic>
              <p:nvPicPr>
                <p:cNvPr id="1003" name="インク 4"/>
                <p:cNvPicPr/>
                <p:nvPr/>
              </p:nvPicPr>
              <p:blipFill>
                <a:blip r:embed="rId1007"/>
                <a:stretch>
                  <a:fillRect/>
                </a:stretch>
              </p:blipFill>
              <p:spPr>
                <a:xfrm>
                  <a:off x="720000" y="4431600"/>
                  <a:ext cx="2636177" cy="576000"/>
                </a:xfrm>
                <a:prstGeom prst="rect">
                  <a:avLst/>
                </a:prstGeom>
              </p:spPr>
            </p:pic>
          </mc:Fallback>
        </mc:AlternateContent>
      </p:grpSp>
      <p:grpSp>
        <p:nvGrpSpPr>
          <p:cNvPr id="104" name="グループ化 104"/>
          <p:cNvGrpSpPr/>
          <p:nvPr/>
        </p:nvGrpSpPr>
        <p:grpSpPr>
          <a:xfrm>
            <a:off x="720000" y="5868000"/>
            <a:ext cx="1781525" cy="576000"/>
            <a:chOff x="720000" y="5868000"/>
            <a:chExt cx="1781525" cy="5760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5868000"/>
                <a:ext cx="1781525" cy="576000"/>
              </p14:xfrm>
            </p:contentPart>
          </mc:Choice>
          <mc:Fallback xmlns="">
            <p:pic>
              <p:nvPicPr>
                <p:cNvPr id="1004" name="インク 5"/>
                <p:cNvPicPr/>
                <p:nvPr/>
              </p:nvPicPr>
              <p:blipFill>
                <a:blip r:embed="rId1009"/>
                <a:stretch>
                  <a:fillRect/>
                </a:stretch>
              </p:blipFill>
              <p:spPr>
                <a:xfrm>
                  <a:off x="720000" y="5868000"/>
                  <a:ext cx="1781525" cy="5760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5929750" cy="684000"/>
            <a:chOff x="540000" y="342000"/>
            <a:chExt cx="5929750"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5929750" cy="684000"/>
              </p14:xfrm>
            </p:contentPart>
          </mc:Choice>
          <mc:Fallback xmlns="">
            <p:pic>
              <p:nvPicPr>
                <p:cNvPr id="1000" name="インク 1"/>
                <p:cNvPicPr/>
                <p:nvPr/>
              </p:nvPicPr>
              <p:blipFill>
                <a:blip r:embed="rId1001"/>
                <a:stretch>
                  <a:fillRect/>
                </a:stretch>
              </p:blipFill>
              <p:spPr>
                <a:xfrm>
                  <a:off x="540000" y="342000"/>
                  <a:ext cx="5929750" cy="684000"/>
                </a:xfrm>
                <a:prstGeom prst="rect">
                  <a:avLst/>
                </a:prstGeom>
              </p:spPr>
            </p:pic>
          </mc:Fallback>
        </mc:AlternateContent>
      </p:grpSp>
      <p:grpSp>
        <p:nvGrpSpPr>
          <p:cNvPr id="101" name="グループ化 101"/>
          <p:cNvGrpSpPr/>
          <p:nvPr/>
        </p:nvGrpSpPr>
        <p:grpSpPr>
          <a:xfrm>
            <a:off x="720000" y="1360800"/>
            <a:ext cx="2858646" cy="662400"/>
            <a:chOff x="720000" y="1360800"/>
            <a:chExt cx="2858646" cy="6624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360800"/>
                <a:ext cx="2858646" cy="662400"/>
              </p14:xfrm>
            </p:contentPart>
          </mc:Choice>
          <mc:Fallback xmlns="">
            <p:pic>
              <p:nvPicPr>
                <p:cNvPr id="1001" name="インク 2"/>
                <p:cNvPicPr/>
                <p:nvPr/>
              </p:nvPicPr>
              <p:blipFill>
                <a:blip r:embed="rId1003"/>
                <a:stretch>
                  <a:fillRect/>
                </a:stretch>
              </p:blipFill>
              <p:spPr>
                <a:xfrm>
                  <a:off x="720000" y="1360800"/>
                  <a:ext cx="2858646" cy="662400"/>
                </a:xfrm>
                <a:prstGeom prst="rect">
                  <a:avLst/>
                </a:prstGeom>
              </p:spPr>
            </p:pic>
          </mc:Fallback>
        </mc:AlternateContent>
      </p:grpSp>
      <p:grpSp>
        <p:nvGrpSpPr>
          <p:cNvPr id="102" name="グループ化 102"/>
          <p:cNvGrpSpPr/>
          <p:nvPr/>
        </p:nvGrpSpPr>
        <p:grpSpPr>
          <a:xfrm>
            <a:off x="720000" y="2584538"/>
            <a:ext cx="3387261" cy="879875"/>
            <a:chOff x="720000" y="2584538"/>
            <a:chExt cx="3387261" cy="879875"/>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584538"/>
                <a:ext cx="3387261" cy="879875"/>
              </p14:xfrm>
            </p:contentPart>
          </mc:Choice>
          <mc:Fallback xmlns="">
            <p:pic>
              <p:nvPicPr>
                <p:cNvPr id="1002" name="インク 3"/>
                <p:cNvPicPr/>
                <p:nvPr/>
              </p:nvPicPr>
              <p:blipFill>
                <a:blip r:embed="rId1005"/>
                <a:stretch>
                  <a:fillRect/>
                </a:stretch>
              </p:blipFill>
              <p:spPr>
                <a:xfrm>
                  <a:off x="720000" y="2584538"/>
                  <a:ext cx="3387261" cy="879875"/>
                </a:xfrm>
                <a:prstGeom prst="rect">
                  <a:avLst/>
                </a:prstGeom>
              </p:spPr>
            </p:pic>
          </mc:Fallback>
        </mc:AlternateContent>
      </p:grpSp>
      <p:grpSp>
        <p:nvGrpSpPr>
          <p:cNvPr id="103" name="グループ化 103"/>
          <p:cNvGrpSpPr/>
          <p:nvPr/>
        </p:nvGrpSpPr>
        <p:grpSpPr>
          <a:xfrm>
            <a:off x="720000" y="4319402"/>
            <a:ext cx="2602906" cy="576000"/>
            <a:chOff x="720000" y="4319402"/>
            <a:chExt cx="2602906" cy="5760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4319402"/>
                <a:ext cx="2602906" cy="576000"/>
              </p14:xfrm>
            </p:contentPart>
          </mc:Choice>
          <mc:Fallback xmlns="">
            <p:pic>
              <p:nvPicPr>
                <p:cNvPr id="1003" name="インク 4"/>
                <p:cNvPicPr/>
                <p:nvPr/>
              </p:nvPicPr>
              <p:blipFill>
                <a:blip r:embed="rId1007"/>
                <a:stretch>
                  <a:fillRect/>
                </a:stretch>
              </p:blipFill>
              <p:spPr>
                <a:xfrm>
                  <a:off x="720000" y="4319402"/>
                  <a:ext cx="2602906" cy="576000"/>
                </a:xfrm>
                <a:prstGeom prst="rect">
                  <a:avLst/>
                </a:prstGeom>
              </p:spPr>
            </p:pic>
          </mc:Fallback>
        </mc:AlternateContent>
      </p:grpSp>
      <p:grpSp>
        <p:nvGrpSpPr>
          <p:cNvPr id="104" name="グループ化 104"/>
          <p:cNvGrpSpPr/>
          <p:nvPr/>
        </p:nvGrpSpPr>
        <p:grpSpPr>
          <a:xfrm>
            <a:off x="720000" y="5458381"/>
            <a:ext cx="1116669" cy="853034"/>
            <a:chOff x="720000" y="5458381"/>
            <a:chExt cx="1116669" cy="853034"/>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5458381"/>
                <a:ext cx="1116669" cy="853034"/>
              </p14:xfrm>
            </p:contentPart>
          </mc:Choice>
          <mc:Fallback xmlns="">
            <p:pic>
              <p:nvPicPr>
                <p:cNvPr id="1004" name="インク 5"/>
                <p:cNvPicPr/>
                <p:nvPr/>
              </p:nvPicPr>
              <p:blipFill>
                <a:blip r:embed="rId1009"/>
                <a:stretch>
                  <a:fillRect/>
                </a:stretch>
              </p:blipFill>
              <p:spPr>
                <a:xfrm>
                  <a:off x="720000" y="5458381"/>
                  <a:ext cx="1116669" cy="853034"/>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6751426" cy="684000"/>
            <a:chOff x="540000" y="342000"/>
            <a:chExt cx="6751426"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6751426" cy="684000"/>
              </p14:xfrm>
            </p:contentPart>
          </mc:Choice>
          <mc:Fallback xmlns="">
            <p:pic>
              <p:nvPicPr>
                <p:cNvPr id="1000" name="インク 1"/>
                <p:cNvPicPr/>
                <p:nvPr/>
              </p:nvPicPr>
              <p:blipFill>
                <a:blip r:embed="rId1001"/>
                <a:stretch>
                  <a:fillRect/>
                </a:stretch>
              </p:blipFill>
              <p:spPr>
                <a:xfrm>
                  <a:off x="540000" y="342000"/>
                  <a:ext cx="6751426" cy="684000"/>
                </a:xfrm>
                <a:prstGeom prst="rect">
                  <a:avLst/>
                </a:prstGeom>
              </p:spPr>
            </p:pic>
          </mc:Fallback>
        </mc:AlternateContent>
      </p:grpSp>
      <p:grpSp>
        <p:nvGrpSpPr>
          <p:cNvPr id="101" name="グループ化 101"/>
          <p:cNvGrpSpPr/>
          <p:nvPr/>
        </p:nvGrpSpPr>
        <p:grpSpPr>
          <a:xfrm>
            <a:off x="720000" y="1494000"/>
            <a:ext cx="3110400" cy="396000"/>
            <a:chOff x="720000" y="1494000"/>
            <a:chExt cx="311040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3110400" cy="396000"/>
              </p14:xfrm>
            </p:contentPart>
          </mc:Choice>
          <mc:Fallback xmlns="">
            <p:pic>
              <p:nvPicPr>
                <p:cNvPr id="1001" name="インク 2"/>
                <p:cNvPicPr/>
                <p:nvPr/>
              </p:nvPicPr>
              <p:blipFill>
                <a:blip r:embed="rId1003"/>
                <a:stretch>
                  <a:fillRect/>
                </a:stretch>
              </p:blipFill>
              <p:spPr>
                <a:xfrm>
                  <a:off x="720000" y="1494000"/>
                  <a:ext cx="3110400" cy="396000"/>
                </a:xfrm>
                <a:prstGeom prst="rect">
                  <a:avLst/>
                </a:prstGeom>
              </p:spPr>
            </p:pic>
          </mc:Fallback>
        </mc:AlternateContent>
      </p:grpSp>
      <p:grpSp>
        <p:nvGrpSpPr>
          <p:cNvPr id="102" name="グループ化 102"/>
          <p:cNvGrpSpPr/>
          <p:nvPr/>
        </p:nvGrpSpPr>
        <p:grpSpPr>
          <a:xfrm>
            <a:off x="720000" y="2829600"/>
            <a:ext cx="3175996" cy="435600"/>
            <a:chOff x="720000" y="2829600"/>
            <a:chExt cx="3175996"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829600"/>
                <a:ext cx="3175996" cy="435600"/>
              </p14:xfrm>
            </p:contentPart>
          </mc:Choice>
          <mc:Fallback xmlns="">
            <p:pic>
              <p:nvPicPr>
                <p:cNvPr id="1002" name="インク 3"/>
                <p:cNvPicPr/>
                <p:nvPr/>
              </p:nvPicPr>
              <p:blipFill>
                <a:blip r:embed="rId1005"/>
                <a:stretch>
                  <a:fillRect/>
                </a:stretch>
              </p:blipFill>
              <p:spPr>
                <a:xfrm>
                  <a:off x="720000" y="2829600"/>
                  <a:ext cx="3175996" cy="435600"/>
                </a:xfrm>
                <a:prstGeom prst="rect">
                  <a:avLst/>
                </a:prstGeom>
              </p:spPr>
            </p:pic>
          </mc:Fallback>
        </mc:AlternateContent>
      </p:grpSp>
      <p:grpSp>
        <p:nvGrpSpPr>
          <p:cNvPr id="103" name="グループ化 103"/>
          <p:cNvGrpSpPr/>
          <p:nvPr/>
        </p:nvGrpSpPr>
        <p:grpSpPr>
          <a:xfrm>
            <a:off x="720000" y="4071600"/>
            <a:ext cx="2960604" cy="745200"/>
            <a:chOff x="720000" y="4071600"/>
            <a:chExt cx="2960604" cy="7452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4071600"/>
                <a:ext cx="2960604" cy="745200"/>
              </p14:xfrm>
            </p:contentPart>
          </mc:Choice>
          <mc:Fallback xmlns="">
            <p:pic>
              <p:nvPicPr>
                <p:cNvPr id="1003" name="インク 4"/>
                <p:cNvPicPr/>
                <p:nvPr/>
              </p:nvPicPr>
              <p:blipFill>
                <a:blip r:embed="rId1007"/>
                <a:stretch>
                  <a:fillRect/>
                </a:stretch>
              </p:blipFill>
              <p:spPr>
                <a:xfrm>
                  <a:off x="720000" y="4071600"/>
                  <a:ext cx="2960604" cy="745200"/>
                </a:xfrm>
                <a:prstGeom prst="rect">
                  <a:avLst/>
                </a:prstGeom>
              </p:spPr>
            </p:pic>
          </mc:Fallback>
        </mc:AlternateContent>
      </p:grpSp>
      <p:grpSp>
        <p:nvGrpSpPr>
          <p:cNvPr id="104" name="グループ化 104"/>
          <p:cNvGrpSpPr/>
          <p:nvPr/>
        </p:nvGrpSpPr>
        <p:grpSpPr>
          <a:xfrm>
            <a:off x="720000" y="5756400"/>
            <a:ext cx="2880504" cy="662400"/>
            <a:chOff x="720000" y="5756400"/>
            <a:chExt cx="2880504" cy="6624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5756400"/>
                <a:ext cx="2880504" cy="662400"/>
              </p14:xfrm>
            </p:contentPart>
          </mc:Choice>
          <mc:Fallback xmlns="">
            <p:pic>
              <p:nvPicPr>
                <p:cNvPr id="1004" name="インク 5"/>
                <p:cNvPicPr/>
                <p:nvPr/>
              </p:nvPicPr>
              <p:blipFill>
                <a:blip r:embed="rId1009"/>
                <a:stretch>
                  <a:fillRect/>
                </a:stretch>
              </p:blipFill>
              <p:spPr>
                <a:xfrm>
                  <a:off x="720000" y="5756400"/>
                  <a:ext cx="2880504" cy="6624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6730608" cy="684000"/>
            <a:chOff x="540000" y="342000"/>
            <a:chExt cx="6730608"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6730608" cy="684000"/>
              </p14:xfrm>
            </p:contentPart>
          </mc:Choice>
          <mc:Fallback xmlns="">
            <p:pic>
              <p:nvPicPr>
                <p:cNvPr id="1000" name="インク 1"/>
                <p:cNvPicPr/>
                <p:nvPr/>
              </p:nvPicPr>
              <p:blipFill>
                <a:blip r:embed="rId1001"/>
                <a:stretch>
                  <a:fillRect/>
                </a:stretch>
              </p:blipFill>
              <p:spPr>
                <a:xfrm>
                  <a:off x="540000" y="342000"/>
                  <a:ext cx="6730608" cy="684000"/>
                </a:xfrm>
                <a:prstGeom prst="rect">
                  <a:avLst/>
                </a:prstGeom>
              </p:spPr>
            </p:pic>
          </mc:Fallback>
        </mc:AlternateContent>
      </p:grpSp>
      <p:grpSp>
        <p:nvGrpSpPr>
          <p:cNvPr id="101" name="グループ化 101"/>
          <p:cNvGrpSpPr/>
          <p:nvPr/>
        </p:nvGrpSpPr>
        <p:grpSpPr>
          <a:xfrm>
            <a:off x="720000" y="1494000"/>
            <a:ext cx="2538000" cy="396000"/>
            <a:chOff x="720000" y="1494000"/>
            <a:chExt cx="253800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2538000" cy="396000"/>
              </p14:xfrm>
            </p:contentPart>
          </mc:Choice>
          <mc:Fallback xmlns="">
            <p:pic>
              <p:nvPicPr>
                <p:cNvPr id="1001" name="インク 2"/>
                <p:cNvPicPr/>
                <p:nvPr/>
              </p:nvPicPr>
              <p:blipFill>
                <a:blip r:embed="rId1003"/>
                <a:stretch>
                  <a:fillRect/>
                </a:stretch>
              </p:blipFill>
              <p:spPr>
                <a:xfrm>
                  <a:off x="720000" y="1494000"/>
                  <a:ext cx="2538000" cy="396000"/>
                </a:xfrm>
                <a:prstGeom prst="rect">
                  <a:avLst/>
                </a:prstGeom>
              </p:spPr>
            </p:pic>
          </mc:Fallback>
        </mc:AlternateContent>
      </p:grpSp>
      <p:grpSp>
        <p:nvGrpSpPr>
          <p:cNvPr id="102" name="グループ化 102"/>
          <p:cNvGrpSpPr/>
          <p:nvPr/>
        </p:nvGrpSpPr>
        <p:grpSpPr>
          <a:xfrm>
            <a:off x="720000" y="2826000"/>
            <a:ext cx="3938710" cy="662400"/>
            <a:chOff x="720000" y="2826000"/>
            <a:chExt cx="3938710" cy="6624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826000"/>
                <a:ext cx="3938710" cy="662400"/>
              </p14:xfrm>
            </p:contentPart>
          </mc:Choice>
          <mc:Fallback xmlns="">
            <p:pic>
              <p:nvPicPr>
                <p:cNvPr id="1002" name="インク 3"/>
                <p:cNvPicPr/>
                <p:nvPr/>
              </p:nvPicPr>
              <p:blipFill>
                <a:blip r:embed="rId1005"/>
                <a:stretch>
                  <a:fillRect/>
                </a:stretch>
              </p:blipFill>
              <p:spPr>
                <a:xfrm>
                  <a:off x="720000" y="2826000"/>
                  <a:ext cx="3938710" cy="662400"/>
                </a:xfrm>
                <a:prstGeom prst="rect">
                  <a:avLst/>
                </a:prstGeom>
              </p:spPr>
            </p:pic>
          </mc:Fallback>
        </mc:AlternateContent>
      </p:grpSp>
      <p:grpSp>
        <p:nvGrpSpPr>
          <p:cNvPr id="103" name="グループ化 103"/>
          <p:cNvGrpSpPr/>
          <p:nvPr/>
        </p:nvGrpSpPr>
        <p:grpSpPr>
          <a:xfrm>
            <a:off x="720000" y="4690800"/>
            <a:ext cx="3459600" cy="396000"/>
            <a:chOff x="720000" y="4690800"/>
            <a:chExt cx="345960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4690800"/>
                <a:ext cx="3459600" cy="396000"/>
              </p14:xfrm>
            </p:contentPart>
          </mc:Choice>
          <mc:Fallback xmlns="">
            <p:pic>
              <p:nvPicPr>
                <p:cNvPr id="1003" name="インク 4"/>
                <p:cNvPicPr/>
                <p:nvPr/>
              </p:nvPicPr>
              <p:blipFill>
                <a:blip r:embed="rId1007"/>
                <a:stretch>
                  <a:fillRect/>
                </a:stretch>
              </p:blipFill>
              <p:spPr>
                <a:xfrm>
                  <a:off x="720000" y="4690800"/>
                  <a:ext cx="3459600" cy="396000"/>
                </a:xfrm>
                <a:prstGeom prst="rect">
                  <a:avLst/>
                </a:prstGeom>
              </p:spPr>
            </p:pic>
          </mc:Fallback>
        </mc:AlternateContent>
      </p:grpSp>
      <p:grpSp>
        <p:nvGrpSpPr>
          <p:cNvPr id="104" name="グループ化 104"/>
          <p:cNvGrpSpPr/>
          <p:nvPr/>
        </p:nvGrpSpPr>
        <p:grpSpPr>
          <a:xfrm>
            <a:off x="720000" y="6156000"/>
            <a:ext cx="4757371" cy="396000"/>
            <a:chOff x="720000" y="6156000"/>
            <a:chExt cx="4757371"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6156000"/>
                <a:ext cx="4757371" cy="396000"/>
              </p14:xfrm>
            </p:contentPart>
          </mc:Choice>
          <mc:Fallback xmlns="">
            <p:pic>
              <p:nvPicPr>
                <p:cNvPr id="1004" name="インク 5"/>
                <p:cNvPicPr/>
                <p:nvPr/>
              </p:nvPicPr>
              <p:blipFill>
                <a:blip r:embed="rId1009"/>
                <a:stretch>
                  <a:fillRect/>
                </a:stretch>
              </p:blipFill>
              <p:spPr>
                <a:xfrm>
                  <a:off x="720000" y="6156000"/>
                  <a:ext cx="4757371" cy="3960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6388982" cy="684000"/>
            <a:chOff x="540000" y="342000"/>
            <a:chExt cx="6388982"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6388982" cy="684000"/>
              </p14:xfrm>
            </p:contentPart>
          </mc:Choice>
          <mc:Fallback xmlns="">
            <p:pic>
              <p:nvPicPr>
                <p:cNvPr id="1000" name="インク 1"/>
                <p:cNvPicPr/>
                <p:nvPr/>
              </p:nvPicPr>
              <p:blipFill>
                <a:blip r:embed="rId1001"/>
                <a:stretch>
                  <a:fillRect/>
                </a:stretch>
              </p:blipFill>
              <p:spPr>
                <a:xfrm>
                  <a:off x="540000" y="342000"/>
                  <a:ext cx="6388982" cy="684000"/>
                </a:xfrm>
                <a:prstGeom prst="rect">
                  <a:avLst/>
                </a:prstGeom>
              </p:spPr>
            </p:pic>
          </mc:Fallback>
        </mc:AlternateContent>
      </p:grpSp>
      <p:grpSp>
        <p:nvGrpSpPr>
          <p:cNvPr id="101" name="グループ化 101"/>
          <p:cNvGrpSpPr/>
          <p:nvPr/>
        </p:nvGrpSpPr>
        <p:grpSpPr>
          <a:xfrm>
            <a:off x="720000" y="1494000"/>
            <a:ext cx="2862000" cy="396000"/>
            <a:chOff x="720000" y="1494000"/>
            <a:chExt cx="2862000"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2862000" cy="396000"/>
              </p14:xfrm>
            </p:contentPart>
          </mc:Choice>
          <mc:Fallback xmlns="">
            <p:pic>
              <p:nvPicPr>
                <p:cNvPr id="1001" name="インク 2"/>
                <p:cNvPicPr/>
                <p:nvPr/>
              </p:nvPicPr>
              <p:blipFill>
                <a:blip r:embed="rId1003"/>
                <a:stretch>
                  <a:fillRect/>
                </a:stretch>
              </p:blipFill>
              <p:spPr>
                <a:xfrm>
                  <a:off x="720000" y="1494000"/>
                  <a:ext cx="2862000" cy="396000"/>
                </a:xfrm>
                <a:prstGeom prst="rect">
                  <a:avLst/>
                </a:prstGeom>
              </p:spPr>
            </p:pic>
          </mc:Fallback>
        </mc:AlternateContent>
      </p:grpSp>
      <p:grpSp>
        <p:nvGrpSpPr>
          <p:cNvPr id="102" name="グループ化 102"/>
          <p:cNvGrpSpPr/>
          <p:nvPr/>
        </p:nvGrpSpPr>
        <p:grpSpPr>
          <a:xfrm>
            <a:off x="720000" y="2836800"/>
            <a:ext cx="2538000" cy="478800"/>
            <a:chOff x="720000" y="2836800"/>
            <a:chExt cx="2538000" cy="4788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836800"/>
                <a:ext cx="2538000" cy="478800"/>
              </p14:xfrm>
            </p:contentPart>
          </mc:Choice>
          <mc:Fallback xmlns="">
            <p:pic>
              <p:nvPicPr>
                <p:cNvPr id="1002" name="インク 3"/>
                <p:cNvPicPr/>
                <p:nvPr/>
              </p:nvPicPr>
              <p:blipFill>
                <a:blip r:embed="rId1005"/>
                <a:stretch>
                  <a:fillRect/>
                </a:stretch>
              </p:blipFill>
              <p:spPr>
                <a:xfrm>
                  <a:off x="720000" y="2836800"/>
                  <a:ext cx="2538000" cy="478800"/>
                </a:xfrm>
                <a:prstGeom prst="rect">
                  <a:avLst/>
                </a:prstGeom>
              </p:spPr>
            </p:pic>
          </mc:Fallback>
        </mc:AlternateContent>
      </p:grpSp>
      <p:grpSp>
        <p:nvGrpSpPr>
          <p:cNvPr id="103" name="グループ化 103"/>
          <p:cNvGrpSpPr/>
          <p:nvPr/>
        </p:nvGrpSpPr>
        <p:grpSpPr>
          <a:xfrm>
            <a:off x="720000" y="4345200"/>
            <a:ext cx="3416031" cy="518400"/>
            <a:chOff x="720000" y="4345200"/>
            <a:chExt cx="3416031" cy="5184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4345200"/>
                <a:ext cx="3416031" cy="518400"/>
              </p14:xfrm>
            </p:contentPart>
          </mc:Choice>
          <mc:Fallback xmlns="">
            <p:pic>
              <p:nvPicPr>
                <p:cNvPr id="1003" name="インク 4"/>
                <p:cNvPicPr/>
                <p:nvPr/>
              </p:nvPicPr>
              <p:blipFill>
                <a:blip r:embed="rId1007"/>
                <a:stretch>
                  <a:fillRect/>
                </a:stretch>
              </p:blipFill>
              <p:spPr>
                <a:xfrm>
                  <a:off x="720000" y="4345200"/>
                  <a:ext cx="3416031" cy="518400"/>
                </a:xfrm>
                <a:prstGeom prst="rect">
                  <a:avLst/>
                </a:prstGeom>
              </p:spPr>
            </p:pic>
          </mc:Fallback>
        </mc:AlternateContent>
      </p:grpSp>
      <p:grpSp>
        <p:nvGrpSpPr>
          <p:cNvPr id="104" name="グループ化 104"/>
          <p:cNvGrpSpPr/>
          <p:nvPr/>
        </p:nvGrpSpPr>
        <p:grpSpPr>
          <a:xfrm>
            <a:off x="720000" y="5868000"/>
            <a:ext cx="3306959" cy="576000"/>
            <a:chOff x="720000" y="5868000"/>
            <a:chExt cx="3306959" cy="5760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5868000"/>
                <a:ext cx="3306959" cy="576000"/>
              </p14:xfrm>
            </p:contentPart>
          </mc:Choice>
          <mc:Fallback xmlns="">
            <p:pic>
              <p:nvPicPr>
                <p:cNvPr id="1004" name="インク 5"/>
                <p:cNvPicPr/>
                <p:nvPr/>
              </p:nvPicPr>
              <p:blipFill>
                <a:blip r:embed="rId1009"/>
                <a:stretch>
                  <a:fillRect/>
                </a:stretch>
              </p:blipFill>
              <p:spPr>
                <a:xfrm>
                  <a:off x="720000" y="5868000"/>
                  <a:ext cx="3306959" cy="5760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6483599" cy="684000"/>
            <a:chOff x="540000" y="342000"/>
            <a:chExt cx="6483599"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6483599" cy="684000"/>
              </p14:xfrm>
            </p:contentPart>
          </mc:Choice>
          <mc:Fallback xmlns="">
            <p:pic>
              <p:nvPicPr>
                <p:cNvPr id="1000" name="インク 1"/>
                <p:cNvPicPr/>
                <p:nvPr/>
              </p:nvPicPr>
              <p:blipFill>
                <a:blip r:embed="rId1001"/>
                <a:stretch>
                  <a:fillRect/>
                </a:stretch>
              </p:blipFill>
              <p:spPr>
                <a:xfrm>
                  <a:off x="540000" y="342000"/>
                  <a:ext cx="6483599" cy="684000"/>
                </a:xfrm>
                <a:prstGeom prst="rect">
                  <a:avLst/>
                </a:prstGeom>
              </p:spPr>
            </p:pic>
          </mc:Fallback>
        </mc:AlternateContent>
      </p:grpSp>
      <p:grpSp>
        <p:nvGrpSpPr>
          <p:cNvPr id="101" name="グループ化 101"/>
          <p:cNvGrpSpPr/>
          <p:nvPr/>
        </p:nvGrpSpPr>
        <p:grpSpPr>
          <a:xfrm>
            <a:off x="720000" y="1360800"/>
            <a:ext cx="5667431" cy="745200"/>
            <a:chOff x="720000" y="1360800"/>
            <a:chExt cx="5667431" cy="7452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360800"/>
                <a:ext cx="5667431" cy="745200"/>
              </p14:xfrm>
            </p:contentPart>
          </mc:Choice>
          <mc:Fallback xmlns="">
            <p:pic>
              <p:nvPicPr>
                <p:cNvPr id="1001" name="インク 2"/>
                <p:cNvPicPr/>
                <p:nvPr/>
              </p:nvPicPr>
              <p:blipFill>
                <a:blip r:embed="rId1003"/>
                <a:stretch>
                  <a:fillRect/>
                </a:stretch>
              </p:blipFill>
              <p:spPr>
                <a:xfrm>
                  <a:off x="720000" y="1360800"/>
                  <a:ext cx="5667431" cy="745200"/>
                </a:xfrm>
                <a:prstGeom prst="rect">
                  <a:avLst/>
                </a:prstGeom>
              </p:spPr>
            </p:pic>
          </mc:Fallback>
        </mc:AlternateContent>
      </p:grpSp>
      <p:grpSp>
        <p:nvGrpSpPr>
          <p:cNvPr id="102" name="グループ化 102"/>
          <p:cNvGrpSpPr/>
          <p:nvPr/>
        </p:nvGrpSpPr>
        <p:grpSpPr>
          <a:xfrm>
            <a:off x="720000" y="3201600"/>
            <a:ext cx="5590171" cy="435600"/>
            <a:chOff x="720000" y="3201600"/>
            <a:chExt cx="5590171"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3201600"/>
                <a:ext cx="5590171" cy="435600"/>
              </p14:xfrm>
            </p:contentPart>
          </mc:Choice>
          <mc:Fallback xmlns="">
            <p:pic>
              <p:nvPicPr>
                <p:cNvPr id="1002" name="インク 3"/>
                <p:cNvPicPr/>
                <p:nvPr/>
              </p:nvPicPr>
              <p:blipFill>
                <a:blip r:embed="rId1005"/>
                <a:stretch>
                  <a:fillRect/>
                </a:stretch>
              </p:blipFill>
              <p:spPr>
                <a:xfrm>
                  <a:off x="720000" y="3201600"/>
                  <a:ext cx="5590171" cy="435600"/>
                </a:xfrm>
                <a:prstGeom prst="rect">
                  <a:avLst/>
                </a:prstGeom>
              </p:spPr>
            </p:pic>
          </mc:Fallback>
        </mc:AlternateContent>
      </p:grpSp>
      <p:grpSp>
        <p:nvGrpSpPr>
          <p:cNvPr id="103" name="グループ化 103"/>
          <p:cNvGrpSpPr/>
          <p:nvPr/>
        </p:nvGrpSpPr>
        <p:grpSpPr>
          <a:xfrm>
            <a:off x="720000" y="4639200"/>
            <a:ext cx="6910083" cy="435600"/>
            <a:chOff x="720000" y="4639200"/>
            <a:chExt cx="6910083"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4639200"/>
                <a:ext cx="6910083" cy="435600"/>
              </p14:xfrm>
            </p:contentPart>
          </mc:Choice>
          <mc:Fallback xmlns="">
            <p:pic>
              <p:nvPicPr>
                <p:cNvPr id="1003" name="インク 4"/>
                <p:cNvPicPr/>
                <p:nvPr/>
              </p:nvPicPr>
              <p:blipFill>
                <a:blip r:embed="rId1007"/>
                <a:stretch>
                  <a:fillRect/>
                </a:stretch>
              </p:blipFill>
              <p:spPr>
                <a:xfrm>
                  <a:off x="720000" y="4639200"/>
                  <a:ext cx="6910083" cy="435600"/>
                </a:xfrm>
                <a:prstGeom prst="rect">
                  <a:avLst/>
                </a:prstGeom>
              </p:spPr>
            </p:pic>
          </mc:Fallback>
        </mc:AlternateContent>
      </p:grpSp>
      <p:grpSp>
        <p:nvGrpSpPr>
          <p:cNvPr id="104" name="グループ化 104"/>
          <p:cNvGrpSpPr/>
          <p:nvPr/>
        </p:nvGrpSpPr>
        <p:grpSpPr>
          <a:xfrm>
            <a:off x="720000" y="6076800"/>
            <a:ext cx="6393791" cy="435600"/>
            <a:chOff x="720000" y="6076800"/>
            <a:chExt cx="6393791"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6076800"/>
                <a:ext cx="6393791" cy="435600"/>
              </p14:xfrm>
            </p:contentPart>
          </mc:Choice>
          <mc:Fallback xmlns="">
            <p:pic>
              <p:nvPicPr>
                <p:cNvPr id="1004" name="インク 5"/>
                <p:cNvPicPr/>
                <p:nvPr/>
              </p:nvPicPr>
              <p:blipFill>
                <a:blip r:embed="rId1009"/>
                <a:stretch>
                  <a:fillRect/>
                </a:stretch>
              </p:blipFill>
              <p:spPr>
                <a:xfrm>
                  <a:off x="720000" y="6076800"/>
                  <a:ext cx="6393791" cy="4356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