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definitions>
  <inkml:trace contextRef="#ctx0" brushRef="#br0">1765 1299 16384, 1757 1299 16384, 1765 1295 16384, 1855 1281 16384, 2056 1245 16384, 2305 1184 16384, 2521 1130 16384, 2715 1094 16384, 2855 1072 16384, 2927 1061 16384</inkml:trace>
  <inkml:trace contextRef="#ctx0" brushRef="#br0">1754 1832 16384, 1797 1821 16384, 1981 1788 16384, 2240 1702 16384, 2513 1598 16384, 2769 1533 16384, 2949 1508 16384, 3032 1497 16384, 3046 1497 16384</inkml:trace>
  <inkml:trace contextRef="#ctx0" brushRef="#br0">2153 1000 16384, 2225 1040 16384, 2395 1176 16384, 2528 1353 16384, 2629 1540 16384, 2686 1720 16384, 2708 1860 16384, 2711 1972 16384, 2683 2044 16384, 2632 2087 16384, 2553 2094 16384</inkml:trace>
  <inkml:trace contextRef="#ctx0" brushRef="#br0">1941 2400 16384, 1923 2422 16384, 1948 2508 16384, 2096 2624 16384, 2279 2706 16384, 2463 2768 16384, 2625 2796 16384, 2765 2800 16384, 2899 2793 16384</inkml:trace>
  <inkml:trace contextRef="#ctx0" brushRef="#br0">3478 1186 16384, 3446 1218 16384, 3408 1362 16384, 3367 1594 16384, 3354 1890 16384, 3389 2250 16384, 3456 2486 16384, 3548 2579 16384, 3599 2601 16384</inkml:trace>
  <inkml:trace contextRef="#ctx0" brushRef="#br0">3985 1378 16384, 4071 1371 16384, 4259 1349 16384, 4440 1311 16384, 4568 1285 16384, 4606 1282 16384</inkml:trace>
  <inkml:trace contextRef="#ctx0" brushRef="#br0">4042 1731 16384, 4033 1731 16384, 4208 1725 16384, 4440 1690 16384, 4647 1658 16384, 4797 1636 16384, 4880 1626 16384, 4890 1626 16384</inkml:trace>
  <inkml:trace contextRef="#ctx0" brushRef="#br0">4437 1387 16384, 4428 1384 16384, 4428 1393 16384, 4491 1486 16384, 4587 1715 16384, 4628 2002 16384, 4609 2289 16384, 4539 2505 16384, 4459 2601 16384, 4389 2614 16384, 4307 2572 16384, 4221 2496 16384, 4179 2416 16384, 4192 2359 16384, 4265 2327 16384, 4393 2305 16384, 4577 2308 16384, 4791 2362 16384, 4950 2426 16384, 5052 2470 16384, 5135 2499 16384, 5154 2502 16384</inkml:trace>
  <inkml:trace contextRef="#ctx0" brushRef="#br0">6122 1032 16384, 6126 1008 16384, 6126 1000 16384, 6110 1052 16384, 6022 1236 16384, 5822 1636 16384, 5594 2128 16384, 5454 2484 16384, 5414 2672 16384, 5414 2760 16384, 5426 2800 16384, 5454 2780 16384, 5526 2644 16384, 5630 2400 16384, 5774 2096 16384, 5946 1860 16384, 6058 1788 16384, 6126 1768 16384, 6158 1816 16384, 6182 1956 16384, 6210 2184 16384, 6258 2428 16384, 6342 2604 16384, 6450 2692 16384, 6586 2740 16384, 6726 2744 16384, 6802 2728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1">3154 4200 16384, 3212 4235 16384, 3279 4309 16384, 3326 4377 16384, 3343 4434 16384, 3324 4478 16384, 3277 4526 16384, 3226 4563 16384, 3216 4566 16384</inkml:trace>
  <inkml:trace contextRef="#ctx0" brushRef="#br1">3269 4769 16384, 3284 4780 16384, 3321 4824 16384, 3366 4896 16384, 3398 4966 16384, 3410 5033 16384, 3401 5101 16384, 3371 5145 16384, 3336 5173 16384, 3291 5168 16384</inkml:trace>
  <inkml:trace contextRef="#ctx0" brushRef="#br1">2813 4953 16384, 2838 5026 16384, 2866 5106 16384, 2891 5157 16384, 2928 5187 16384, 2986 5200 16384, 3020 5197 16384</inkml:trace>
  <inkml:trace contextRef="#ctx0" brushRef="#br1">3689 4909 16384, 3694 4929 16384, 3706 4974 16384, 3727 5023 16384, 3756 5056 16384, 3777 5075 16384, 3787 5083 16384</inkml:trace>
  <inkml:trace contextRef="#ctx0" brushRef="#br1">3830 4244 16384, 3843 4246 16384, 3910 4290 16384, 4007 4387 16384, 4089 4471 16384, 4154 4540 16384, 4210 4590 16384, 4221 4596 16384</inkml:trace>
  <inkml:trace contextRef="#ctx0" brushRef="#br1">4549 4316 16384, 4541 4316 16384, 4489 4341 16384, 4407 4419 16384, 4279 4551 16384, 4171 4687 16384, 4100 4830 16384, 4078 4944 16384, 4104 5020 16384, 4173 5084 16384, 4271 5132 16384, 4376 5149 16384, 4502 5156 16384, 4629 5145 16384, 4744 5123 16384, 4830 5102 16384</inkml:trace>
  <inkml:trace contextRef="#ctx0" brushRef="#br1">5114 4395 16384, 5110 4391 16384, 5099 4383 16384, 5102 4387 16384, 5106 4398 16384, 5110 4414 16384, 5114 4433 16384, 5114 4463 16384, 5110 4505 16384, 5102 4566 16384, 5091 4635 16384, 5083 4715 16384, 5076 4792 16384, 5076 4864 16384, 5076 4933 16384, 5083 4990 16384, 5095 5040 16384, 5114 5082 16384, 5144 5120 16384, 5171 5150 16384, 5202 5173 16384, 5236 5189 16384, 5266 5196 16384, 5301 5200 16384, 5339 5192 16384, 5377 5181 16384, 5415 5158 16384, 5454 5131 16384, 5492 5101 16384, 5526 5074 16384, 5557 5047 16384, 5579 5021 16384, 5599 4998 16384, 5610 4979 16384, 5618 4967 16384</inkml:trace>
  <inkml:trace contextRef="#ctx0" brushRef="#br1">5499 4215 16384, 5495 4215 16384, 5488 4215 16384, 5484 4219 16384, 5484 4227 16384, 5488 4238 16384, 5495 4257 16384, 5499 4280 16384, 5503 4303 16384, 5507 4326 16384, 5507 4353 16384, 5507 4376 16384, 5507 4395 16384, 5507 4410 16384, 5511 4425 16384, 5511 4437 16384, 5518 4440 16384, 5518 4444 16384</inkml:trace>
  <inkml:trace contextRef="#ctx0" brushRef="#br1">5595 4200 16384, 5587 4200 16384, 5583 4204 16384, 5583 4208 16384, 5591 4223 16384, 5602 4242 16384, 5618 4273 16384, 5625 4303 16384, 5629 4337 16384, 5633 4372 16384, 5633 4398 16384, 5633 4425 16384, 5637 4444 16384, 5641 4456 16384, 5641 4467 16384, 5644 4471 16384</inkml:trace>
  <inkml:trace contextRef="#ctx0" brushRef="#br0">6903 4204 16384, 6905 4200 16384, 6894 4246 16384, 6839 4391 16384, 6770 4587 16384, 6727 4804 16384, 6725 5000 16384, 6773 5116 16384, 6848 5175 16384, 6930 5200 16384, 7009 5191 16384, 7091 5143 16384, 7149 5091 16384</inkml:trace>
  <inkml:trace contextRef="#ctx0" brushRef="#br0">6679 4530 16384, 6675 4526 16384, 6738 4517 16384, 6852 4499 16384, 6971 4489 16384, 7058 4489 16384, 7091 4499 16384, 7091 4505 16384</inkml:trace>
  <inkml:trace contextRef="#ctx0" brushRef="#br0">6631 4760 16384, 6768 4726 16384, 6909 4692 16384, 7025 4685 16384, 7092 4685 16384, 7121 4687 16384</inkml:trace>
  <inkml:trace contextRef="#ctx0" brushRef="#br0">7931 4546 16384, 7920 4534 16384, 7933 4519 16384, 8011 4479 16384, 8167 4406 16384, 8351 4357 16384, 8551 4348 16384, 8731 4386 16384, 8849 4461 16384, 8913 4552 16384, 8920 4657 16384, 8867 4759 16384, 8769 4857 16384, 8656 4954 16384, 8567 5023 16384, 8533 5052 16384</inkml:trace>
  <inkml:trace contextRef="#ctx0" brushRef="#br0">9026 4522 16384, 9011 4520 16384, 9015 4520 16384, 9043 4520 16384, 9100 4505 16384, 9198 4470 16384, 9318 4440 16384, 9428 4427 16384, 9525 4434 16384, 9594 4482 16384, 9636 4575 16384, 9655 4701 16384, 9655 4832 16384, 9636 4962 16384, 9600 5080 16384, 9561 5160 16384, 9537 5196 16384, 9516 5200 16384, 9487 5164 16384, 9441 5082 16384</inkml:trace>
  <inkml:trace contextRef="#ctx0" brushRef="#br0">9483 4200 16384, 9485 4219 16384, 9466 4316 16384, 9400 4514 16384, 9312 4762 16384, 9232 4970 16384, 9190 5078 16384, 9177 5135 16384, 9175 5143 16384</inkml:trace>
  <inkml:trace contextRef="#ctx0" brushRef="#br0">9657 4333 16384, 9645 4331 16384, 9662 4349 16384, 9712 4413 16384, 9780 4547 16384, 9828 4699 16384, 9855 4804 16384, 9876 4865 16384, 9889 4897 16384</inkml:trace>
  <inkml:trace contextRef="#ctx0" brushRef="#br0">10370 4200 16384, 10375 4211 16384, 10413 4244 16384, 10472 4287 16384, 10513 4323 16384, 10531 4349 16384</inkml:trace>
  <inkml:trace contextRef="#ctx0" brushRef="#br0">10180 4629 16384, 10172 4629 16384, 10169 4629 16384, 10220 4616 16384, 10305 4581 16384, 10405 4542 16384, 10488 4513 16384, 10544 4504 16384, 10562 4516 16384, 10549 4560 16384, 10501 4648 16384, 10418 4784 16384, 10326 4935 16384, 10246 5081 16384, 10200 5166 16384, 10190 5195 16384, 10189 5200 16384, 10200 5190 16384, 10233 5146 16384, 10280 5071 16384, 10346 4971 16384, 10434 4886 16384, 10501 4858 16384, 10539 4851 16384, 10552 4863 16384, 10555 4909 16384, 10549 4989 16384, 10547 5071 16384, 10568 5131 16384, 10608 5166 16384, 10657 5185 16384, 10721 5187 16384, 10791 5164 16384</inkml:trace>
  <inkml:trace contextRef="#ctx0" brushRef="#br0">11128 4396 16384, 11114 4396 16384, 11159 4396 16384, 11294 4386 16384, 11465 4371 16384, 11624 4373 16384, 11765 4394 16384, 11843 4404 16384, 11867 4410 16384</inkml:trace>
  <inkml:trace contextRef="#ctx0" brushRef="#br0">11183 4655 16384, 11222 4663 16384, 11412 4669 16384, 11588 4655 16384, 11739 4643 16384, 11843 4635 16384, 11888 4631 16384, 11890 4624 16384</inkml:trace>
  <inkml:trace contextRef="#ctx0" brushRef="#br0">11504 4202 16384, 11498 4200 16384, 11528 4235 16384, 11586 4353 16384, 11598 4567 16384, 11557 4820 16384, 11496 5020 16384, 11435 5135 16384, 11388 5190 16384, 11332 5200 16384, 11271 5175 16384, 11222 5125 16384, 11208 5078 16384, 11235 5041 16384, 11302 4996 16384, 11410 4961 16384, 11571 4973 16384, 11712 5033 16384, 11804 5092 16384, 11859 5129 16384, 11898 5147 16384, 11906 5149 16384</inkml:trace>
  <inkml:trace contextRef="#ctx0" brushRef="#br0">12166 4447 16384, 12159 4445 16384, 12171 4445 16384, 12253 4436 16384, 12397 4424 16384, 12553 4419 16384, 12712 4414 16384, 12832 4407 16384, 12899 4402 16384, 12921 4400 16384</inkml:trace>
  <inkml:trace contextRef="#ctx0" brushRef="#br0">12604 4203 16384, 12601 4200 16384, 12630 4221 16384, 12678 4292 16384, 12705 4423 16384, 12700 4572 16384, 12673 4724 16384, 12638 4811 16384, 12602 4866 16384, 12565 4890 16384, 12525 4888 16384, 12489 4858 16384, 12467 4798 16384, 12472 4741 16384, 12503 4691 16384, 12560 4650 16384, 12625 4642 16384, 12681 4671 16384, 12710 4748 16384, 12709 4856 16384, 12674 4977 16384, 12620 5089 16384, 12575 5159 16384, 12548 5198 16384, 12534 5200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7338 16384, 2200 7350 16384, 2225 7388 16384, 2238 7425 16384, 2238 7438 16384, 2238 7462 16384, 2225 7488 16384, 2200 7512 16384, 2162 7525 16384, 2138 7525 16384, 2100 7525 16384, 2062 7525 16384, 2038 7512 16384, 2025 7488 16384, 2025 7462 16384, 2025 7400 16384, 2050 7362 16384, 2075 7325 16384, 2112 7300 16384, 2150 7288 16384, 2175 7275 16384, 2212 7275 16384, 2250 7275 16384, 2262 7275 16384, 2288 7300 16384, 2300 7312 16384, 2300 7350 16384, 2288 7362 16384, 2262 7388 16384, 2238 7412 16384, 2200 7425 16384, 2150 7450 16384, 2100 7462 16384, 2050 7462 16384, 2013 7450 16384, 2000 7438 16384, 2000 7412 16384, 2000 7388 16384, 2025 7362 16384, 2038 7350 16384, 2062 7325 16384, 2112 7312 16384, 2150 7300 16384, 2175 7300 16384, 2212 7300 16384, 2238 7300 16384, 2262 7338 16384, 2275 7375 16384, 2275 7400 16384, 2275 7425 16384, 2262 7450 16384, 2238 7475 16384, 2225 7488 16384, 2212 7488 16384, 2200 7488 16384, 2188 7475 16384, 2188 7462 16384, 2188 7438 16384, 2188 7425 16384, 2188 7412 16384, 2200 7388 16384, 2212 7375 16384, 2225 7362 16384, 2238 7362 16384, 2238 7375 16384, 2225 7400 16384, 2225 7412 16384, 2212 7412 16384, 2200 7425 16384, 2188 7438 16384, 2175 7438 16384, 2162 7438 16384, 2162 7425 16384, 2175 7400 16384, 2200 7375 16384, 2212 7362 16384, 2225 7350 16384, 2212 7375 16384, 2175 7400 16384, 2138 7425 16384, 2100 7438 16384, 2062 7462 16384, 2050 7462 16384, 2062 7450 16384, 2100 7425 16384, 2112 7412 16384, 2150 7388 16384, 2175 7362 16384, 2225 7325 16384, 2238 7300 16384, 2238 7288 16384, 2225 7288 16384, 2200 7312 16384, 2175 7338 16384, 2150 7362 16384, 2138 7388 16384, 2125 7400 16384</inkml:trace>
  <inkml:trace contextRef="#ctx0" brushRef="#br1">3154 6900 16384, 3212 6935 16384, 3279 7009 16384, 3326 7077 16384, 3343 7134 16384, 3324 7178 16384, 3277 7226 16384, 3226 7263 16384, 3216 7266 16384</inkml:trace>
  <inkml:trace contextRef="#ctx0" brushRef="#br1">3269 7469 16384, 3284 7480 16384, 3321 7524 16384, 3366 7596 16384, 3398 7666 16384, 3410 7733 16384, 3401 7801 16384, 3371 7845 16384, 3336 7873 16384, 3291 7868 16384</inkml:trace>
  <inkml:trace contextRef="#ctx0" brushRef="#br1">2813 7653 16384, 2838 7726 16384, 2866 7806 16384, 2891 7857 16384, 2928 7887 16384, 2986 7900 16384, 3020 7897 16384</inkml:trace>
  <inkml:trace contextRef="#ctx0" brushRef="#br1">3689 7609 16384, 3694 7629 16384, 3706 7674 16384, 3727 7723 16384, 3756 7756 16384, 3777 7775 16384, 3787 7783 16384</inkml:trace>
  <inkml:trace contextRef="#ctx0" brushRef="#br1">3830 6944 16384, 3843 6946 16384, 3910 6990 16384, 4007 7087 16384, 4089 7171 16384, 4154 7240 16384, 4210 7290 16384, 4221 7296 16384</inkml:trace>
  <inkml:trace contextRef="#ctx0" brushRef="#br1">4549 7016 16384, 4541 7016 16384, 4489 7041 16384, 4407 7119 16384, 4279 7251 16384, 4171 7387 16384, 4100 7530 16384, 4078 7644 16384, 4104 7720 16384, 4173 7784 16384, 4271 7832 16384, 4376 7849 16384, 4502 7856 16384, 4629 7845 16384, 4744 7823 16384, 4830 7802 16384</inkml:trace>
  <inkml:trace contextRef="#ctx0" brushRef="#br1">5114 7095 16384, 5110 7091 16384, 5099 7083 16384, 5102 7087 16384, 5106 7098 16384, 5110 7114 16384, 5114 7133 16384, 5114 7163 16384, 5110 7205 16384, 5102 7266 16384, 5091 7335 16384, 5083 7415 16384, 5076 7492 16384, 5076 7564 16384, 5076 7633 16384, 5083 7690 16384, 5095 7740 16384, 5114 7782 16384, 5144 7820 16384, 5171 7850 16384, 5202 7873 16384, 5236 7889 16384, 5266 7896 16384, 5301 7900 16384, 5339 7892 16384, 5377 7881 16384, 5415 7858 16384, 5454 7831 16384, 5492 7801 16384, 5526 7774 16384, 5557 7747 16384, 5579 7721 16384, 5599 7698 16384, 5610 7679 16384, 5618 7667 16384</inkml:trace>
  <inkml:trace contextRef="#ctx0" brushRef="#br1">5499 6915 16384, 5495 6915 16384, 5488 6915 16384, 5484 6919 16384, 5484 6927 16384, 5488 6938 16384, 5495 6957 16384, 5499 6980 16384, 5503 7003 16384, 5507 7026 16384, 5507 7053 16384, 5507 7076 16384, 5507 7095 16384, 5507 7110 16384, 5511 7125 16384, 5511 7137 16384, 5518 7140 16384, 5518 7144 16384</inkml:trace>
  <inkml:trace contextRef="#ctx0" brushRef="#br1">5595 6900 16384, 5587 6900 16384, 5583 6904 16384, 5583 6908 16384, 5591 6923 16384, 5602 6942 16384, 5618 6973 16384, 5625 7003 16384, 5629 7037 16384, 5633 7072 16384, 5633 7098 16384, 5633 7125 16384, 5637 7144 16384, 5641 7156 16384, 5641 7167 16384, 5644 7171 16384</inkml:trace>
  <inkml:trace contextRef="#ctx0" brushRef="#br0">6390 6944 16384, 6403 6946 16384, 6470 6990 16384, 6567 7087 16384, 6649 7171 16384, 6714 7240 16384, 6770 7290 16384, 6781 7296 16384</inkml:trace>
  <inkml:trace contextRef="#ctx0" brushRef="#br0">7109 7016 16384, 7101 7016 16384, 7049 7041 16384, 6967 7119 16384, 6839 7251 16384, 6731 7387 16384, 6660 7530 16384, 6638 7644 16384, 6664 7720 16384, 6733 7784 16384, 6831 7832 16384, 6936 7849 16384, 7062 7856 16384, 7189 7845 16384, 7304 7823 16384, 7390 7802 16384</inkml:trace>
  <inkml:trace contextRef="#ctx0" brushRef="#br0">8023 7167 16384, 8011 7136 16384, 8011 7124 16384, 8029 7106 16384, 8053 7082 16384, 8090 7058 16384, 8138 7033 16384, 8187 7015 16384, 8241 7009 16384, 8332 7021 16384, 8356 7033 16384, 8411 7070 16384, 8453 7130 16384, 8478 7203 16384, 8490 7294 16384, 8490 7379 16384, 8478 7458 16384, 8447 7536 16384, 8417 7603 16384, 8375 7670 16384, 8326 7730 16384, 8278 7785 16384, 8229 7827 16384, 8181 7864 16384, 8114 7894 16384, 8072 7900 16384, 8059 7900 16384</inkml:trace>
  <inkml:trace contextRef="#ctx0" brushRef="#br0">8829 6906 16384, 8817 6900 16384, 8775 6912 16384, 8756 6924 16384, 8720 6955 16384, 8678 6991 16384, 8629 7039 16384, 8581 7094 16384, 8544 7161 16384, 8502 7252 16384, 8478 7342 16384, 8459 7452 16384, 8453 7555 16384, 8465 7639 16384, 8490 7718 16384, 8538 7779 16384, 8587 7815 16384, 8641 7839 16384, 8702 7852 16384, 8756 7852 16384, 8787 7852 16384</inkml:trace>
  <inkml:trace contextRef="#ctx0" brushRef="#br0">8948 6887 16384, 8945 6883 16384, 8939 6873 16384, 8933 6857 16384, 8934 6833 16384, 8947 6812 16384, 8969 6795 16384, 8997 6790 16384, 9023 6804 16384, 9043 6841 16384, 9051 6902 16384, 9045 6969 16384, 9029 7012 16384, 9003 7046 16384, 8988 7062 16384, 8974 7075 16384, 8955 7090 16384, 8946 7093 16384, 8953 7091 16384, 8974 7091 16384, 9005 7094 16384, 9042 7101 16384, 9076 7107 16384, 9102 7110 16384, 9121 7109 16384, 9127 7108 16384</inkml:trace>
  <inkml:trace contextRef="#ctx0" brushRef="#br0">10177 6966 16384, 10185 6982 16384, 10204 7099 16384, 10190 7310 16384, 10124 7498 16384, 10020 7674 16384, 9922 7778 16384, 9847 7796 16384, 9775 7764 16384, 9709 7661 16384, 9661 7474 16384, 9690 7227 16384, 9829 7054 16384, 9999 6966 16384, 10209 6900 16384, 10427 6908 16384, 10589 7046 16384, 10653 7323 16384, 10650 7637 16384, 10637 7799 16384, 10621 7881 16384, 10613 7900 16384</inkml:trace>
  <inkml:trace contextRef="#ctx0" brushRef="#br1">11518 6900 16384, 11523 6900 16384, 11534 6900 16384, 11561 6911 16384, 11604 6938 16384, 11647 6975 16384, 11690 7008 16384, 11727 7051 16384, 11765 7099 16384, 11797 7137 16384, 11829 7180 16384, 11851 7212 16384, 11872 7239 16384, 11878 7255 16384</inkml:trace>
  <inkml:trace contextRef="#ctx0" brushRef="#br1">11523 7260 16384, 11528 7266 16384, 11561 7282 16384, 11577 7298 16384, 11620 7325 16384, 11668 7357 16384, 11717 7395 16384, 11760 7427 16384, 11803 7454 16384, 11840 7475 16384, 11862 7497 16384, 11883 7513 16384, 11899 7529 16384, 11910 7545 16384</inkml:trace>
  <inkml:trace contextRef="#ctx0" brushRef="#br1">11464 7631 16384, 11480 7642 16384, 11485 7653 16384, 11523 7680 16384, 11577 7717 16384, 11631 7749 16384, 11679 7776 16384, 11722 7803 16384, 11760 7825 16384, 11792 7846 16384, 11824 7868 16384, 11846 7884 16384, 11862 7895 16384, 11878 7900 16384</inkml:trace>
  <inkml:trace contextRef="#ctx0" brushRef="#br1">12411 7365 16384, 12411 7371 16384, 12415 7377 16384, 12415 7380 16384, 12418 7396 16384, 12418 7411 16384, 12418 7426 16384, 12418 7447 16384, 12418 7469 16384, 12418 7481 16384, 12418 7490 16384, 12418 7496 16384, 12421 7499 16384, 12421 7502 16384</inkml:trace>
  <inkml:trace contextRef="#ctx0" brushRef="#br1">12223 7417 16384, 12220 7417 16384, 12217 7417 16384, 12217 7423 16384, 12226 7441 16384, 12229 7462 16384, 12232 7475 16384, 12235 7484 16384, 12241 7508 16384, 12250 7538 16384, 12256 7554 16384, 12263 7563 16384, 12269 7572 16384, 12275 7578 16384</inkml:trace>
  <inkml:trace contextRef="#ctx0" brushRef="#br1">12727 7374 16384, 12724 7374 16384, 12718 7377 16384, 12721 7386 16384, 12731 7396 16384, 12737 7408 16384, 12746 7417 16384, 12752 7426 16384, 12758 7438 16384, 12764 7453 16384, 12767 7472 16384, 12767 7493 16384, 12761 7520 16384, 12749 7551 16384, 12734 7584 16384, 12712 7623 16384, 12682 7660 16384, 12655 7699 16384, 12624 7736 16384, 12597 7766 16384, 12569 7794 16384, 12545 7818 16384, 12527 7836 16384, 12509 7854 16384, 12490 7867 16384, 12481 7879 16384, 12472 7885 16384</inkml:trace>
  <inkml:trace contextRef="#ctx0" brushRef="#br1">13267 6915 16384, 13262 6910 16384, 13257 6900 16384, 13257 6915 16384, 13252 6945 16384, 13236 6981 16384, 13201 7041 16384, 13151 7127 16384, 13090 7213 16384, 13034 7299 16384, 12984 7375 16384, 12959 7420 16384, 12949 7445 16384</inkml:trace>
  <inkml:trace contextRef="#ctx0" brushRef="#br1">13226 6966 16384, 13241 6956 16384, 13282 6930 16384, 13302 6930 16384, 13353 6925 16384, 13403 6915 16384, 13459 6905 16384, 13504 6900 16384, 13544 6900 16384, 13590 6900 16384, 13615 6905 16384, 13630 6915 16384, 13640 6935 16384, 13645 6961 16384, 13635 7006 16384, 13615 7062 16384, 13590 7137 16384, 13544 7228 16384, 13494 7334 16384, 13449 7445 16384, 13393 7557 16384, 13358 7658 16384, 13322 7728 16384, 13297 7789 16384, 13282 7829 16384, 13277 7860 16384, 13272 7880 16384, 13267 7895 16384, 13267 7900 16384</inkml:trace>
  <inkml:trace contextRef="#ctx0" brushRef="#br1">13937 6990 16384, 13942 6985 16384, 13967 6975 16384, 13992 6975 16384, 14042 6965 16384, 14107 6955 16384, 14177 6945 16384, 14247 6930 16384, 14317 6915 16384, 14392 6905 16384, 14462 6900 16384, 14517 6900 16384, 14572 6910 16384, 14602 6925 16384, 14622 6955 16384, 14632 6995 16384, 14627 7040 16384, 14607 7100 16384, 14577 7175 16384, 14537 7250 16384, 14482 7335 16384, 14417 7430 16384, 14352 7520 16384, 14277 7615 16384, 14207 7700 16384, 14147 7770 16384, 14097 7825 16384, 14062 7865 16384, 14032 7890 16384, 14022 7900 16384</inkml:trace>
  <inkml:trace contextRef="#ctx0" brushRef="#br1">14372 7530 16384, 14392 7530 16384, 14447 7555 16384, 14467 7570 16384, 14507 7600 16384, 14547 7630 16384, 14582 7670 16384, 14607 7710 16384, 14632 7750 16384, 14657 7785 16384, 14677 7810 16384, 14697 7830 16384, 14712 7840 16384, 14717 7845 16384</inkml:trace>
  <inkml:trace contextRef="#ctx0" brushRef="#br0">15870 6904 16384, 15872 6900 16384, 15861 6946 16384, 15806 7091 16384, 15737 7287 16384, 15694 7504 16384, 15692 7700 16384, 15740 7816 16384, 15815 7875 16384, 15897 7900 16384, 15976 7891 16384, 16058 7843 16384, 16116 7791 16384</inkml:trace>
  <inkml:trace contextRef="#ctx0" brushRef="#br0">15646 7230 16384, 15642 7226 16384, 15705 7217 16384, 15819 7199 16384, 15938 7189 16384, 16025 7189 16384, 16058 7199 16384, 16058 7205 16384</inkml:trace>
  <inkml:trace contextRef="#ctx0" brushRef="#br0">15598 7460 16384, 15735 7426 16384, 15876 7392 16384, 15992 7385 16384, 16059 7385 16384, 16088 7387 16384</inkml:trace>
  <inkml:trace contextRef="#ctx0" brushRef="#br0">17599 6987 16384, 17584 6972 16384, 17546 6938 16384, 17526 6934 16384, 17483 6914 16384, 17445 6905 16384, 17392 6900 16384, 17334 6900 16384, 17276 6914 16384, 17214 6938 16384, 17147 6977 16384, 17084 7030 16384, 17022 7097 16384, 16964 7174 16384, 16925 7251 16384, 16897 7338 16384, 16892 7434 16384, 16901 7525 16384, 16935 7616 16384, 16974 7698 16384, 17065 7799 16384, 17132 7852 16384, 17166 7866 16384, 17243 7890 16384, 17315 7900 16384, 17387 7900 16384, 17459 7886 16384, 17526 7857 16384, 17594 7823 16384, 17661 7780 16384, 17719 7732 16384, 17772 7679 16384, 17810 7626 16384, 17844 7559 16384, 17873 7487 16384, 17882 7405 16384, 17882 7318 16384, 17868 7237 16384, 17839 7160 16384, 17805 7092 16384, 17772 7035 16384, 17724 6991 16384, 17675 6953 16384, 17627 6929 16384, 17579 6914 16384, 17536 6914 16384, 17493 6919 16384</inkml:trace>
  <inkml:trace contextRef="#ctx0" brushRef="#br0">18211 6900 16384, 18211 6904 16384, 18215 6915 16384, 18219 6923 16384, 18223 6949 16384, 18226 6991 16384, 18226 7047 16384, 18226 7081 16384, 18226 7157 16384, 18215 7296 16384, 18208 7394 16384, 18200 7496 16384, 18192 7591 16384, 18185 7674 16384, 18181 7749 16384, 18177 7806 16384, 18177 7851 16384</inkml:trace>
  <inkml:trace contextRef="#ctx0" brushRef="#br0">18657 7013 16384, 18649 7013 16384, 18630 7021 16384, 18626 7028 16384, 18615 7047 16384, 18596 7066 16384, 18562 7092 16384, 18509 7130 16384, 18457 7168 16384, 18408 7213 16384, 18355 7255 16384, 18317 7285 16384, 18268 7319 16384, 18238 7342 16384, 18226 7353 16384, 18215 7360 16384, 18196 7379 16384, 18189 7402 16384, 18185 7417 16384, 18189 7432 16384, 18200 7447 16384, 18223 7466 16384, 18257 7492 16384, 18291 7519 16384, 18336 7553 16384, 18385 7591 16384, 18434 7628 16384, 18483 7670 16384, 18521 7711 16384, 18547 7749 16384, 18574 7787 16384, 18592 7821 16384, 18604 7847 16384, 18611 7870 16384, 18623 7889 16384, 18630 7900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2002320" cy="684000"/>
            <a:chOff x="540000" y="342000"/>
            <a:chExt cx="200232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2002320" cy="684000"/>
              </p14:xfrm>
            </p:contentPart>
          </mc:Choice>
          <mc:Fallback xmlns="">
            <p:pic>
              <p:nvPicPr>
                <p:cNvPr id="1000" name="インク 1"/>
                <p:cNvPicPr/>
                <p:nvPr/>
              </p:nvPicPr>
              <p:blipFill>
                <a:blip r:embed="rId1001"/>
                <a:stretch>
                  <a:fillRect/>
                </a:stretch>
              </p:blipFill>
              <p:spPr>
                <a:xfrm>
                  <a:off x="540000" y="342000"/>
                  <a:ext cx="2002320" cy="684000"/>
                </a:xfrm>
                <a:prstGeom prst="rect">
                  <a:avLst/>
                </a:prstGeom>
              </p:spPr>
            </p:pic>
          </mc:Fallback>
        </mc:AlternateContent>
      </p:grpSp>
      <p:grpSp>
        <p:nvGrpSpPr>
          <p:cNvPr id="101" name="グループ化 101"/>
          <p:cNvGrpSpPr/>
          <p:nvPr/>
        </p:nvGrpSpPr>
        <p:grpSpPr>
          <a:xfrm>
            <a:off x="720000" y="1494000"/>
            <a:ext cx="3985200" cy="396000"/>
            <a:chOff x="720000" y="1494000"/>
            <a:chExt cx="39852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3985200" cy="396000"/>
              </p14:xfrm>
            </p:contentPart>
          </mc:Choice>
          <mc:Fallback xmlns="">
            <p:pic>
              <p:nvPicPr>
                <p:cNvPr id="1001" name="インク 2"/>
                <p:cNvPicPr/>
                <p:nvPr/>
              </p:nvPicPr>
              <p:blipFill>
                <a:blip r:embed="rId1003"/>
                <a:stretch>
                  <a:fillRect/>
                </a:stretch>
              </p:blipFill>
              <p:spPr>
                <a:xfrm>
                  <a:off x="720000" y="1494000"/>
                  <a:ext cx="3985200" cy="396000"/>
                </a:xfrm>
                <a:prstGeom prst="rect">
                  <a:avLst/>
                </a:prstGeom>
              </p:spPr>
            </p:pic>
          </mc:Fallback>
        </mc:AlternateContent>
      </p:grpSp>
      <p:grpSp>
        <p:nvGrpSpPr>
          <p:cNvPr id="102" name="グループ化 102"/>
          <p:cNvGrpSpPr/>
          <p:nvPr/>
        </p:nvGrpSpPr>
        <p:grpSpPr>
          <a:xfrm>
            <a:off x="720000" y="2426400"/>
            <a:ext cx="6100916" cy="435600"/>
            <a:chOff x="720000" y="2426400"/>
            <a:chExt cx="6100916"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426400"/>
                <a:ext cx="6100916" cy="435600"/>
              </p14:xfrm>
            </p:contentPart>
          </mc:Choice>
          <mc:Fallback xmlns="">
            <p:pic>
              <p:nvPicPr>
                <p:cNvPr id="1002" name="インク 3"/>
                <p:cNvPicPr/>
                <p:nvPr/>
              </p:nvPicPr>
              <p:blipFill>
                <a:blip r:embed="rId1005"/>
                <a:stretch>
                  <a:fillRect/>
                </a:stretch>
              </p:blipFill>
              <p:spPr>
                <a:xfrm>
                  <a:off x="720000" y="2426400"/>
                  <a:ext cx="6100916" cy="4356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