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1671 1447 16384, 1766 1426 16384, 2020 1363 16384, 2315 1292 16384, 2597 1232 16384, 2816 1204 16384, 2935 1197 16384, 2974 1208 16384, 2978 1215 16384</inkml:trace>
  <inkml:trace contextRef="#ctx0" brushRef="#br0">2280 1000 16384, 2291 1004 16384, 2333 1025 16384, 2418 1113 16384, 2516 1261 16384, 2611 1454 16384, 2682 1627 16384, 2724 1733 16384, 2735 1796 16384, 2714 1838 16384, 2643 1870 16384</inkml:trace>
  <inkml:trace contextRef="#ctx0" brushRef="#br0">1815 2384 16384, 1819 2469 16384, 1910 2582 16384, 2065 2691 16384, 2231 2744 16384, 2425 2789 16384, 2647 2800 16384, 2854 2779 16384, 3023 2733 16384, 3129 2694 16384</inkml:trace>
  <inkml:trace contextRef="#ctx0" brushRef="#br0">4268 1032 16384, 4272 1008 16384, 4272 1000 16384, 4256 1052 16384, 4168 1236 16384, 3968 1636 16384, 3740 2128 16384, 3600 2484 16384, 3560 2672 16384, 3560 2760 16384, 3572 2800 16384, 3600 2780 16384, 3672 2644 16384, 3776 2400 16384, 3920 2096 16384, 4092 1860 16384, 4204 1788 16384, 4272 1768 16384, 4304 1816 16384, 4328 1956 16384, 4356 2184 16384, 4404 2428 16384, 4488 2604 16384, 4596 2692 16384, 4732 2740 16384, 4872 2744 16384, 4948 2728 16384</inkml:trace>
  <inkml:trace contextRef="#ctx0" brushRef="#br0">5939 1000 16384, 5952 1000 16384, 6002 1025 16384, 6046 1050 16384, 6077 1069 16384, 6108 1094 16384, 6158 1150 16384, 6202 1219 16384, 6264 1306 16384, 6289 1356 16384, 6302 1400 16384, 6302 1431 16384, 6302 1469 16384, 6283 1506 16384, 6270 1525 16384</inkml:trace>
  <inkml:trace contextRef="#ctx0" brushRef="#br0">6014 1825 16384, 6020 1838 16384, 6064 1906 16384, 6089 1931 16384, 6139 1981 16384, 6177 2037 16384, 6208 2100 16384, 6246 2175 16384, 6270 2250 16384, 6283 2331 16384, 6289 2400 16384, 6289 2456 16384, 6289 2512 16384, 6277 2550 16384, 6258 2581 16384, 6227 2600 16384, 6202 2606 16384</inkml:trace>
  <inkml:trace contextRef="#ctx0" brushRef="#br0">5377 2450 16384, 5364 2450 16384, 5346 2475 16384, 5358 2494 16384, 5370 2531 16384, 5396 2581 16384, 5427 2644 16384, 5464 2694 16384, 5520 2762 16384, 5570 2794 16384, 5627 2800 16384, 5677 2800 16384, 5714 2794 16384, 5764 2769 16384</inkml:trace>
  <inkml:trace contextRef="#ctx0" brushRef="#br0">6658 2250 16384, 6677 2256 16384, 6727 2331 16384, 6746 2362 16384, 6783 2406 16384, 6820 2438 16384, 6839 2475 16384, 6852 2506 16384, 6858 2537 16384, 6858 2562 16384, 6858 2581 16384, 6858 2588 16384, 6852 2588 16384</inkml:trace>
  <inkml:trace contextRef="#ctx0" brushRef="#br0">6658 1450 16384, 6646 1462 16384, 6633 1481 16384, 6633 1531 16384, 6633 1575 16384, 6639 1619 16384, 6646 1662 16384, 6664 1700 16384, 6671 1712 16384, 6696 1725 16384, 6727 1738 16384, 6739 1738 16384, 6783 1738 16384, 6833 1712 16384, 6852 1688 16384, 6864 1656 16384, 6870 1625 16384, 6870 1588 16384, 6858 1550 16384, 6839 1512 16384, 6814 1475 16384, 6789 1444 16384, 6758 1425 16384, 6733 1419 16384, 6714 1425 16384, 6696 1438 16384, 6683 1469 16384</inkml:trace>
  <inkml:trace contextRef="#ctx0" brushRef="#br0">7351 1156 16384, 7325 1153 16384, 7355 1153 16384, 7471 1143 16384, 7661 1090 16384, 7871 1023 16384, 8040 1000 16384, 8120 1027 16384, 8130 1106 16384, 8050 1270 16384, 7880 1509 16384, 7661 1752 16384, 7461 1945 16384, 7348 2048 16384, 7322 2081 16384, 7388 2058 16384, 7531 1965 16384, 7751 1835 16384, 8030 1749 16384, 8276 1739 16384, 8456 1792 16384, 8569 1898 16384, 8602 2081 16384, 8559 2298 16384, 8436 2487 16384, 8276 2637 16384, 8110 2760 16384, 7964 2800 16384, 7864 2763 16384, 7791 2667 16384, 7771 2517 16384, 7834 2434 16384, 7954 2394 16384, 8113 2374 16384, 8260 2384 16384, 8360 2411 16384, 8423 2431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2914 3966 16384, 2908 3966 16384, 2908 3972 16384, 2920 3972 16384, 2945 3972 16384, 2957 3972 16384, 3029 3966 16384, 3095 3954 16384, 3173 3936 16384, 3258 3918 16384, 3300 3912 16384, 3378 3906 16384, 3499 3900 16384, 3571 3900 16384, 3649 3900 16384, 3716 3906 16384, 3776 3906 16384, 3824 3912 16384, 3860 3912 16384, 3884 3918 16384, 3908 3924 16384, 3914 3930 16384, 3914 3936 16384, 3902 3948 16384, 3890 3966 16384, 3866 3984 16384, 3836 4020 16384, 3812 4051 16384, 3794 4081 16384, 3776 4111 16384, 3758 4135 16384, 3752 4141 16384</inkml:trace>
  <inkml:trace contextRef="#ctx0" brushRef="#br0">2866 3984 16384, 2872 3984 16384, 2872 3990 16384, 2878 3996 16384, 2884 4002 16384, 2890 4020 16384, 2902 4045 16384, 2920 4075 16384, 2945 4117 16384, 2987 4171 16384, 3029 4219 16384, 3077 4267 16384, 3131 4322 16384, 3180 4364 16384, 3216 4412 16384, 3264 4454 16384, 3294 4490 16384, 3312 4527 16384, 3330 4557 16384, 3342 4581 16384, 3348 4599 16384, 3348 4611 16384, 3348 4623 16384, 3348 4641 16384, 3336 4653 16384, 3324 4677 16384, 3312 4701 16384, 3300 4725 16384, 3288 4755 16384, 3264 4798 16384, 3228 4840 16384, 3192 4888 16384, 3149 4948 16384, 3107 5008 16384, 3059 5075 16384, 3017 5135 16384, 2987 5171 16384, 2957 5207 16384, 2927 5243 16384, 2896 5273 16384, 2866 5304 16384, 2836 5334 16384, 2818 5358 16384, 2806 5376 16384, 2800 5394 16384, 2800 5400 16384, 2812 5400 16384, 2842 5400 16384, 2872 5400 16384, 2914 5394 16384, 2957 5388 16384, 3017 5382 16384, 3077 5376 16384, 3155 5370 16384, 3228 5370 16384, 3306 5370 16384, 3378 5364 16384, 3451 5364 16384, 3523 5364 16384, 3583 5364 16384, 3637 5364 16384, 3686 5364 16384, 3722 5364 16384, 3746 5370 16384, 3770 5370 16384, 3782 5370 16384, 3794 5376 16384, 3800 5376 16384, 3800 5364 16384, 3794 5352 16384, 3794 5334 16384, 3782 5316 16384, 3776 5286 16384, 3758 5249 16384, 3740 5219 16384, 3716 5183 16384, 3692 5147 16384, 3667 5123 16384, 3655 5105 16384</inkml:trace>
  <inkml:trace contextRef="#ctx0" brushRef="#br0">2983 5543 16384, 2974 5536 16384, 2974 5532 16384, 2978 5523 16384, 2990 5510 16384, 3001 5499 16384, 3010 5489 16384, 3018 5481 16384, 3025 5481 16384, 3034 5481 16384, 3041 5489 16384, 3047 5499 16384, 3050 5516 16384, 3054 5543 16384, 3056 5576 16384, 3058 5623 16384, 3058 5676 16384, 3056 5719 16384, 3054 5754 16384, 3052 5779 16384, 3050 5792 16384, 3050 5798 16384, 3050 5801 16384, 3052 5801 16384, 3052 5798 16384, 3052 5787 16384, 3054 5772 16384, 3058 5749 16384, 3063 5718 16384, 3070 5681 16384, 3078 5638 16384, 3087 5589 16384, 3101 5547 16384, 3120 5519 16384, 3136 5505 16384, 3154 5498 16384, 3169 5494 16384, 3181 5492 16384, 3194 5494 16384, 3205 5501 16384, 3214 5514 16384, 3223 5538 16384, 3230 5569 16384, 3238 5605 16384, 3241 5645 16384, 3247 5687 16384, 3250 5721 16384, 3254 5747 16384, 3261 5765 16384, 3269 5776 16384, 3276 5779 16384, 3283 5781 16384, 3289 5779 16384</inkml:trace>
  <inkml:trace contextRef="#ctx0" brushRef="#br0">3302 5603 16384, 3301 5603 16384, 3301 5604 16384, 3303 5605 16384, 3307 5605 16384, 3314 5606 16384, 3325 5606 16384, 3349 5605 16384, 3366 5603 16384, 3385 5602 16384, 3404 5600 16384, 3428 5600 16384, 3441 5603 16384, 3451 5605 16384, 3457 5607 16384</inkml:trace>
  <inkml:trace contextRef="#ctx0" brushRef="#br0">3306 5682 16384, 3305 5682 16384, 3306 5682 16384, 3308 5682 16384, 3316 5682 16384, 3339 5682 16384, 3348 5681 16384, 3365 5680 16384, 3373 5680 16384, 3392 5679 16384, 3409 5677 16384, 3427 5676 16384, 3443 5675 16384, 3455 5675 16384, 3464 5674 16384, 3472 5674 16384, 3477 5674 16384</inkml:trace>
  <inkml:trace contextRef="#ctx0" brushRef="#br0">3662 5481 16384, 3660 5482 16384, 3661 5498 16384, 3661 5548 16384, 3651 5627 16384, 3641 5701 16384, 3634 5752 16384, 3631 5786 16384, 3637 5801 16384</inkml:trace>
  <inkml:trace contextRef="#ctx0" brushRef="#br0">3338 3620 16384, 3335 3616 16384, 3325 3604 16384, 3319 3595 16384, 3314 3584 16384, 3305 3571 16384, 3295 3558 16384, 3285 3547 16384, 3275 3538 16384, 3261 3534 16384, 3250 3533 16384, 3235 3533 16384, 3223 3537 16384, 3209 3544 16384, 3197 3555 16384, 3184 3568 16384, 3174 3585 16384, 3166 3606 16384, 3159 3630 16384, 3158 3653 16384, 3160 3672 16384, 3166 3686 16384, 3175 3695 16384, 3186 3700 16384, 3198 3703 16384, 3211 3703 16384, 3226 3702 16384, 3241 3696 16384, 3255 3688 16384, 3271 3678 16384, 3288 3663 16384, 3303 3649 16384, 3319 3632 16384, 3335 3613 16384, 3352 3595 16384, 3368 3576 16384, 3386 3561 16384, 3401 3550 16384, 3415 3542 16384, 3428 3536 16384, 3439 3533 16384, 3448 3532 16384, 3456 3532 16384, 3462 3535 16384, 3467 3540 16384, 3473 3550 16384, 3476 3563 16384, 3477 3581 16384, 3477 3597 16384, 3478 3613 16384, 3478 3627 16384, 3477 3637 16384, 3475 3647 16384, 3472 3655 16384, 3466 3661 16384, 3460 3668 16384, 3453 3672 16384, 3444 3674 16384, 3436 3675 16384, 3425 3675 16384, 3413 3672 16384, 3400 3666 16384, 3384 3657 16384, 3370 3648 16384, 3355 3637 16384, 3340 3625 16384, 3328 3617 16384, 3317 3610 16384, 3307 3606 16384, 3300 3604 16384, 3297 3602 16384</inkml:trace>
  <inkml:trace contextRef="#ctx0" brushRef="#br0">4225 3830 16384, 4221 3831 16384, 4224 3864 16384, 4222 3966 16384, 4203 4126 16384, 4183 4275 16384, 4167 4380 16384, 4162 4450 16384, 4174 4480 16384</inkml:trace>
  <inkml:trace contextRef="#ctx0" brushRef="#br0">4014 4700 11468, 4979 4700 11468</inkml:trace>
  <inkml:trace contextRef="#ctx0" brushRef="#br0">4113 5117 16384, 4095 5102 16384, 4095 5095 16384, 4102 5076 16384, 4128 5051 16384, 4150 5028 16384, 4169 5006 16384, 4183 4992 16384, 4198 4992 16384, 4217 4992 16384, 4232 5006 16384, 4243 5028 16384, 4250 5062 16384, 4257 5117 16384, 4261 5184 16384, 4265 5280 16384, 4265 5387 16384, 4261 5475 16384, 4257 5545 16384, 4254 5597 16384, 4250 5623 16384, 4250 5634 16384, 4250 5642 16384, 4254 5642 16384, 4254 5634 16384, 4254 5612 16384, 4257 5582 16384, 4265 5534 16384, 4276 5472 16384, 4291 5398 16384, 4305 5309 16384, 4324 5209 16384, 4353 5124 16384, 4390 5069 16384, 4424 5040 16384, 4460 5025 16384, 4490 5017 16384, 4516 5014 16384, 4542 5017 16384, 4564 5032 16384, 4582 5058 16384, 4601 5106 16384, 4616 5169 16384, 4630 5243 16384, 4638 5324 16384, 4649 5409 16384, 4656 5479 16384, 4664 5531 16384, 4678 5568 16384, 4693 5590 16384, 4708 5597 16384, 4723 5601 16384, 4734 5597 16384</inkml:trace>
  <inkml:trace contextRef="#ctx0" brushRef="#br0">4758 4983 16384, 4756 4980 16384, 4751 4974 16384, 4748 4964 16384, 4749 4948 16384, 4757 4934 16384, 4771 4923 16384, 4789 4920 16384, 4806 4929 16384, 4819 4953 16384, 4824 4993 16384, 4821 5036 16384, 4810 5064 16384, 4793 5087 16384, 4784 5097 16384, 4775 5105 16384, 4762 5115 16384, 4756 5117 16384, 4761 5116 16384, 4774 5116 16384, 4794 5118 16384, 4818 5122 16384, 4841 5126 16384, 4857 5128 16384, 4870 5127 16384, 4874 5126 16384</inkml:trace>
  <inkml:trace contextRef="#ctx0" brushRef="#br0">5533 4580 16384, 5529 4580 16384, 5529 4583 16384, 5537 4587 16384, 5548 4587 16384, 5569 4591 16384, 5606 4591 16384, 5679 4587 16384, 5733 4580 16384, 5792 4576 16384, 5850 4573 16384, 5926 4573 16384, 5966 4580 16384, 5999 4587 16384, 6017 4594 16384</inkml:trace>
  <inkml:trace contextRef="#ctx0" brushRef="#br0">5544 4827 16384, 5540 4827 16384, 5544 4827 16384, 5551 4827 16384, 5577 4827 16384, 5650 4827 16384, 5675 4824 16384, 5730 4820 16384, 5755 4820 16384, 5813 4817 16384, 5868 4813 16384, 5923 4809 16384, 5974 4806 16384, 6010 4806 16384, 6039 4802 16384, 6065 4802 16384, 6079 4802 16384</inkml:trace>
  <inkml:trace contextRef="#ctx0" brushRef="#br0">6711 4058 16384, 6700 4061 16384, 6690 4065 16384, 6693 4065 16384, 6708 4065 16384, 6729 4061 16384, 6751 4054 16384, 6783 4047 16384, 6805 4040 16384, 6884 4018 16384, 6912 4007 16384, 6981 3993 16384, 7078 3975 16384, 7142 3968 16384, 7203 3968 16384, 7250 3968 16384, 7289 3968 16384, 7311 3968 16384, 7329 3964 16384, 7340 3961 16384</inkml:trace>
  <inkml:trace contextRef="#ctx0" brushRef="#br0">6959 4004 16384, 6955 4011 16384, 6948 4018 16384, 6945 4033 16384, 6948 4054 16384, 6948 4083 16384, 6938 4119 16384, 6920 4169 16384, 6898 4230 16384, 6876 4295 16384, 6848 4352 16384, 6833 4381 16384, 6823 4406 16384, 6805 4438 16384, 6790 4467 16384, 6769 4492 16384</inkml:trace>
  <inkml:trace contextRef="#ctx0" brushRef="#br0">7088 3975 16384, 7088 3972 16384, 7092 3972 16384, 7096 3979 16384, 7096 3997 16384, 7092 4022 16384, 7081 4058 16384, 7067 4104 16384, 7056 4158 16384, 7052 4191 16384, 7049 4241 16384, 7049 4291 16384, 7052 4338 16384, 7063 4374 16384, 7081 4402 16384, 7117 4435 16384, 7142 4449 16384, 7171 4464 16384, 7203 4471 16384, 7228 4471 16384, 7257 4471 16384, 7282 4464 16384, 7300 4460 16384, 7318 4453 16384, 7336 4442 16384</inkml:trace>
  <inkml:trace contextRef="#ctx0" brushRef="#br0">7358 3893 16384, 7356 3890 16384, 7352 3884 16384, 7348 3874 16384, 7349 3858 16384, 7357 3844 16384, 7371 3833 16384, 7390 3830 16384, 7407 3839 16384, 7420 3863 16384, 7425 3903 16384, 7421 3946 16384, 7411 3974 16384, 7394 3997 16384, 7384 4007 16384, 7375 4015 16384, 7362 4025 16384, 7357 4027 16384, 7361 4026 16384, 7375 4026 16384, 7395 4028 16384, 7419 4032 16384, 7441 4036 16384, 7458 4038 16384, 7471 4037 16384, 7474 4036 16384</inkml:trace>
  <inkml:trace contextRef="#ctx0" brushRef="#br0">6609 4700 11468, 7574 4700 11468</inkml:trace>
  <inkml:trace contextRef="#ctx0" brushRef="#br0">6964 4921 16384, 6960 4920 16384, 6944 4935 16384, 6902 4994 16384, 6843 5096 16384, 6792 5227 16384, 6757 5368 16384, 6761 5466 16384, 6797 5524 16384, 6843 5559 16384, 6898 5570 16384, 6952 5555 16384, 7003 5511 16384, 7036 5454 16384, 7040 5382 16384, 7015 5309 16384, 6969 5264 16384, 6913 5248 16384, 6849 5253 16384, 6799 5269 16384, 6774 5286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7338 16384, 2200 7350 16384, 2225 7388 16384, 2238 7425 16384, 2238 7438 16384, 2238 7462 16384, 2225 7488 16384, 2200 7512 16384, 2162 7525 16384, 2138 7525 16384, 2100 7525 16384, 2062 7525 16384, 2038 7512 16384, 2025 7488 16384, 2025 7462 16384, 2025 7400 16384, 2050 7362 16384, 2075 7325 16384, 2112 7300 16384, 2150 7288 16384, 2175 7275 16384, 2212 7275 16384, 2250 7275 16384, 2262 7275 16384, 2288 7300 16384, 2300 7312 16384, 2300 7350 16384, 2288 7362 16384, 2262 7388 16384, 2238 7412 16384, 2200 7425 16384, 2150 7450 16384, 2100 7462 16384, 2050 7462 16384, 2013 7450 16384, 2000 7438 16384, 2000 7412 16384, 2000 7388 16384, 2025 7362 16384, 2038 7350 16384, 2062 7325 16384, 2112 7312 16384, 2150 7300 16384, 2175 7300 16384, 2212 7300 16384, 2238 7300 16384, 2262 7338 16384, 2275 7375 16384, 2275 7400 16384, 2275 7425 16384, 2262 7450 16384, 2238 7475 16384, 2225 7488 16384, 2212 7488 16384, 2200 7488 16384, 2188 7475 16384, 2188 7462 16384, 2188 7438 16384, 2188 7425 16384, 2188 7412 16384, 2200 7388 16384, 2212 7375 16384, 2225 7362 16384, 2238 7362 16384, 2238 7375 16384, 2225 7400 16384, 2225 7412 16384, 2212 7412 16384, 2200 7425 16384, 2188 7438 16384, 2175 7438 16384, 2162 7438 16384, 2162 7425 16384, 2175 7400 16384, 2200 7375 16384, 2212 7362 16384, 2225 7350 16384, 2212 7375 16384, 2175 7400 16384, 2138 7425 16384, 2100 7438 16384, 2062 7462 16384, 2050 7462 16384, 2062 7450 16384, 2100 7425 16384, 2112 7412 16384, 2150 7388 16384, 2175 7362 16384, 2225 7325 16384, 2238 7300 16384, 2238 7288 16384, 2225 7288 16384, 2200 7312 16384, 2175 7338 16384, 2150 7362 16384, 2138 7388 16384, 2125 7400 16384</inkml:trace>
  <inkml:trace contextRef="#ctx0" brushRef="#br0">3709 6693 16384, 3713 6688 16384, 3718 6679 16384, 3722 6675 16384, 3722 6666 16384, 3722 6653 16384, 3722 6644 16384, 3718 6631 16384, 3709 6622 16384, 3700 6613 16384, 3691 6604 16384, 3674 6600 16384, 3660 6600 16384, 3643 6600 16384, 3629 6604 16384, 3616 6609 16384, 3603 6618 16384, 3594 6622 16384, 3568 6644 16384, 3559 6649 16384, 3532 6675 16384, 3519 6693 16384, 3501 6719 16384, 3497 6732 16384, 3475 6772 16384, 3462 6807 16384, 3444 6838 16384, 3435 6869 16384, 3426 6904 16384, 3418 6940 16384, 3404 6975 16384, 3391 7019 16384, 3374 7059 16384, 3356 7107 16384, 3338 7160 16384, 3325 7204 16384, 3312 7249 16384, 3294 7293 16384, 3276 7328 16384, 3263 7368 16384, 3250 7407 16384, 3237 7447 16384, 3228 7487 16384, 3215 7526 16384, 3201 7562 16384, 3184 7601 16384, 3171 7637 16384, 3157 7668 16384, 3144 7703 16384, 3135 7729 16384, 3126 7760 16384, 3118 7791 16384, 3104 7818 16384, 3091 7844 16384, 3082 7871 16384, 3069 7893 16384, 3060 7915 16384, 3051 7937 16384, 3047 7959 16384, 3038 7981 16384, 3029 7999 16384, 3016 8016 16384, 3007 8034 16384, 2999 8047 16384, 2985 8060 16384, 2976 8069 16384, 2972 8078 16384, 2963 8082 16384, 2954 8087 16384, 2950 8091 16384, 2941 8096 16384, 2932 8100 16384, 2924 8100 16384, 2910 8100 16384, 2901 8100 16384, 2888 8096 16384, 2875 8091 16384, 2862 8082 16384, 2853 8074 16384, 2844 8065 16384, 2835 8060 16384, 2822 8056 16384, 2813 8051 16384, 2804 8047 16384, 2800 8043 16384, 2800 8038 16384</inkml:trace>
  <inkml:trace contextRef="#ctx0" brushRef="#br0">3568 6863 16384, 3565 6857 16384, 3559 6857 16384, 3550 6868 16384, 3534 6895 16384, 3516 6941 16384, 3505 7004 16384, 3501 7079 16384, 3512 7127 16384, 3533 7158 16384, 3563 7173 16384, 3591 7175 16384, 3619 7157 16384, 3642 7120 16384, 3656 7066 16384, 3660 7006 16384, 3650 6964 16384, 3630 6934 16384, 3605 6908 16384, 3579 6877 16384, 3561 6856 16384, 3554 6855 16384, 3553 6867 16384</inkml:trace>
  <inkml:trace contextRef="#ctx0" brushRef="#br0">3332 7737 16384, 3330 7738 16384, 3331 7754 16384, 3330 7804 16384, 3321 7883 16384, 3311 7957 16384, 3303 8008 16384, 3301 8042 16384, 3307 8057 16384</inkml:trace>
  <inkml:trace contextRef="#ctx0" brushRef="#br0">4451 6980 16384, 4443 6964 16384, 4424 6923 16384, 4413 6915 16384, 4398 6908 16384, 4379 6900 16384, 4364 6900 16384, 4349 6900 16384, 4330 6908 16384, 4307 6927 16384, 4288 6949 16384, 4273 6980 16384, 4254 7033 16384, 4235 7093 16384, 4216 7173 16384, 4201 7275 16384, 4189 7385 16384, 4178 7502 16384, 4167 7612 16384, 4163 7692 16384, 4155 7760 16384, 4155 7805 16384, 4155 7836 16384, 4155 7858 16384, 4152 7877 16384, 4144 7892 16384, 4140 7900 16384</inkml:trace>
  <inkml:trace contextRef="#ctx0" brushRef="#br0">3958 7449 16384, 3962 7442 16384, 3981 7419 16384, 3996 7415 16384, 4034 7396 16384, 4072 7370 16384, 4121 7351 16384, 4171 7332 16384, 4224 7324 16384, 4280 7320 16384, 4326 7320 16384, 4367 7324 16384, 4402 7332 16384, 4432 7336 16384, 4455 7343 16384, 4462 7347 16384</inkml:trace>
  <inkml:trace contextRef="#ctx0" brushRef="#br0">4905 7353 16384, 4905 7352 16384, 4905 7350 16384, 4903 7350 16384, 4898 7353 16384, 4895 7358 16384, 4890 7365 16384, 4883 7375 16384, 4877 7389 16384, 4862 7422 16384, 4856 7436 16384, 4853 7449 16384, 4843 7482 16384, 4830 7538 16384, 4825 7578 16384, 4823 7623 16384, 4825 7690 16384, 4830 7736 16384, 4838 7779 16384, 4855 7828 16384, 4863 7856 16384, 4873 7877 16384, 4887 7893 16384, 4892 7900 16384</inkml:trace>
  <inkml:trace contextRef="#ctx0" brushRef="#br0">5044 7497 16384, 5038 7480 16384, 5038 7473 16384, 5048 7463 16384, 5061 7450 16384, 5081 7437 16384, 5108 7423 16384, 5134 7413 16384, 5164 7410 16384, 5214 7417 16384, 5228 7423 16384, 5258 7443 16384, 5281 7477 16384, 5294 7517 16384, 5301 7567 16384, 5301 7613 16384, 5294 7657 16384, 5278 7700 16384, 5261 7737 16384, 5238 7773 16384, 5211 7807 16384, 5184 7837 16384, 5158 7860 16384, 5131 7880 16384, 5094 7897 16384, 5071 7900 16384, 5064 7900 16384</inkml:trace>
  <inkml:trace contextRef="#ctx0" brushRef="#br0">5488 7353 16384, 5481 7350 16384, 5458 7357 16384, 5448 7363 16384, 5428 7380 16384, 5404 7400 16384, 5378 7427 16384, 5351 7457 16384, 5331 7493 16384, 5308 7543 16384, 5294 7593 16384, 5284 7653 16384, 5281 7710 16384, 5288 7757 16384, 5301 7800 16384, 5328 7833 16384, 5354 7853 16384, 5384 7867 16384, 5418 7873 16384, 5448 7873 16384, 5464 7873 16384</inkml:trace>
  <inkml:trace contextRef="#ctx0" brushRef="#br0">5648 7350 16384, 5650 7350 16384, 5650 7352 16384, 5652 7352 16384, 5653 7354 16384, 5665 7368 16384, 5673 7385 16384, 5681 7413 16384, 5687 7446 16384, 5693 7482 16384, 5703 7544 16384, 5705 7566 16384, 5707 7588 16384, 5708 7629 16384, 5708 7692 16384, 5707 7727 16384, 5701 7762 16384, 5695 7796 16384, 5689 7821 16384, 5681 7855 16384, 5673 7873 16384, 5665 7886 16384, 5661 7890 16384, 5650 7900 16384</inkml:trace>
  <inkml:trace contextRef="#ctx0" brushRef="#br0">6672 7350 16384, 6670 7350 16384, 6666 7350 16384, 6666 7352 16384, 6670 7361 16384, 6670 7367 16384, 6672 7391 16384, 6670 7428 16384, 6663 7471 16384, 6657 7528 16384, 6650 7623 16384, 6646 7686 16384, 6642 7748 16384, 6640 7777 16384, 6637 7820 16384, 6637 7850 16384, 6642 7878 16384, 6644 7891 16384, 6646 7898 16384, 6648 7900 16384, 6650 7900 16384, 6650 7894 16384, 6650 7881 16384, 6650 7861 16384, 6648 7837 16384, 6644 7807 16384, 6640 7772 16384, 6633 7733 16384, 6622 7696 16384, 6616 7679 16384, 6588 7644 16384, 6579 7640 16384, 6549 7644 16384, 6531 7655 16384, 6514 7668 16384, 6503 7688 16384, 6488 7729 16384, 6484 7759 16384, 6482 7774 16384, 6482 7790 16384, 6486 7818 16384, 6499 7850 16384, 6510 7863 16384, 6520 7874 16384, 6538 7881 16384, 6555 7885 16384, 6570 7885 16384, 6596 7876 16384, 6611 7865 16384, 6627 7850 16384, 6640 7831 16384</inkml:trace>
  <inkml:trace contextRef="#ctx0" brushRef="#br0">6925 7497 16384, 6918 7480 16384, 6918 7473 16384, 6928 7463 16384, 6942 7450 16384, 6962 7437 16384, 6988 7423 16384, 7015 7413 16384, 7045 7410 16384, 7095 7417 16384, 7108 7423 16384, 7138 7443 16384, 7162 7477 16384, 7175 7517 16384, 7182 7567 16384, 7182 7613 16384, 7175 7657 16384, 7158 7700 16384, 7142 7737 16384, 7118 7773 16384, 7092 7807 16384, 7065 7837 16384, 7038 7860 16384, 7012 7880 16384, 6975 7897 16384, 6952 7900 16384, 6945 7900 16384</inkml:trace>
  <inkml:trace contextRef="#ctx0" brushRef="#br0">7368 7353 16384, 7362 7350 16384, 7338 7357 16384, 7328 7363 16384, 7308 7380 16384, 7285 7400 16384, 7258 7427 16384, 7232 7457 16384, 7212 7493 16384, 7188 7543 16384, 7175 7593 16384, 7165 7653 16384, 7162 7710 16384, 7168 7757 16384, 7182 7800 16384, 7208 7833 16384, 7235 7853 16384, 7265 7867 16384, 7298 7873 16384, 7328 7873 16384, 7345 7873 16384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10038 16384, 2200 10050 16384, 2225 10088 16384, 2238 10125 16384, 2238 10138 16384, 2238 10163 16384, 2225 10188 16384, 2200 10212 16384, 2162 10225 16384, 2138 10225 16384, 2100 10225 16384, 2062 10225 16384, 2038 10212 16384, 2025 10188 16384, 2025 10163 16384, 2025 10100 16384, 2050 10063 16384, 2075 10025 16384, 2112 10000 16384, 2150 9988 16384, 2175 9975 16384, 2212 9975 16384, 2250 9975 16384, 2262 9975 16384, 2288 10000 16384, 2300 10013 16384, 2300 10050 16384, 2288 10063 16384, 2262 10088 16384, 2238 10112 16384, 2200 10125 16384, 2150 10150 16384, 2100 10163 16384, 2050 10163 16384, 2013 10150 16384, 2000 10138 16384, 2000 10112 16384, 2000 10088 16384, 2025 10063 16384, 2038 10050 16384, 2062 10025 16384, 2112 10013 16384, 2150 10000 16384, 2175 10000 16384, 2212 10000 16384, 2238 10000 16384, 2262 10038 16384, 2275 10075 16384, 2275 10100 16384, 2275 10125 16384, 2262 10150 16384, 2238 10175 16384, 2225 10188 16384, 2212 10188 16384, 2200 10188 16384, 2188 10175 16384, 2188 10163 16384, 2188 10138 16384, 2188 10125 16384, 2188 10112 16384, 2200 10088 16384, 2212 10075 16384, 2225 10063 16384, 2238 10063 16384, 2238 10075 16384, 2225 10100 16384, 2225 10112 16384, 2212 10112 16384, 2200 10125 16384, 2188 10138 16384, 2175 10138 16384, 2162 10138 16384, 2162 10125 16384, 2175 10100 16384, 2200 10075 16384, 2212 10063 16384, 2225 10050 16384, 2212 10075 16384, 2175 10100 16384, 2138 10125 16384, 2100 10138 16384, 2062 10163 16384, 2050 10163 16384, 2062 10150 16384, 2100 10125 16384, 2112 10112 16384, 2150 10088 16384, 2175 10063 16384, 2225 10025 16384, 2238 10000 16384, 2238 9988 16384, 2225 9988 16384, 2200 10013 16384, 2175 10038 16384, 2150 10063 16384, 2138 10088 16384, 2125 10100 16384</inkml:trace>
  <inkml:trace contextRef="#ctx0" brushRef="#br0">2800 10759 16384, 2800 10754 16384, 2805 10739 16384, 2810 10728 16384, 2815 10713 16384, 2826 10698 16384, 2836 10682 16384, 2851 10672 16384, 2861 10662 16384, 2872 10657 16384, 2882 10646 16384, 2887 10641 16384, 2897 10641 16384, 2908 10641 16384, 2918 10646 16384, 2933 10662 16384, 2954 10682 16384, 2969 10708 16384, 2984 10733 16384, 3000 10754 16384, 3015 10774 16384, 3025 10785 16384, 3041 10795 16384, 3051 10800 16384, 3066 10800 16384, 3076 10800 16384, 3087 10795 16384, 3097 10790 16384, 3107 10780 16384, 3117 10764 16384, 3128 10749 16384, 3143 10723 16384, 3158 10692 16384, 3174 10652 16384, 3184 10600 16384, 3194 10539 16384, 3199 10472 16384, 3204 10396 16384, 3204 10319 16384, 3210 10237 16384, 3220 10160 16384, 3235 10088 16384, 3251 10022 16384, 3271 9960 16384, 3291 9904 16384, 3307 9848 16384, 3322 9791 16384, 3332 9740 16384, 3348 9684 16384, 3363 9633 16384, 3384 9582 16384, 3404 9530 16384, 3419 9489 16384, 3435 9448 16384, 3445 9413 16384, 3460 9387 16384, 3471 9361 16384, 3481 9341 16384, 3486 9326 16384, 3491 9315 16384, 3491 9310 16384, 3491 9305 16384, 3491 9300 9830, 5778 9300 9830</inkml:trace>
  <inkml:trace contextRef="#ctx0" brushRef="#br0">3673 9867 16384, 3661 9836 16384, 3661 9824 16384, 3679 9806 16384, 3703 9782 16384, 3739 9758 16384, 3788 9733 16384, 3836 9715 16384, 3891 9709 16384, 3982 9721 16384, 4006 9733 16384, 4061 9770 16384, 4103 9830 16384, 4127 9903 16384, 4139 9994 16384, 4139 10079 16384, 4127 10158 16384, 4097 10236 16384, 4067 10303 16384, 4024 10370 16384, 3976 10430 16384, 3927 10485 16384, 3879 10527 16384, 3830 10564 16384, 3764 10594 16384, 3721 10600 16384, 3709 10600 16384</inkml:trace>
  <inkml:trace contextRef="#ctx0" brushRef="#br0">4479 9606 16384, 4467 9600 16384, 4424 9612 16384, 4406 9624 16384, 4370 9655 16384, 4327 9691 16384, 4279 9739 16384, 4230 9794 16384, 4194 9861 16384, 4151 9952 16384, 4127 10042 16384, 4109 10152 16384, 4103 10255 16384, 4115 10339 16384, 4139 10418 16384, 4188 10479 16384, 4236 10515 16384, 4291 10539 16384, 4351 10552 16384, 4406 10552 16384, 4436 10552 16384</inkml:trace>
  <inkml:trace contextRef="#ctx0" brushRef="#br0">4607 10091 16384, 4600 10091 16384, 4603 10091 16384, 4609 10091 16384, 4618 10089 16384, 4629 10089 16384, 4641 10087 16384, 4657 10087 16384, 4678 10085 16384, 4702 10083 16384, 4732 10083 16384, 4760 10081 16384, 4792 10081 16384, 4825 10079 16384, 4855 10079 16384, 4887 10081 16384, 4922 10083 16384, 4954 10087 16384, 4987 10089 16384, 5021 10091 16384, 5049 10093 16384, 5077 10093 16384, 5099 10093 16384, 5116 10093 16384, 5127 10094 16384, 5137 10094 16384, 5144 10094 16384, 5148 10094 16384, 5150 10091 16384</inkml:trace>
  <inkml:trace contextRef="#ctx0" brushRef="#br0">4885 9861 16384, 4885 9863 16384, 4883 9865 16384, 4883 9869 16384, 4883 9876 16384, 4883 9887 16384, 4885 9902 16384, 4887 9923 16384, 4889 9947 16384, 4889 9977 16384, 4890 10011 16384, 4889 10048 16384, 4887 10083 16384, 4883 10121 16384, 4879 10160 16384, 4877 10193 16384, 4877 10225 16384, 4877 10255 16384, 4877 10277 16384, 4877 10298 16384, 4879 10314 16384, 4881 10327 16384, 4883 10335 16384, 4885 10339 16384</inkml:trace>
  <inkml:trace contextRef="#ctx0" brushRef="#br0">5728 9600 16384, 5722 9602 16384, 5726 9652 16384, 5724 9809 16384, 5694 10056 16384, 5663 10285 16384, 5639 10446 16384, 5631 10554 16384, 5650 10600 16384</inkml:trace>
  <inkml:trace contextRef="#ctx0" brushRef="#br0">2961 10263 16384, 2951 10243 16384, 2952 10227 16384, 2966 10212 16384, 2991 10198 16384, 3026 10195 16384, 3063 10210 16384, 3087 10244 16384, 3090 10286 16384, 3070 10329 16384, 3038 10367 16384, 3007 10389 16384, 2992 10395 16384, 2986 10390 16384, 2988 10383 16384, 3002 10375 16384, 3031 10370 16384, 3069 10374 16384, 3105 10394 16384, 3122 10424 16384, 3121 10451 16384, 3105 10474 16384, 3076 10495 16384, 3041 10510 16384, 3001 10515 16384, 2964 10507 16384, 2949 10497 16384</inkml:trace>
  <inkml:trace contextRef="#ctx0" brushRef="#br0">6281 9980 16384, 6278 9980 16384, 6278 9983 16384, 6285 9987 16384, 6296 9987 16384, 6318 9991 16384, 6354 9991 16384, 6427 9987 16384, 6482 9980 16384, 6540 9976 16384, 6598 9973 16384, 6675 9973 16384, 6715 9980 16384, 6748 9987 16384, 6766 9994 16384</inkml:trace>
  <inkml:trace contextRef="#ctx0" brushRef="#br0">6292 10227 16384, 6289 10227 16384, 6292 10227 16384, 6300 10227 16384, 6325 10227 16384, 6398 10227 16384, 6423 10224 16384, 6478 10220 16384, 6504 10220 16384, 6562 10217 16384, 6617 10213 16384, 6671 10209 16384, 6722 10206 16384, 6759 10206 16384, 6788 10202 16384, 6813 10202 16384, 6828 10202 16384</inkml:trace>
  <inkml:trace contextRef="#ctx0" brushRef="#br0">7537 9728 16384, 7526 9696 16384, 7537 9686 16384, 7558 9664 16384, 7580 9648 16384, 7606 9627 16384, 7633 9605 16384, 7649 9600 16384, 7660 9605 16384, 7665 9616 16384, 7665 9637 16384, 7665 9664 16384, 7665 9712 16384, 7660 9760 16384, 7660 9814 16384, 7660 9873 16384, 7665 9910 16384, 7687 9932 16384, 7713 9942 16384, 7751 9942 16384, 7794 9932 16384, 7831 9916 16384, 7868 9889 16384, 7901 9857 16384, 7933 9809 16384, 7954 9771 16384, 7975 9734 16384, 7986 9691 16384, 7991 9659 16384, 7991 9637 16384, 7991 9621 16384, 7986 9627 16384, 7981 9643 16384, 7975 9670 16384, 7965 9712 16384, 7959 9771 16384, 7949 9835 16384, 7943 9916 16384, 7933 10017 16384, 7922 10129 16384, 7906 10242 16384, 7890 10343 16384, 7868 10429 16384, 7842 10488 16384, 7820 10536 16384, 7799 10568 16384, 7778 10589 16384, 7740 10600 16384, 7697 10600 16384, 7665 10595 16384, 7633 10584 16384, 7601 10563 16384, 7580 10525 16384, 7564 10477 16384, 7564 10434 16384, 7569 10397 16384, 7590 10365 16384, 7628 10343 16384, 7676 10322 16384, 7735 10295 16384, 7794 10274 16384, 7874 10258 16384, 7943 10247 16384, 8013 10247 16384, 8066 10247 16384, 8114 10247 16384, 8147 10247 16384, 8168 10247 16384, 8184 10247 16384, 8189 10252 16384</inkml:trace>
  <inkml:trace contextRef="#ctx0" brushRef="#br0">8386 9587 16384, 8383 9583 16384, 8376 9573 16384, 8371 9557 16384, 8372 9533 16384, 8385 9512 16384, 8407 9495 16384, 8434 9490 16384, 8461 9504 16384, 8481 9541 16384, 8489 9602 16384, 8483 9669 16384, 8467 9712 16384, 8441 9746 16384, 8426 9762 16384, 8412 9775 16384, 8392 9790 16384, 8384 9793 16384, 8391 9791 16384, 8412 9791 16384, 8442 9794 16384, 8480 9801 16384, 8513 9807 16384, 8539 9810 16384, 8559 9809 16384, 8565 9808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12738 16384, 2200 12750 16384, 2225 12788 16384, 2238 12825 16384, 2238 12838 16384, 2238 12862 16384, 2225 12888 16384, 2200 12912 16384, 2162 12925 16384, 2138 12925 16384, 2100 12925 16384, 2062 12925 16384, 2038 12912 16384, 2025 12888 16384, 2025 12862 16384, 2025 12800 16384, 2050 12763 16384, 2075 12725 16384, 2112 12700 16384, 2150 12688 16384, 2175 12675 16384, 2212 12675 16384, 2250 12675 16384, 2262 12675 16384, 2288 12700 16384, 2300 12712 16384, 2300 12750 16384, 2288 12763 16384, 2262 12788 16384, 2238 12812 16384, 2200 12825 16384, 2150 12850 16384, 2100 12862 16384, 2050 12862 16384, 2013 12850 16384, 2000 12838 16384, 2000 12812 16384, 2000 12788 16384, 2025 12763 16384, 2038 12750 16384, 2062 12725 16384, 2112 12712 16384, 2150 12700 16384, 2175 12700 16384, 2212 12700 16384, 2238 12700 16384, 2262 12738 16384, 2275 12775 16384, 2275 12800 16384, 2275 12825 16384, 2262 12850 16384, 2238 12875 16384, 2225 12888 16384, 2212 12888 16384, 2200 12888 16384, 2188 12875 16384, 2188 12862 16384, 2188 12838 16384, 2188 12825 16384, 2188 12812 16384, 2200 12788 16384, 2212 12775 16384, 2225 12763 16384, 2238 12763 16384, 2238 12775 16384, 2225 12800 16384, 2225 12812 16384, 2212 12812 16384, 2200 12825 16384, 2188 12838 16384, 2175 12838 16384, 2162 12838 16384, 2162 12825 16384, 2175 12800 16384, 2200 12775 16384, 2212 12763 16384, 2225 12750 16384, 2212 12775 16384, 2175 12800 16384, 2138 12825 16384, 2100 12838 16384, 2062 12862 16384, 2050 12862 16384, 2062 12850 16384, 2100 12825 16384, 2112 12812 16384, 2150 12788 16384, 2175 12763 16384, 2225 12725 16384, 2238 12700 16384, 2238 12688 16384, 2225 12688 16384, 2200 12712 16384, 2175 12738 16384, 2150 12763 16384, 2138 12788 16384, 2125 12800 16384</inkml:trace>
  <inkml:trace contextRef="#ctx0" brushRef="#br0">3324 12446 16384, 3334 12421 16384, 3334 12411 16384, 3334 12401 16384, 3324 12385 16384, 3314 12365 16384, 3289 12340 16384, 3254 12315 16384, 3208 12300 16384, 3168 12300 16384, 3118 12305 16384, 3073 12325 16384, 3032 12350 16384, 2982 12390 16384, 2937 12436 16384, 2902 12481 16384, 2877 12531 16384, 2867 12576 16384, 2872 12627 16384, 2887 12682 16384, 2917 12742 16384, 2957 12792 16384, 2997 12853 16384, 3053 12908 16384, 3103 12953 16384, 3158 12993 16384, 3208 13034 16384, 3238 13069 16384, 3274 13104 16384, 3289 13134 16384, 3289 13164 16384, 3279 13189 16384, 3259 13215 16384, 3228 13240 16384, 3193 13260 16384, 3153 13280 16384, 3103 13290 16384, 3047 13295 16384, 2987 13300 16384, 2937 13300 16384, 2882 13295 16384, 2836 13280 16384, 2786 13255 16384, 2766 13235 16384</inkml:trace>
  <inkml:trace contextRef="#ctx0" brushRef="#br0">3439 12543 16384, 3463 12523 16384, 3468 12523 16384, 3488 12518 16384, 3513 12513 16384, 3538 12513 16384, 3562 12513 16384, 3582 12518 16384, 3592 12533 16384, 3592 12552 16384, 3592 12592 16384, 3582 12647 16384, 3562 12721 16384, 3538 12815 16384, 3513 12919 16384, 3493 13023 16384, 3483 13112 16384, 3483 13176 16384, 3488 13226 16384, 3498 13260 16384, 3518 13280 16384, 3543 13290 16384, 3567 13300 16384, 3592 13300 16384, 3612 13285 16384, 3647 13260 16384, 3661 13246 16384</inkml:trace>
  <inkml:trace contextRef="#ctx0" brushRef="#br0">3642 12305 16384, 3627 12300 16384, 3597 12300 16384, 3592 12300 16384, 3592 12305 16384, 3592 12315 16384, 3592 12320 16384</inkml:trace>
  <inkml:trace contextRef="#ctx0" brushRef="#br0">3587 12493 16384, 3559 12470 16384, 3559 12459 16384, 3570 12431 16384, 3610 12391 16384, 3644 12357 16384, 3672 12323 16384, 3695 12300 16384, 3718 12300 16384, 3746 12300 16384, 3769 12323 16384, 3786 12357 16384, 3797 12408 16384, 3809 12493 16384, 3814 12595 16384, 3820 12743 16384, 3820 12908 16384, 3814 13044 16384, 3809 13152 16384, 3803 13232 16384, 3797 13272 16384, 3797 13289 16384, 3797 13300 16384, 3803 13300 16384, 3803 13289 16384, 3803 13255 16384, 3809 13209 16384, 3820 13135 16384, 3837 13039 16384, 3860 12925 16384, 3882 12789 16384, 3911 12635 16384, 3956 12505 16384, 4013 12419 16384, 4064 12374 16384, 4121 12351 16384, 4166 12340 16384, 4206 12334 16384, 4246 12340 16384, 4280 12362 16384, 4309 12402 16384, 4337 12476 16384, 4360 12573 16384, 4382 12686 16384, 4394 12811 16384, 4411 12942 16384, 4422 13050 16384, 4434 13130 16384, 4456 13186 16384, 4479 13220 16384, 4502 13232 16384, 4524 13238 16384, 4541 13232 16384</inkml:trace>
  <inkml:trace contextRef="#ctx0" brushRef="#br0">5038 12325 16384, 5018 12333 16384, 4997 12345 16384, 4964 12366 16384, 4935 12399 16384, 4894 12445 16384, 4848 12502 16384, 4799 12577 16384, 4753 12668 16384, 4708 12775 16384, 4675 12887 16384, 4658 12998 16384, 4654 13102 16384, 4662 13180 16384, 4671 13209 16384, 4687 13250 16384, 4708 13275 16384, 4737 13292 16384, 4766 13300 16384, 4795 13300 16384, 4836 13288 16384, 4869 13255 16384, 4939 13180 16384, 4981 13118 16384, 5026 13048 16384, 5063 12965 16384, 5100 12874 16384, 5125 12771 16384, 5142 12664 16384, 5146 12564 16384, 5146 12478 16384, 5133 12407 16384, 5121 12362 16384, 5109 12329 16384, 5088 12304 16384, 5063 12300 16384, 5047 12300 16384, 5022 12312 16384, 5005 12321 16384, 4972 12345 16384, 4935 12379 16384, 4886 12453 16384, 4852 12507 16384, 4832 12569 16384, 4815 12635 16384, 4815 12688 16384, 4836 12730 16384, 4873 12767 16384, 4910 12783 16384, 4931 12792 16384, 4964 12800 16384, 4997 12800 16384, 5034 12800 16384, 5063 12792 16384</inkml:trace>
  <inkml:trace contextRef="#ctx0" brushRef="#br0">5937 12791 16384, 5930 12791 16384, 5934 12791 16384, 5939 12791 16384, 5949 12789 16384, 5960 12789 16384, 5971 12787 16384, 5988 12787 16384, 6008 12785 16384, 6033 12783 16384, 6062 12783 16384, 6090 12781 16384, 6122 12781 16384, 6156 12779 16384, 6185 12779 16384, 6217 12781 16384, 6253 12783 16384, 6284 12787 16384, 6318 12789 16384, 6351 12791 16384, 6379 12793 16384, 6407 12793 16384, 6430 12793 16384, 6446 12793 16384, 6458 12794 16384, 6467 12794 16384, 6474 12794 16384, 6478 12794 16384, 6480 12791 16384</inkml:trace>
  <inkml:trace contextRef="#ctx0" brushRef="#br0">6215 12561 16384, 6215 12563 16384, 6213 12565 16384, 6213 12569 16384, 6213 12576 16384, 6213 12587 16384, 6215 12602 16384, 6217 12623 16384, 6219 12647 16384, 6219 12677 16384, 6221 12711 16384, 6219 12748 16384, 6217 12783 16384, 6213 12821 16384, 6210 12860 16384, 6208 12893 16384, 6208 12925 16384, 6208 12955 16384, 6208 12977 16384, 6208 12998 16384, 6210 13014 16384, 6212 13027 16384, 6213 13035 16384, 6215 13039 16384</inkml:trace>
  <inkml:trace contextRef="#ctx0" brushRef="#br0">7606 12643 16384, 7613 12615 16384, 7613 12587 16384, 7606 12559 16384, 7592 12531 16384, 7564 12475 16384, 7543 12447 16384, 7494 12398 16384, 7466 12370 16384, 7389 12321 16384, 7291 12300 16384, 7215 12307 16384, 7145 12349 16384, 7061 12405 16384, 6949 12524 16384, 6928 12559 16384, 6907 12594 16384, 6893 12678 16384, 6893 12810 16384, 6907 12908 16384, 6935 13013 16384, 6984 13118 16384, 7075 13230 16384, 7152 13279 16384, 7222 13300 16384, 7257 13300 16384, 7298 13300 16384, 7375 13286 16384, 7487 13237 16384, 7550 13188 16384, 7599 13132 16384, 7627 13104 16384</inkml:trace>
  <inkml:trace contextRef="#ctx0" brushRef="#br0">7891 12410 16384, 7842 12379 16384, 7824 12373 16384, 7781 12367 16384, 7739 12367 16384, 7690 12379 16384, 7635 12410 16384, 7574 12452 16384, 7507 12520 16384, 7452 12599 16384, 7409 12690 16384, 7373 12794 16384, 7367 12904 16384, 7373 13020 16384, 7409 13117 16384, 7458 13190 16384, 7507 13245 16384, 7574 13282 16384, 7635 13300 16384, 7714 13300 16384, 7775 13288 16384, 7855 13251 16384, 7928 13202 16384, 7995 13141 16384, 8050 13074 16384, 8111 13001 16384, 8135 12934 16384, 8153 12855 16384, 8153 12770 16384, 8141 12684 16384, 8117 12593 16384, 8080 12501 16384, 8031 12422 16384, 7989 12361 16384, 7946 12312 16384, 7897 12300 16384, 7848 12306 16384, 7806 12330 16384, 7787 12343 16384</inkml:trace>
  <inkml:trace contextRef="#ctx0" brushRef="#br0">8534 12446 16384, 8544 12421 16384, 8544 12411 16384, 8544 12401 16384, 8534 12385 16384, 8524 12365 16384, 8499 12340 16384, 8464 12315 16384, 8418 12300 16384, 8378 12300 16384, 8328 12305 16384, 8283 12325 16384, 8242 12350 16384, 8192 12390 16384, 8147 12436 16384, 8112 12481 16384, 8087 12531 16384, 8077 12576 16384, 8082 12627 16384, 8097 12682 16384, 8127 12742 16384, 8167 12792 16384, 8207 12853 16384, 8263 12908 16384, 8313 12953 16384, 8368 12993 16384, 8418 13034 16384, 8448 13069 16384, 8484 13104 16384, 8499 13134 16384, 8499 13164 16384, 8489 13189 16384, 8469 13215 16384, 8438 13240 16384, 8403 13260 16384, 8363 13280 16384, 8313 13290 16384, 8257 13295 16384, 8197 13300 16384, 8147 13300 16384, 8092 13295 16384, 8046 13280 16384, 7996 13255 16384, 7976 13235 16384</inkml:trace>
  <inkml:trace contextRef="#ctx0" brushRef="#br0">9248 12325 16384, 9228 12333 16384, 9207 12345 16384, 9174 12366 16384, 9145 12399 16384, 9104 12445 16384, 9058 12502 16384, 9009 12577 16384, 8963 12668 16384, 8918 12775 16384, 8885 12887 16384, 8868 12998 16384, 8864 13102 16384, 8872 13180 16384, 8881 13209 16384, 8897 13250 16384, 8918 13275 16384, 8947 13292 16384, 8976 13300 16384, 9005 13300 16384, 9046 13288 16384, 9079 13255 16384, 9149 13180 16384, 9191 13118 16384, 9236 13048 16384, 9273 12965 16384, 9310 12874 16384, 9335 12771 16384, 9352 12664 16384, 9356 12564 16384, 9356 12478 16384, 9343 12407 16384, 9331 12362 16384, 9319 12329 16384, 9298 12304 16384, 9273 12300 16384, 9257 12300 16384, 9232 12312 16384, 9215 12321 16384, 9182 12345 16384, 9145 12379 16384, 9096 12453 16384, 9062 12507 16384, 9042 12569 16384, 9025 12635 16384, 9025 12688 16384, 9046 12730 16384, 9083 12767 16384, 9120 12783 16384, 9141 12792 16384, 9174 12800 16384, 9207 12800 16384, 9244 12800 16384, 9273 12792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2669760" cy="684000"/>
            <a:chOff x="540000" y="342000"/>
            <a:chExt cx="266976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2669760" cy="684000"/>
              </p14:xfrm>
            </p:contentPart>
          </mc:Choice>
          <mc:Fallback xmlns="">
            <p:pic>
              <p:nvPicPr>
                <p:cNvPr id="1000" name="インク 1"/>
                <p:cNvPicPr/>
                <p:nvPr/>
              </p:nvPicPr>
              <p:blipFill>
                <a:blip r:embed="rId1001"/>
                <a:stretch>
                  <a:fillRect/>
                </a:stretch>
              </p:blipFill>
              <p:spPr>
                <a:xfrm>
                  <a:off x="540000" y="342000"/>
                  <a:ext cx="2669760" cy="684000"/>
                </a:xfrm>
                <a:prstGeom prst="rect">
                  <a:avLst/>
                </a:prstGeom>
              </p:spPr>
            </p:pic>
          </mc:Fallback>
        </mc:AlternateContent>
      </p:grpSp>
      <p:grpSp>
        <p:nvGrpSpPr>
          <p:cNvPr id="101" name="グループ化 101"/>
          <p:cNvGrpSpPr/>
          <p:nvPr/>
        </p:nvGrpSpPr>
        <p:grpSpPr>
          <a:xfrm>
            <a:off x="720000" y="1253415"/>
            <a:ext cx="2024698" cy="853034"/>
            <a:chOff x="720000" y="1253415"/>
            <a:chExt cx="2024698" cy="853034"/>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253415"/>
                <a:ext cx="2024698" cy="853034"/>
              </p14:xfrm>
            </p:contentPart>
          </mc:Choice>
          <mc:Fallback xmlns="">
            <p:pic>
              <p:nvPicPr>
                <p:cNvPr id="1001" name="インク 2"/>
                <p:cNvPicPr/>
                <p:nvPr/>
              </p:nvPicPr>
              <p:blipFill>
                <a:blip r:embed="rId1003"/>
                <a:stretch>
                  <a:fillRect/>
                </a:stretch>
              </p:blipFill>
              <p:spPr>
                <a:xfrm>
                  <a:off x="720000" y="1253415"/>
                  <a:ext cx="2024698" cy="853034"/>
                </a:xfrm>
                <a:prstGeom prst="rect">
                  <a:avLst/>
                </a:prstGeom>
              </p:spPr>
            </p:pic>
          </mc:Fallback>
        </mc:AlternateContent>
      </p:grpSp>
      <p:grpSp>
        <p:nvGrpSpPr>
          <p:cNvPr id="102" name="グループ化 102"/>
          <p:cNvGrpSpPr/>
          <p:nvPr/>
        </p:nvGrpSpPr>
        <p:grpSpPr>
          <a:xfrm>
            <a:off x="720000" y="2358000"/>
            <a:ext cx="1956526" cy="576000"/>
            <a:chOff x="720000" y="2358000"/>
            <a:chExt cx="1956526" cy="5760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358000"/>
                <a:ext cx="1956526" cy="576000"/>
              </p14:xfrm>
            </p:contentPart>
          </mc:Choice>
          <mc:Fallback xmlns="">
            <p:pic>
              <p:nvPicPr>
                <p:cNvPr id="1002" name="インク 3"/>
                <p:cNvPicPr/>
                <p:nvPr/>
              </p:nvPicPr>
              <p:blipFill>
                <a:blip r:embed="rId1005"/>
                <a:stretch>
                  <a:fillRect/>
                </a:stretch>
              </p:blipFill>
              <p:spPr>
                <a:xfrm>
                  <a:off x="720000" y="2358000"/>
                  <a:ext cx="1956526" cy="576000"/>
                </a:xfrm>
                <a:prstGeom prst="rect">
                  <a:avLst/>
                </a:prstGeom>
              </p:spPr>
            </p:pic>
          </mc:Fallback>
        </mc:AlternateContent>
      </p:grpSp>
      <p:grpSp>
        <p:nvGrpSpPr>
          <p:cNvPr id="103" name="グループ化 103"/>
          <p:cNvGrpSpPr/>
          <p:nvPr/>
        </p:nvGrpSpPr>
        <p:grpSpPr>
          <a:xfrm>
            <a:off x="720000" y="3330000"/>
            <a:ext cx="2374114" cy="576000"/>
            <a:chOff x="720000" y="3330000"/>
            <a:chExt cx="2374114" cy="576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3330000"/>
                <a:ext cx="2374114" cy="576000"/>
              </p14:xfrm>
            </p:contentPart>
          </mc:Choice>
          <mc:Fallback xmlns="">
            <p:pic>
              <p:nvPicPr>
                <p:cNvPr id="1003" name="インク 4"/>
                <p:cNvPicPr/>
                <p:nvPr/>
              </p:nvPicPr>
              <p:blipFill>
                <a:blip r:embed="rId1007"/>
                <a:stretch>
                  <a:fillRect/>
                </a:stretch>
              </p:blipFill>
              <p:spPr>
                <a:xfrm>
                  <a:off x="720000" y="3330000"/>
                  <a:ext cx="2374114" cy="576000"/>
                </a:xfrm>
                <a:prstGeom prst="rect">
                  <a:avLst/>
                </a:prstGeom>
              </p:spPr>
            </p:pic>
          </mc:Fallback>
        </mc:AlternateContent>
      </p:grpSp>
      <p:grpSp>
        <p:nvGrpSpPr>
          <p:cNvPr id="104" name="グループ化 104"/>
          <p:cNvGrpSpPr/>
          <p:nvPr/>
        </p:nvGrpSpPr>
        <p:grpSpPr>
          <a:xfrm>
            <a:off x="720000" y="4410000"/>
            <a:ext cx="2750400" cy="396000"/>
            <a:chOff x="720000" y="4410000"/>
            <a:chExt cx="27504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4410000"/>
                <a:ext cx="2750400" cy="396000"/>
              </p14:xfrm>
            </p:contentPart>
          </mc:Choice>
          <mc:Fallback xmlns="">
            <p:pic>
              <p:nvPicPr>
                <p:cNvPr id="1004" name="インク 5"/>
                <p:cNvPicPr/>
                <p:nvPr/>
              </p:nvPicPr>
              <p:blipFill>
                <a:blip r:embed="rId1009"/>
                <a:stretch>
                  <a:fillRect/>
                </a:stretch>
              </p:blipFill>
              <p:spPr>
                <a:xfrm>
                  <a:off x="720000" y="4410000"/>
                  <a:ext cx="2750400" cy="396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