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7842 1000 16384, 7832 1003 16384, 7839 1093 16384, 7836 1377 16384, 7782 1820 16384, 7726 2233 16384, 7682 2523 16384, 7669 2717 16384, 7702 2800 16384</inkml:trace>
  <inkml:trace contextRef="#ctx0" brushRef="#br0">9091 1574 16384, 9073 1574 16384, 9066 1574 16384, 9098 1574 16384, 9202 1568 16384, 9412 1533 16384, 9705 1499 16384, 10026 1464 16384, 10347 1430 16384, 10614 1404 16384, 10778 1404 16384, 10835 1401 16384</inkml:trace>
  <inkml:trace contextRef="#ctx0" brushRef="#br0">10284 1099 16384, 10309 1153 16384, 10391 1335 16384, 10423 1571 16384, 10400 1817 16384, 10360 1999 16384, 10322 2100 16384, 10290 2134 16384, 10259 2131 16384, 10227 2106 16384</inkml:trace>
  <inkml:trace contextRef="#ctx0" brushRef="#br0">9689 1137 16384, 9686 1143 16384, 9692 1241 16384, 9680 1496 16384, 9636 1817 16384, 9614 2147 16384, 9645 2370 16384, 9727 2515 16384, 9840 2632 16384, 9976 2688 16384, 10133 2701 16384, 10312 2688 16384, 10473 2669 16384, 10618 2666 16384, 10731 2647 16384, 10825 2628 16384, 10866 2619 16384</inkml:trace>
  <inkml:trace contextRef="#ctx0" brushRef="#br0">11221 2189 16384, 11190 2166 16384, 11198 2150 16384, 11229 2127 16384, 11275 2096 16384, 11329 2065 16384, 11407 2027 16384, 11484 1980 16384, 11577 1941 16384, 11662 1918 16384, 11763 1895 16384, 11848 1887 16384, 11940 1895 16384, 12026 1918 16384, 12087 1957 16384, 12134 2011 16384, 12165 2073 16384, 12180 2143 16384, 12172 2228 16384, 12149 2313 16384, 12111 2390 16384, 12072 2467 16384, 12026 2552 16384, 11971 2607 16384, 11925 2669 16384, 11871 2723 16384</inkml:trace>
  <inkml:trace contextRef="#ctx0" brushRef="#br0">12529 1574 16384, 12511 1574 16384, 12504 1574 16384, 12536 1574 16384, 12640 1568 16384, 12850 1533 16384, 13143 1499 16384, 13464 1464 16384, 13785 1430 16384, 14052 1404 16384, 14216 1404 16384, 14273 1401 16384</inkml:trace>
  <inkml:trace contextRef="#ctx0" brushRef="#br0">13722 1099 16384, 13747 1153 16384, 13829 1335 16384, 13861 1571 16384, 13838 1817 16384, 13798 1999 16384, 13760 2100 16384, 13728 2134 16384, 13697 2131 16384, 13665 2106 16384</inkml:trace>
  <inkml:trace contextRef="#ctx0" brushRef="#br0">13127 1137 16384, 13124 1143 16384, 13130 1241 16384, 13118 1496 16384, 13074 1817 16384, 13052 2147 16384, 13083 2370 16384, 13165 2515 16384, 13278 2632 16384, 13414 2688 16384, 13571 2701 16384, 13750 2688 16384, 13911 2669 16384, 14056 2666 16384, 14169 2647 16384, 14263 2628 16384, 14304 2619 16384</inkml:trace>
  <inkml:trace contextRef="#ctx0" brushRef="#br0">15336 1032 16384, 15340 1008 16384, 15340 1000 16384, 15324 1052 16384, 15236 1236 16384, 15036 1636 16384, 14808 2128 16384, 14668 2484 16384, 14628 2672 16384, 14628 2760 16384, 14640 2800 16384, 14668 2780 16384, 14740 2644 16384, 14844 2400 16384, 14988 2096 16384, 15160 1860 16384, 15272 1788 16384, 15340 1768 16384, 15372 1816 16384, 15396 1956 16384, 15424 2184 16384, 15472 2428 16384, 15556 2604 16384, 15664 2692 16384, 15800 2740 16384, 15940 2744 16384, 16016 2728 16384</inkml:trace>
  <inkml:trace contextRef="#ctx0" brushRef="#br0">17269 1120 16384, 17283 1148 16384, 17317 1359 16384, 17293 1737 16384, 17173 2077 16384, 16986 2393 16384, 16809 2580 16384, 16675 2613 16384, 16546 2556 16384, 16426 2369 16384, 16340 2034 16384, 16393 1589 16384, 16642 1278 16384, 16948 1120 16384, 17326 1000 16384, 17719 1014 16384, 18011 1263 16384, 18126 1761 16384, 18121 2326 16384, 18097 2618 16384, 18068 2766 16384, 18054 2800 16384</inkml:trace>
  <inkml:trace contextRef="#ctx0" brushRef="#br0">18644 1476 16384, 18679 1471 16384, 18715 1465 16384, 18762 1453 16384, 18826 1447 16384, 18885 1441 16384, 18962 1441 16384, 19038 1435 16384, 19120 1435 16384, 19215 1429 16384, 19309 1429 16384, 19403 1424 16384, 19491 1418 16384, 19579 1412 16384, 19656 1406 16384, 19726 1400 16384, 19779 1400 16384, 19832 1400 16384, 19867 1394 16384, 19897 1388 16384, 19926 1382 16384, 19938 1376 16384</inkml:trace>
  <inkml:trace contextRef="#ctx0" brushRef="#br0">19379 1000 16384, 19379 1012 16384, 19367 1018 16384, 19362 1029 16384, 19362 1047 16384, 19367 1065 16384, 19367 1094 16384, 19367 1135 16384, 19373 1182 16384, 19367 1241 16384, 19362 1306 16384, 19362 1382 16384, 19356 1476 16384, 19350 1571 16384, 19350 1676 16384, 19350 1794 16384, 19350 1906 16384, 19344 2018 16384, 19344 2129 16384, 19344 2224 16384, 19344 2318 16384, 19344 2412 16384, 19350 2488 16384, 19356 2565 16384, 19362 2629 16384, 19362 2682 16384, 19367 2729 16384, 19373 2765 16384, 19379 2788 16384, 19379 2800 16384, 19385 2800 16384, 19385 2794 16384</inkml:trace>
  <inkml:trace contextRef="#ctx0" brushRef="#br0">19338 1429 16384, 19338 1435 16384, 19332 1435 16384, 19332 1441 16384, 19332 1447 16384, 19326 1459 16384, 19315 1488 16384, 19297 1524 16384, 19273 1571 16384, 19262 1588 16384, 19244 1612 16384, 19220 1653 16384, 19191 1700 16384, 19162 1741 16384, 19120 1788 16384, 19079 1835 16384, 19032 1882 16384, 18979 1935 16384, 18932 1994 16384, 18873 2053 16384, 18820 2112 16384, 18762 2165 16384, 18703 2212 16384, 18650 2259 16384, 18591 2306 16384, 18544 2347 16384, 18491 2376 16384, 18450 2400 16384</inkml:trace>
  <inkml:trace contextRef="#ctx0" brushRef="#br0">19344 1429 16384, 19356 1418 16384, 19367 1418 16384, 19379 1412 16384, 19385 1418 16384, 19397 1429 16384, 19403 1441 16384, 19409 1459 16384, 19415 1482 16384, 19432 1500 16384, 19450 1529 16384, 19467 1559 16384, 19491 1588 16384, 19526 1624 16384, 19567 1665 16384, 19603 1712 16384, 19650 1765 16384, 19697 1824 16384, 19744 1882 16384, 19797 1941 16384, 19850 2000 16384, 19903 2059 16384, 19962 2106 16384, 20009 2153 16384, 20067 2194 16384, 20115 2229 16384, 20162 2259 16384</inkml:trace>
  <inkml:trace contextRef="#ctx0" brushRef="#br0">19056 2329 16384, 19067 2324 16384, 19085 2324 16384, 19109 2318 16384, 19162 2312 16384, 19220 2312 16384, 19291 2306 16384, 19350 2300 16384, 19409 2300 16384, 19467 2300 16384, 19509 2294 16384, 19562 2294 16384, 19603 2294 16384, 19632 2294 16384, 19667 2288 16384, 19697 2288 16384</inkml:trace>
  <inkml:trace contextRef="#ctx0" brushRef="#br0">20522 1063 16384, 20522 1069 16384, 20534 1075 16384, 20558 1093 16384, 20588 1123 16384, 20624 1160 16384, 20654 1196 16384, 20684 1220 16384, 20720 1250 16384, 20744 1268 16384, 20763 1286 16384</inkml:trace>
  <inkml:trace contextRef="#ctx0" brushRef="#br0">20594 1418 16384, 20600 1412 16384, 20612 1406 16384, 20624 1406 16384, 20654 1406 16384, 20708 1400 16384, 20763 1394 16384, 20835 1394 16384, 20901 1388 16384, 20973 1376 16384, 21039 1376 16384, 21100 1370 16384, 21148 1370 16384, 21190 1370 16384, 21226 1370 16384, 21256 1364 16384</inkml:trace>
  <inkml:trace contextRef="#ctx0" brushRef="#br0">21100 1063 16384, 21112 1057 16384, 21118 1057 16384, 21124 1057 16384, 21124 1063 16384, 21118 1075 16384, 21100 1093 16384, 21076 1117 16384, 21039 1147 16384, 21003 1178 16384, 20973 1208 16384, 20943 1238 16384, 20919 1262 16384, 20907 1280 16384</inkml:trace>
  <inkml:trace contextRef="#ctx0" brushRef="#br0">20853 1039 16384, 20853 1045 16384, 20859 1057 16384, 20859 1081 16384, 20865 1123 16384, 20871 1178 16384, 20877 1256 16384, 20877 1328 16384, 20877 1406 16384, 20877 1473 16384, 20877 1539 16384, 20877 1593 16384, 20877 1641 16384, 20877 1677 16384, 20877 1707 16384, 20877 1731 16384, 20877 1743 16384, 20877 1756 16384</inkml:trace>
  <inkml:trace contextRef="#ctx0" brushRef="#br0">20883 1400 16384, 20877 1406 16384, 20877 1412 16384, 20865 1418 16384, 20859 1430 16384, 20841 1448 16384, 20823 1473 16384, 20799 1497 16384, 20769 1533 16384, 20738 1569 16384, 20708 1605 16384, 20672 1635 16384, 20636 1671 16384, 20618 1695 16384, 20600 1713 16384, 20582 1719 16384, 20570 1725 16384, 20558 1725 16384, 20552 1719 16384</inkml:trace>
  <inkml:trace contextRef="#ctx0" brushRef="#br0">20913 1473 16384, 20913 1467 16384, 20919 1467 16384, 20937 1473 16384, 20955 1479 16384, 20979 1491 16384, 21009 1515 16384, 21051 1551 16384, 21088 1593 16384, 21124 1641 16384, 21160 1683 16384, 21184 1707 16384, 21208 1731 16384, 21238 1756 16384, 21256 1774 16384, 21262 1780 16384</inkml:trace>
  <inkml:trace contextRef="#ctx0" brushRef="#br0">20895 1948 16384, 20895 1942 16384, 20895 1954 16384, 20889 1966 16384, 20871 1990 16384, 20847 2026 16384, 20805 2069 16384, 20769 2111 16384, 20732 2147 16384, 20702 2177 16384, 20678 2207 16384, 20654 2231 16384, 20642 2249 16384, 20636 2261 16384, 20630 2279 16384, 20630 2291 16384, 20630 2303 16384, 20642 2315 16384, 20654 2327 16384, 20678 2345 16384, 20714 2364 16384, 20744 2382 16384, 20781 2412 16384, 20823 2442 16384, 20865 2478 16384, 20895 2514 16384, 20931 2562 16384, 20967 2604 16384, 20997 2646 16384, 21027 2683 16384, 21058 2707 16384, 21082 2731 16384, 21100 2743 16384, 21118 2755 16384, 21124 2761 16384, 21130 2761 16384, 21136 2761 16384</inkml:trace>
  <inkml:trace contextRef="#ctx0" brushRef="#br0">21166 1984 16384, 21172 1978 16384, 21160 1996 16384, 21148 2020 16384, 21124 2063 16384, 21082 2129 16384, 21027 2219 16384, 20985 2303 16384, 20937 2388 16384, 20889 2466 16384, 20853 2520 16384, 20811 2574 16384, 20769 2616 16384, 20744 2646 16384, 20714 2671 16384, 20678 2695 16384, 20660 2695 16384</inkml:trace>
  <inkml:trace contextRef="#ctx0" brushRef="#br0">20486 2237 16384, 20486 2243 16384, 20492 2243 16384, 20516 2237 16384, 20558 2231 16384, 20612 2219 16384, 20684 2213 16384, 20763 2213 16384, 20853 2213 16384, 20979 2213 16384, 21064 2219 16384, 21106 2219 16384, 21220 2219 16384, 21256 2213 16384, 21316 2207 16384, 21383 2201 16384, 21425 2189 16384, 21467 2177 16384, 21485 2165 16384</inkml:trace>
  <inkml:trace contextRef="#ctx0" brushRef="#br0">21647 1075 16384, 21641 1087 16384, 21641 1099 16384, 21641 1123 16384, 21641 1154 16384, 21641 1190 16384, 21629 1244 16384, 21599 1322 16384, 21563 1400 16384, 21527 1497 16384, 21497 1593 16384, 21467 1665 16384, 21437 1725 16384, 21419 1768 16384, 21413 1786 16384, 21407 1804 16384, 21401 1810 16384</inkml:trace>
  <inkml:trace contextRef="#ctx0" brushRef="#br0">21569 1388 16384, 21617 1364 16384, 21635 1364 16384, 21678 1364 16384, 21738 1364 16384, 21798 1358 16384, 21870 1352 16384, 21936 1346 16384, 22009 1334 16384, 22069 1328 16384, 22135 1322 16384, 22183 1316 16384, 22225 1310 16384, 22262 1304 16384, 22286 1298 16384</inkml:trace>
  <inkml:trace contextRef="#ctx0" brushRef="#br0">22045 1406 16384, 22039 1430 16384, 22039 1436 16384, 22033 1461 16384, 22027 1491 16384, 22021 1533 16384, 22009 1569 16384, 21991 1629 16384, 21973 1695 16384, 21948 1768 16384, 21924 1846 16384, 21888 1930 16384, 21852 2002 16384, 21810 2087 16384, 21768 2165 16384, 21726 2237 16384, 21684 2309 16384, 21635 2376 16384, 21605 2424 16384, 21563 2472 16384, 21521 2520 16384, 21491 2556 16384, 21461 2580 16384, 21425 2604 16384, 21407 2610 16384, 21389 2622 16384, 21371 2622 16384, 21365 2622 16384</inkml:trace>
  <inkml:trace contextRef="#ctx0" brushRef="#br0">21563 1665 16384, 21569 1671 16384, 21575 1695 16384, 21587 1725 16384, 21611 1774 16384, 21629 1834 16384, 21666 1894 16384, 21714 1960 16384, 21762 2032 16384, 21816 2105 16384, 21864 2189 16384, 21912 2261 16384, 21961 2327 16384, 22003 2394 16384, 22045 2448 16384, 22081 2508 16384, 22123 2568 16384, 22165 2622 16384, 22213 2695 16384, 22256 2731 16384, 22274 2749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brush xml:id="br1">
      <inkml:brushProperty name="width" value="0.18920" units="cm"/>
      <inkml:brushProperty name="height" value="0.18920" units="cm"/>
      <inkml:brushProperty name="color" value="#000000"/>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1">2800 4420 16384, 2800 4417 16384, 2820 4401 16384, 2843 4393 16384, 2879 4385 16384, 2922 4373 16384, 2965 4361 16384, 3040 4346 16384, 3083 4342 16384, 3131 4334 16384, 3166 4330 16384, 3198 4326 16384, 3221 4326 16384, 3233 4326 16384</inkml:trace>
  <inkml:trace contextRef="#ctx0" brushRef="#br1">3056 4200 16384, 3052 4200 16384, 3044 4200 16384, 3040 4208 16384, 3036 4231 16384, 3028 4259 16384, 3020 4298 16384, 3005 4354 16384, 2985 4424 16384, 2973 4468 16384, 2965 4515 16384, 2946 4621 16384, 2914 4783 16384, 2898 4889 16384, 2894 4968 16384, 2891 5070 16384, 2894 5117 16384, 2898 5157 16384, 2902 5169 16384, 2906 5188 16384, 2918 5196 16384, 2926 5200 16384</inkml:trace>
  <inkml:trace contextRef="#ctx0" brushRef="#br1">3127 4684 16384, 3139 4661 16384, 3158 4645 16384, 3209 4629 16384, 3229 4621 16384, 3269 4613 16384, 3292 4609 16384, 3339 4613 16384, 3375 4621 16384, 3402 4629 16384, 3426 4641 16384, 3450 4653 16384, 3465 4661 16384, 3473 4672 16384, 3473 4684 16384</inkml:trace>
  <inkml:trace contextRef="#ctx0" brushRef="#br1">3194 4913 16384, 3170 4932 16384, 3158 4960 16384, 3170 4983 16384, 3194 5003 16384, 3221 5023 16384, 3245 5043 16384, 3276 5070 16384, 3312 5098 16384, 3343 5117 16384, 3383 5137 16384, 3418 5145 16384, 3457 5149 16384, 3493 5137 16384, 3536 5117 16384</inkml:trace>
  <inkml:trace contextRef="#ctx0" brushRef="#br1">3619 4263 16384, 3615 4275 16384, 3627 4306 16384, 3635 4342 16384, 3643 4369 16384, 3643 4381 16384, 3650 4413 16384, 3658 4432 16384, 3666 4440 16384, 3674 4440 16384</inkml:trace>
  <inkml:trace contextRef="#ctx0" brushRef="#br1">3737 4263 16384, 3741 4263 16384, 3745 4275 16384, 3753 4294 16384, 3761 4334 16384, 3769 4381 16384, 3776 4420 16384, 3788 4444 16384</inkml:trace>
  <inkml:trace contextRef="#ctx0" brushRef="#br1">3978 4214 16384, 3973 4214 16384, 3968 4216 16384, 3968 4272 16384, 3978 4421 16384, 3996 4651 16384, 4026 4893 16384, 4069 5070 16384, 4122 5158 16384, 4170 5186 16384, 4211 5179 16384, 4256 5118 16384, 4309 4997 16384, 4380 4893 16384</inkml:trace>
  <inkml:trace contextRef="#ctx0" brushRef="#br1">4713 4434 16384, 4731 4444 16384, 4799 4494 16384, 4870 4583 16384, 4923 4689 16384, 4951 4774 16384, 4961 4833 16384, 4963 4858 16384, 4968 4858 16384</inkml:trace>
  <inkml:trace contextRef="#ctx0" brushRef="#br1">5545 4347 16384, 5537 4304 16384, 5500 4257 16384, 5439 4208 16384, 5362 4200 16384, 5270 4231 16384, 5189 4288 16384, 5154 4361 16384, 5148 4457 16384, 5186 4575 16384, 5264 4689 16384, 5376 4811 16384, 5480 4909 16384, 5551 4988 16384, 5586 5062 16384, 5575 5123 16384, 5525 5172 16384, 5457 5196 16384, 5360 5200 16384, 5280 5184 16384, 5233 5135 16384, 5223 5039 16384, 5246 4943 16384, 5296 4860 16384, 5360 4772 16384, 5433 4658 16384, 5502 4528 16384, 5541 4438 16384, 5545 4412 16384, 5525 4391 16384, 5498 4363 16384, 5482 4338 16384, 5472 4320 16384</inkml:trace>
  <inkml:trace contextRef="#ctx0" brushRef="#br1">5782 4522 16384, 5766 4520 16384, 5770 4520 16384, 5799 4520 16384, 5856 4505 16384, 5953 4470 16384, 6073 4440 16384, 6183 4427 16384, 6281 4434 16384, 6349 4482 16384, 6391 4575 16384, 6410 4701 16384, 6410 4832 16384, 6391 4962 16384, 6355 5080 16384, 6317 5160 16384, 6292 5196 16384, 6271 5200 16384, 6242 5164 16384, 6197 5082 16384</inkml:trace>
  <inkml:trace contextRef="#ctx0" brushRef="#br1">6239 4200 16384, 6241 4219 16384, 6222 4316 16384, 6155 4514 16384, 6067 4762 16384, 5987 4970 16384, 5945 5078 16384, 5932 5135 16384, 5930 5143 16384</inkml:trace>
  <inkml:trace contextRef="#ctx0" brushRef="#br1">6412 4333 16384, 6401 4331 16384, 6418 4349 16384, 6467 4413 16384, 6536 4547 16384, 6583 4699 16384, 6610 4804 16384, 6631 4865 16384, 6644 4897 16384</inkml:trace>
  <inkml:trace contextRef="#ctx0" brushRef="#br1">6834 4214 16384, 6829 4214 16384, 6824 4216 16384, 6824 4272 16384, 6834 4421 16384, 6852 4651 16384, 6882 4893 16384, 6925 5070 16384, 6978 5158 16384, 7026 5186 16384, 7067 5179 16384, 7112 5118 16384, 7165 4997 16384, 7236 4893 16384</inkml:trace>
  <inkml:trace contextRef="#ctx0" brushRef="#br1">7569 4434 16384, 7587 4444 16384, 7655 4494 16384, 7726 4583 16384, 7779 4689 16384, 7807 4774 16384, 7817 4833 16384, 7819 4858 16384, 7824 4858 16384</inkml:trace>
  <inkml:trace contextRef="#ctx0" brushRef="#br1">8518 4519 16384, 8508 4519 16384, 8504 4519 16384, 8522 4519 16384, 8580 4516 16384, 8697 4496 16384, 8859 4477 16384, 9038 4458 16384, 9216 4439 16384, 9365 4425 16384, 9455 4425 16384, 9487 4423 16384</inkml:trace>
  <inkml:trace contextRef="#ctx0" brushRef="#br1">9181 4255 16384, 9195 4285 16384, 9240 4386 16384, 9258 4517 16384, 9246 4654 16384, 9223 4755 16384, 9202 4811 16384, 9184 4830 16384, 9167 4828 16384, 9150 4815 16384</inkml:trace>
  <inkml:trace contextRef="#ctx0" brushRef="#br1">8851 4276 16384, 8849 4280 16384, 8852 4334 16384, 8845 4475 16384, 8821 4654 16384, 8809 4837 16384, 8826 4961 16384, 8872 5042 16384, 8934 5106 16384, 9010 5138 16384, 9097 5145 16384, 9197 5138 16384, 9286 5127 16384, 9366 5126 16384, 9429 5115 16384, 9482 5105 16384, 9504 5099 16384</inkml:trace>
  <inkml:trace contextRef="#ctx0" brushRef="#br1">9702 4861 16384, 9684 4848 16384, 9689 4839 16384, 9706 4826 16384, 9732 4809 16384, 9762 4792 16384, 9805 4770 16384, 9848 4745 16384, 9899 4723 16384, 9947 4710 16384, 10002 4697 16384, 10050 4693 16384, 10101 4697 16384, 10148 4710 16384, 10183 4732 16384, 10209 4762 16384, 10226 4796 16384, 10234 4835 16384, 10230 4882 16384, 10217 4929 16384, 10196 4972 16384, 10174 5015 16384, 10148 5062 16384, 10118 5093 16384, 10093 5127 16384, 10063 5157 16384</inkml:trace>
  <inkml:trace contextRef="#ctx0" brushRef="#br1">10428 4519 16384, 10418 4519 16384, 10414 4519 16384, 10432 4519 16384, 10490 4516 16384, 10607 4496 16384, 10769 4477 16384, 10948 4458 16384, 11126 4439 16384, 11275 4425 16384, 11365 4425 16384, 11397 4423 16384</inkml:trace>
  <inkml:trace contextRef="#ctx0" brushRef="#br1">11091 4255 16384, 11105 4285 16384, 11150 4386 16384, 11168 4517 16384, 11156 4654 16384, 11133 4755 16384, 11112 4811 16384, 11094 4830 16384, 11077 4828 16384, 11060 4815 16384</inkml:trace>
  <inkml:trace contextRef="#ctx0" brushRef="#br1">10761 4276 16384, 10759 4280 16384, 10762 4334 16384, 10755 4475 16384, 10731 4654 16384, 10719 4837 16384, 10736 4961 16384, 10782 5042 16384, 10844 5106 16384, 10920 5138 16384, 11007 5145 16384, 11107 5138 16384, 11196 5127 16384, 11276 5126 16384, 11339 5115 16384, 11392 5105 16384, 11414 5099 16384</inkml:trace>
  <inkml:trace contextRef="#ctx0" brushRef="#br1">11988 4218 16384, 11990 4204 16384, 11990 4200 16384, 11981 4229 16384, 11932 4331 16384, 11821 4553 16384, 11694 4827 16384, 11617 5024 16384, 11594 5129 16384, 11594 5178 16384, 11601 5200 16384, 11617 5189 16384, 11657 5113 16384, 11714 4978 16384, 11794 4809 16384, 11890 4678 16384, 11952 4638 16384, 11990 4627 16384, 12008 4653 16384, 12021 4731 16384, 12037 4858 16384, 12063 4993 16384, 12110 5091 16384, 12170 5140 16384, 12246 5167 16384, 12323 5169 16384, 12366 5160 16384</inkml:trace>
  <inkml:trace contextRef="#ctx0" brushRef="#br1">13061 4266 16384, 13069 4282 16384, 13088 4399 16384, 13075 4610 16384, 13008 4798 16384, 12905 4974 16384, 12806 5078 16384, 12732 5096 16384, 12660 5064 16384, 12593 4961 16384, 12546 4774 16384, 12575 4527 16384, 12713 4354 16384, 12883 4266 16384, 13093 4200 16384, 13311 4208 16384, 13474 4346 16384, 13538 4623 16384, 13535 4937 16384, 13522 5099 16384, 13506 5181 16384, 13498 5200 16384</inkml:trace>
  <inkml:trace contextRef="#ctx0" brushRef="#br1">13825 4465 16384, 13845 4461 16384, 13865 4458 16384, 13891 4452 16384, 13927 4448 16384, 13959 4445 16384, 14002 4445 16384, 14044 4442 16384, 14090 4442 16384, 14142 4439 16384, 14195 4439 16384, 14247 4435 16384, 14296 4432 16384, 14345 4429 16384, 14387 4425 16384, 14427 4422 16384, 14456 4422 16384, 14486 4422 16384, 14505 4419 16384, 14521 4416 16384, 14538 4412 16384, 14544 4409 16384</inkml:trace>
  <inkml:trace contextRef="#ctx0" brushRef="#br1">14234 4200 16384, 14234 4207 16384, 14227 4210 16384, 14224 4216 16384, 14224 4226 16384, 14227 4236 16384, 14227 4252 16384, 14227 4275 16384, 14231 4301 16384, 14227 4334 16384, 14224 4370 16384, 14224 4412 16384, 14221 4465 16384, 14218 4517 16384, 14218 4576 16384, 14218 4641 16384, 14218 4703 16384, 14214 4765 16384, 14214 4827 16384, 14214 4880 16384, 14214 4932 16384, 14214 4984 16384, 14218 5027 16384, 14221 5069 16384, 14224 5105 16384, 14224 5135 16384, 14227 5161 16384, 14231 5180 16384, 14234 5193 16384, 14234 5200 16384, 14237 5200 16384, 14237 5197 16384</inkml:trace>
  <inkml:trace contextRef="#ctx0" brushRef="#br1">14211 4439 16384, 14211 4442 16384, 14208 4442 16384, 14208 4445 16384, 14208 4448 16384, 14204 4455 16384, 14198 4471 16384, 14188 4491 16384, 14175 4517 16384, 14169 4527 16384, 14159 4540 16384, 14146 4563 16384, 14129 4589 16384, 14113 4612 16384, 14090 4638 16384, 14067 4664 16384, 14041 4690 16384, 14012 4720 16384, 13986 4752 16384, 13953 4785 16384, 13923 4818 16384, 13891 4847 16384, 13858 4873 16384, 13829 4899 16384, 13796 4925 16384, 13770 4948 16384, 13740 4965 16384, 13718 4978 16384</inkml:trace>
  <inkml:trace contextRef="#ctx0" brushRef="#br1">14214 4439 16384, 14221 4432 16384, 14227 4432 16384, 14234 4429 16384, 14237 4432 16384, 14244 4439 16384, 14247 4445 16384, 14250 4455 16384, 14253 4468 16384, 14263 4478 16384, 14273 4494 16384, 14283 4510 16384, 14296 4527 16384, 14316 4546 16384, 14338 4569 16384, 14358 4595 16384, 14384 4625 16384, 14410 4658 16384, 14436 4690 16384, 14466 4723 16384, 14495 4756 16384, 14525 4788 16384, 14557 4814 16384, 14584 4841 16384, 14616 4863 16384, 14642 4883 16384, 14669 4899 16384</inkml:trace>
  <inkml:trace contextRef="#ctx0" brushRef="#br1">14054 4939 16384, 14061 4935 16384, 14070 4935 16384, 14084 4932 16384, 14113 4929 16384, 14146 4929 16384, 14185 4925 16384, 14218 4922 16384, 14250 4922 16384, 14283 4922 16384, 14306 4919 16384, 14335 4919 16384, 14358 4919 16384, 14374 4919 16384, 14394 4916 16384, 14410 4916 16384</inkml:trace>
  <inkml:trace contextRef="#ctx0" brushRef="#br1">14869 4235 16384, 14869 4238 16384, 14875 4242 16384, 14889 4252 16384, 14905 4269 16384, 14925 4289 16384, 14942 4309 16384, 14959 4322 16384, 14979 4339 16384, 14992 4349 16384, 15002 4359 16384</inkml:trace>
  <inkml:trace contextRef="#ctx0" brushRef="#br1">14909 4432 16384, 14912 4429 16384, 14919 4426 16384, 14925 4426 16384, 14942 4426 16384, 14972 4422 16384, 15002 4419 16384, 15042 4419 16384, 15079 4416 16384, 15119 4409 16384, 15156 4409 16384, 15190 4406 16384, 15216 4406 16384, 15240 4406 16384, 15260 4406 16384, 15277 4402 16384</inkml:trace>
  <inkml:trace contextRef="#ctx0" brushRef="#br1">15190 4235 16384, 15196 4232 16384, 15200 4232 16384, 15203 4232 16384, 15203 4235 16384, 15200 4242 16384, 15190 4252 16384, 15176 4265 16384, 15156 4282 16384, 15136 4299 16384, 15119 4315 16384, 15103 4332 16384, 15089 4345 16384, 15083 4356 16384</inkml:trace>
  <inkml:trace contextRef="#ctx0" brushRef="#br1">15053 4222 16384, 15053 4225 16384, 15056 4232 16384, 15056 4245 16384, 15059 4269 16384, 15063 4299 16384, 15066 4342 16384, 15066 4382 16384, 15066 4426 16384, 15066 4463 16384, 15066 4499 16384, 15066 4529 16384, 15066 4556 16384, 15066 4576 16384, 15066 4593 16384, 15066 4606 16384, 15066 4613 16384, 15066 4620 16384</inkml:trace>
  <inkml:trace contextRef="#ctx0" brushRef="#br1">15069 4422 16384, 15066 4426 16384, 15066 4429 16384, 15059 4432 16384, 15056 4439 16384, 15046 4449 16384, 15036 4463 16384, 15022 4476 16384, 15006 4496 16384, 14989 4516 16384, 14972 4536 16384, 14952 4553 16384, 14932 4573 16384, 14922 4586 16384, 14912 4596 16384, 14902 4600 16384, 14895 4603 16384, 14889 4603 16384, 14885 4600 16384</inkml:trace>
  <inkml:trace contextRef="#ctx0" brushRef="#br1">15086 4463 16384, 15086 4459 16384, 15089 4459 16384, 15099 4463 16384, 15109 4466 16384, 15123 4473 16384, 15139 4486 16384, 15163 4506 16384, 15183 4529 16384, 15203 4556 16384, 15223 4580 16384, 15236 4593 16384, 15250 4606 16384, 15267 4620 16384, 15277 4630 16384, 15280 4633 16384</inkml:trace>
  <inkml:trace contextRef="#ctx0" brushRef="#br1">15076 4727 16384, 15076 4723 16384, 15076 4730 16384, 15073 4737 16384, 15063 4750 16384, 15049 4770 16384, 15026 4794 16384, 15006 4817 16384, 14986 4837 16384, 14969 4854 16384, 14956 4871 16384, 14942 4884 16384, 14935 4894 16384, 14932 4901 16384, 14929 4911 16384, 14929 4917 16384, 14929 4924 16384, 14935 4931 16384, 14942 4937 16384, 14956 4947 16384, 14976 4958 16384, 14992 4968 16384, 15012 4984 16384, 15036 5001 16384, 15059 5021 16384, 15076 5041 16384, 15096 5068 16384, 15116 5091 16384, 15133 5115 16384, 15150 5135 16384, 15166 5148 16384, 15180 5162 16384, 15190 5168 16384, 15200 5175 16384, 15203 5178 16384, 15206 5178 16384, 15210 5178 16384</inkml:trace>
  <inkml:trace contextRef="#ctx0" brushRef="#br1">15226 4747 16384, 15230 4743 16384, 15223 4754 16384, 15216 4767 16384, 15203 4790 16384, 15180 4827 16384, 15150 4877 16384, 15126 4924 16384, 15099 4971 16384, 15073 5014 16384, 15053 5044 16384, 15029 5075 16384, 15006 5098 16384, 14992 5115 16384, 14976 5128 16384, 14956 5141 16384, 14946 5141 16384</inkml:trace>
  <inkml:trace contextRef="#ctx0" brushRef="#br1">14849 4887 16384, 14849 4891 16384, 14852 4891 16384, 14865 4887 16384, 14889 4884 16384, 14919 4877 16384, 14959 4874 16384, 15002 4874 16384, 15053 4874 16384, 15123 4874 16384, 15170 4877 16384, 15193 4877 16384, 15257 4877 16384, 15277 4874 16384, 15310 4871 16384, 15347 4867 16384, 15370 4861 16384, 15394 4854 16384, 15404 4847 16384</inkml:trace>
  <inkml:trace contextRef="#ctx0" brushRef="#br1">15494 4242 16384, 15491 4248 16384, 15491 4255 16384, 15491 4269 16384, 15491 4285 16384, 15491 4305 16384, 15484 4335 16384, 15467 4379 16384, 15447 4422 16384, 15427 4476 16384, 15410 4529 16384, 15394 4570 16384, 15377 4603 16384, 15367 4626 16384, 15364 4636 16384, 15360 4646 16384, 15357 4650 16384</inkml:trace>
  <inkml:trace contextRef="#ctx0" brushRef="#br1">15451 4416 16384, 15477 4402 16384, 15487 4402 16384, 15511 4402 16384, 15544 4402 16384, 15578 4399 16384, 15618 4396 16384, 15655 4392 16384, 15695 4386 16384, 15728 4382 16384, 15765 4379 16384, 15792 4376 16384, 15815 4372 16384, 15835 4369 16384, 15849 4366 16384</inkml:trace>
  <inkml:trace contextRef="#ctx0" brushRef="#br1">15715 4426 16384, 15711 4439 16384, 15711 4442 16384, 15708 4456 16384, 15705 4473 16384, 15701 4496 16384, 15695 4516 16384, 15685 4549 16384, 15675 4586 16384, 15661 4626 16384, 15648 4670 16384, 15628 4717 16384, 15608 4757 16384, 15584 4804 16384, 15561 4847 16384, 15537 4887 16384, 15514 4927 16384, 15487 4964 16384, 15471 4991 16384, 15447 5018 16384, 15424 5044 16384, 15407 5065 16384, 15390 5078 16384, 15370 5091 16384, 15360 5095 16384, 15350 5101 16384, 15340 5101 16384, 15337 5101 16384</inkml:trace>
  <inkml:trace contextRef="#ctx0" brushRef="#br1">15447 4570 16384, 15451 4573 16384, 15454 4586 16384, 15461 4603 16384, 15474 4630 16384, 15484 4663 16384, 15504 4697 16384, 15531 4733 16384, 15558 4774 16384, 15588 4814 16384, 15614 4861 16384, 15641 4901 16384, 15668 4937 16384, 15691 4974 16384, 15715 5004 16384, 15735 5038 16384, 15758 5071 16384, 15782 5101 16384, 15808 5141 16384, 15832 5162 16384, 15842 5172 16384</inkml:trace>
  <inkml:trace contextRef="#ctx0" brushRef="#br0">16629 4692 16384, 16621 4692 16384, 16605 4708 16384, 16598 4715 16384, 16590 4723 16384, 16582 4731 16384, 16567 4731 16384, 16559 4731 16384, 16552 4715 16384, 16552 4708 16384, 16544 4692 16384, 16544 4669 16384, 16552 4654 16384, 16559 4638 16384, 16567 4623 16384, 16582 4615 16384, 16598 4608 16384, 16613 4608 16384, 16629 4623 16384, 16644 4638 16384, 16652 4662 16384, 16652 4685 16384, 16652 4708 16384, 16636 4723 16384, 16621 4738 16384, 16598 4754 16384, 16582 4754 16384, 16567 4754 16384, 16552 4754 16384, 16536 4738 16384, 16529 4723 16384, 16529 4700 16384, 16529 4677 16384, 16529 4654 16384, 16536 4631 16384, 16552 4623 16384, 16559 4615 16384, 16575 4615 16384, 16598 4615 16384, 16613 4623 16384, 16629 4646 16384, 16644 4662 16384, 16659 4677 16384, 16659 4700 16384, 16659 4715 16384, 16652 4731 16384, 16636 4738 16384, 16621 4746 16384, 16605 4746 16384, 16598 4746 16384, 16590 4746 16384, 16590 4738 16384, 16590 4723 16384, 16590 4708 16384, 16598 4692 16384, 16605 4677 16384, 16613 4662 16384, 16621 4654 16384, 16636 4654 16384, 16644 4654 16384, 16644 4662 16384, 16644 4669 16384, 16644 4677 16384, 16644 4685 16384, 16636 4692 16384, 16636 4700 16384, 16644 4692 16384, 16644 4685 16384, 16652 4677 16384, 16659 4669 16384, 16659 4662 16384, 16659 4654 16384, 16652 4662 16384, 16636 4677 16384, 16621 4685 16384, 16605 4692 16384, 16598 4692 16384, 16590 4700 16384, 16582 4700 16384, 16575 4692 16384, 16575 4677 16384, 16575 4669 16384, 16582 4654 16384, 16590 4646 16384, 16598 4638 16384, 16605 4631 16384, 16613 4631 16384, 16613 4638 16384, 16613 4646 16384, 16613 4654 16384, 16605 4654 16384, 16605 4662 16384, 16613 4662 16384</inkml:trace>
  <inkml:trace contextRef="#ctx0" brushRef="#br0">17036 4723 16384, 17021 4723 16384, 17013 4723 16384, 16998 4715 16384, 16990 4715 16384, 16975 4708 16384, 16967 4700 16384, 16967 4692 16384, 16967 4685 16384, 16975 4677 16384, 16982 4677 16384, 16990 4677 16384, 16998 4677 16384, 16998 4685 16384, 16998 4692 16384, 16998 4700 16384, 16990 4708 16384, 16975 4715 16384, 16967 4715 16384, 16959 4715 16384, 16952 4715 16384, 16944 4715 16384, 16936 4715 16384, 16936 4700 16384, 16944 4692 16384, 16952 4685 16384, 16967 4669 16384, 16982 4662 16384, 17005 4662 16384, 17021 4654 16384, 17036 4654 16384, 17052 4654 16384, 17059 4654 16384, 17059 4662 16384, 17059 4669 16384, 17059 4677 16384, 17052 4685 16384, 17036 4700 16384, 17021 4708 16384, 16998 4715 16384, 16982 4715 16384, 16967 4715 16384, 16952 4715 16384, 16944 4715 16384, 16936 4708 16384, 16944 4692 16384, 16952 4685 16384, 16967 4669 16384, 16982 4662 16384, 16998 4654 16384, 17021 4646 16384, 17029 4646 16384, 17044 4638 16384, 17052 4638 16384, 17059 4638 16384, 17059 4646 16384, 17059 4654 16384, 17052 4662 16384, 17044 4669 16384, 17029 4685 16384, 17021 4692 16384, 17005 4708 16384, 16990 4708 16384, 16975 4715 16384, 16967 4715 16384, 16959 4715 16384, 16952 4715 16384, 16952 4708 16384, 16952 4700 16384, 16952 4685 16384, 16959 4669 16384, 16967 4654 16384, 16982 4646 16384, 16998 4631 16384, 17013 4631 16384, 17029 4623 16384, 17044 4623 16384, 17059 4631 16384, 17067 4631 16384, 17075 4646 16384, 17075 4654 16384, 17075 4669 16384, 17075 4685 16384, 17067 4692 16384, 17052 4708 16384, 17036 4715 16384, 17021 4723 16384, 16998 4731 16384, 16982 4731 16384, 16967 4731 16384, 16952 4723 16384, 16944 4715 16384, 16944 4700 16384, 16944 4692 16384, 16944 4677 16384, 16952 4662 16384, 16959 4654 16384, 16982 4646 16384, 16998 4646 16384, 17021 4646 16384, 17036 4654 16384, 17052 4662 16384, 17067 4669 16384, 17075 4685 16384, 17082 4692 16384, 17082 4700 16384, 17082 4715 16384, 17067 4723 16384, 17059 4731 16384, 17036 4746 16384, 17021 4746 16384, 17005 4754 16384, 16998 4754 16384, 16982 4754 16384, 16967 4746 16384, 16959 4738 16384, 16959 4731 16384, 16952 4715 16384, 16952 4692 16384, 16959 4669 16384, 16967 4646 16384, 16982 4631 16384, 16990 4623 16384, 17005 4615 16384, 17029 4615 16384, 17044 4623 16384, 17059 4631 16384, 17082 4646 16384, 17090 4662 16384, 17090 4669 16384, 17098 4685 16384, 17098 4700 16384, 17090 4715 16384, 17082 4731 16384, 17075 4738 16384, 17052 4746 16384, 17029 4762 16384, 17005 4769 16384, 16990 4769 16384, 16975 4769 16384, 16967 4754 16384, 16959 4738 16384, 16959 4723 16384, 16959 4700 16384, 16967 4685 16384, 16975 4662 16384, 16982 4646 16384, 16998 4638 16384, 17013 4631 16384, 17029 4631 16384, 17044 4631 16384, 17059 4631 16384, 17067 4638 16384, 17075 4654 16384, 17082 4662 16384, 17082 4677 16384, 17082 4685 16384, 17075 4692 16384, 17067 4700 16384, 17059 4715 16384, 17052 4715 16384, 17044 4723 16384, 17036 4723 16384</inkml:trace>
  <inkml:trace contextRef="#ctx0" brushRef="#br0">17498 4700 16384, 17490 4700 16384, 17490 4708 16384, 17482 4708 16384, 17475 4708 16384, 17467 4708 16384, 17459 4708 16384, 17452 4708 16384, 17436 4708 16384, 17429 4700 16384, 17421 4700 16384, 17413 4692 16384, 17421 4692 16384, 17429 4692 16384, 17436 4692 16384, 17444 4692 16384, 17452 4692 16384, 17459 4700 16384, 17459 4708 16384, 17452 4715 16384, 17436 4723 16384, 17421 4731 16384, 17398 4738 16384, 17375 4746 16384, 17367 4746 16384, 17359 4746 16384, 17352 4738 16384, 17352 4731 16384, 17352 4715 16384, 17359 4700 16384, 17367 4685 16384, 17382 4669 16384, 17390 4662 16384, 17405 4654 16384, 17413 4646 16384, 17429 4646 16384, 17436 4646 16384, 17444 4654 16384, 17444 4662 16384, 17444 4669 16384, 17444 4685 16384, 17444 4692 16384, 17436 4708 16384, 17421 4715 16384, 17413 4723 16384, 17398 4731 16384, 17382 4738 16384, 17367 4746 16384, 17359 4746 16384, 17352 4738 16384, 17344 4731 16384, 17344 4723 16384, 17344 4708 16384, 17352 4692 16384, 17359 4677 16384, 17367 4662 16384, 17382 4654 16384, 17390 4646 16384, 17405 4638 16384, 17421 4638 16384, 17429 4646 16384, 17444 4654 16384, 17452 4662 16384, 17459 4669 16384, 17459 4685 16384, 17459 4700 16384, 17452 4715 16384, 17444 4731 16384, 17429 4738 16384, 17413 4754 16384, 17398 4754 16384, 17390 4762 16384, 17382 4762 16384, 17375 4754 16384, 17367 4746 16384, 17367 4738 16384, 17367 4731 16384, 17367 4715 16384, 17367 4700 16384, 17375 4685 16384, 17390 4677 16384, 17398 4662 16384, 17413 4654 16384, 17429 4646 16384, 17444 4646 16384, 17467 4646 16384, 17490 4646 16384, 17505 4646 16384, 17521 4654 16384, 17521 4669 16384, 17521 4677 16384, 17513 4700 16384, 17498 4715 16384, 17467 4738 16384, 17436 4762 16384, 17413 4777 16384, 17390 4785 16384, 17375 4792 16384, 17367 4792 16384, 17367 4785 16384, 17367 4769 16384, 17367 4754 16384, 17375 4738 16384, 17382 4723 16384, 17390 4700 16384, 17405 4685 16384, 17421 4677 16384, 17436 4662 16384, 17452 4662 16384, 17475 4654 16384, 17490 4654 16384, 17505 4662 16384, 17521 4669 16384, 17529 4677 16384, 17529 4692 16384, 17529 4700 16384, 17521 4715 16384, 17513 4723 16384, 17498 4738 16384, 17475 4746 16384, 17452 4754 16384, 17429 4762 16384, 17413 4762 16384, 17398 4762 16384, 17398 4754 16384, 17398 4738 16384, 17405 4723 16384, 17421 4715 16384, 17436 4700 16384, 17452 4685 16384, 17467 4677 16384, 17482 4669 16384, 17505 4662 16384, 17513 4662 16384, 17521 4669 16384, 17521 4677 16384, 17513 4692 16384, 17505 4700 16384, 17490 4708 16384, 17475 4715 16384, 17459 4723 16384, 17444 4731 16384, 17429 4731 16384, 17413 4731 16384, 17405 4723 16384, 17398 4715 16384, 17398 4700 16384, 17398 4692 16384, 17405 4677 16384, 17413 4662 16384, 17429 4654 16384, 17444 4646 16384, 17452 4638 16384, 17467 4638 16384, 17475 4646 16384, 17490 4654 16384, 17490 4669 16384, 17490 4685 16384, 17490 4692 16384, 17482 4708 16384, 17475 4715 16384, 17452 4723 16384, 17436 4723 16384, 17413 4731 16384, 17390 4731 16384, 17375 4731 16384, 17359 4731 16384, 17352 4723 16384, 17352 4715 16384, 17352 4700 16384, 17359 4692 16384, 17367 4677 16384, 17375 4662 16384, 17398 4646 16384, 17413 4631 16384, 17429 4623 16384, 17452 4623 16384, 17467 4623 16384, 17482 4638 16384, 17490 4654 16384, 17490 4669 16384, 17490 4692 16384, 17482 4708 16384, 17475 4723 16384, 17459 4738 16384, 17436 4754 16384, 17421 4762 16384, 17405 4769 16384, 17390 4769 16384, 17375 4769 16384, 17367 4762 16384, 17367 4746 16384, 17367 4731 16384, 17367 4715 16384, 17367 4700 16384, 17375 4685 16384, 17382 4669 16384, 17398 4662 16384, 17405 4654 16384, 17421 4654 16384, 17436 4654 16384, 17444 4662 16384, 17452 4677 16384, 17459 4685 16384, 17459 4700 16384, 17459 4708 16384, 17459 4723 16384, 17459 4731 16384, 17452 4738 16384, 17444 4746 16384</inkml:trace>
  <inkml:trace contextRef="#ctx0" brushRef="#br0">18242 4647 16384, 18239 4650 16384, 18236 4647 16384, 18236 4644 16384, 18236 4635 16384, 18236 4611 16384, 18236 4587 16384, 18233 4556 16384, 18233 4520 16384, 18227 4457 16384, 18224 4408 16384, 18221 4381 16384, 18221 4339 16384, 18221 4321 16384, 18221 4291 16384, 18221 4260 16384, 18218 4248 16384, 18218 4236 16384, 18215 4230 16384, 18212 4218 16384, 18212 4212 16384, 18209 4206 16384, 18209 4203 16384, 18209 4200 16384, 18209 4203 16384, 18209 4206 16384, 18212 4206 16384, 18215 4206 16384, 18218 4206 16384, 18224 4209 16384, 18239 4209 16384, 18254 4209 16384, 18287 4212 16384, 18311 4218 16384, 18323 4221 16384, 18335 4224 16384, 18363 4233 16384, 18390 4239 16384, 18420 4242 16384, 18438 4242 16384, 18450 4239 16384, 18456 4236 16384, 18459 4233 16384, 18462 4233 16384</inkml:trace>
  <inkml:trace contextRef="#ctx0" brushRef="#br0">18680 4395 16384, 18677 4391 16384, 18665 4383 16384, 18669 4387 16384, 18673 4398 16384, 18677 4414 16384, 18680 4433 16384, 18680 4463 16384, 18677 4505 16384, 18669 4566 16384, 18657 4635 16384, 18650 4715 16384, 18642 4792 16384, 18642 4864 16384, 18642 4933 16384, 18650 4990 16384, 18661 5040 16384, 18680 5082 16384, 18711 5120 16384, 18738 5150 16384, 18768 5173 16384, 18803 5189 16384, 18833 5196 16384, 18867 5200 16384, 18906 5192 16384, 18944 5181 16384, 18982 5158 16384, 19020 5131 16384, 19058 5101 16384, 19093 5074 16384, 19123 5047 16384, 19146 5021 16384, 19165 4998 16384, 19177 4979 16384, 19184 4967 16384</inkml:trace>
  <inkml:trace contextRef="#ctx0" brushRef="#br0">19066 4215 16384, 19062 4215 16384, 19054 4215 16384, 19051 4219 16384, 19051 4227 16384, 19054 4238 16384, 19062 4257 16384, 19066 4280 16384, 19070 4303 16384, 19073 4326 16384, 19073 4353 16384, 19073 4376 16384, 19073 4395 16384, 19073 4410 16384, 19077 4425 16384, 19077 4437 16384, 19085 4440 16384, 19085 4444 16384</inkml:trace>
  <inkml:trace contextRef="#ctx0" brushRef="#br0">19161 4200 16384, 19154 4200 16384, 19150 4204 16384, 19150 4208 16384, 19157 4223 16384, 19169 4242 16384, 19184 4273 16384, 19192 4303 16384, 19196 4337 16384, 19199 4372 16384, 19199 4398 16384, 19199 4425 16384, 19203 4444 16384, 19207 4456 16384, 19207 4467 16384, 19211 4471 16384</inkml:trace>
  <inkml:trace contextRef="#ctx0" brushRef="#br0">19589 4857 16384, 19589 4854 16384, 19592 4845 16384, 19595 4845 16384, 19613 4839 16384, 19637 4836 16384, 19664 4830 16384, 19691 4824 16384, 19719 4821 16384, 19743 4818 16384, 19770 4812 16384, 19797 4806 16384, 19815 4803 16384, 19833 4797 16384, 19845 4797 16384, 19851 4794 16384</inkml:trace>
  <inkml:trace contextRef="#ctx0" brushRef="#br0">19553 4650 16384, 19556 4656 16384, 19562 4671 16384, 19574 4692 16384, 19583 4722 16384, 19592 4761 16384, 19595 4806 16384, 19598 4857 16384, 19598 4908 16384, 19595 4960 16384, 19592 5008 16384, 19583 5050 16384, 19571 5086 16384, 19559 5116 16384, 19544 5140 16384, 19532 5158 16384, 19520 5176 16384, 19499 5191 16384, 19478 5197 16384, 19457 5200 16384, 19442 5197 16384, 19421 5185 16384, 19406 5167 16384, 19397 5143 16384, 19391 5122 16384, 19391 5101 16384, 19397 5086 16384, 19409 5074 16384, 19427 5065 16384, 19451 5059 16384, 19478 5053 16384, 19511 5050 16384, 19547 5050 16384, 19589 5050 16384, 19631 5053 16384, 19667 5059 16384, 19697 5065 16384, 19731 5074 16384, 19752 5083 16384, 19773 5095 16384, 19791 5104 16384, 19800 5110 16384, 19806 5116 16384, 19809 5119 16384, 19809 5122 16384</inkml:trace>
  <inkml:trace contextRef="#ctx0" brushRef="#br0">20247 4200 16384, 20277 4213 16384, 20358 4237 16384, 20437 4256 16384, 20493 4279 16384, 20518 4306 16384</inkml:trace>
  <inkml:trace contextRef="#ctx0" brushRef="#br0">20042 4684 16384, 20031 4684 16384, 20040 4676 16384, 20102 4637 16384, 20208 4572 16384, 20327 4510 16384, 20445 4479 16384, 20551 4483 16384, 20632 4535 16384, 20678 4637 16384, 20686 4795 16384, 20659 4928 16384, 20597 5034 16384, 20524 5127 16384, 20466 5185 16384, 20441 5200 16384</inkml:trace>
  <inkml:trace contextRef="#ctx0" brushRef="#br0">20959 4206 16384, 20959 4200 16384, 20957 4229 16384, 20934 4324 16384, 20887 4508 16384, 20866 4729 16384, 20873 4953 16384, 20911 5103 16384, 20963 5170 16384, 21012 5200 16384, 21060 5189 16384, 21071 5177 16384</inkml:trace>
  <inkml:trace contextRef="#ctx0" brushRef="#br0">21218 4483 16384, 21225 4483 16384, 21296 4487 16384, 21430 4476 16384, 21567 4460 16384, 21693 4462 16384, 21786 4478 16384, 21830 4489 16384, 21839 4497 16384</inkml:trace>
  <inkml:trace contextRef="#ctx0" brushRef="#br0">21588 4229 16384, 21615 4259 16384, 21662 4377 16384, 21674 4580 16384, 21634 4808 16384, 21583 4987 16384, 21543 5075 16384, 21526 5116 16384</inkml:trace>
  <inkml:trace contextRef="#ctx0" brushRef="#br0">22413 4218 16384, 22415 4204 16384, 22415 4200 16384, 22406 4229 16384, 22357 4331 16384, 22246 4553 16384, 22119 4827 16384, 22041 5024 16384, 22019 5129 16384, 22019 5178 16384, 22026 5200 16384, 22041 5189 16384, 22081 5113 16384, 22139 4978 16384, 22219 4809 16384, 22315 4678 16384, 22377 4638 16384, 22415 4627 16384, 22433 4653 16384, 22446 4731 16384, 22461 4858 16384, 22488 4993 16384, 22535 5091 16384, 22595 5140 16384, 22670 5167 16384, 22748 5169 16384, 22790 5160 16384</inkml:trace>
  <inkml:trace contextRef="#ctx0" brushRef="#br0">22970 4362 16384, 22974 4360 16384, 23059 4354 16384, 23217 4333 16384, 23350 4310 16384, 23469 4298 16384, 23539 4292 16384, 23552 4292 16384, 23548 4292 16384</inkml:trace>
  <inkml:trace contextRef="#ctx0" brushRef="#br0">23269 4200 16384, 23250 4219 16384, 23250 4258 16384, 23236 4346 16384, 23196 4452 16384, 23157 4539 16384, 23148 4583 16384, 23163 4593 16384, 23198 4595 16384, 23257 4593 16384, 23350 4591 16384, 23450 4616 16384, 23527 4664 16384, 23570 4724 16384, 23579 4784 16384, 23556 4849 16384, 23506 4907 16384, 23446 4951 16384, 23415 4965 16384</inkml:trace>
  <inkml:trace contextRef="#ctx0" brushRef="#br0">23523 4531 16384, 23479 4537 16384, 23423 4578 16384, 23356 4661 16384, 23279 4776 16384, 23217 4907 16384, 23198 5032 16384, 23230 5127 16384, 23306 5177 16384, 23402 5200 16384, 23512 5190 16384, 23625 5150 16384, 23683 5129 16384</inkml:trace>
  <inkml:trace contextRef="#ctx0" brushRef="#br0">24371 4339 16384, 24363 4339 16384, 24381 4329 16384, 24444 4302 16384, 24539 4260 16384, 24626 4231 16384, 24693 4219 16384, 24744 4227 16384, 24776 4280 16384, 24782 4412 16384, 24752 4622 16384, 24695 4837 16384, 24622 4993 16384, 24552 5082 16384, 24493 5124 16384, 24440 5116 16384, 24394 5073 16384, 24367 5005 16384, 24379 4901 16384, 24448 4806 16384, 24582 4744 16384, 24778 4715 16384, 24979 4709 16384, 25151 4731 16384, 25278 4768 16384, 25349 4792 16384, 25363 4800 16384, 25359 4800 16384</inkml:trace>
  <inkml:trace contextRef="#ctx0" brushRef="#br0">25169 4320 16384, 25189 4442 16384, 25205 4663 16384, 25169 4879 16384, 25108 5053 16384, 25058 5161 16384, 25049 5181 16384</inkml:trace>
  <inkml:trace contextRef="#ctx0" brushRef="#br0">25554 4396 16384, 25543 4396 16384, 25601 4384 16384, 25699 4359 16384, 25818 4329 16384, 25923 4317 16384, 26005 4319 16384, 26055 4321 16384</inkml:trace>
  <inkml:trace contextRef="#ctx0" brushRef="#br0">25809 4200 16384, 25800 4202 16384, 25800 4224 16384, 25805 4307 16384, 25765 4495 16384, 25716 4733 16384, 25683 4953 16384, 25669 5088 16384, 25671 5163 16384, 25683 5200 16384</inkml:trace>
  <inkml:trace contextRef="#ctx0" brushRef="#br0">25959 4611 16384, 25959 4597 16384, 26035 4579 16384, 26115 4564 16384, 26197 4557 16384, 26258 4567 16384, 26295 4593 16384, 26305 4630 16384, 26290 4684 16384</inkml:trace>
  <inkml:trace contextRef="#ctx0" brushRef="#br0">26047 4980 16384, 26043 4985 16384, 26092 5067 16384, 26166 5102 16384, 26243 5127 16384, 26328 5132 16384, 26428 5102 16384</inkml:trace>
  <inkml:trace contextRef="#ctx0" brushRef="#br0">26615 4447 16384, 26608 4445 16384, 26620 4445 16384, 26702 4436 16384, 26846 4424 16384, 27002 4419 16384, 27161 4414 16384, 27281 4407 16384, 27348 4402 16384, 27370 4400 16384</inkml:trace>
  <inkml:trace contextRef="#ctx0" brushRef="#br0">27053 4203 16384, 27050 4200 16384, 27079 4221 16384, 27127 4292 16384, 27154 4423 16384, 27149 4572 16384, 27122 4724 16384, 27087 4811 16384, 27051 4866 16384, 27014 4890 16384, 26974 4888 16384, 26938 4858 16384, 26916 4798 16384, 26921 4741 16384, 26952 4691 16384, 27009 4650 16384, 27074 4642 16384, 27130 4671 16384, 27159 4748 16384, 27158 4856 16384, 27123 4977 16384, 27068 5089 16384, 27024 5159 16384, 26997 5198 16384, 26983 5200 16384</inkml:trace>
  <inkml:trace contextRef="#ctx0" brushRef="#br0">28064 4519 16384, 28053 4519 16384, 28050 4519 16384, 28067 4519 16384, 28125 4516 16384, 28242 4496 16384, 28405 4477 16384, 28583 4458 16384, 28761 4439 16384, 28910 4425 16384, 29001 4425 16384, 29032 4423 16384</inkml:trace>
  <inkml:trace contextRef="#ctx0" brushRef="#br0">28726 4255 16384, 28740 4285 16384, 28786 4386 16384, 28803 4517 16384, 28791 4654 16384, 28768 4755 16384, 28747 4811 16384, 28730 4830 16384, 28712 4828 16384, 28695 4815 16384</inkml:trace>
  <inkml:trace contextRef="#ctx0" brushRef="#br0">28396 4276 16384, 28394 4280 16384, 28398 4334 16384, 28391 4475 16384, 28366 4654 16384, 28354 4837 16384, 28372 4961 16384, 28417 5042 16384, 28480 5106 16384, 28555 5138 16384, 28643 5145 16384, 28742 5138 16384, 28831 5127 16384, 28912 5126 16384, 28975 5115 16384, 29027 5105 16384, 29050 5099 16384</inkml:trace>
  <inkml:trace contextRef="#ctx0" brushRef="#br0">29247 4861 16384, 29230 4848 16384, 29234 4839 16384, 29251 4826 16384, 29277 4809 16384, 29307 4792 16384, 29350 4770 16384, 29393 4745 16384, 29445 4723 16384, 29492 4710 16384, 29548 4697 16384, 29595 4693 16384, 29647 4697 16384, 29694 4710 16384, 29728 4732 16384, 29754 4762 16384, 29771 4796 16384, 29780 4835 16384, 29776 4882 16384, 29763 4929 16384, 29741 4972 16384, 29720 5015 16384, 29694 5062 16384, 29664 5093 16384, 29638 5127 16384, 29608 5157 16384</inkml:trace>
  <inkml:trace contextRef="#ctx0" brushRef="#br0">29974 4519 16384, 29963 4519 16384, 29960 4519 16384, 29977 4519 16384, 30035 4516 16384, 30152 4496 16384, 30315 4477 16384, 30493 4458 16384, 30671 4439 16384, 30820 4425 16384, 30911 4425 16384, 30942 4423 16384</inkml:trace>
  <inkml:trace contextRef="#ctx0" brushRef="#br0">30636 4255 16384, 30650 4285 16384, 30696 4386 16384, 30713 4517 16384, 30701 4654 16384, 30678 4755 16384, 30657 4811 16384, 30640 4830 16384, 30622 4828 16384, 30605 4815 16384</inkml:trace>
  <inkml:trace contextRef="#ctx0" brushRef="#br0">30306 4276 16384, 30304 4280 16384, 30308 4334 16384, 30301 4475 16384, 30276 4654 16384, 30264 4837 16384, 30282 4961 16384, 30327 5042 16384, 30390 5106 16384, 30465 5138 16384, 30553 5145 16384, 30652 5138 16384, 30741 5127 16384, 30822 5126 16384, 30885 5115 16384, 30937 5105 16384, 30960 5099 16384</inkml:trace>
  <inkml:trace contextRef="#ctx0" brushRef="#br0">31533 4218 16384, 31535 4204 16384, 31535 4200 16384, 31527 4229 16384, 31478 4331 16384, 31367 4553 16384, 31240 4827 16384, 31162 5024 16384, 31140 5129 16384, 31140 5178 16384, 31147 5200 16384, 31162 5189 16384, 31202 5113 16384, 31260 4978 16384, 31340 4809 16384, 31435 4678 16384, 31498 4638 16384, 31535 4627 16384, 31553 4653 16384, 31567 4731 16384, 31582 4858 16384, 31609 4993 16384, 31655 5091 16384, 31715 5140 16384, 31791 5167 16384, 31869 5169 16384, 31911 5160 16384</inkml:trace>
  <inkml:trace contextRef="#ctx0" brushRef="#br0">32260 4750 16384, 32260 4753 16384, 32260 4758 16384, 32260 4769 16384, 32260 4783 16384, 32260 4805 16384, 32260 4835 16384, 32257 4870 16384, 32255 4908 16384, 32252 4955 16384, 32249 4998 16384, 32246 5045 16384, 32246 5085 16384, 32246 5113 16384, 32246 5135 16384, 32249 5151 16384, 32252 5165 16384, 32255 5178 16384, 32255 5186 16384, 32257 5195 16384, 32257 5197 16384, 32257 5200 16384, 32252 5197 16384, 32249 5195 16384, 32244 5195 16384, 32238 5195 16384, 32230 5195 16384, 32219 5195 16384, 32206 5195 16384, 32192 5192 16384, 32178 5192 16384, 32162 5192 16384, 32146 5189 16384, 32129 5186 16384, 32118 5184 16384, 32107 5184 16384, 32099 5184 16384, 32091 5184 16384</inkml:trace>
  <inkml:trace contextRef="#ctx0" brushRef="#br0">32440 4362 16384, 32444 4360 16384, 32529 4354 16384, 32687 4333 16384, 32820 4310 16384, 32939 4298 16384, 33008 4292 16384, 33022 4292 16384, 33018 4292 16384</inkml:trace>
  <inkml:trace contextRef="#ctx0" brushRef="#br0">32739 4200 16384, 32719 4219 16384, 32719 4258 16384, 32706 4346 16384, 32665 4452 16384, 32627 4539 16384, 32617 4583 16384, 32633 4593 16384, 32667 4595 16384, 32727 4593 16384, 32820 4591 16384, 32920 4616 16384, 32997 4664 16384, 33039 4724 16384, 33049 4784 16384, 33026 4849 16384, 32976 4907 16384, 32916 4951 16384, 32885 4965 16384</inkml:trace>
  <inkml:trace contextRef="#ctx0" brushRef="#br0">32993 4531 16384, 32949 4537 16384, 32893 4578 16384, 32825 4661 16384, 32748 4776 16384, 32687 4907 16384, 32667 5032 16384, 32700 5127 16384, 32775 5177 16384, 32872 5200 16384, 32981 5190 16384, 33095 5150 16384, 33153 5129 16384</inkml:trace>
  <inkml:trace contextRef="#ctx0" brushRef="#br0">33848 4522 16384, 33833 4520 16384, 33837 4520 16384, 33865 4520 16384, 33922 4505 16384, 34020 4470 16384, 34140 4440 16384, 34250 4427 16384, 34347 4434 16384, 34416 4482 16384, 34458 4575 16384, 34477 4701 16384, 34477 4832 16384, 34458 4962 16384, 34422 5080 16384, 34383 5160 16384, 34359 5196 16384, 34338 5200 16384, 34309 5164 16384, 34263 5082 16384</inkml:trace>
  <inkml:trace contextRef="#ctx0" brushRef="#br0">34305 4200 16384, 34307 4219 16384, 34288 4316 16384, 34222 4514 16384, 34134 4762 16384, 34054 4970 16384, 34012 5078 16384, 33999 5135 16384, 33997 5143 16384</inkml:trace>
  <inkml:trace contextRef="#ctx0" brushRef="#br0">34479 4333 16384, 34467 4331 16384, 34484 4349 16384, 34534 4413 16384, 34602 4547 16384, 34650 4699 16384, 34677 4804 16384, 34698 4865 16384, 34711 4897 16384</inkml:trace>
  <inkml:trace contextRef="#ctx0" brushRef="#br0">34920 4204 16384, 34906 4207 16384, 34891 4211 16384, 34913 4215 16384, 34960 4226 16384, 34993 4236 16384, 35059 4258 16384, 35088 4269 16384, 35114 4277 16384, 35212 4291 16384, 35285 4299 16384, 35355 4302 16384, 35460 4309 16384, 35519 4309 16384, 35566 4317 16384, 35584 4324 16384, 35581 4331 16384, 35574 4339 16384, 35563 4346 16384, 35533 4361 16384, 35464 4386 16384, 35406 4404 16384, 35344 4430 16384, 35271 4455 16384, 35194 4485 16384, 35088 4536 16384, 35022 4569 16384, 34982 4598 16384, 34931 4627 16384, 34917 4642 16384, 34913 4660 16384, 34924 4667 16384, 34953 4674 16384, 35015 4674 16384, 35066 4674 16384, 35095 4671 16384, 35125 4667 16384, 35230 4649 16384, 35303 4634 16384, 35369 4623 16384, 35417 4612 16384, 35464 4609 16384, 35471 4609 16384, 35479 4609 16384, 35464 4616 16384, 35439 4631 16384, 35398 4653 16384, 35355 4685 16384, 35303 4722 16384, 35234 4791 16384, 35194 4846 16384, 35179 4872 16384, 35168 4897 16384, 35150 4977 16384, 35150 5025 16384, 35157 5069 16384, 35194 5127 16384, 35223 5153 16384, 35256 5178 16384, 35282 5185 16384, 35300 5193 16384, 35340 5200 16384, 35413 5196 16384, 35457 5174 16384, 35497 5145 16384</inkml:trace>
  <inkml:trace contextRef="#ctx0" brushRef="#br0">35647 4207 16384, 35643 4204 16384, 35647 4207 16384, 35654 4215 16384, 35657 4229 16384, 35661 4236 16384, 35665 4258 16384, 35672 4299 16384, 35676 4324 16384, 35687 4364 16384, 35687 4372 16384, 35690 4382 16384, 35698 4401 16384, 35701 4408 16384</inkml:trace>
  <inkml:trace contextRef="#ctx0" brushRef="#br0">35782 4200 16384, 35778 4200 16384, 35778 4204 16384, 35782 4215 16384, 35789 4236 16384, 35811 4291 16384, 35814 4309 16384, 35822 4331 16384, 35836 4393 16384, 35844 4419 16384, 35851 4437 16384, 35862 4455 16384</inkml:trace>
  <inkml:trace contextRef="#ctx0" brushRef="#br0">36243 4200 16384, 36248 4211 16384, 36286 4244 16384, 36345 4287 16384, 36386 4323 16384, 36404 4349 16384</inkml:trace>
  <inkml:trace contextRef="#ctx0" brushRef="#br0">36053 4629 16384, 36045 4629 16384, 36042 4629 16384, 36093 4616 16384, 36178 4581 16384, 36278 4542 16384, 36361 4513 16384, 36417 4504 16384, 36435 4516 16384, 36422 4560 16384, 36374 4648 16384, 36291 4784 16384, 36199 4935 16384, 36119 5081 16384, 36073 5166 16384, 36063 5195 16384, 36062 5200 16384, 36073 5190 16384, 36106 5146 16384, 36153 5071 16384, 36219 4971 16384, 36307 4886 16384, 36374 4858 16384, 36412 4851 16384, 36425 4863 16384, 36428 4909 16384, 36422 4989 16384, 36420 5071 16384, 36441 5131 16384, 36480 5166 16384, 36530 5185 16384, 36593 5187 16384, 36664 5164 16384</inkml:trace>
  <inkml:trace contextRef="#ctx0" brushRef="#br0">36860 4287 16384, 36846 4285 16384, 36862 4285 16384, 36927 4279 16384, 37032 4250 16384, 37149 4213 16384, 37243 4200 16384, 37287 4215 16384, 37293 4259 16384, 37249 4350 16384, 37154 4483 16384, 37032 4618 16384, 36921 4725 16384, 36859 4782 16384, 36844 4801 16384, 36881 4788 16384, 36960 4736 16384, 37082 4664 16384, 37238 4616 16384, 37374 4610 16384, 37474 4640 16384, 37537 4699 16384, 37555 4801 16384, 37531 4921 16384, 37463 5026 16384, 37374 5109 16384, 37282 5178 16384, 37201 5200 16384, 37145 5180 16384, 37104 5126 16384, 37093 5043 16384, 37128 4997 16384, 37195 4974 16384, 37284 4963 16384, 37365 4969 16384, 37421 4984 16384, 37456 4995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6409 16384, 2200 6421 16384, 2225 6459 16384, 2238 6496 16384, 2238 6509 16384, 2238 6534 16384, 2225 6559 16384, 2200 6584 16384, 2162 6596 16384, 2138 6596 16384, 2100 6596 16384, 2062 6596 16384, 2038 6584 16384, 2025 6559 16384, 2025 6534 16384, 2025 6471 16384, 2050 6434 16384, 2075 6396 16384, 2112 6371 16384, 2150 6359 16384, 2175 6346 16384, 2212 6346 16384, 2250 6346 16384, 2262 6346 16384, 2288 6371 16384, 2300 6384 16384, 2300 6421 16384, 2288 6434 16384, 2262 6459 16384, 2238 6484 16384, 2200 6496 16384, 2150 6521 16384, 2100 6534 16384, 2050 6534 16384, 2013 6521 16384, 2000 6509 16384, 2000 6484 16384, 2000 6459 16384, 2025 6434 16384, 2038 6421 16384, 2062 6396 16384, 2112 6384 16384, 2150 6371 16384, 2175 6371 16384, 2212 6371 16384, 2238 6371 16384, 2262 6409 16384, 2275 6446 16384, 2275 6471 16384, 2275 6496 16384, 2262 6521 16384, 2238 6546 16384, 2225 6559 16384, 2212 6559 16384, 2200 6559 16384, 2188 6546 16384, 2188 6534 16384, 2188 6509 16384, 2188 6496 16384, 2188 6484 16384, 2200 6459 16384, 2212 6446 16384, 2225 6434 16384, 2238 6434 16384, 2238 6446 16384, 2225 6471 16384, 2225 6484 16384, 2212 6484 16384, 2200 6496 16384, 2188 6509 16384, 2175 6509 16384, 2162 6509 16384, 2162 6496 16384, 2175 6471 16384, 2200 6446 16384, 2212 6434 16384, 2225 6421 16384, 2212 6446 16384, 2175 6471 16384, 2138 6496 16384, 2100 6509 16384, 2062 6534 16384, 2050 6534 16384, 2062 6521 16384, 2100 6496 16384, 2112 6484 16384, 2150 6459 16384, 2175 6434 16384, 2225 6396 16384, 2238 6371 16384, 2238 6359 16384, 2225 6359 16384, 2200 6384 16384, 2175 6409 16384, 2150 6434 16384, 2138 6459 16384, 2125 6471 16384</inkml:trace>
  <inkml:trace contextRef="#ctx0" brushRef="#br0">2814 6168 16384, 2800 6168 16384, 2845 6168 16384, 2980 6158 16384, 3151 6142 16384, 3310 6144 16384, 3451 6166 16384, 3529 6175 16384, 3553 6181 16384</inkml:trace>
  <inkml:trace contextRef="#ctx0" brushRef="#br0">2869 6426 16384, 2908 6434 16384, 3098 6440 16384, 3275 6426 16384, 3425 6415 16384, 3529 6407 16384, 3575 6403 16384, 3576 6395 16384</inkml:trace>
  <inkml:trace contextRef="#ctx0" brushRef="#br0">3190 5973 16384, 3184 5971 16384, 3214 6007 16384, 3273 6124 16384, 3284 6338 16384, 3243 6591 16384, 3182 6791 16384, 3122 6907 16384, 3075 6962 16384, 3018 6971 16384, 2957 6946 16384, 2908 6897 16384, 2894 6850 16384, 2922 6813 16384, 2988 6768 16384, 3096 6732 16384, 3257 6744 16384, 3398 6805 16384, 3490 6864 16384, 3545 6901 16384, 3584 6918 16384, 3592 6920 16384</inkml:trace>
  <inkml:trace contextRef="#ctx0" brushRef="#br0">3793 6215 16384, 3780 6219 16384, 3772 6219 16384, 3772 6223 16384, 3785 6223 16384, 3809 6228 16384, 3842 6228 16384, 3888 6219 16384, 3950 6203 16384, 4020 6186 16384, 4099 6170 16384, 4173 6162 16384, 4251 6153 16384, 4326 6145 16384, 4388 6141 16384, 4442 6137 16384, 4487 6133 16384, 4524 6133 16384, 4549 6128 16384, 4570 6128 16384, 4578 6124 16384</inkml:trace>
  <inkml:trace contextRef="#ctx0" brushRef="#br0">4202 5988 16384, 4198 5988 16384, 4194 5984 16384, 4206 5988 16384, 4223 6000 16384, 4243 6021 16384, 4264 6054 16384, 4280 6100 16384, 4293 6157 16384, 4297 6211 16384, 4297 6240 16384, 4293 6327 16384, 4285 6376 16384, 4272 6426 16384, 4260 6471 16384, 4251 6488 16384, 4227 6529 16384, 4206 6554 16384, 4181 6575 16384, 4161 6583 16384, 4136 6587 16384, 4111 6587 16384, 4086 6583 16384, 4066 6571 16384, 4053 6554 16384, 4037 6533 16384, 4028 6513 16384, 4024 6496 16384, 4028 6480 16384, 4037 6467 16384, 4049 6455 16384, 4061 6447 16384, 4078 6443 16384, 4099 6443 16384, 4123 6447 16384, 4148 6451 16384, 4169 6459 16384, 4190 6476 16384, 4206 6492 16384, 4218 6517 16384, 4227 6546 16384, 4227 6587 16384, 4223 6628 16384, 4214 6670 16384, 4202 6715 16384, 4185 6757 16384, 4165 6794 16384, 4144 6835 16384, 4119 6872 16384, 4090 6905 16384, 4070 6934 16384, 4049 6955 16384, 4032 6967 16384, 4024 6971 16384</inkml:trace>
  <inkml:trace contextRef="#ctx0" brushRef="#br0">4611 5984 16384, 4607 5984 16384, 4603 5984 16384, 4607 5992 16384, 4615 6004 16384, 4628 6029 16384, 4640 6058 16384, 4644 6095 16384, 4648 6133 16384, 4648 6166 16384, 4648 6190 16384, 4652 6211 16384, 4652 6223 16384, 4652 6236 16384, 4652 6240 16384, 4652 6244 16384</inkml:trace>
  <inkml:trace contextRef="#ctx0" brushRef="#br0">4698 5971 16384, 4698 5976 16384, 4698 5984 16384, 4702 6004 16384, 4710 6042 16384, 4718 6075 16384, 4731 6112 16384, 4739 6149 16384, 4747 6170 16384, 4751 6190 16384, 4760 6207 16384, 4764 6219 16384, 4764 6232 16384, 4768 6240 16384, 4768 6244 16384</inkml:trace>
  <inkml:trace contextRef="#ctx0" brushRef="#br0">5462 6290 16384, 5452 6290 16384, 5448 6290 16384, 5466 6290 16384, 5523 6287 16384, 5640 6268 16384, 5803 6249 16384, 5981 6229 16384, 6160 6210 16384, 6308 6196 16384, 6399 6196 16384, 6431 6194 16384</inkml:trace>
  <inkml:trace contextRef="#ctx0" brushRef="#br0">6125 6026 16384, 6139 6056 16384, 6184 6158 16384, 6202 6289 16384, 6189 6425 16384, 6167 6526 16384, 6146 6582 16384, 6128 6602 16384, 6111 6600 16384, 6093 6586 16384</inkml:trace>
  <inkml:trace contextRef="#ctx0" brushRef="#br0">5794 6047 16384, 5792 6051 16384, 5796 6105 16384, 5789 6247 16384, 5764 6425 16384, 5752 6609 16384, 5770 6733 16384, 5815 6813 16384, 5878 6878 16384, 5953 6909 16384, 6041 6916 16384, 6140 6909 16384, 6229 6899 16384, 6310 6897 16384, 6373 6887 16384, 6425 6876 16384, 6448 6871 16384</inkml:trace>
  <inkml:trace contextRef="#ctx0" brushRef="#br0">6645 6632 16384, 6628 6619 16384, 6632 6610 16384, 6650 6598 16384, 6675 6580 16384, 6705 6563 16384, 6748 6542 16384, 6791 6516 16384, 6843 6494 16384, 6890 6482 16384, 6946 6469 16384, 6993 6464 16384, 7045 6469 16384, 7092 6482 16384, 7126 6503 16384, 7152 6533 16384, 7169 6568 16384, 7178 6606 16384, 7174 6653 16384, 7161 6701 16384, 7139 6744 16384, 7118 6787 16384, 7092 6834 16384, 7062 6864 16384, 7036 6898 16384, 7006 6928 16384</inkml:trace>
  <inkml:trace contextRef="#ctx0" brushRef="#br0">7372 6290 16384, 7362 6290 16384, 7358 6290 16384, 7376 6290 16384, 7433 6287 16384, 7550 6268 16384, 7713 6249 16384, 7891 6229 16384, 8070 6210 16384, 8218 6196 16384, 8309 6196 16384, 8341 6194 16384</inkml:trace>
  <inkml:trace contextRef="#ctx0" brushRef="#br0">8035 6026 16384, 8049 6056 16384, 8094 6158 16384, 8112 6289 16384, 8099 6425 16384, 8077 6526 16384, 8056 6582 16384, 8038 6602 16384, 8021 6600 16384, 8003 6586 16384</inkml:trace>
  <inkml:trace contextRef="#ctx0" brushRef="#br0">7704 6047 16384, 7702 6051 16384, 7706 6105 16384, 7699 6247 16384, 7674 6425 16384, 7662 6609 16384, 7680 6733 16384, 7725 6813 16384, 7788 6878 16384, 7863 6909 16384, 7951 6916 16384, 8050 6909 16384, 8139 6899 16384, 8220 6897 16384, 8283 6887 16384, 8335 6876 16384, 8358 6871 16384</inkml:trace>
  <inkml:trace contextRef="#ctx0" brushRef="#br0">8931 5989 16384, 8934 5976 16384, 8934 5971 16384, 8925 6000 16384, 8876 6103 16384, 8765 6325 16384, 8638 6598 16384, 8560 6796 16384, 8538 6900 16384, 8538 6949 16384, 8545 6971 16384, 8560 6960 16384, 8600 6885 16384, 8658 6749 16384, 8738 6580 16384, 8834 6449 16384, 8896 6409 16384, 8934 6398 16384, 8951 6425 16384, 8965 6503 16384, 8980 6629 16384, 9007 6765 16384, 9054 6863 16384, 9114 6911 16384, 9189 6938 16384, 9267 6940 16384, 9309 6931 16384</inkml:trace>
  <inkml:trace contextRef="#ctx0" brushRef="#br0">9489 6133 16384, 9493 6131 16384, 9578 6126 16384, 9736 6104 16384, 9869 6081 16384, 9988 6070 16384, 10058 6064 16384, 10071 6064 16384, 10067 6064 16384</inkml:trace>
  <inkml:trace contextRef="#ctx0" brushRef="#br0">9788 5971 16384, 9769 5991 16384, 9769 6029 16384, 9755 6118 16384, 9715 6224 16384, 9676 6311 16384, 9666 6355 16384, 9682 6364 16384, 9716 6366 16384, 9776 6364 16384, 9869 6363 16384, 9969 6388 16384, 10046 6436 16384, 10088 6496 16384, 10098 6555 16384, 10075 6621 16384, 10025 6679 16384, 9965 6723 16384, 9934 6736 16384</inkml:trace>
  <inkml:trace contextRef="#ctx0" brushRef="#br0">10042 6303 16384, 9998 6309 16384, 9942 6349 16384, 9874 6432 16384, 9797 6548 16384, 9736 6679 16384, 9716 6804 16384, 9749 6898 16384, 9824 6948 16384, 9921 6971 16384, 10031 6962 16384, 10144 6921 16384, 10202 6900 16384</inkml:trace>
  <inkml:trace contextRef="#ctx0" brushRef="#br0">10920 6166 16384, 10916 6162 16384, 10905 6155 16384, 10909 6158 16384, 10913 6170 16384, 10916 6185 16384, 10920 6204 16384, 10920 6235 16384, 10916 6277 16384, 10909 6338 16384, 10897 6407 16384, 10890 6487 16384, 10882 6563 16384, 10882 6636 16384, 10882 6704 16384, 10890 6762 16384, 10901 6811 16384, 10920 6853 16384, 10951 6891 16384, 10977 6922 16384, 11008 6945 16384, 11042 6960 16384, 11073 6968 16384, 11107 6971 16384, 11145 6964 16384, 11184 6952 16384, 11222 6929 16384, 11260 6903 16384, 11298 6872 16384, 11332 6845 16384, 11363 6819 16384, 11386 6792 16384, 11405 6769 16384, 11416 6750 16384, 11424 6739 16384</inkml:trace>
  <inkml:trace contextRef="#ctx0" brushRef="#br0">11306 5987 16384, 11302 5987 16384, 11294 5987 16384, 11290 5991 16384, 11290 5998 16384, 11294 6010 16384, 11302 6029 16384, 11306 6052 16384, 11310 6074 16384, 11313 6097 16384, 11313 6124 16384, 11313 6147 16384, 11313 6166 16384, 11313 6181 16384, 11317 6197 16384, 11317 6208 16384, 11325 6212 16384, 11325 6216 16384</inkml:trace>
  <inkml:trace contextRef="#ctx0" brushRef="#br0">11401 5971 16384, 11393 5971 16384, 11390 5975 16384, 11390 5979 16384, 11397 5994 16384, 11409 6013 16384, 11424 6044 16384, 11432 6074 16384, 11435 6109 16384, 11439 6143 16384, 11439 6170 16384, 11439 6197 16384, 11443 6216 16384, 11447 6227 16384, 11447 6239 16384, 11451 6242 16384</inkml:trace>
  <inkml:trace contextRef="#ctx0" brushRef="#br0">11641 6451 16384, 11641 6458 16384, 11631 6485 16384, 11634 6511 16384, 11641 6541 16384, 11647 6585 16384, 11654 6635 16384, 11661 6685 16384, 11667 6735 16384, 11674 6775 16384, 11681 6805 16384, 11684 6825 16384, 11687 6831 16384, 11691 6831 16384, 11694 6831 16384, 11697 6825 16384, 11701 6811 16384, 11704 6788 16384, 11711 6761 16384, 11721 6731 16384, 11734 6695 16384, 11751 6661 16384, 11771 6621 16384, 11801 6591 16384, 11837 6568 16384, 11871 6551 16384, 11904 6548 16384, 11934 6541 16384, 11967 6541 16384, 11994 6541 16384, 12021 6548 16384, 12047 6565 16384, 12061 6581 16384, 12074 6605 16384, 12077 6628 16384, 12077 6655 16384, 12064 6678 16384, 12044 6705 16384, 12017 6728 16384, 11984 6745 16384, 11947 6765 16384, 11914 6775 16384, 11877 6781 16384, 11837 6785 16384, 11804 6785 16384, 11774 6775 16384</inkml:trace>
  <inkml:trace contextRef="#ctx0" brushRef="#br0">11837 6421 16384, 11837 6425 16384, 11841 6431 16384, 11854 6448 16384, 11871 6475 16384, 11884 6511 16384, 11891 6551 16384, 11891 6598 16384, 11891 6648 16384, 11884 6705 16384, 11877 6761 16384, 11867 6815 16384, 11851 6861 16384, 11837 6901 16384, 11827 6931 16384, 11817 6955 16384, 11807 6971 16384</inkml:trace>
  <inkml:trace contextRef="#ctx0" brushRef="#br0">12651 5989 16384, 12653 5976 16384, 12653 5971 16384, 12644 6000 16384, 12595 6103 16384, 12484 6325 16384, 12357 6598 16384, 12280 6796 16384, 12257 6900 16384, 12257 6949 16384, 12264 6971 16384, 12280 6960 16384, 12320 6885 16384, 12377 6749 16384, 12457 6580 16384, 12553 6449 16384, 12615 6409 16384, 12653 6398 16384, 12671 6425 16384, 12684 6503 16384, 12700 6629 16384, 12726 6765 16384, 12773 6863 16384, 12833 6911 16384, 12909 6938 16384, 12986 6940 16384, 13029 6931 16384</inkml:trace>
  <inkml:trace contextRef="#ctx0" brushRef="#br0">13217 6148 16384, 13209 6148 16384, 13217 6148 16384, 13234 6144 16384, 13267 6139 16384, 13305 6135 16384, 13343 6118 16384, 13393 6102 16384, 13431 6089 16384, 13473 6072 16384, 13519 6060 16384, 13553 6047 16384, 13587 6039 16384, 13608 6030 16384, 13616 6030 16384, 13620 6030 16384, 13620 6034 16384, 13620 6043 16384, 13603 6060 16384, 13587 6085 16384, 13561 6118 16384, 13524 6161 16384, 13490 6215 16384, 13461 6270 16384, 13427 6333 16384, 13398 6404 16384, 13372 6480 16384, 13351 6568 16384, 13335 6652 16384, 13330 6736 16384, 13335 6803 16384, 13351 6854 16384, 13381 6883 16384, 13406 6900 16384, 13435 6913 16384, 13473 6913 16384, 13515 6904 16384, 13557 6887 16384, 13599 6854 16384, 13650 6808 16384, 13700 6745 16384, 13755 6677 16384, 13801 6602 16384, 13847 6518 16384, 13877 6442 16384, 13898 6371 16384, 13914 6320 16384, 13927 6287 16384, 13931 6270 16384, 13931 6278 16384, 13927 6295 16384, 13927 6329 16384, 13927 6366 16384, 13927 6417 16384, 13931 6471 16384, 13935 6534 16384, 13948 6602 16384, 13961 6661 16384, 13977 6703 16384, 14003 6728 16384, 14028 6749 16384, 14053 6761 16384, 14078 6761 16384, 14108 6749 16384, 14137 6724 16384, 14158 6694 16384</inkml:trace>
  <inkml:trace contextRef="#ctx0" brushRef="#br0">14099 6055 16384, 14095 6055 16384, 14091 6060 16384, 14091 6064 16384, 14095 6072 16384, 14099 6081 16384, 14103 6093 16384, 14108 6106 16384, 14108 6123 16384, 14112 6144 16384, 14116 6156 16384, 14120 6165 16384, 14120 6169 16384, 14124 6173 16384, 14124 6177 16384, 14129 6177 16384</inkml:trace>
  <inkml:trace contextRef="#ctx0" brushRef="#br0">14158 6043 16384, 14154 6047 16384, 14154 6051 16384, 14154 6060 16384, 14158 6076 16384, 14162 6097 16384, 14171 6110 16384, 14175 6123 16384, 14183 6135 16384, 14192 6144 16384, 14204 6148 16384, 14209 6148 16384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8180 16384, 2200 8193 16384, 2225 8230 16384, 2238 8268 16384, 2238 8280 16384, 2238 8305 16384, 2225 8330 16384, 2200 8355 16384, 2162 8368 16384, 2138 8368 16384, 2100 8368 16384, 2062 8368 16384, 2038 8355 16384, 2025 8330 16384, 2025 8305 16384, 2025 8243 16384, 2050 8205 16384, 2075 8168 16384, 2112 8143 16384, 2150 8130 16384, 2175 8118 16384, 2212 8118 16384, 2250 8118 16384, 2262 8118 16384, 2288 8143 16384, 2300 8155 16384, 2300 8193 16384, 2288 8205 16384, 2262 8230 16384, 2238 8255 16384, 2200 8268 16384, 2150 8293 16384, 2100 8305 16384, 2050 8305 16384, 2013 8293 16384, 2000 8280 16384, 2000 8255 16384, 2000 8230 16384, 2025 8205 16384, 2038 8193 16384, 2062 8168 16384, 2112 8155 16384, 2150 8143 16384, 2175 8143 16384, 2212 8143 16384, 2238 8143 16384, 2262 8180 16384, 2275 8218 16384, 2275 8243 16384, 2275 8268 16384, 2262 8293 16384, 2238 8318 16384, 2225 8330 16384, 2212 8330 16384, 2200 8330 16384, 2188 8318 16384, 2188 8305 16384, 2188 8280 16384, 2188 8268 16384, 2188 8255 16384, 2200 8230 16384, 2212 8218 16384, 2225 8205 16384, 2238 8205 16384, 2238 8218 16384, 2225 8243 16384, 2225 8255 16384, 2212 8255 16384, 2200 8268 16384, 2188 8280 16384, 2175 8280 16384, 2162 8280 16384, 2162 8268 16384, 2175 8243 16384, 2200 8218 16384, 2212 8205 16384, 2225 8193 16384, 2212 8218 16384, 2175 8243 16384, 2138 8268 16384, 2100 8280 16384, 2062 8305 16384, 2050 8305 16384, 2062 8293 16384, 2100 8268 16384, 2112 8255 16384, 2150 8230 16384, 2175 8205 16384, 2225 8168 16384, 2238 8143 16384, 2238 8130 16384, 2225 8130 16384, 2200 8155 16384, 2175 8180 16384, 2150 8205 16384, 2138 8230 16384, 2125 8243 16384</inkml:trace>
  <inkml:trace contextRef="#ctx0" brushRef="#br0">2814 8062 16384, 2803 8062 16384, 2800 8062 16384, 2817 8062 16384, 2875 8058 16384, 2992 8039 16384, 3155 8020 16384, 3333 8001 16384, 3512 7981 16384, 3660 7968 16384, 3751 7968 16384, 3783 7966 16384</inkml:trace>
  <inkml:trace contextRef="#ctx0" brushRef="#br0">3477 7798 16384, 3491 7828 16384, 3536 7929 16384, 3553 8060 16384, 3541 8197 16384, 3519 8298 16384, 3498 8354 16384, 3480 8373 16384, 3463 8371 16384, 3445 8357 16384</inkml:trace>
  <inkml:trace contextRef="#ctx0" brushRef="#br0">3146 7819 16384, 3144 7822 16384, 3148 7877 16384, 3141 8018 16384, 3116 8197 16384, 3104 8380 16384, 3122 8504 16384, 3167 8585 16384, 3230 8649 16384, 3305 8681 16384, 3393 8688 16384, 3492 8681 16384, 3581 8670 16384, 3662 8669 16384, 3725 8658 16384, 3777 8648 16384, 3800 8642 16384</inkml:trace>
  <inkml:trace contextRef="#ctx0" brushRef="#br0">3997 8403 16384, 3980 8391 16384, 3984 8382 16384, 4001 8369 16384, 4027 8352 16384, 4057 8335 16384, 4100 8313 16384, 4143 8287 16384, 4195 8266 16384, 4242 8253 16384, 4298 8240 16384, 4345 8236 16384, 4397 8240 16384, 4444 8253 16384, 4478 8274 16384, 4504 8305 16384, 4521 8339 16384, 4530 8378 16384, 4526 8425 16384, 4513 8472 16384, 4491 8515 16384, 4470 8558 16384, 4444 8605 16384, 4414 8635 16384, 4388 8670 16384, 4358 8700 16384</inkml:trace>
  <inkml:trace contextRef="#ctx0" brushRef="#br0">4715 7884 16384, 4710 7884 16384, 4761 7879 16384, 4895 7865 16384, 5061 7842 16384, 5246 7817 16384, 5440 7796 16384, 5597 7787 16384, 5689 7787 16384, 5710 7794 16384, 5696 7805 16384, 5620 7856 16384, 5491 7939 16384, 5357 8050 16384, 5253 8198 16384, 5230 8327 16384, 5250 8459 16384, 5310 8567 16384, 5403 8648 16384, 5507 8685 16384, 5622 8699 16384, 5708 8683 16384</inkml:trace>
  <inkml:trace contextRef="#ctx0" brushRef="#br0">6283 7761 16384, 6286 7747 16384, 6286 7743 16384, 6277 7772 16384, 6228 7874 16384, 6117 8096 16384, 5990 8370 16384, 5912 8567 16384, 5890 8672 16384, 5890 8721 16384, 5897 8743 16384, 5912 8732 16384, 5952 8656 16384, 6010 8521 16384, 6090 8352 16384, 6186 8221 16384, 6248 8181 16384, 6286 8170 16384, 6303 8196 16384, 6317 8274 16384, 6332 8401 16384, 6359 8536 16384, 6406 8634 16384, 6466 8683 16384, 6541 8710 16384, 6619 8712 16384, 6661 8703 16384</inkml:trace>
  <inkml:trace contextRef="#ctx0" brushRef="#br0">7348 8089 16384, 7345 8093 16384, 7341 8096 16384, 7355 8096 16384, 7380 8096 16384, 7416 8089 16384, 7470 8079 16384, 7530 8068 16384, 7591 8061 16384, 7663 8057 16384, 7738 8057 16384, 7802 8057 16384, 7863 8064 16384, 7913 8075 16384, 7955 8093 16384, 7988 8121 16384, 8013 8161 16384, 8023 8214 16384, 8023 8279 16384, 8020 8350 16384, 8009 8421 16384, 7991 8493 16384, 7973 8557 16384, 7959 8600 16384, 7948 8636 16384, 7938 8661 16384, 7930 8675 16384, 7920 8682 16384, 7909 8682 16384, 7898 8671 16384, 7888 8650 16384, 7880 8618 16384, 7870 8575 16384, 7863 8546 16384</inkml:trace>
  <inkml:trace contextRef="#ctx0" brushRef="#br0">7827 7804 16384, 7823 7807 16384, 7816 7811 16384, 7816 7825 16384, 7813 7843 16384, 7802 7879 16384, 7780 7936 16384, 7752 8050 16384, 7738 8104 16384, 7709 8232 16384, 7677 8361 16384, 7652 8471 16384, 7634 8554 16384, 7627 8582 16384, 7616 8625 16384, 7605 8657 16384, 7602 8664 16384</inkml:trace>
  <inkml:trace contextRef="#ctx0" brushRef="#br0">8016 7943 16384, 8013 7943 16384, 7998 7939 16384, 7998 7936 16384, 8002 7939 16384, 8013 7943 16384, 8023 7957 16384, 8052 8007 16384, 8073 8071 16384, 8088 8114 16384, 8105 8200 16384, 8109 8246 16384, 8120 8336 16384, 8127 8375 16384, 8134 8393 16384, 8148 8421 16384, 8159 8436 16384, 8166 8443 16384</inkml:trace>
  <inkml:trace contextRef="#ctx0" brushRef="#br0">8173 8004 16384, 8173 8011 16384, 8173 8014 16384, 8180 8029 16384, 8191 8054 16384, 8205 8079 16384, 8216 8107 16384, 8227 8132 16384, 8234 8154 16384, 8238 8168 16384, 8238 8179 16384, 8238 8182 16384, 8241 8186 16384</inkml:trace>
  <inkml:trace contextRef="#ctx0" brushRef="#br0">8305 8036 16384, 8305 8050 16384, 8309 8068 16384, 8316 8093 16384, 8323 8125 16384, 8330 8154 16384, 8334 8168 16384, 8341 8175 16384</inkml:trace>
  <inkml:trace contextRef="#ctx0" brushRef="#br0">9021 7932 16384, 9045 7921 16384, 9119 7902 16384, 9218 7886 16384, 9309 7878 16384, 9381 7876 16384, 9420 7873 16384, 9426 7871 16384</inkml:trace>
  <inkml:trace contextRef="#ctx0" brushRef="#br0">9288 7743 16384, 9283 7745 16384, 9257 7813 16384, 9225 7932 16384, 9149 8092 16384, 9080 8229 16384, 9049 8314 16384, 9049 8342 16384</inkml:trace>
  <inkml:trace contextRef="#ctx0" brushRef="#br0">9654 7849 16384, 9680 7852 16384, 9743 7897 16384, 9819 7958 16384, 9869 8025 16384, 9899 8082 16384, 9906 8132 16384, 9899 8173 16384, 9871 8199 16384</inkml:trace>
  <inkml:trace contextRef="#ctx0" brushRef="#br0">9524 8177 16384, 9520 8184 16384, 9554 8335 16384, 9567 8446 16384, 9541 8567 16384, 9489 8674 16384, 9439 8730 16384, 9383 8743 16384, 9331 8711 16384, 9285 8641 16384, 9273 8598 16384, 9296 8583 16384, 9357 8574 16384, 9459 8568 16384, 9606 8589 16384, 9735 8637 16384, 9817 8672 16384, 9878 8693 16384, 9925 8696 16384</inkml:trace>
  <inkml:trace contextRef="#ctx0" brushRef="#br0">10115 7757 16384, 10110 7757 16384, 10105 7759 16384, 10105 7815 16384, 10115 7964 16384, 10132 8194 16384, 10163 8436 16384, 10206 8613 16384, 10259 8701 16384, 10307 8729 16384, 10347 8721 16384, 10393 8661 16384, 10446 8540 16384, 10516 8436 16384</inkml:trace>
  <inkml:trace contextRef="#ctx0" brushRef="#br0">10850 7976 16384, 10867 7987 16384, 10935 8037 16384, 11006 8125 16384, 11059 8231 16384, 11087 8317 16384, 11097 8375 16384, 11100 8401 16384, 11105 8401 16384</inkml:trace>
  <inkml:trace contextRef="#ctx0" brushRef="#br0">11285 7787 16384, 11298 7789 16384, 11365 7832 16384, 11462 7930 16384, 11544 8014 16384, 11609 8083 16384, 11665 8133 16384, 11676 8139 16384</inkml:trace>
  <inkml:trace contextRef="#ctx0" brushRef="#br0">12004 7858 16384, 11995 7858 16384, 11943 7884 16384, 11861 7962 16384, 11734 8094 16384, 11626 8230 16384, 11555 8372 16384, 11533 8487 16384, 11559 8563 16384, 11628 8627 16384, 11725 8675 16384, 11831 8692 16384, 11956 8699 16384, 12084 8688 16384, 12198 8666 16384, 12285 8645 16384</inkml:trace>
  <inkml:trace contextRef="#ctx0" brushRef="#br0">13034 7745 16384, 13028 7743 16384, 13015 7743 16384, 13009 7769 16384, 12999 7867 16384, 12979 8015 16384, 12965 8211 16384, 12969 8445 16384, 13009 8595 16384, 13082 8690 16384, 13186 8739 16384, 13289 8743 16384, 13393 8700 16384, 13510 8627 16384, 13614 8548 16384, 13693 8477 16384, 13707 8463 16384</inkml:trace>
  <inkml:trace contextRef="#ctx0" brushRef="#br0">13893 7909 16384, 13889 7909 16384, 13893 7907 16384, 13943 7899 16384, 14055 7879 16384, 14193 7845 16384, 14313 7815 16384, 14421 7795 16384, 14499 7783 16384, 14539 7777 16384</inkml:trace>
  <inkml:trace contextRef="#ctx0" brushRef="#br0">13887 8205 16384, 13911 8199 16384, 14013 8181 16384, 14157 8133 16384, 14309 8075 16384, 14451 8039 16384, 14551 8025 16384, 14597 8019 16384, 14605 8019 16384</inkml:trace>
  <inkml:trace contextRef="#ctx0" brushRef="#br0">14109 7743 16384, 14149 7765 16384, 14243 7841 16384, 14317 7939 16384, 14373 8043 16384, 14405 8143 16384, 14417 8221 16384, 14419 8283 16384, 14403 8323 16384, 14375 8347 16384, 14331 8351 16384</inkml:trace>
  <inkml:trace contextRef="#ctx0" brushRef="#br0">13991 8521 16384, 13981 8533 16384, 13995 8581 16384, 14077 8645 16384, 14179 8691 16384, 14281 8725 16384, 14371 8741 16384, 14449 8743 16384, 14523 8739 16384</inkml:trace>
  <inkml:trace contextRef="#ctx0" brushRef="#br0">14792 8089 16384, 14789 8093 16384, 14785 8096 16384, 14799 8096 16384, 14824 8096 16384, 14860 8089 16384, 14914 8079 16384, 14974 8068 16384, 15035 8061 16384, 15106 8057 16384, 15181 8057 16384, 15246 8057 16384, 15306 8064 16384, 15356 8075 16384, 15399 8093 16384, 15431 8121 16384, 15456 8161 16384, 15467 8214 16384, 15467 8279 16384, 15464 8350 16384, 15453 8421 16384, 15435 8493 16384, 15417 8557 16384, 15403 8600 16384, 15392 8636 16384, 15381 8661 16384, 15374 8675 16384, 15364 8682 16384, 15353 8682 16384, 15342 8671 16384, 15331 8650 16384, 15324 8618 16384, 15314 8575 16384, 15306 8546 16384</inkml:trace>
  <inkml:trace contextRef="#ctx0" brushRef="#br0">15271 7804 16384, 15267 7807 16384, 15260 7811 16384, 15260 7825 16384, 15256 7843 16384, 15246 7879 16384, 15224 7936 16384, 15196 8050 16384, 15181 8104 16384, 15153 8232 16384, 15121 8361 16384, 15096 8471 16384, 15078 8554 16384, 15071 8582 16384, 15060 8625 16384, 15049 8657 16384, 15046 8664 16384</inkml:trace>
  <inkml:trace contextRef="#ctx0" brushRef="#br0">15460 7943 16384, 15456 7943 16384, 15442 7939 16384, 15442 7936 16384, 15446 7939 16384, 15456 7943 16384, 15467 7957 16384, 15496 8007 16384, 15517 8071 16384, 15531 8114 16384, 15549 8200 16384, 15553 8246 16384, 15564 8336 16384, 15571 8375 16384, 15578 8393 16384, 15592 8421 16384, 15603 8436 16384, 15610 8443 16384</inkml:trace>
  <inkml:trace contextRef="#ctx0" brushRef="#br0">15617 8004 16384, 15617 8011 16384, 15617 8014 16384, 15624 8029 16384, 15635 8054 16384, 15649 8079 16384, 15660 8107 16384, 15671 8132 16384, 15678 8154 16384, 15681 8168 16384, 15681 8179 16384, 15681 8182 16384, 15685 8186 16384</inkml:trace>
  <inkml:trace contextRef="#ctx0" brushRef="#br0">15749 8036 16384, 15749 8050 16384, 15753 8068 16384, 15760 8093 16384, 15767 8125 16384, 15774 8154 16384, 15778 8168 16384, 15785 8175 16384</inkml:trace>
  <inkml:trace contextRef="#ctx0" brushRef="#br0">16476 7939 16384, 16465 7939 16384, 16523 7926 16384, 16621 7902 16384, 16740 7872 16384, 16844 7860 16384, 16927 7862 16384, 16977 7863 16384</inkml:trace>
  <inkml:trace contextRef="#ctx0" brushRef="#br0">16731 7743 16384, 16722 7745 16384, 16722 7767 16384, 16727 7850 16384, 16687 8038 16384, 16638 8276 16384, 16605 8496 16384, 16591 8631 16384, 16593 8706 16384, 16605 8743 16384</inkml:trace>
  <inkml:trace contextRef="#ctx0" brushRef="#br0">16881 8154 16384, 16881 8140 16384, 16956 8122 16384, 17037 8106 16384, 17119 8100 16384, 17180 8110 16384, 17217 8136 16384, 17227 8173 16384, 17212 8227 16384</inkml:trace>
  <inkml:trace contextRef="#ctx0" brushRef="#br0">16969 8523 16384, 16965 8528 16384, 17014 8610 16384, 17087 8645 16384, 17164 8669 16384, 17250 8675 16384, 17350 8645 16384</inkml:trace>
  <inkml:trace contextRef="#ctx0" brushRef="#br0">17534 7884 16384, 17530 7884 16384, 17580 7879 16384, 17714 7865 16384, 17881 7842 16384, 18065 7817 16384, 18259 7796 16384, 18416 7787 16384, 18509 7787 16384, 18530 7794 16384, 18516 7805 16384, 18440 7856 16384, 18310 7939 16384, 18176 8050 16384, 18072 8198 16384, 18049 8327 16384, 18070 8459 16384, 18130 8567 16384, 18222 8648 16384, 18326 8685 16384, 18442 8699 16384, 18527 8683 16384</inkml:trace>
  <inkml:trace contextRef="#ctx0" brushRef="#br0">18881 7743 16384, 18884 7746 16384, 18908 7778 16384, 18960 7846 16384, 19000 7893 16384, 19014 7915 16384, 19002 7936 16384, 18979 7953 16384</inkml:trace>
  <inkml:trace contextRef="#ctx0" brushRef="#br0">18752 7959 16384, 18745 7965 16384, 18745 7991 16384, 18752 8065 16384, 18740 8165 16384, 18719 8261 16384, 18710 8325 16384, 18713 8344 16384, 18727 8353 16384, 18755 8353 16384, 18808 8332 16384, 18884 8309 16384, 18981 8304 16384, 19081 8333 16384, 19163 8391 16384, 19213 8456 16384, 19229 8528 16384, 19208 8598 16384, 19156 8661 16384, 19084 8711 16384, 19000 8741 16384, 18926 8743 16384, 18910 8738 16384</inkml:trace>
  <inkml:trace contextRef="#ctx0" brushRef="#br0">19646 7743 16384, 19642 7743 16384, 19647 7772 16384, 19662 7898 16384, 19659 8127 16384, 19636 8382 16384, 19612 8569 16384, 19601 8680 16384, 19609 8737 16384, 19614 8743 16384</inkml:trace>
  <inkml:trace contextRef="#ctx0" brushRef="#br0">19416 8222 16384, 19409 8205 16384, 19424 8166 16384, 19492 8098 16384, 19581 8024 16384, 19646 7981 16384, 19675 7972 16384, 19677 8000 16384, 19646 8105 16384, 19581 8288 16384, 19509 8456 16384, 19474 8543 16384, 19479 8556 16384, 19514 8541 16384, 19586 8464 16384, 19697 8294 16384, 19853 8076 16384, 19995 7959 16384, 20076 7926 16384, 20117 7924 16384, 20139 7959 16384, 20143 8072 16384, 20128 8270 16384, 20121 8456 16384, 20141 8558 16384, 20193 8608 16384, 20267 8623 16384, 20339 8615 16384</inkml:trace>
  <inkml:trace contextRef="#ctx0" brushRef="#br0">20519 7932 16384, 20543 7921 16384, 20617 7902 16384, 20715 7886 16384, 20806 7878 16384, 20879 7876 16384, 20918 7873 16384, 20923 7871 16384</inkml:trace>
  <inkml:trace contextRef="#ctx0" brushRef="#br0">20786 7743 16384, 20780 7745 16384, 20754 7813 16384, 20723 7932 16384, 20647 8092 16384, 20578 8229 16384, 20547 8314 16384, 20547 8342 16384</inkml:trace>
  <inkml:trace contextRef="#ctx0" brushRef="#br0">21151 7849 16384, 21177 7852 16384, 21240 7897 16384, 21317 7958 16384, 21367 8025 16384, 21396 8082 16384, 21404 8132 16384, 21396 8173 16384, 21368 8199 16384</inkml:trace>
  <inkml:trace contextRef="#ctx0" brushRef="#br0">21022 8177 16384, 21018 8184 16384, 21051 8335 16384, 21064 8446 16384, 21038 8567 16384, 20986 8674 16384, 20936 8730 16384, 20881 8743 16384, 20829 8711 16384, 20782 8641 16384, 20771 8598 16384, 20793 8583 16384, 20855 8574 16384, 20957 8568 16384, 21103 8589 16384, 21233 8637 16384, 21315 8672 16384, 21376 8693 16384, 21422 8696 16384</inkml:trace>
  <inkml:trace contextRef="#ctx0" brushRef="#br0">21612 7757 16384, 21607 7757 16384, 21602 7759 16384, 21602 7815 16384, 21612 7964 16384, 21630 8194 16384, 21660 8436 16384, 21703 8613 16384, 21756 8701 16384, 21804 8729 16384, 21845 8721 16384, 21890 8661 16384, 21943 8540 16384, 22014 8436 16384</inkml:trace>
  <inkml:trace contextRef="#ctx0" brushRef="#br0">22347 7976 16384, 22365 7987 16384, 22433 8037 16384, 22504 8125 16384, 22557 8231 16384, 22585 8317 16384, 22595 8375 16384, 22597 8401 16384, 22602 8401 16384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18920" units="cm"/>
      <inkml:brushProperty name="height" value="0.18920" units="cm"/>
      <inkml:brushProperty name="color" value="#000000"/>
    </inkml:brush>
    <inkml:brush xml:id="br1">
      <inkml:brushProperty name="width" value="0.08600" units="cm"/>
      <inkml:brushProperty name="height" value="0.08600" units="cm"/>
      <inkml:brushProperty name="color" value="#000000"/>
    </inkml:brush>
  </inkml:definitions>
  <inkml:trace contextRef="#ctx0" brushRef="#br0">2014 9520 16384, 2025 9514 16384, 2031 9514 16384, 2042 9514 16384, 2047 9514 16384, 2064 9514 16384, 2095 9514 16384, 2112 9514 16384, 2128 9517 16384, 2145 9520 16384, 2165 9523 16384, 2170 9525 16384, 2170 9528 16384</inkml:trace>
  <inkml:trace contextRef="#ctx0" brushRef="#br0">2000 9520 16384, 2000 9523 16384, 2000 9531 16384, 2000 9542 16384, 2000 9570 16384, 2000 9612 16384, 2003 9690 16384, 2008 9752 16384, 2014 9819 16384, 2017 9891 16384, 2020 9958 16384, 2020 10023 16384, 2025 10079 16384, 2031 10157 16384, 2034 10182 16384, 2036 10201 16384, 2039 10243 16384, 2042 10282 16384, 2045 10313 16384, 2045 10358 16384, 2047 10386 16384, 2047 10411 16384, 2050 10433 16384, 2050 10453 16384, 2050 10467 16384, 2053 10478 16384, 2053 10489 16384, 2053 10495 16384, 2053 10498 16384, 2053 10500 16384, 2053 10503 16384, 2053 10506 16384, 2053 10509 16384, 2053 10511 16384, 2053 10514 16384, 2056 10514 16384, 2059 10514 16384, 2061 10511 16384, 2075 10509 16384, 2084 10509 16384, 2098 10506 16384, 2112 10503 16384, 2123 10503 16384, 2140 10500 16384, 2154 10498 16384, 2168 10492 16384, 2176 10489 16384, 2184 10486 16384, 2190 10484 16384</inkml:trace>
  <inkml:trace contextRef="#ctx0" brushRef="#br0">2607 9514 16384, 2603 9514 16384, 2608 9544 16384, 2623 9670 16384, 2619 9899 16384, 2597 10154 16384, 2573 10341 16384, 2562 10451 16384, 2570 10509 16384, 2575 10514 16384</inkml:trace>
  <inkml:trace contextRef="#ctx0" brushRef="#br0">2377 9993 16384, 2370 9976 16384, 2385 9938 16384, 2453 9869 16384, 2542 9795 16384, 2607 9753 16384, 2636 9743 16384, 2638 9771 16384, 2607 9877 16384, 2542 10060 16384, 2470 10228 16384, 2435 10315 16384, 2440 10328 16384, 2475 10313 16384, 2547 10235 16384, 2658 10065 16384, 2814 9847 16384, 2956 9731 16384, 3037 9697 16384, 3078 9695 16384, 3100 9731 16384, 3104 9843 16384, 3089 10041 16384, 3082 10228 16384, 3102 10329 16384, 3154 10379 16384, 3228 10394 16384, 3300 10387 16384</inkml:trace>
  <inkml:trace contextRef="#ctx0" brushRef="#br0">3490 9528 16384, 3485 9528 16384, 3480 9531 16384, 3480 9586 16384, 3490 9735 16384, 3507 9965 16384, 3538 10207 16384, 3581 10384 16384, 3634 10473 16384, 3682 10500 16384, 3722 10493 16384, 3768 10432 16384, 3821 10311 16384, 3891 10207 16384</inkml:trace>
  <inkml:trace contextRef="#ctx0" brushRef="#br0">4225 9748 16384, 4242 9758 16384, 4311 9808 16384, 4381 9897 16384, 4434 10003 16384, 4462 10089 16384, 4472 10147 16384, 4475 10172 16384, 4480 10172 16384</inkml:trace>
  <inkml:trace contextRef="#ctx0" brushRef="#br0">4669 9521 16384, 4663 9517 16384, 4660 9514 16384, 4663 9514 16384, 4669 9514 16384, 4679 9514 16384, 4688 9514 16384, 4701 9514 16384, 4717 9517 16384, 4736 9517 16384, 4761 9517 16384, 4780 9521 16384, 4799 9521 16384, 4815 9524 16384, 4828 9524 16384, 4837 9527 16384, 4841 9527 16384, 4844 9527 16384, 4847 9527 16384, 4847 9530 16384, 4844 9537 16384, 4844 9540 16384, 4841 9549 16384, 4837 9562 16384, 4837 9575 16384, 4834 9590 16384, 4834 9613 16384, 4831 9641 16384, 4831 9679 16384, 4828 9727 16384, 4828 9778 16384, 4828 9829 16384, 4825 9879 16384, 4825 9927 16384, 4825 9975 16384, 4825 10025 16384, 4828 10076 16384, 4831 10127 16384, 4834 10178 16384, 4834 10200 16384, 4837 10270 16384, 4837 10286 16384, 4837 10337 16384, 4837 10365 16384, 4837 10384 16384, 4837 10400 16384, 4837 10413 16384, 4841 10425 16384, 4841 10438 16384, 4841 10448 16384, 4837 10454 16384, 4837 10457 16384</inkml:trace>
  <inkml:trace contextRef="#ctx0" brushRef="#br0">4723 10505 16384, 4723 10508 16384, 4730 10511 16384, 4739 10514 16384, 4755 10514 16384, 4771 10514 16384, 4787 10514 16384, 4803 10514 16384, 4815 10514 16384, 4825 10514 16384, 4831 10514 16384, 4837 10514 16384</inkml:trace>
  <inkml:trace contextRef="#ctx0" brushRef="#br1">6268 9594 16384, 6260 9579 16384, 6241 9537 16384, 6230 9529 16384, 6215 9522 16384, 6196 9514 16384, 6180 9514 16384, 6165 9514 16384, 6146 9522 16384, 6124 9541 16384, 6105 9564 16384, 6090 9594 16384, 6071 9647 16384, 6052 9707 16384, 6033 9787 16384, 6018 9889 16384, 6006 9999 16384, 5995 10117 16384, 5983 10226 16384, 5980 10306 16384, 5972 10374 16384, 5972 10420 16384, 5972 10450 16384, 5972 10473 16384, 5968 10492 16384, 5961 10507 16384, 5957 10514 16384</inkml:trace>
  <inkml:trace contextRef="#ctx0" brushRef="#br1">5775 10064 16384, 5779 10056 16384, 5798 10033 16384, 5813 10029 16384, 5851 10010 16384, 5889 9984 16384, 5938 9965 16384, 5987 9946 16384, 6040 9939 16384, 6097 9935 16384, 6143 9935 16384, 6184 9939 16384, 6218 9946 16384, 6249 9950 16384, 6271 9957 16384, 6279 9961 16384</inkml:trace>
  <inkml:trace contextRef="#ctx0" brushRef="#br1">6857 9520 16384, 6857 9517 16384, 6857 9514 16384, 6854 9514 16384, 6845 9520 16384, 6838 9530 16384, 6829 9542 16384, 6817 9560 16384, 6805 9584 16384, 6777 9645 16384, 6768 9670 16384, 6762 9694 16384, 6744 9755 16384, 6720 9856 16384, 6710 9929 16384, 6707 10011 16384, 6710 10133 16384, 6720 10216 16384, 6735 10295 16384, 6765 10383 16384, 6780 10435 16384, 6799 10472 16384, 6823 10502 16384, 6832 10514 16384</inkml:trace>
  <inkml:trace contextRef="#ctx0" brushRef="#br1">7110 9781 16384, 7098 9751 16384, 7098 9739 16384, 7116 9720 16384, 7140 9696 16384, 7177 9672 16384, 7225 9648 16384, 7274 9629 16384, 7328 9623 16384, 7419 9635 16384, 7443 9648 16384, 7498 9684 16384, 7540 9745 16384, 7565 9817 16384, 7577 9908 16384, 7577 9993 16384, 7565 10072 16384, 7534 10151 16384, 7504 10217 16384, 7462 10284 16384, 7413 10345 16384, 7365 10399 16384, 7316 10442 16384, 7268 10478 16384, 7201 10508 16384, 7159 10514 16384, 7146 10514 16384</inkml:trace>
  <inkml:trace contextRef="#ctx0" brushRef="#br1">7916 9520 16384, 7904 9514 16384, 7862 9526 16384, 7843 9539 16384, 7807 9569 16384, 7765 9605 16384, 7716 9654 16384, 7668 9708 16384, 7631 9775 16384, 7589 9866 16384, 7565 9957 16384, 7546 10066 16384, 7540 10169 16384, 7552 10254 16384, 7577 10332 16384, 7625 10393 16384, 7674 10429 16384, 7728 10454 16384, 7789 10466 16384, 7843 10466 16384, 7874 10466 16384</inkml:trace>
  <inkml:trace contextRef="#ctx0" brushRef="#br1">8207 9514 16384, 8210 9514 16384, 8210 9518 16384, 8214 9518 16384, 8217 9521 16384, 8239 9546 16384, 8253 9579 16384, 8267 9629 16384, 8278 9689 16384, 8289 9754 16384, 8307 9868 16384, 8310 9907 16384, 8314 9946 16384, 8317 10021 16384, 8317 10136 16384, 8314 10200 16384, 8303 10264 16384, 8292 10325 16384, 8282 10371 16384, 8267 10432 16384, 8253 10464 16384, 8239 10489 16384, 8232 10496 16384, 8210 10514 16384</inkml:trace>
  <inkml:trace contextRef="#ctx0" brushRef="#br1">8991 9894 16384, 8987 9894 16384, 8987 9898 16384, 8994 9901 16384, 9005 9901 16384, 9027 9905 16384, 9063 9905 16384, 9136 9901 16384, 9191 9894 16384, 9249 9890 16384, 9308 9887 16384, 9384 9887 16384, 9424 9894 16384, 9457 9901 16384, 9475 9909 16384</inkml:trace>
  <inkml:trace contextRef="#ctx0" brushRef="#br1">9002 10142 16384, 8998 10142 16384, 9002 10142 16384, 9009 10142 16384, 9034 10142 16384, 9107 10142 16384, 9133 10138 16384, 9187 10134 16384, 9213 10134 16384, 9271 10131 16384, 9326 10127 16384, 9380 10124 16384, 9431 10120 16384, 9468 10120 16384, 9497 10116 16384, 9522 10116 16384, 9537 10116 16384</inkml:trace>
  <inkml:trace contextRef="#ctx0" brushRef="#br1">10170 9781 16384, 10158 9751 16384, 10158 9739 16384, 10176 9720 16384, 10200 9696 16384, 10237 9672 16384, 10285 9648 16384, 10334 9629 16384, 10388 9623 16384, 10479 9635 16384, 10503 9648 16384, 10558 9684 16384, 10600 9745 16384, 10625 9817 16384, 10637 9908 16384, 10637 9993 16384, 10625 10072 16384, 10594 10151 16384, 10564 10217 16384, 10522 10284 16384, 10473 10345 16384, 10425 10399 16384, 10376 10442 16384, 10328 10478 16384, 10261 10508 16384, 10219 10514 16384, 10206 10514 16384</inkml:trace>
  <inkml:trace contextRef="#ctx0" brushRef="#br1">10976 9520 16384, 10964 9514 16384, 10922 9526 16384, 10903 9539 16384, 10867 9569 16384, 10825 9605 16384, 10776 9654 16384, 10728 9708 16384, 10691 9775 16384, 10649 9866 16384, 10625 9957 16384, 10606 10066 16384, 10600 10169 16384, 10612 10254 16384, 10637 10332 16384, 10685 10393 16384, 10734 10429 16384, 10788 10454 16384, 10849 10466 16384, 10903 10466 16384, 10934 10466 16384</inkml:trace>
  <inkml:trace contextRef="#ctx0" brushRef="#br1">11102 9472 16384, 11093 9452 16384, 11094 9437 16384, 11107 9422 16384, 11133 9408 16384, 11167 9404 16384, 11204 9420 16384, 11229 9453 16384, 11231 9496 16384, 11212 9539 16384, 11179 9577 16384, 11149 9599 16384, 11133 9604 16384, 11128 9600 16384, 11129 9592 16384, 11144 9584 16384, 11173 9580 16384, 11211 9583 16384, 11246 9603 16384, 11264 9634 16384, 11262 9661 16384, 11246 9683 16384, 11218 9705 16384, 11183 9719 16384, 11142 9724 16384, 11106 9717 16384, 11090 9706 16384</inkml:trace>
  <inkml:trace contextRef="#ctx0" brushRef="#br1">11801 10011 16384, 11798 10011 16384, 11796 10013 16384, 11794 10013 16384, 11796 10015 16384, 11805 10020 16384, 11820 10023 16384, 11838 10025 16384, 11864 10025 16384, 11897 10020 16384, 11935 10015 16384, 11980 10008 16384, 12022 10004 16384, 12065 10004 16384, 12107 10004 16384, 12140 10004 16384, 12171 10006 16384, 12199 10008 16384, 12223 10011 16384, 12244 10013 16384, 12263 10013 16384, 12284 10011 16384, 12294 10008 16384</inkml:trace>
  <inkml:trace contextRef="#ctx0" brushRef="#br1">13470 9781 16384, 13479 9753 16384, 13488 9727 16384, 13502 9664 16384, 13479 9563 16384, 13407 9514 16384, 13306 9523 16384, 13204 9565 16384, 13129 9633 16384, 13084 9735 16384, 13074 9850 16384, 13114 9937 16384, 13192 9987 16384, 13297 10005 16384, 13392 9978 16384, 13481 9910 16384, 13546 9827 16384, 13573 9758 16384, 13571 9744 16384, 13553 9754 16384, 13522 9819 16384, 13464 9960 16384, 13385 10179 16384, 13331 10375 16384, 13320 10480 16384, 13347 10514 16384</inkml:trace>
  <inkml:trace contextRef="#ctx0" brushRef="#br1">13957 9781 16384, 13944 9751 16384, 13944 9739 16384, 13963 9720 16384, 13987 9696 16384, 14023 9672 16384, 14072 9648 16384, 14120 9629 16384, 14175 9623 16384, 14266 9635 16384, 14290 9648 16384, 14344 9684 16384, 14387 9745 16384, 14411 9817 16384, 14423 9908 16384, 14423 9993 16384, 14411 10072 16384, 14381 10151 16384, 14351 10217 16384, 14308 10284 16384, 14260 10345 16384, 14211 10399 16384, 14163 10442 16384, 14114 10478 16384, 14048 10508 16384, 14005 10514 16384, 13993 10514 16384</inkml:trace>
  <inkml:trace contextRef="#ctx0" brushRef="#br1">14763 9520 16384, 14751 9514 16384, 14708 9526 16384, 14690 9539 16384, 14654 9569 16384, 14611 9605 16384, 14563 9654 16384, 14514 9708 16384, 14478 9775 16384, 14435 9866 16384, 14411 9957 16384, 14393 10066 16384, 14387 10169 16384, 14399 10254 16384, 14423 10332 16384, 14472 10393 16384, 14520 10429 16384, 14575 10454 16384, 14635 10466 16384, 14690 10466 16384, 14720 10466 16384</inkml:trace>
  <inkml:trace contextRef="#ctx0" brushRef="#br1">14882 9501 16384, 14879 9497 16384, 14872 9488 16384, 14867 9472 16384, 14868 9448 16384, 14881 9426 16384, 14902 9409 16384, 14930 9404 16384, 14957 9418 16384, 14977 9455 16384, 14985 9517 16384, 14979 9583 16384, 14963 9626 16384, 14936 9661 16384, 14922 9677 16384, 14908 9689 16384, 14888 9705 16384, 14880 9708 16384, 14886 9706 16384, 14907 9705 16384, 14938 9708 16384, 14975 9715 16384, 15009 9721 16384, 15035 9724 16384, 15055 9723 16384, 15061 9722 16384</inkml:trace>
  <inkml:trace contextRef="#ctx0" brushRef="#br1">15598 10005 16384, 15591 10005 16384, 15594 10005 16384, 15600 10005 16384, 15609 10003 16384, 15620 10003 16384, 15632 10001 16384, 15648 10001 16384, 15669 9999 16384, 15693 9998 16384, 15723 9998 16384, 15751 9996 16384, 15783 9996 16384, 15816 9994 16384, 15846 9994 16384, 15878 9996 16384, 15913 9998 16384, 15945 10001 16384, 15978 10003 16384, 16012 10005 16384, 16040 10007 16384, 16068 10007 16384, 16090 10007 16384, 16107 10007 16384, 16118 10009 16384, 16128 10009 16384, 16135 10009 16384, 16139 10009 16384, 16141 10005 16384</inkml:trace>
  <inkml:trace contextRef="#ctx0" brushRef="#br1">15876 9776 16384, 15876 9778 16384, 15874 9779 16384, 15874 9783 16384, 15874 9791 16384, 15874 9802 16384, 15876 9817 16384, 15878 9837 16384, 15880 9861 16384, 15880 9891 16384, 15881 9925 16384, 15880 9962 16384, 15878 9998 16384, 15874 10035 16384, 15870 10074 16384, 15868 10108 16384, 15868 10139 16384, 15868 10169 16384, 15868 10191 16384, 15868 10212 16384, 15870 10229 16384, 15872 10242 16384, 15874 10249 16384, 15876 10253 16384</inkml:trace>
  <inkml:trace contextRef="#ctx0" brushRef="#br1">17219 9514 16384, 17213 9516 16384, 17217 9566 16384, 17215 9724 16384, 17185 9970 16384, 17154 10199 16384, 17130 10361 16384, 17122 10468 16384, 17141 10514 16384</inkml:trace>
  <inkml:trace contextRef="#ctx0" brushRef="#br1">18027 9522 16384, 18019 9530 16384, 18017 9585 16384, 17991 9720 16384, 17945 9865 16384, 17914 9964 16384, 17904 10020 16384, 17906 10045 16384, 17920 10047 16384, 17945 10043 16384, 17991 10022 16384, 18065 9990 16384, 18156 9976 16384, 18247 9998 16384, 18313 10061 16384, 18354 10151 16384, 18364 10252 16384, 18340 10341 16384, 18273 10422 16384, 18184 10482 16384, 18092 10514 16384, 17997 10506 16384, 17951 10480 16384</inkml:trace>
  <inkml:trace contextRef="#ctx0" brushRef="#br1">18013 9526 16384, 18009 9526 16384, 18021 9526 16384, 18090 9528 16384, 18215 9520 16384, 18344 9514 16384, 18455 9536 16384, 18497 9557 16384</inkml:trace>
  <inkml:trace contextRef="#ctx0" brushRef="#br1">18834 9781 16384, 18821 9751 16384, 18821 9739 16384, 18840 9720 16384, 18864 9696 16384, 18900 9672 16384, 18949 9648 16384, 18997 9629 16384, 19052 9623 16384, 19143 9635 16384, 19167 9648 16384, 19221 9684 16384, 19264 9745 16384, 19288 9817 16384, 19300 9908 16384, 19300 9993 16384, 19288 10072 16384, 19258 10151 16384, 19228 10217 16384, 19185 10284 16384, 19137 10345 16384, 19088 10399 16384, 19040 10442 16384, 18991 10478 16384, 18925 10508 16384, 18882 10514 16384, 18870 10514 16384</inkml:trace>
  <inkml:trace contextRef="#ctx0" brushRef="#br1">19640 9520 16384, 19628 9514 16384, 19585 9526 16384, 19567 9539 16384, 19531 9569 16384, 19488 9605 16384, 19440 9654 16384, 19391 9708 16384, 19355 9775 16384, 19312 9866 16384, 19288 9957 16384, 19270 10066 16384, 19264 10169 16384, 19276 10254 16384, 19300 10332 16384, 19349 10393 16384, 19397 10429 16384, 19452 10454 16384, 19512 10466 16384, 19567 10466 16384, 19597 10466 16384</inkml:trace>
  <inkml:trace contextRef="#ctx0" brushRef="#br1">20268 10011 16384, 20265 10011 16384, 20263 10013 16384, 20261 10013 16384, 20263 10015 16384, 20272 10020 16384, 20287 10023 16384, 20305 10025 16384, 20331 10025 16384, 20364 10020 16384, 20402 10015 16384, 20447 10008 16384, 20489 10004 16384, 20532 10004 16384, 20574 10004 16384, 20607 10004 16384, 20638 10006 16384, 20666 10008 16384, 20690 10011 16384, 20711 10013 16384, 20730 10013 16384, 20751 10011 16384, 20761 10008 16384</inkml:trace>
  <inkml:trace contextRef="#ctx0" brushRef="#br1">21609 9537 16384, 21595 9541 16384, 21582 9557 16384, 21586 9606 16384, 21596 9695 16384, 21611 9789 16384, 21630 9853 16384, 21643 9872 16384</inkml:trace>
  <inkml:trace contextRef="#ctx0" brushRef="#br1">21621 9514 16384, 21625 9516 16384, 21680 9521 16384, 21781 9521 16384, 21855 9521 16384, 21916 9528 16384, 21962 9562 16384, 21988 9612 16384, 21999 9674 16384, 21994 9777 16384, 21967 9926 16384, 21924 10106 16384, 21884 10271 16384, 21866 10371 16384, 21866 10436 16384, 21878 10489 16384, 21885 10514 16384</inkml:trace>
  <inkml:trace contextRef="#ctx0" brushRef="#br1">22821 9559 16384, 22834 9561 16384, 22900 9604 16384, 22998 9701 16384, 23080 9785 16384, 23145 9854 16384, 23201 9904 16384, 23212 9911 16384</inkml:trace>
  <inkml:trace contextRef="#ctx0" brushRef="#br1">23540 9630 16384, 23531 9630 16384, 23479 9656 16384, 23397 9734 16384, 23270 9865 16384, 23162 10001 16384, 23091 10144 16384, 23069 10258 16384, 23095 10334 16384, 23164 10399 16384, 23261 10446 16384, 23367 10464 16384, 23492 10470 16384, 23620 10459 16384, 23734 10438 16384, 23821 10416 16384</inkml:trace>
  <inkml:trace contextRef="#ctx0" brushRef="#br1">24007 9761 16384, 24001 9759 16384, 24013 9759 16384, 24095 9751 16384, 24239 9739 16384, 24394 9733 16384, 24554 9728 16384, 24674 9721 16384, 24740 9716 16384, 24763 9715 16384</inkml:trace>
  <inkml:trace contextRef="#ctx0" brushRef="#br1">24446 9518 16384, 24442 9514 16384, 24471 9535 16384, 24519 9607 16384, 24547 9737 16384, 24542 9886 16384, 24514 10038 16384, 24480 10126 16384, 24444 10180 16384, 24406 10204 16384, 24367 10203 16384, 24331 10172 16384, 24309 10112 16384, 24314 10055 16384, 24345 10006 16384, 24401 9965 16384, 24466 9956 16384, 24523 9985 16384, 24552 10062 16384, 24550 10170 16384, 24516 10292 16384, 24461 10403 16384, 24417 10473 16384, 24389 10513 16384, 24376 10514 16384</inkml:trace>
  <inkml:trace contextRef="#ctx0" brushRef="#br1">24959 9601 16384, 24944 9599 16384, 24961 9599 16384, 25026 9594 16384, 25131 9564 16384, 25248 9527 16384, 25342 9514 16384, 25386 9529 16384, 25392 9573 16384, 25347 9664 16384, 25253 9797 16384, 25131 9932 16384, 25020 10039 16384, 24957 10097 16384, 24943 10115 16384, 24980 10102 16384, 25059 10050 16384, 25181 9978 16384, 25336 9930 16384, 25473 9925 16384, 25573 9954 16384, 25636 10013 16384, 25654 10115 16384, 25630 10235 16384, 25562 10341 16384, 25473 10424 16384, 25381 10492 16384, 25299 10514 16384, 25244 10494 16384, 25203 10440 16384, 25192 10357 16384, 25227 10311 16384, 25294 10289 16384, 25382 10278 16384, 25464 10283 16384, 25519 10298 16384, 25554 10309 16384</inkml:trace>
  <inkml:trace contextRef="#ctx0" brushRef="#br1">25947 10193 16384, 25936 10193 16384, 25902 10187 16384, 25891 10187 16384, 25879 10198 16384, 25868 10215 16384, 25851 10238 16384, 25840 10266 16384, 25834 10300 16384, 25840 10334 16384, 25851 10373 16384, 25868 10413 16384, 25885 10447 16384, 25908 10475 16384, 25930 10497 16384, 25953 10509 16384, 25987 10514 16384, 26015 10514 16384, 26037 10503 16384, 26054 10480 16384, 26071 10458 16384, 26088 10424 16384, 26105 10396 16384, 26111 10362 16384, 26111 10322 16384, 26105 10283 16384, 26083 10243 16384, 26060 10204 16384, 26032 10176 16384, 26009 10164 16384, 25987 10164 16384, 25958 10164 16384, 25936 10170 16384, 25925 10181 16384, 25913 10187 16384, 25913 10193 16384, 25913 10198 16384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11833 16384, 2200 11846 16384, 2225 11883 16384, 2238 11921 16384, 2238 11933 16384, 2238 11958 16384, 2225 11983 16384, 2200 12008 16384, 2162 12021 16384, 2138 12021 16384, 2100 12021 16384, 2062 12021 16384, 2038 12008 16384, 2025 11983 16384, 2025 11958 16384, 2025 11896 16384, 2050 11858 16384, 2075 11821 16384, 2112 11796 16384, 2150 11783 16384, 2175 11771 16384, 2212 11771 16384, 2250 11771 16384, 2262 11771 16384, 2288 11796 16384, 2300 11808 16384, 2300 11846 16384, 2288 11858 16384, 2262 11883 16384, 2238 11908 16384, 2200 11921 16384, 2150 11946 16384, 2100 11958 16384, 2050 11958 16384, 2013 11946 16384, 2000 11933 16384, 2000 11908 16384, 2000 11883 16384, 2025 11858 16384, 2038 11846 16384, 2062 11821 16384, 2112 11808 16384, 2150 11796 16384, 2175 11796 16384, 2212 11796 16384, 2238 11796 16384, 2262 11833 16384, 2275 11871 16384, 2275 11896 16384, 2275 11921 16384, 2262 11946 16384, 2238 11971 16384, 2225 11983 16384, 2212 11983 16384, 2200 11983 16384, 2188 11971 16384, 2188 11958 16384, 2188 11933 16384, 2188 11921 16384, 2188 11908 16384, 2200 11883 16384, 2212 11871 16384, 2225 11858 16384, 2238 11858 16384, 2238 11871 16384, 2225 11896 16384, 2225 11908 16384, 2212 11908 16384, 2200 11921 16384, 2188 11933 16384, 2175 11933 16384, 2162 11933 16384, 2162 11921 16384, 2175 11896 16384, 2200 11871 16384, 2212 11858 16384, 2225 11846 16384, 2212 11871 16384, 2175 11896 16384, 2138 11921 16384, 2100 11933 16384, 2062 11958 16384, 2050 11958 16384, 2062 11946 16384, 2100 11921 16384, 2112 11908 16384, 2150 11883 16384, 2175 11858 16384, 2225 11821 16384, 2238 11796 16384, 2238 11783 16384, 2225 11783 16384, 2200 11808 16384, 2175 11833 16384, 2150 11858 16384, 2138 11883 16384, 2125 11896 16384</inkml:trace>
  <inkml:trace contextRef="#ctx0" brushRef="#br0">2979 11524 16384, 2968 11492 16384, 2979 11481 16384, 3001 11460 16384, 3022 11444 16384, 3049 11422 16384, 3075 11401 16384, 3091 11396 16384, 3102 11401 16384, 3107 11412 16384, 3107 11433 16384, 3107 11460 16384, 3107 11508 16384, 3102 11556 16384, 3102 11610 16384, 3102 11668 16384, 3107 11706 16384, 3129 11727 16384, 3156 11738 16384, 3193 11738 16384, 3236 11727 16384, 3273 11711 16384, 3311 11684 16384, 3343 11652 16384, 3375 11604 16384, 3396 11567 16384, 3418 11529 16384, 3428 11487 16384, 3434 11455 16384, 3434 11433 16384, 3434 11417 16384, 3428 11422 16384, 3423 11438 16384, 3418 11465 16384, 3407 11508 16384, 3402 11567 16384, 3391 11631 16384, 3386 11711 16384, 3375 11813 16384, 3364 11925 16384, 3348 12037 16384, 3332 12139 16384, 3311 12225 16384, 3284 12283 16384, 3263 12332 16384, 3241 12364 16384, 3220 12385 16384, 3182 12396 16384, 3140 12396 16384, 3107 12390 16384, 3075 12380 16384, 3043 12358 16384, 3022 12321 16384, 3006 12273 16384, 3006 12230 16384, 3011 12193 16384, 3033 12160 16384, 3070 12139 16384, 3118 12118 16384, 3177 12091 16384, 3236 12070 16384, 3316 12053 16384, 3386 12043 16384, 3455 12043 16384, 3509 12043 16384, 3557 12043 16384, 3589 12043 16384, 3610 12043 16384, 3626 12043 16384, 3632 12048 16384</inkml:trace>
  <inkml:trace contextRef="#ctx0" brushRef="#br0">4334 11776 16384, 4330 11776 16384, 4330 11779 16384, 4337 11783 16384, 4348 11783 16384, 4370 11786 16384, 4406 11786 16384, 4479 11783 16384, 4534 11776 16384, 4592 11772 16384, 4651 11768 16384, 4727 11768 16384, 4767 11776 16384, 4800 11783 16384, 4818 11790 16384</inkml:trace>
  <inkml:trace contextRef="#ctx0" brushRef="#br0">4345 12023 16384, 4341 12023 16384, 4345 12023 16384, 4352 12023 16384, 4377 12023 16384, 4450 12023 16384, 4476 12020 16384, 4530 12016 16384, 4556 12016 16384, 4614 12012 16384, 4669 12009 16384, 4723 12005 16384, 4774 12001 16384, 4811 12001 16384, 4840 11998 16384, 4865 11998 16384, 4880 11998 16384</inkml:trace>
  <inkml:trace contextRef="#ctx0" brushRef="#br0">6151 11475 16384, 6143 11460 16384, 6124 11418 16384, 6113 11411 16384, 6098 11403 16384, 6079 11396 16384, 6063 11396 16384, 6048 11396 16384, 6029 11403 16384, 6007 11422 16384, 5988 11445 16384, 5972 11475 16384, 5954 11528 16384, 5935 11589 16384, 5916 11668 16384, 5901 11771 16384, 5889 11881 16384, 5878 11998 16384, 5866 12108 16384, 5863 12187 16384, 5855 12256 16384, 5855 12301 16384, 5855 12331 16384, 5855 12354 16384, 5851 12373 16384, 5844 12388 16384, 5840 12396 16384</inkml:trace>
  <inkml:trace contextRef="#ctx0" brushRef="#br0">5658 11945 16384, 5662 11937 16384, 5681 11915 16384, 5696 11911 16384, 5734 11892 16384, 5772 11865 16384, 5821 11846 16384, 5870 11828 16384, 5923 11820 16384, 5980 11816 16384, 6026 11816 16384, 6067 11820 16384, 6101 11828 16384, 6132 11831 16384, 6154 11839 16384, 6162 11843 16384</inkml:trace>
  <inkml:trace contextRef="#ctx0" brushRef="#br0">6740 11402 16384, 6740 11399 16384, 6740 11396 16384, 6737 11396 16384, 6728 11402 16384, 6721 11411 16384, 6712 11423 16384, 6700 11441 16384, 6688 11466 16384, 6660 11527 16384, 6651 11551 16384, 6645 11576 16384, 6627 11637 16384, 6602 11737 16384, 6593 11810 16384, 6590 11893 16384, 6593 12015 16384, 6602 12097 16384, 6618 12176 16384, 6648 12265 16384, 6663 12316 16384, 6682 12353 16384, 6706 12384 16384, 6715 12396 16384</inkml:trace>
  <inkml:trace contextRef="#ctx0" brushRef="#br0">6993 11662 16384, 6981 11632 16384, 6981 11620 16384, 6999 11602 16384, 7023 11578 16384, 7060 11553 16384, 7108 11529 16384, 7157 11511 16384, 7211 11505 16384, 7302 11517 16384, 7326 11529 16384, 7381 11565 16384, 7423 11626 16384, 7448 11699 16384, 7460 11790 16384, 7460 11875 16384, 7448 11953 16384, 7417 12032 16384, 7387 12099 16384, 7345 12165 16384, 7296 12226 16384, 7248 12281 16384, 7199 12323 16384, 7151 12359 16384, 7084 12390 16384, 7042 12396 16384, 7029 12396 16384</inkml:trace>
  <inkml:trace contextRef="#ctx0" brushRef="#br0">7799 11402 16384, 7787 11396 16384, 7745 11408 16384, 7726 11420 16384, 7690 11450 16384, 7648 11487 16384, 7599 11535 16384, 7551 11590 16384, 7514 11656 16384, 7472 11747 16384, 7448 11838 16384, 7429 11947 16384, 7423 12050 16384, 7435 12135 16384, 7460 12214 16384, 7508 12275 16384, 7557 12311 16384, 7611 12335 16384, 7672 12347 16384, 7726 12347 16384, 7757 12347 16384</inkml:trace>
  <inkml:trace contextRef="#ctx0" brushRef="#br0">8090 11396 16384, 8093 11396 16384, 8093 11399 16384, 8097 11399 16384, 8100 11403 16384, 8122 11428 16384, 8136 11460 16384, 8150 11510 16384, 8161 11571 16384, 8172 11635 16384, 8190 11749 16384, 8193 11789 16384, 8197 11828 16384, 8200 11903 16384, 8200 12017 16384, 8197 12081 16384, 8186 12146 16384, 8175 12206 16384, 8165 12253 16384, 8150 12314 16384, 8136 12346 16384, 8122 12371 16384, 8115 12378 16384, 8093 12396 16384</inkml:trace>
  <inkml:trace contextRef="#ctx0" brushRef="#br0">9386 11462 16384, 9394 11478 16384, 9413 11595 16384, 9399 11805 16384, 9333 11994 16384, 9229 12170 16384, 9131 12273 16384, 9056 12292 16384, 8984 12260 16384, 8918 12156 16384, 8870 11970 16384, 8899 11723 16384, 9038 11550 16384, 9208 11462 16384, 9418 11396 16384, 9636 11404 16384, 9798 11542 16384, 9862 11819 16384, 9859 12132 16384, 9846 12295 16384, 9830 12377 16384, 9822 12396 16384</inkml:trace>
  <inkml:trace contextRef="#ctx0" brushRef="#br0">10842 11402 16384, 10842 11399 16384, 10842 11396 16384, 10839 11396 16384, 10830 11402 16384, 10823 11411 16384, 10814 11423 16384, 10802 11441 16384, 10790 11466 16384, 10762 11527 16384, 10753 11551 16384, 10747 11576 16384, 10729 11637 16384, 10705 11737 16384, 10695 11810 16384, 10692 11893 16384, 10695 12015 16384, 10705 12097 16384, 10720 12176 16384, 10750 12265 16384, 10765 12316 16384, 10784 12353 16384, 10808 12384 16384, 10817 12396 16384</inkml:trace>
  <inkml:trace contextRef="#ctx0" brushRef="#br0">11175 12367 16384, 11181 12379 16384, 11198 12396 16384, 11221 12396 16384, 11261 12379 16384, 11301 12344 16384, 11341 12293 16384, 11398 12219 16384, 11438 12144 16384, 11489 12059 16384, 11541 11956 16384, 11575 11853 16384, 11621 11739 16384, 11655 11624 16384, 11683 11533 16384, 11701 11459 16384, 11706 11413 16384, 11706 11396 16384, 11701 11396 16384, 11683 11401 16384, 11661 11424 16384, 11643 11453 16384, 11621 11499 16384, 11603 11561 16384, 11586 11647 16384, 11569 11744 16384, 11558 11859 16384, 11558 12001 16384, 11569 12144 16384, 11586 12247 16384, 11615 12310 16384, 11655 12344 16384, 11689 12356 16384, 11729 12361 16384, 11769 12361 16384, 11798 12350 16384</inkml:trace>
  <inkml:trace contextRef="#ctx0" brushRef="#br0">11358 11744 16384, 11335 11756 16384, 11301 11761 16384, 11312 11761 16384, 11341 11750 16384, 11375 11739 16384, 11415 11727 16384, 11472 11716 16384, 11541 11704 16384, 11615 11699 16384, 11695 11693 16384, 11758 11687 16384, 11809 11681 16384</inkml:trace>
  <inkml:trace contextRef="#ctx0" brushRef="#br0">12113 12146 16384, 12113 12150 16384, 12113 12173 16384, 12125 12197 16384, 12137 12229 16384, 12149 12261 16384, 12161 12289 16384, 12169 12316 16384, 12173 12348 16384, 12177 12368 16384, 12177 12388 16384, 12181 12396 16384</inkml:trace>
  <inkml:trace contextRef="#ctx0" brushRef="#br0">13043 11475 16384, 13035 11460 16384, 13016 11418 16384, 13005 11411 16384, 12990 11403 16384, 12971 11396 16384, 12955 11396 16384, 12940 11396 16384, 12921 11403 16384, 12899 11422 16384, 12880 11445 16384, 12865 11475 16384, 12846 11528 16384, 12827 11589 16384, 12808 11668 16384, 12793 11771 16384, 12781 11881 16384, 12770 11998 16384, 12758 12108 16384, 12755 12187 16384, 12747 12256 16384, 12747 12301 16384, 12747 12331 16384, 12747 12354 16384, 12743 12373 16384, 12736 12388 16384, 12732 12396 16384</inkml:trace>
  <inkml:trace contextRef="#ctx0" brushRef="#br0">12550 11945 16384, 12554 11937 16384, 12573 11915 16384, 12588 11911 16384, 12626 11892 16384, 12664 11865 16384, 12713 11846 16384, 12762 11828 16384, 12815 11820 16384, 12872 11816 16384, 12918 11816 16384, 12959 11820 16384, 12993 11828 16384, 13024 11831 16384, 13046 11839 16384, 13054 11843 16384</inkml:trace>
  <inkml:trace contextRef="#ctx0" brushRef="#br0">13632 11402 16384, 13632 11399 16384, 13632 11396 16384, 13629 11396 16384, 13620 11402 16384, 13613 11411 16384, 13604 11423 16384, 13592 11441 16384, 13580 11466 16384, 13552 11527 16384, 13543 11551 16384, 13537 11576 16384, 13519 11637 16384, 13495 11737 16384, 13485 11810 16384, 13482 11893 16384, 13485 12015 16384, 13495 12097 16384, 13510 12176 16384, 13540 12265 16384, 13555 12316 16384, 13574 12353 16384, 13598 12384 16384, 13607 12396 16384</inkml:trace>
  <inkml:trace contextRef="#ctx0" brushRef="#br0">13965 12367 16384, 13971 12379 16384, 13988 12396 16384, 14011 12396 16384, 14051 12379 16384, 14091 12344 16384, 14131 12293 16384, 14188 12219 16384, 14228 12144 16384, 14279 12059 16384, 14331 11956 16384, 14365 11853 16384, 14411 11739 16384, 14445 11624 16384, 14473 11533 16384, 14491 11459 16384, 14496 11413 16384, 14496 11396 16384, 14491 11396 16384, 14473 11401 16384, 14451 11424 16384, 14433 11453 16384, 14411 11499 16384, 14393 11561 16384, 14376 11647 16384, 14359 11744 16384, 14348 11859 16384, 14348 12001 16384, 14359 12144 16384, 14376 12247 16384, 14405 12310 16384, 14445 12344 16384, 14479 12356 16384, 14519 12361 16384, 14559 12361 16384, 14588 12350 16384</inkml:trace>
  <inkml:trace contextRef="#ctx0" brushRef="#br0">14148 11744 16384, 14125 11756 16384, 14091 11761 16384, 14102 11761 16384, 14131 11750 16384, 14165 11739 16384, 14205 11727 16384, 14262 11716 16384, 14331 11704 16384, 14405 11699 16384, 14485 11693 16384, 14548 11687 16384, 14599 11681 16384</inkml:trace>
  <inkml:trace contextRef="#ctx0" brushRef="#br0">14982 11396 16384, 14985 11396 16384, 14985 11399 16384, 14989 11399 16384, 14992 11403 16384, 15014 11428 16384, 15028 11460 16384, 15042 11510 16384, 15053 11571 16384, 15064 11635 16384, 15082 11749 16384, 15085 11789 16384, 15089 11828 16384, 15092 11903 16384, 15092 12017 16384, 15089 12081 16384, 15078 12146 16384, 15067 12206 16384, 15057 12253 16384, 15042 12314 16384, 15028 12346 16384, 15014 12371 16384, 15007 12378 16384, 14985 12396 16384</inkml:trace>
  <inkml:trace contextRef="#ctx0" brushRef="#br0">15432 11396 16384, 15435 11396 16384, 15435 11399 16384, 15439 11399 16384, 15442 11403 16384, 15464 11428 16384, 15478 11460 16384, 15492 11510 16384, 15503 11571 16384, 15514 11635 16384, 15532 11749 16384, 15535 11789 16384, 15539 11828 16384, 15542 11903 16384, 15542 12017 16384, 15539 12081 16384, 15528 12146 16384, 15517 12206 16384, 15507 12253 16384, 15492 12314 16384, 15478 12346 16384, 15464 12371 16384, 15457 12378 16384, 15435 12396 16384</inkml:trace>
  <inkml:trace contextRef="#ctx0" brushRef="#br0">16270 11419 16384, 16263 11438 16384, 16250 11558 16384, 16223 11793 16384, 16212 12069 16384, 16231 12257 16384, 16278 12338 16384, 16334 12372 16384</inkml:trace>
  <inkml:trace contextRef="#ctx0" brushRef="#br0">16631 11678 16384, 16633 11665 16384, 16755 11629 16384, 16844 11622 16384, 16921 11624 16384, 16988 11631 16384, 17020 11650 16384, 17013 11712 16384</inkml:trace>
  <inkml:trace contextRef="#ctx0" brushRef="#br0">16787 12124 16384, 16787 12139 16384, 16883 12272 16384, 16966 12310 16384, 17062 12329 16384, 17165 12315 16384, 17212 12295 16384</inkml:trace>
  <inkml:trace contextRef="#ctx0" brushRef="#br0">17399 11560 16384, 17392 11558 16384, 17399 11558 16384, 17470 11560 16384, 17603 11535 16384, 17731 11500 16384, 17835 11487 16384, 17895 11484 16384, 17915 11487 16384</inkml:trace>
  <inkml:trace contextRef="#ctx0" brushRef="#br0">17629 11405 16384, 17618 11402 16384, 17627 11420 16384, 17665 11491 16384, 17694 11635 16384, 17698 11841 16384, 17685 12079 16384, 17654 12243 16384, 17629 12340 16384, 17607 12378 16384, 17572 12382 16384, 17527 12354 16384, 17487 12283 16384, 17470 12192 16384, 17478 12107 16384, 17529 12032 16384, 17614 11957 16384, 17740 11886 16384, 17898 11844 16384, 18026 11850 16384, 18122 11917 16384, 18188 12052 16384, 18219 12196 16384, 18228 12296 16384, 18219 12362 16384, 18208 12389 16384, 18199 12389 16384</inkml:trace>
  <inkml:trace contextRef="#ctx0" brushRef="#br0">18257 11493 16384, 18263 11502 16384, 18312 11602 16384, 18368 11713 16384, 18392 11788 16384</inkml:trace>
  <inkml:trace contextRef="#ctx0" brushRef="#br0">18665 11401 16384, 18665 11396 16384, 18663 11424 16384, 18640 11519 16384, 18593 11704 16384, 18572 11924 16384, 18580 12149 16384, 18618 12299 16384, 18669 12365 16384, 18718 12396 16384, 18766 12384 16384, 18777 12373 16384</inkml:trace>
  <inkml:trace contextRef="#ctx0" brushRef="#br0">18924 11679 16384, 18931 11679 16384, 19002 11683 16384, 19137 11671 16384, 19274 11656 16384, 19399 11658 16384, 19492 11673 16384, 19536 11685 16384, 19545 11692 16384</inkml:trace>
  <inkml:trace contextRef="#ctx0" brushRef="#br0">19294 11424 16384, 19321 11455 16384, 19369 11573 16384, 19380 11776 16384, 19340 12004 16384, 19289 12183 16384, 19249 12270 16384, 19232 12312 16384</inkml:trace>
  <inkml:trace contextRef="#ctx0" brushRef="#br0">19742 11483 16384, 19727 11481 16384, 19744 11481 16384, 19809 11475 16384, 19914 11446 16384, 20030 11409 16384, 20125 11396 16384, 20169 11411 16384, 20175 11455 16384, 20130 11545 16384, 20036 11679 16384, 19914 11813 16384, 19803 11921 16384, 19740 11978 16384, 19725 11996 16384, 19762 11984 16384, 19842 11932 16384, 19964 11860 16384, 20119 11812 16384, 20256 11806 16384, 20356 11836 16384, 20419 11895 16384, 20437 11996 16384, 20413 12117 16384, 20345 12222 16384, 20256 12305 16384, 20163 12374 16384, 20082 12396 16384, 20027 12375 16384, 19986 12322 16384, 19975 12239 16384, 20010 12192 16384, 20077 12170 16384, 20165 12159 16384, 20247 12165 16384, 20302 12179 16384, 20337 12191 16384</inkml:trace>
  <inkml:trace contextRef="#ctx0" brushRef="#br0">21131 11715 16384, 21121 11715 16384, 21117 11715 16384, 21135 11715 16384, 21192 11711 16384, 21309 11692 16384, 21472 11673 16384, 21650 11654 16384, 21829 11634 16384, 21977 11620 16384, 22068 11620 16384, 22100 11619 16384</inkml:trace>
  <inkml:trace contextRef="#ctx0" brushRef="#br0">21794 11451 16384, 21808 11481 16384, 21853 11582 16384, 21871 11713 16384, 21858 11849 16384, 21836 11951 16384, 21815 12007 16384, 21797 12026 16384, 21780 12024 16384, 21762 12010 16384</inkml:trace>
  <inkml:trace contextRef="#ctx0" brushRef="#br0">21463 11472 16384, 21461 11475 16384, 21465 11529 16384, 21458 11671 16384, 21433 11849 16384, 21421 12033 16384, 21439 12157 16384, 21484 12237 16384, 21547 12302 16384, 21622 12334 16384, 21710 12341 16384, 21809 12334 16384, 21899 12323 16384, 21979 12321 16384, 22042 12311 16384, 22094 12300 16384, 22117 12295 16384</inkml:trace>
  <inkml:trace contextRef="#ctx0" brushRef="#br0">22314 12056 16384, 22297 12043 16384, 22301 12035 16384, 22319 12022 16384, 22344 12005 16384, 22374 11988 16384, 22417 11966 16384, 22460 11940 16384, 22512 11919 16384, 22559 11906 16384, 22615 11893 16384, 22662 11889 16384, 22714 11893 16384, 22761 11906 16384, 22795 11927 16384, 22821 11957 16384, 22838 11992 16384, 22847 12030 16384, 22843 12078 16384, 22830 12125 16384, 22808 12168 16384, 22787 12211 16384, 22761 12258 16384, 22731 12288 16384, 22705 12323 16384, 22675 12353 16384</inkml:trace>
  <inkml:trace contextRef="#ctx0" brushRef="#br0">23041 11715 16384, 23031 11715 16384, 23027 11715 16384, 23045 11715 16384, 23102 11711 16384, 23219 11692 16384, 23382 11673 16384, 23560 11654 16384, 23739 11634 16384, 23887 11620 16384, 23978 11620 16384, 24010 11619 16384</inkml:trace>
  <inkml:trace contextRef="#ctx0" brushRef="#br0">23704 11451 16384, 23718 11481 16384, 23763 11582 16384, 23781 11713 16384, 23768 11849 16384, 23746 11951 16384, 23725 12007 16384, 23707 12026 16384, 23690 12024 16384, 23672 12010 16384</inkml:trace>
  <inkml:trace contextRef="#ctx0" brushRef="#br0">23373 11472 16384, 23371 11475 16384, 23375 11529 16384, 23368 11671 16384, 23343 11849 16384, 23331 12033 16384, 23349 12157 16384, 23394 12237 16384, 23457 12302 16384, 23532 12334 16384, 23620 12341 16384, 23719 12334 16384, 23809 12323 16384, 23889 12321 16384, 23952 12311 16384, 24004 12300 16384, 24027 12295 16384</inkml:trace>
  <inkml:trace contextRef="#ctx0" brushRef="#br0">24600 11413 16384, 24603 11400 16384, 24603 11396 16384, 24594 11425 16384, 24545 11527 16384, 24434 11749 16384, 24307 12022 16384, 24229 12220 16384, 24207 12325 16384, 24207 12373 16384, 24214 12396 16384, 24229 12385 16384, 24269 12309 16384, 24327 12173 16384, 24407 12005 16384, 24503 11873 16384, 24565 11833 16384, 24603 11822 16384, 24620 11849 16384, 24634 11927 16384, 24649 12053 16384, 24676 12189 16384, 24723 12287 16384, 24783 12336 16384, 24858 12362 16384, 24936 12365 16384, 24978 12356 16384</inkml:trace>
  <inkml:trace contextRef="#ctx0" brushRef="#br0">25674 11462 16384, 25682 11478 16384, 25701 11595 16384, 25687 11805 16384, 25621 11994 16384, 25517 12170 16384, 25419 12273 16384, 25344 12292 16384, 25273 12260 16384, 25206 12156 16384, 25158 11970 16384, 25187 11723 16384, 25326 11550 16384, 25496 11462 16384, 25706 11396 16384, 25924 11404 16384, 26086 11542 16384, 26150 11819 16384, 26148 12132 16384, 26134 12295 16384, 26118 12377 16384, 26110 12396 16384</inkml:trace>
  <inkml:trace contextRef="#ctx0" brushRef="#br0">26899 11499 16384, 26882 11517 16384, 26860 11597 16384, 26837 11726 16384, 26830 11890 16384, 26850 12090 16384, 26887 12221 16384, 26938 12273 16384, 26966 12285 16384</inkml:trace>
  <inkml:trace contextRef="#ctx0" brushRef="#br0">27181 11605 16384, 27228 11602 16384, 27333 11590 16384, 27434 11568 16384, 27505 11554 16384, 27526 11552 16384</inkml:trace>
  <inkml:trace contextRef="#ctx0" brushRef="#br0">27212 11802 16384, 27207 11802 16384, 27305 11798 16384, 27434 11779 16384, 27549 11761 16384, 27632 11749 16384, 27678 11744 16384, 27683 11744 16384</inkml:trace>
  <inkml:trace contextRef="#ctx0" brushRef="#br0">27432 11611 16384, 27427 11609 16384, 27427 11614 16384, 27462 11666 16384, 27515 11793 16384, 27538 11952 16384, 27528 12112 16384, 27489 12232 16384, 27444 12285 16384, 27405 12292 16384, 27359 12269 16384, 27312 12227 16384, 27289 12182 16384, 27296 12151 16384, 27336 12133 16384, 27407 12120 16384, 27510 12122 16384, 27628 12152 16384, 27717 12188 16384, 27774 12213 16384, 27820 12228 16384, 27830 12230 16384</inkml:trace>
  <inkml:trace contextRef="#ctx0" brushRef="#br0">28226 11396 16384, 28257 11409 16384, 28338 11432 16384, 28417 11452 16384, 28473 11475 16384, 28498 11502 16384</inkml:trace>
  <inkml:trace contextRef="#ctx0" brushRef="#br0">28022 11879 16384, 28010 11879 16384, 28020 11872 16384, 28081 11833 16384, 28187 11768 16384, 28307 11706 16384, 28424 11675 16384, 28530 11679 16384, 28611 11731 16384, 28658 11833 16384, 28665 11991 16384, 28638 12124 16384, 28577 12230 16384, 28503 12322 16384, 28446 12380 16384, 28421 12396 16384</inkml:trace>
  <inkml:trace contextRef="#ctx0" brushRef="#br0">28850 11537 16384, 28845 11537 16384, 28896 11532 16384, 29030 11518 16384, 29196 11495 16384, 29381 11470 16384, 29575 11449 16384, 29732 11440 16384, 29825 11440 16384, 29845 11447 16384, 29831 11458 16384, 29755 11509 16384, 29626 11592 16384, 29492 11703 16384, 29388 11851 16384, 29365 11980 16384, 29386 12112 16384, 29446 12220 16384, 29538 12301 16384, 29642 12338 16384, 29758 12352 16384, 29843 12336 16384</inkml:trace>
  <inkml:trace contextRef="#ctx0" brushRef="#br0">30035 11410 16384, 30030 11410 16384, 30025 11412 16384, 30025 11468 16384, 30035 11617 16384, 30053 11846 16384, 30083 12089 16384, 30126 12266 16384, 30179 12354 16384, 30227 12382 16384, 30268 12374 16384, 30313 12314 16384, 30366 12192 16384, 30437 12089 16384</inkml:trace>
  <inkml:trace contextRef="#ctx0" brushRef="#br0">30770 11629 16384, 30788 11639 16384, 30856 11690 16384, 30927 11778 16384, 30980 11884 16384, 31008 11970 16384, 31018 12028 16384, 31020 12054 16384, 31025 12054 16384</inkml:trace>
  <inkml:trace contextRef="#ctx0" brushRef="#br0">31274 11398 16384, 31268 11396 16384, 31256 11396 16384, 31250 11422 16384, 31240 11519 16384, 31219 11668 16384, 31205 11864 16384, 31209 12098 16384, 31250 12248 16384, 31323 12343 16384, 31426 12392 16384, 31530 12396 16384, 31633 12353 16384, 31751 12280 16384, 31854 12201 16384, 31933 12130 16384, 31948 12116 16384</inkml:trace>
  <inkml:trace contextRef="#ctx0" brushRef="#br0">32134 11562 16384, 32130 11562 16384, 32134 11560 16384, 32184 11552 16384, 32296 11532 16384, 32434 11498 16384, 32554 11468 16384, 32662 11448 16384, 32740 11436 16384, 32780 11430 16384</inkml:trace>
  <inkml:trace contextRef="#ctx0" brushRef="#br0">32128 11858 16384, 32152 11852 16384, 32254 11834 16384, 32398 11786 16384, 32550 11728 16384, 32692 11692 16384, 32792 11678 16384, 32838 11672 16384, 32846 11672 16384</inkml:trace>
  <inkml:trace contextRef="#ctx0" brushRef="#br0">32350 11396 16384, 32390 11418 16384, 32484 11494 16384, 32558 11592 16384, 32614 11696 16384, 32646 11796 16384, 32658 11874 16384, 32660 11936 16384, 32644 11976 16384, 32616 12000 16384, 32572 12004 16384</inkml:trace>
  <inkml:trace contextRef="#ctx0" brushRef="#br0">32232 12174 16384, 32222 12186 16384, 32236 12234 16384, 32318 12298 16384, 32420 12344 16384, 32522 12378 16384, 32612 12394 16384, 32690 12396 16384, 32764 12392 16384</inkml:trace>
  <inkml:trace contextRef="#ctx0" brushRef="#br0">33100 11504 16384, 33093 11501 16384, 33083 11528 16384, 33065 11621 16384, 33038 11802 16384, 33026 12025 16384, 33041 12186 16384, 33080 12264 16384, 33127 12291 16384</inkml:trace>
  <inkml:trace contextRef="#ctx0" brushRef="#br0">33324 11699 16384, 33410 11701 16384, 33536 11701 16384, 33656 11697 16384, 33766 11691 16384, 33839 11691 16384, 33866 11697 16384</inkml:trace>
  <inkml:trace contextRef="#ctx0" brushRef="#br0">33602 11519 16384, 33631 11586 16384, 33673 11718 16384, 33687 11891 16384, 33671 12060 16384, 33634 12184 16384, 33600 12247 16384, 33570 12255 16384, 33531 12238 16384, 33485 12189 16384, 33449 12125 16384, 33439 12074 16384, 33463 12043 16384, 33527 12019 16384, 33624 12002 16384, 33743 12018 16384, 33841 12064 16384, 33921 12118 16384, 33975 12153 16384, 34007 12167 16384, 34022 12174 16384, 34026 12174 16384</inkml:trace>
  <inkml:trace contextRef="#ctx0" brushRef="#br0">34885 11524 16384, 34874 11492 16384, 34885 11481 16384, 34906 11460 16384, 34928 11444 16384, 34954 11422 16384, 34981 11401 16384, 34997 11396 16384, 35008 11401 16384, 35013 11412 16384, 35013 11433 16384, 35013 11460 16384, 35013 11508 16384, 35008 11556 16384, 35008 11610 16384, 35008 11668 16384, 35013 11706 16384, 35035 11727 16384, 35061 11738 16384, 35099 11738 16384, 35142 11727 16384, 35179 11711 16384, 35216 11684 16384, 35248 11652 16384, 35281 11604 16384, 35302 11567 16384, 35323 11529 16384, 35334 11487 16384, 35339 11455 16384, 35339 11433 16384, 35339 11417 16384, 35334 11422 16384, 35329 11438 16384, 35323 11465 16384, 35313 11508 16384, 35307 11567 16384, 35297 11631 16384, 35291 11711 16384, 35281 11813 16384, 35270 11925 16384, 35254 12037 16384, 35238 12139 16384, 35216 12225 16384, 35190 12283 16384, 35168 12332 16384, 35147 12364 16384, 35125 12385 16384, 35088 12396 16384, 35045 12396 16384, 35013 12390 16384, 34981 12380 16384, 34949 12358 16384, 34928 12321 16384, 34912 12273 16384, 34912 12230 16384, 34917 12193 16384, 34938 12160 16384, 34976 12139 16384, 35024 12118 16384, 35083 12091 16384, 35142 12070 16384, 35222 12053 16384, 35291 12043 16384, 35361 12043 16384, 35414 12043 16384, 35462 12043 16384, 35494 12043 16384, 35516 12043 16384, 35532 12043 16384, 35537 12048 16384</inkml:trace>
  <inkml:trace contextRef="#ctx0" brushRef="#br0">36239 11776 16384, 36236 11776 16384, 36236 11779 16384, 36243 11783 16384, 36254 11783 16384, 36276 11786 16384, 36312 11786 16384, 36385 11783 16384, 36440 11776 16384, 36498 11772 16384, 36556 11768 16384, 36633 11768 16384, 36673 11776 16384, 36706 11783 16384, 36724 11790 16384</inkml:trace>
  <inkml:trace contextRef="#ctx0" brushRef="#br0">36250 12023 16384, 36247 12023 16384, 36250 12023 16384, 36258 12023 16384, 36283 12023 16384, 36356 12023 16384, 36381 12020 16384, 36436 12016 16384, 36462 12016 16384, 36520 12012 16384, 36574 12009 16384, 36629 12005 16384, 36680 12001 16384, 36716 12001 16384, 36746 11998 16384, 36771 11998 16384, 36786 11998 16384</inkml:trace>
  <inkml:trace contextRef="#ctx0" brushRef="#br0">38056 11475 16384, 38049 11460 16384, 38030 11418 16384, 38018 11411 16384, 38003 11403 16384, 37984 11396 16384, 37969 11396 16384, 37954 11396 16384, 37935 11403 16384, 37912 11422 16384, 37893 11445 16384, 37878 11475 16384, 37859 11528 16384, 37840 11589 16384, 37821 11668 16384, 37806 11771 16384, 37795 11881 16384, 37783 11998 16384, 37772 12108 16384, 37768 12187 16384, 37761 12256 16384, 37761 12301 16384, 37761 12331 16384, 37761 12354 16384, 37757 12373 16384, 37749 12388 16384, 37746 12396 16384</inkml:trace>
  <inkml:trace contextRef="#ctx0" brushRef="#br0">37564 11945 16384, 37568 11937 16384, 37587 11915 16384, 37602 11911 16384, 37640 11892 16384, 37677 11865 16384, 37727 11846 16384, 37776 11828 16384, 37829 11820 16384, 37886 11816 16384, 37931 11816 16384, 37973 11820 16384, 38007 11828 16384, 38037 11831 16384, 38060 11839 16384, 38068 11843 16384</inkml:trace>
  <inkml:trace contextRef="#ctx0" brushRef="#br0">38393 11326 16384, 38389 11315 16384, 38385 11315 16384, 38385 11308 16384, 38389 11304 16384, 38396 11304 16384, 38407 11300 16384, 38415 11304 16384, 38422 11308 16384, 38429 11315 16384, 38433 11322 16384, 38433 11330 16384, 38429 11337 16384, 38422 11348 16384, 38411 11356 16384, 38396 11363 16384, 38382 11367 16384, 38367 11367 16384, 38356 11367 16384, 38352 11363 16384, 38352 11356 16384, 38352 11348 16384, 38356 11341 16384, 38367 11330 16384, 38378 11322 16384, 38393 11315 16384, 38407 11308 16384, 38422 11304 16384, 38437 11304 16384, 38448 11304 16384, 38455 11308 16384, 38455 11311 16384, 38451 11319 16384, 38444 11326 16384, 38437 11337 16384, 38422 11348 16384, 38404 11356 16384, 38389 11367 16384, 38374 11370 16384, 38363 11374 16384, 38359 11374 16384, 38359 11370 16384, 38363 11363 16384, 38371 11356 16384, 38378 11345 16384, 38393 11334 16384, 38404 11322 16384, 38418 11311 16384, 38437 11300 16384, 38451 11293 16384, 38462 11289 16384, 38470 11286 16384, 38473 11289 16384, 38473 11297 16384, 38470 11308 16384, 38462 11319 16384, 38451 11326 16384, 38440 11337 16384, 38433 11348 16384, 38422 11356 16384, 38411 11363 16384, 38404 11367 16384, 38396 11367 16384, 38393 11367 16384, 38393 11363 16384, 38393 11359 16384, 38400 11356 16384, 38404 11352 16384, 38415 11345 16384, 38422 11341 16384, 38433 11337 16384, 38440 11334 16384, 38451 11330 16384, 38455 11326 16384, 38459 11326 16384, 38459 11330 16384, 38455 11337 16384, 38448 11345 16384, 38440 11352 16384, 38429 11359 16384, 38422 11367 16384, 38415 11370 16384, 38411 11370 16384, 38407 11370 16384, 38411 11367 16384, 38415 11363 16384, 38418 11356 16384, 38422 11352 16384, 38429 11348 16384, 38433 11348 16384, 38440 11345 16384, 38444 11345 16384, 38448 11348 16384, 38451 11356 16384, 38451 11367 16384, 38448 11374 16384, 38444 11381 16384, 38440 11389 16384, 38433 11392 16384, 38426 11392 16384, 38418 11392 16384, 38411 11392 16384, 38407 11389 16384, 38400 11381 16384, 38400 11378 16384, 38400 11370 16384, 38404 11363 16384, 38407 11356 16384, 38415 11348 16384, 38426 11341 16384, 38437 11334 16384, 38444 11330 16384, 38459 11330 16384, 38470 11330 16384, 38481 11330 16384, 38485 11334 16384, 38488 11337 16384, 38481 11345 16384, 38470 11356 16384, 38459 11367 16384, 38444 11378 16384, 38429 11392 16384, 38415 11403 16384, 38400 11411 16384, 38393 11411 16384, 38393 11403 16384, 38396 11396 16384, 38400 11385 16384, 38407 11374 16384, 38415 11359 16384, 38426 11345 16384, 38437 11326 16384, 38448 11308 16384, 38462 11297 16384, 38473 11289 16384, 38481 11286 16384, 38488 11289 16384, 38488 11297 16384, 38488 11304 16384, 38485 11315 16384, 38477 11326 16384, 38466 11337 16384, 38459 11348 16384, 38448 11356 16384, 38437 11367 16384, 38426 11374 16384, 38415 11381 16384, 38407 11381 16384, 38404 11381 16384, 38400 11378 16384, 38400 11370 16384, 38400 11367 16384, 38404 11359 16384, 38404 11352 16384, 38407 11345 16384, 38411 11334 16384, 38415 11326 16384, 38418 11319 16384, 38418 11315 16384, 38418 11319 16384, 38418 11322 16384, 38422 11330 16384, 38426 11334 16384, 38429 11341 16384, 38437 11345 16384, 38440 11348 16384, 38448 11348 16384, 38451 11352 16384, 38459 11352 16384, 38462 11352 16384, 38470 11356 16384, 38477 11359 16384, 38485 11370 16384, 38488 11389 16384, 38496 11411 16384, 38499 11444 16384, 38499 11481 16384, 38499 11514 16384, 38492 11540 16384, 38488 11558 16384, 38481 11576 16384, 38470 11587 16384, 38462 11598 16384, 38459 11606 16384</inkml:trace>
  <inkml:trace contextRef="#ctx0" brushRef="#br0">38829 11402 16384, 38829 11399 16384, 38829 11396 16384, 38826 11396 16384, 38817 11402 16384, 38811 11411 16384, 38802 11423 16384, 38789 11441 16384, 38777 11466 16384, 38750 11527 16384, 38741 11551 16384, 38734 11576 16384, 38716 11637 16384, 38692 11737 16384, 38683 11810 16384, 38680 11893 16384, 38683 12015 16384, 38692 12097 16384, 38707 12176 16384, 38737 12265 16384, 38753 12316 16384, 38771 12353 16384, 38795 12384 16384, 38805 12396 16384</inkml:trace>
  <inkml:trace contextRef="#ctx0" brushRef="#br0">39162 12367 16384, 39168 12379 16384, 39185 12396 16384, 39208 12396 16384, 39248 12379 16384, 39288 12344 16384, 39328 12293 16384, 39385 12219 16384, 39425 12144 16384, 39476 12059 16384, 39528 11956 16384, 39562 11853 16384, 39608 11739 16384, 39642 11624 16384, 39671 11533 16384, 39688 11459 16384, 39694 11413 16384, 39694 11396 16384, 39688 11396 16384, 39671 11401 16384, 39648 11424 16384, 39631 11453 16384, 39608 11499 16384, 39591 11561 16384, 39574 11647 16384, 39556 11744 16384, 39545 11859 16384, 39545 12001 16384, 39556 12144 16384, 39574 12247 16384, 39602 12310 16384, 39642 12344 16384, 39676 12356 16384, 39716 12361 16384, 39756 12361 16384, 39785 12350 16384</inkml:trace>
  <inkml:trace contextRef="#ctx0" brushRef="#br0">39345 11744 16384, 39322 11756 16384, 39288 11761 16384, 39299 11761 16384, 39328 11750 16384, 39362 11739 16384, 39402 11727 16384, 39459 11716 16384, 39528 11704 16384, 39602 11699 16384, 39682 11693 16384, 39745 11687 16384, 39796 11681 16384</inkml:trace>
  <inkml:trace contextRef="#ctx0" brushRef="#br0">40179 11396 16384, 40182 11396 16384, 40182 11399 16384, 40186 11399 16384, 40190 11403 16384, 40211 11428 16384, 40225 11460 16384, 40240 11510 16384, 40250 11571 16384, 40261 11635 16384, 40279 11749 16384, 40282 11789 16384, 40286 11828 16384, 40290 11903 16384, 40290 12017 16384, 40286 12081 16384, 40275 12146 16384, 40265 12206 16384, 40254 12253 16384, 40240 12314 16384, 40225 12346 16384, 40211 12371 16384, 40204 12378 16384, 40182 12396 16384</inkml:trace>
  <inkml:trace contextRef="#ctx0" brushRef="#br0">40759 11402 16384, 40759 11399 16384, 40759 11396 16384, 40756 11396 16384, 40747 11402 16384, 40741 11411 16384, 40732 11423 16384, 40719 11441 16384, 40707 11466 16384, 40680 11527 16384, 40671 11551 16384, 40664 11576 16384, 40646 11637 16384, 40622 11737 16384, 40613 11810 16384, 40610 11893 16384, 40613 12015 16384, 40622 12097 16384, 40637 12176 16384, 40667 12265 16384, 40683 12316 16384, 40701 12353 16384, 40725 12384 16384, 40735 12396 16384</inkml:trace>
  <inkml:trace contextRef="#ctx0" brushRef="#br0">41012 11662 16384, 41000 11632 16384, 41000 11620 16384, 41018 11602 16384, 41043 11578 16384, 41079 11553 16384, 41127 11529 16384, 41176 11511 16384, 41230 11505 16384, 41321 11517 16384, 41346 11529 16384, 41400 11565 16384, 41443 11626 16384, 41467 11699 16384, 41479 11790 16384, 41479 11875 16384, 41467 11953 16384, 41437 12032 16384, 41406 12099 16384, 41364 12165 16384, 41315 12226 16384, 41267 12281 16384, 41218 12323 16384, 41170 12359 16384, 41103 12390 16384, 41061 12396 16384, 41049 12396 16384</inkml:trace>
  <inkml:trace contextRef="#ctx0" brushRef="#br0">41818 11402 16384, 41806 11396 16384, 41764 11408 16384, 41746 11420 16384, 41709 11450 16384, 41667 11487 16384, 41618 11535 16384, 41570 11590 16384, 41533 11656 16384, 41491 11747 16384, 41467 11838 16384, 41449 11947 16384, 41443 12050 16384, 41455 12135 16384, 41479 12214 16384, 41527 12275 16384, 41576 12311 16384, 41630 12335 16384, 41691 12347 16384, 41746 12347 16384, 41776 12347 16384</inkml:trace>
  <inkml:trace contextRef="#ctx0" brushRef="#br0">42446 11892 16384, 42444 11892 16384, 42442 11895 16384, 42439 11895 16384, 42442 11897 16384, 42451 11902 16384, 42465 11904 16384, 42484 11906 16384, 42510 11906 16384, 42543 11902 16384, 42581 11897 16384, 42626 11890 16384, 42668 11885 16384, 42710 11885 16384, 42753 11885 16384, 42786 11885 16384, 42817 11887 16384, 42845 11890 16384, 42868 11892 16384, 42890 11895 16384, 42909 11895 16384, 42930 11892 16384, 42939 11890 16384</inkml:trace>
  <inkml:trace contextRef="#ctx0" brushRef="#br0">43652 12367 16384, 43658 12379 16384, 43675 12396 16384, 43698 12396 16384, 43738 12379 16384, 43778 12344 16384, 43818 12293 16384, 43875 12219 16384, 43915 12144 16384, 43966 12059 16384, 44018 11956 16384, 44052 11853 16384, 44098 11739 16384, 44132 11624 16384, 44161 11533 16384, 44178 11459 16384, 44184 11413 16384, 44184 11396 16384, 44178 11396 16384, 44161 11401 16384, 44138 11424 16384, 44121 11453 16384, 44098 11499 16384, 44081 11561 16384, 44064 11647 16384, 44046 11744 16384, 44035 11859 16384, 44035 12001 16384, 44046 12144 16384, 44064 12247 16384, 44092 12310 16384, 44132 12344 16384, 44166 12356 16384, 44206 12361 16384, 44246 12361 16384, 44275 12350 16384</inkml:trace>
  <inkml:trace contextRef="#ctx0" brushRef="#br0">43835 11744 16384, 43812 11756 16384, 43778 11761 16384, 43789 11761 16384, 43818 11750 16384, 43852 11739 16384, 43892 11727 16384, 43949 11716 16384, 44018 11704 16384, 44092 11699 16384, 44172 11693 16384, 44235 11687 16384, 44286 11681 16384</inkml:trace>
  <inkml:trace contextRef="#ctx0" brushRef="#br0">44669 11396 16384, 44672 11396 16384, 44672 11399 16384, 44676 11399 16384, 44680 11403 16384, 44701 11428 16384, 44715 11460 16384, 44730 11510 16384, 44740 11571 16384, 44751 11635 16384, 44769 11749 16384, 44772 11789 16384, 44776 11828 16384, 44780 11903 16384, 44780 12017 16384, 44776 12081 16384, 44765 12146 16384, 44755 12206 16384, 44744 12253 16384, 44730 12314 16384, 44715 12346 16384, 44701 12371 16384, 44694 12378 16384, 44672 12396 16384</inkml:trace>
  <inkml:trace contextRef="#ctx0" brushRef="#br0">45457 11886 16384, 45449 11886 16384, 45453 11886 16384, 45459 11886 16384, 45468 11885 16384, 45479 11885 16384, 45490 11883 16384, 45507 11883 16384, 45528 11881 16384, 45552 11879 16384, 45582 11879 16384, 45610 11877 16384, 45641 11877 16384, 45675 11875 16384, 45705 11875 16384, 45736 11877 16384, 45772 11879 16384, 45803 11883 16384, 45837 11885 16384, 45871 11886 16384, 45899 11888 16384, 45927 11888 16384, 45949 11888 16384, 45966 11888 16384, 45977 11890 16384, 45986 11890 16384, 45994 11890 16384, 45997 11890 16384, 45999 11886 16384</inkml:trace>
  <inkml:trace contextRef="#ctx0" brushRef="#br0">45734 11657 16384, 45734 11659 16384, 45733 11661 16384, 45733 11665 16384, 45733 11672 16384, 45733 11683 16384, 45734 11698 16384, 45736 11719 16384, 45738 11743 16384, 45738 11773 16384, 45740 11806 16384, 45738 11844 16384, 45736 11879 16384, 45733 11916 16384, 45729 11955 16384, 45727 11989 16384, 45727 12021 16384, 45727 12050 16384, 45727 12073 16384, 45727 12093 16384, 45729 12110 16384, 45731 12123 16384, 45733 12131 16384, 45734 12134 16384</inkml:trace>
  <inkml:trace contextRef="#ctx0" brushRef="#br0">47270 11475 16384, 47262 11460 16384, 47243 11418 16384, 47232 11411 16384, 47217 11403 16384, 47198 11396 16384, 47183 11396 16384, 47168 11396 16384, 47149 11403 16384, 47126 11422 16384, 47107 11445 16384, 47092 11475 16384, 47073 11528 16384, 47054 11589 16384, 47035 11668 16384, 47020 11771 16384, 47008 11881 16384, 46997 11998 16384, 46986 12108 16384, 46982 12187 16384, 46974 12256 16384, 46974 12301 16384, 46974 12331 16384, 46974 12354 16384, 46971 12373 16384, 46963 12388 16384, 46959 12396 16384</inkml:trace>
  <inkml:trace contextRef="#ctx0" brushRef="#br0">46777 11945 16384, 46781 11937 16384, 46800 11915 16384, 46815 11911 16384, 46853 11892 16384, 46891 11865 16384, 46940 11846 16384, 46989 11828 16384, 47043 11820 16384, 47099 11816 16384, 47145 11816 16384, 47186 11820 16384, 47221 11828 16384, 47251 11831 16384, 47274 11839 16384, 47281 11843 16384</inkml:trace>
  <inkml:trace contextRef="#ctx0" brushRef="#br0">47859 11402 16384, 47859 11399 16384, 47859 11396 16384, 47856 11396 16384, 47847 11402 16384, 47841 11411 16384, 47832 11423 16384, 47819 11441 16384, 47807 11466 16384, 47780 11527 16384, 47771 11551 16384, 47764 11576 16384, 47746 11637 16384, 47722 11737 16384, 47713 11810 16384, 47710 11893 16384, 47713 12015 16384, 47722 12097 16384, 47737 12176 16384, 47767 12265 16384, 47783 12316 16384, 47801 12353 16384, 47825 12384 16384, 47835 12396 16384</inkml:trace>
  <inkml:trace contextRef="#ctx0" brushRef="#br0">48192 12367 16384, 48198 12379 16384, 48215 12396 16384, 48238 12396 16384, 48278 12379 16384, 48318 12344 16384, 48358 12293 16384, 48415 12219 16384, 48455 12144 16384, 48506 12059 16384, 48558 11956 16384, 48592 11853 16384, 48638 11739 16384, 48672 11624 16384, 48701 11533 16384, 48718 11459 16384, 48724 11413 16384, 48724 11396 16384, 48718 11396 16384, 48701 11401 16384, 48678 11424 16384, 48661 11453 16384, 48638 11499 16384, 48621 11561 16384, 48604 11647 16384, 48586 11744 16384, 48575 11859 16384, 48575 12001 16384, 48586 12144 16384, 48604 12247 16384, 48632 12310 16384, 48672 12344 16384, 48706 12356 16384, 48746 12361 16384, 48786 12361 16384, 48815 12350 16384</inkml:trace>
  <inkml:trace contextRef="#ctx0" brushRef="#br0">48375 11744 16384, 48352 11756 16384, 48318 11761 16384, 48329 11761 16384, 48358 11750 16384, 48392 11739 16384, 48432 11727 16384, 48489 11716 16384, 48558 11704 16384, 48632 11699 16384, 48712 11693 16384, 48775 11687 16384, 48826 11681 16384</inkml:trace>
  <inkml:trace contextRef="#ctx0" brushRef="#br0">49209 11396 16384, 49212 11396 16384, 49212 11399 16384, 49216 11399 16384, 49220 11403 16384, 49241 11428 16384, 49255 11460 16384, 49270 11510 16384, 49280 11571 16384, 49291 11635 16384, 49309 11749 16384, 49312 11789 16384, 49316 11828 16384, 49320 11903 16384, 49320 12017 16384, 49316 12081 16384, 49305 12146 16384, 49295 12206 16384, 49284 12253 16384, 49270 12314 16384, 49255 12346 16384, 49241 12371 16384, 49234 12378 16384, 49212 12396 16384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13715 16384, 2200 13727 16384, 2225 13765 16384, 2238 13802 16384, 2238 13815 16384, 2238 13840 16384, 2225 13865 16384, 2200 13890 16384, 2162 13902 16384, 2138 13902 16384, 2100 13902 16384, 2062 13902 16384, 2038 13890 16384, 2025 13865 16384, 2025 13840 16384, 2025 13777 16384, 2050 13740 16384, 2075 13702 16384, 2112 13677 16384, 2150 13665 16384, 2175 13652 16384, 2212 13652 16384, 2250 13652 16384, 2262 13652 16384, 2288 13677 16384, 2300 13690 16384, 2300 13727 16384, 2288 13740 16384, 2262 13765 16384, 2238 13790 16384, 2200 13802 16384, 2150 13827 16384, 2100 13840 16384, 2050 13840 16384, 2013 13827 16384, 2000 13815 16384, 2000 13790 16384, 2000 13765 16384, 2025 13740 16384, 2038 13727 16384, 2062 13702 16384, 2112 13690 16384, 2150 13677 16384, 2175 13677 16384, 2212 13677 16384, 2238 13677 16384, 2262 13715 16384, 2275 13752 16384, 2275 13777 16384, 2275 13802 16384, 2262 13827 16384, 2238 13852 16384, 2225 13865 16384, 2212 13865 16384, 2200 13865 16384, 2188 13852 16384, 2188 13840 16384, 2188 13815 16384, 2188 13802 16384, 2188 13790 16384, 2200 13765 16384, 2212 13752 16384, 2225 13740 16384, 2238 13740 16384, 2238 13752 16384, 2225 13777 16384, 2225 13790 16384, 2212 13790 16384, 2200 13802 16384, 2188 13815 16384, 2175 13815 16384, 2162 13815 16384, 2162 13802 16384, 2175 13777 16384, 2200 13752 16384, 2212 13740 16384, 2225 13727 16384, 2212 13752 16384, 2175 13777 16384, 2138 13802 16384, 2100 13815 16384, 2062 13840 16384, 2050 13840 16384, 2062 13827 16384, 2100 13802 16384, 2112 13790 16384, 2150 13765 16384, 2175 13740 16384, 2225 13702 16384, 2238 13677 16384, 2238 13665 16384, 2225 13665 16384, 2200 13690 16384, 2175 13715 16384, 2150 13740 16384, 2138 13765 16384, 2125 13777 16384</inkml:trace>
  <inkml:trace contextRef="#ctx0" brushRef="#br0">3541 13357 16384, 3533 13342 16384, 3514 13300 16384, 3503 13292 16384, 3488 13285 16384, 3469 13277 16384, 3453 13277 16384, 3438 13277 16384, 3419 13285 16384, 3397 13304 16384, 3378 13326 16384, 3362 13357 16384, 3344 13410 16384, 3325 13470 16384, 3306 13550 16384, 3291 13652 16384, 3279 13762 16384, 3268 13879 16384, 3256 13989 16384, 3253 14069 16384, 3245 14137 16384, 3245 14182 16384, 3245 14213 16384, 3245 14235 16384, 3241 14254 16384, 3234 14270 16384, 3230 14277 16384</inkml:trace>
  <inkml:trace contextRef="#ctx0" brushRef="#br0">3048 13826 16384, 3052 13819 16384, 3071 13796 16384, 3086 13792 16384, 3124 13773 16384, 3162 13747 16384, 3211 13728 16384, 3260 13709 16384, 3313 13701 16384, 3370 13698 16384, 3416 13698 16384, 3457 13701 16384, 3491 13709 16384, 3522 13713 16384, 3544 13720 16384, 3552 13724 16384</inkml:trace>
  <inkml:trace contextRef="#ctx0" brushRef="#br0">3877 13208 16384, 3873 13197 16384, 3870 13197 16384, 3870 13189 16384, 3873 13186 16384, 3881 13186 16384, 3892 13182 16384, 3899 13186 16384, 3906 13189 16384, 3914 13197 16384, 3917 13204 16384, 3917 13211 16384, 3914 13219 16384, 3906 13230 16384, 3895 13237 16384, 3881 13244 16384, 3866 13248 16384, 3851 13248 16384, 3840 13248 16384, 3836 13244 16384, 3836 13237 16384, 3836 13230 16384, 3840 13222 16384, 3851 13211 16384, 3862 13204 16384, 3877 13197 16384, 3892 13189 16384, 3906 13186 16384, 3921 13186 16384, 3932 13186 16384, 3939 13189 16384, 3939 13193 16384, 3936 13200 16384, 3928 13208 16384, 3921 13219 16384, 3906 13230 16384, 3888 13237 16384, 3873 13248 16384, 3859 13252 16384, 3847 13255 16384, 3844 13255 16384, 3844 13252 16384, 3847 13244 16384, 3855 13237 16384, 3862 13226 16384, 3877 13215 16384, 3888 13204 16384, 3903 13193 16384, 3921 13182 16384, 3936 13174 16384, 3947 13171 16384, 3954 13167 16384, 3958 13171 16384, 3958 13178 16384, 3954 13189 16384, 3947 13200 16384, 3936 13208 16384, 3925 13219 16384, 3917 13230 16384, 3906 13237 16384, 3895 13244 16384, 3888 13248 16384, 3881 13248 16384, 3877 13248 16384, 3877 13244 16384, 3877 13241 16384, 3884 13237 16384, 3888 13233 16384, 3899 13226 16384, 3906 13222 16384, 3917 13219 16384, 3925 13215 16384, 3936 13211 16384, 3939 13208 16384, 3943 13208 16384, 3943 13211 16384, 3939 13219 16384, 3932 13226 16384, 3925 13233 16384, 3914 13241 16384, 3906 13248 16384, 3899 13252 16384, 3895 13252 16384, 3892 13252 16384, 3895 13248 16384, 3899 13244 16384, 3903 13237 16384, 3906 13233 16384, 3914 13230 16384, 3917 13230 16384, 3925 13226 16384, 3928 13226 16384, 3932 13230 16384, 3936 13237 16384, 3936 13248 16384, 3932 13255 16384, 3928 13263 16384, 3925 13270 16384, 3917 13274 16384, 3910 13274 16384, 3903 13274 16384, 3895 13274 16384, 3892 13270 16384, 3884 13263 16384, 3884 13259 16384, 3884 13252 16384, 3888 13244 16384, 3892 13237 16384, 3899 13230 16384, 3910 13222 16384, 3921 13215 16384, 3928 13211 16384, 3943 13211 16384, 3954 13211 16384, 3965 13211 16384, 3969 13215 16384, 3973 13219 16384, 3965 13226 16384, 3954 13237 16384, 3943 13248 16384, 3928 13259 16384, 3914 13274 16384, 3899 13285 16384, 3884 13292 16384, 3877 13292 16384, 3877 13285 16384, 3881 13277 16384, 3884 13266 16384, 3892 13255 16384, 3899 13241 16384, 3910 13226 16384, 3921 13208 16384, 3932 13189 16384, 3947 13178 16384, 3958 13171 16384, 3965 13167 16384, 3973 13171 16384, 3973 13178 16384, 3973 13186 16384, 3969 13197 16384, 3961 13208 16384, 3950 13219 16384, 3943 13230 16384, 3932 13237 16384, 3921 13248 16384, 3910 13255 16384, 3899 13263 16384, 3892 13263 16384, 3888 13263 16384, 3884 13259 16384, 3884 13252 16384, 3884 13248 16384, 3888 13241 16384, 3888 13233 16384, 3892 13226 16384, 3895 13215 16384, 3899 13208 16384, 3903 13200 16384, 3903 13197 16384, 3903 13200 16384, 3903 13204 16384, 3906 13211 16384, 3910 13215 16384, 3914 13222 16384, 3921 13226 16384, 3925 13230 16384, 3932 13230 16384, 3936 13233 16384, 3943 13233 16384, 3947 13233 16384, 3954 13237 16384, 3961 13241 16384, 3969 13252 16384, 3973 13270 16384, 3980 13292 16384, 3984 13325 16384, 3984 13362 16384, 3984 13395 16384, 3976 13421 16384, 3973 13439 16384, 3965 13458 16384, 3954 13469 16384, 3947 13480 16384, 3943 13487 16384</inkml:trace>
  <inkml:trace contextRef="#ctx0" brushRef="#br0">4313 13283 16384, 4313 13280 16384, 4313 13277 16384, 4310 13277 16384, 4301 13283 16384, 4295 13292 16384, 4286 13305 16384, 4274 13323 16384, 4261 13347 16384, 4234 13408 16384, 4225 13433 16384, 4219 13457 16384, 4200 13518 16384, 4176 13619 16384, 4167 13692 16384, 4164 13774 16384, 4167 13896 16384, 4176 13978 16384, 4191 14058 16384, 4222 14146 16384, 4237 14198 16384, 4255 14234 16384, 4280 14265 16384, 4289 14277 16384</inkml:trace>
  <inkml:trace contextRef="#ctx0" brushRef="#br0">4567 13544 16384, 4554 13514 16384, 4554 13501 16384, 4573 13483 16384, 4597 13459 16384, 4633 13435 16384, 4682 13410 16384, 4730 13392 16384, 4785 13386 16384, 4876 13398 16384, 4900 13410 16384, 4954 13447 16384, 4997 13507 16384, 5021 13580 16384, 5033 13671 16384, 5033 13756 16384, 5021 13835 16384, 4991 13914 16384, 4961 13980 16384, 4918 14047 16384, 4870 14107 16384, 4821 14162 16384, 4773 14204 16384, 4724 14241 16384, 4658 14271 16384, 4615 14277 16384, 4603 14277 16384</inkml:trace>
  <inkml:trace contextRef="#ctx0" brushRef="#br0">5373 13283 16384, 5361 13277 16384, 5318 13289 16384, 5300 13301 16384, 5264 13332 16384, 5221 13368 16384, 5173 13417 16384, 5124 13471 16384, 5088 13538 16384, 5045 13629 16384, 5021 13720 16384, 5003 13829 16384, 4997 13932 16384, 5009 14017 16384, 5033 14095 16384, 5082 14156 16384, 5130 14192 16384, 5185 14217 16384, 5245 14229 16384, 5300 14229 16384, 5330 14229 16384</inkml:trace>
  <inkml:trace contextRef="#ctx0" brushRef="#br0">5663 13277 16384, 5667 13277 16384, 5667 13281 16384, 5670 13281 16384, 5674 13284 16384, 5695 13309 16384, 5710 13341 16384, 5724 13391 16384, 5735 13452 16384, 5745 13516 16384, 5763 13631 16384, 5767 13670 16384, 5770 13709 16384, 5774 13784 16384, 5774 13899 16384, 5770 13963 16384, 5760 14027 16384, 5749 14088 16384, 5738 14134 16384, 5724 14195 16384, 5710 14227 16384, 5695 14252 16384, 5688 14259 16384, 5667 14277 16384</inkml:trace>
  <inkml:trace contextRef="#ctx0" brushRef="#br0">6447 13657 16384, 6444 13657 16384, 6444 13661 16384, 6451 13664 16384, 6462 13664 16384, 6484 13668 16384, 6520 13668 16384, 6593 13664 16384, 6648 13657 16384, 6706 13653 16384, 6764 13650 16384, 6841 13650 16384, 6881 13657 16384, 6913 13664 16384, 6932 13672 16384</inkml:trace>
  <inkml:trace contextRef="#ctx0" brushRef="#br0">6458 13905 16384, 6454 13905 16384, 6458 13905 16384, 6465 13905 16384, 6491 13905 16384, 6564 13905 16384, 6589 13901 16384, 6644 13897 16384, 6669 13897 16384, 6728 13894 16384, 6782 13890 16384, 6837 13886 16384, 6888 13883 16384, 6924 13883 16384, 6953 13879 16384, 6979 13879 16384, 6994 13879 16384</inkml:trace>
  <inkml:trace contextRef="#ctx0" brushRef="#br0">7790 13489 16384, 7759 13426 16384, 7764 13379 16384, 7805 13331 16384, 7885 13288 16384, 7993 13277 16384, 8108 13325 16384, 8186 13431 16384, 8192 13563 16384, 8132 13697 16384, 8030 13816 16384, 7935 13885 16384, 7887 13903 16384, 7870 13888 16384, 7874 13864 16384, 7920 13840 16384, 8011 13825 16384, 8130 13836 16384, 8240 13898 16384, 8294 13994 16384, 8290 14078 16384, 8240 14149 16384, 8151 14217 16384, 8041 14262 16384, 7915 14277 16384, 7801 14253 16384, 7753 14221 16384</inkml:trace>
  <inkml:trace contextRef="#ctx0" brushRef="#br0">8657 13544 16384, 8644 13514 16384, 8644 13501 16384, 8663 13483 16384, 8687 13459 16384, 8723 13435 16384, 8772 13410 16384, 8820 13392 16384, 8875 13386 16384, 8966 13398 16384, 8990 13410 16384, 9044 13447 16384, 9087 13507 16384, 9111 13580 16384, 9123 13671 16384, 9123 13756 16384, 9111 13835 16384, 9081 13914 16384, 9051 13980 16384, 9008 14047 16384, 8960 14107 16384, 8911 14162 16384, 8863 14204 16384, 8814 14241 16384, 8748 14271 16384, 8705 14277 16384, 8693 14277 16384</inkml:trace>
  <inkml:trace contextRef="#ctx0" brushRef="#br0">9463 13283 16384, 9451 13277 16384, 9408 13289 16384, 9390 13301 16384, 9354 13332 16384, 9311 13368 16384, 9263 13417 16384, 9214 13471 16384, 9178 13538 16384, 9135 13629 16384, 9111 13720 16384, 9093 13829 16384, 9087 13932 16384, 9099 14017 16384, 9123 14095 16384, 9172 14156 16384, 9220 14192 16384, 9275 14217 16384, 9335 14229 16384, 9390 14229 16384, 9420 14229 16384</inkml:trace>
  <inkml:trace contextRef="#ctx0" brushRef="#br0">9582 13264 16384, 9579 13260 16384, 9572 13251 16384, 9567 13234 16384, 9568 13210 16384, 9581 13189 16384, 9602 13172 16384, 9630 13167 16384, 9657 13181 16384, 9677 13218 16384, 9685 13280 16384, 9679 13346 16384, 9663 13389 16384, 9636 13424 16384, 9622 13440 16384, 9608 13452 16384, 9588 13467 16384, 9580 13470 16384, 9586 13469 16384, 9607 13468 16384, 9638 13471 16384, 9675 13478 16384, 9709 13484 16384, 9735 13487 16384, 9755 13486 16384, 9761 13485 16384</inkml:trace>
  <inkml:trace contextRef="#ctx0" brushRef="#br0">10298 13774 16384, 10295 13774 16384, 10293 13776 16384, 10291 13776 16384, 10293 13778 16384, 10302 13783 16384, 10316 13785 16384, 10335 13788 16384, 10361 13788 16384, 10394 13783 16384, 10432 13778 16384, 10477 13771 16384, 10519 13767 16384, 10562 13767 16384, 10604 13767 16384, 10637 13767 16384, 10668 13769 16384, 10696 13771 16384, 10720 13774 16384, 10741 13776 16384, 10760 13776 16384, 10781 13774 16384, 10791 13771 16384</inkml:trace>
  <inkml:trace contextRef="#ctx0" brushRef="#br0">11869 13277 16384, 11863 13279 16384, 11867 13329 16384, 11865 13486 16384, 11835 13733 16384, 11804 13962 16384, 11780 14123 16384, 11772 14231 16384, 11791 14277 16384</inkml:trace>
  <inkml:trace contextRef="#ctx0" brushRef="#br0">13028 13424 16384, 13020 13381 16384, 12983 13334 16384, 12922 13285 16384, 12846 13277 16384, 12753 13309 16384, 12673 13366 16384, 12637 13438 16384, 12631 13535 16384, 12669 13652 16384, 12747 13766 16384, 12859 13888 16384, 12964 13986 16384, 13034 14065 16384, 13070 14140 16384, 13058 14201 16384, 13009 14250 16384, 12940 14273 16384, 12844 14277 16384, 12763 14261 16384, 12716 14212 16384, 12706 14116 16384, 12730 14020 16384, 12779 13937 16384, 12844 13849 16384, 12916 13735 16384, 12985 13605 16384, 13024 13515 16384, 13028 13489 16384, 13009 13468 16384, 12981 13440 16384, 12965 13415 16384, 12956 13397 16384</inkml:trace>
  <inkml:trace contextRef="#ctx0" brushRef="#br0">13484 13544 16384, 13471 13514 16384, 13471 13501 16384, 13490 13483 16384, 13514 13459 16384, 13550 13435 16384, 13599 13410 16384, 13647 13392 16384, 13702 13386 16384, 13793 13398 16384, 13817 13410 16384, 13871 13447 16384, 13914 13507 16384, 13938 13580 16384, 13950 13671 16384, 13950 13756 16384, 13938 13835 16384, 13908 13914 16384, 13878 13980 16384, 13835 14047 16384, 13787 14107 16384, 13738 14162 16384, 13690 14204 16384, 13641 14241 16384, 13574 14271 16384, 13532 14277 16384, 13520 14277 16384</inkml:trace>
  <inkml:trace contextRef="#ctx0" brushRef="#br0">14290 13283 16384, 14278 13277 16384, 14235 13289 16384, 14217 13301 16384, 14181 13332 16384, 14138 13368 16384, 14090 13417 16384, 14041 13471 16384, 14005 13538 16384, 13962 13629 16384, 13938 13720 16384, 13920 13829 16384, 13914 13932 16384, 13926 14017 16384, 13950 14095 16384, 13999 14156 16384, 14047 14192 16384, 14102 14217 16384, 14162 14229 16384, 14217 14229 16384, 14247 14229 16384</inkml:trace>
  <inkml:trace contextRef="#ctx0" brushRef="#br0">14918 13768 16384, 14911 13768 16384, 14914 13768 16384, 14920 13768 16384, 14929 13766 16384, 14940 13766 16384, 14952 13764 16384, 14968 13764 16384, 14989 13762 16384, 15013 13760 16384, 15043 13760 16384, 15071 13758 16384, 15103 13758 16384, 15136 13757 16384, 15166 13757 16384, 15198 13758 16384, 15233 13760 16384, 15265 13764 16384, 15298 13766 16384, 15332 13768 16384, 15360 13770 16384, 15388 13770 16384, 15410 13770 16384, 15427 13770 16384, 15438 13772 16384, 15448 13772 16384, 15455 13772 16384, 15459 13772 16384, 15461 13768 16384</inkml:trace>
  <inkml:trace contextRef="#ctx0" brushRef="#br0">15196 13538 16384, 15196 13540 16384, 15194 13542 16384, 15194 13546 16384, 15194 13553 16384, 15194 13565 16384, 15196 13580 16384, 15198 13600 16384, 15200 13624 16384, 15200 13654 16384, 15201 13688 16384, 15200 13725 16384, 15198 13760 16384, 15194 13798 16384, 15190 13837 16384, 15188 13870 16384, 15188 13902 16384, 15188 13932 16384, 15188 13954 16384, 15188 13975 16384, 15190 13992 16384, 15192 14005 16384, 15194 14012 16384, 15196 14016 16384</inkml:trace>
  <inkml:trace contextRef="#ctx0" brushRef="#br0">16539 13277 16384, 16533 13279 16384, 16537 13329 16384, 16535 13486 16384, 16505 13733 16384, 16474 13962 16384, 16450 14123 16384, 16442 14231 16384, 16461 14277 16384</inkml:trace>
  <inkml:trace contextRef="#ctx0" brushRef="#br0">17347 13285 16384, 17339 13293 16384, 17337 13348 16384, 17311 13483 16384, 17265 13628 16384, 17234 13727 16384, 17224 13783 16384, 17226 13807 16384, 17240 13809 16384, 17265 13805 16384, 17311 13785 16384, 17385 13753 16384, 17476 13739 16384, 17567 13761 16384, 17633 13824 16384, 17674 13914 16384, 17684 14015 16384, 17660 14104 16384, 17593 14184 16384, 17504 14245 16384, 17412 14277 16384, 17317 14269 16384, 17271 14243 16384</inkml:trace>
  <inkml:trace contextRef="#ctx0" brushRef="#br0">17333 13289 16384, 17329 13289 16384, 17341 13289 16384, 17410 13291 16384, 17535 13283 16384, 17664 13277 16384, 17775 13299 16384, 17817 13319 16384</inkml:trace>
  <inkml:trace contextRef="#ctx0" brushRef="#br0">18895 13578 16384, 18886 13559 16384, 18890 13559 16384, 18941 13561 16384, 19045 13561 16384, 19167 13557 16384, 19275 13553 16384, 19342 13553 16384, 19365 13561 16384</inkml:trace>
  <inkml:trace contextRef="#ctx0" brushRef="#br0">18930 13281 16384, 18916 13277 16384, 18930 13291 16384, 18955 13344 16384, 18961 13482 16384, 18938 13731 16384, 18895 13955 16384, 18846 14116 16384, 18794 14224 16384, 18750 14275 16384, 18698 14277 16384, 18637 14233 16384, 18577 14141 16384, 18551 14068 16384, 18570 14051 16384, 18625 14030 16384, 18727 14019 16384, 18872 14055 16384, 19039 14130 16384, 19167 14199 16384, 19246 14239 16384, 19286 14260 16384, 19307 14266 16384</inkml:trace>
  <inkml:trace contextRef="#ctx0" brushRef="#br0">19601 13277 16384, 19601 13283 16384, 19592 13356 16384, 19567 13491 16384, 19545 13628 16384, 19548 13742 16384, 19576 13805 16384, 19618 13826 16384, 19669 13826 16384, 19729 13775 16384</inkml:trace>
  <inkml:trace contextRef="#ctx0" brushRef="#br0">20074 13294 16384, 20083 13332 16384, 20112 13414 16384, 20138 13520 16384, 20140 13684 16384, 20112 13876 16384, 20067 14045 16384, 20012 14177 16384, 19974 14252 16384, 19955 14277 16384</inkml:trace>
  <inkml:trace contextRef="#ctx0" brushRef="#br0">20320 13927 16384, 20326 13934 16384, 20332 13940 16384, 20345 13959 16384, 20377 13997 16384, 20415 14042 16384, 20447 14099 16384, 20479 14150 16384, 20504 14188 16384, 20536 14220 16384, 20561 14245 16384, 20581 14258 16384, 20593 14264 16384, 20606 14277 16384, 20612 14277 16384</inkml:trace>
  <inkml:trace contextRef="#ctx0" brushRef="#br0">20806 13596 16384, 20796 13596 16384, 20792 13596 16384, 20810 13596 16384, 20868 13593 16384, 20985 13573 16384, 21147 13554 16384, 21326 13535 16384, 21504 13516 16384, 21652 13502 16384, 21743 13502 16384, 21775 13500 16384</inkml:trace>
  <inkml:trace contextRef="#ctx0" brushRef="#br0">21469 13332 16384, 21483 13362 16384, 21528 13463 16384, 21546 13594 16384, 21534 13731 16384, 21511 13832 16384, 21490 13888 16384, 21472 13907 16384, 21455 13906 16384, 21437 13892 16384</inkml:trace>
  <inkml:trace contextRef="#ctx0" brushRef="#br0">21138 13353 16384, 21137 13357 16384, 21140 13411 16384, 21133 13552 16384, 21109 13731 16384, 21097 13914 16384, 21114 14039 16384, 21159 14119 16384, 21222 14184 16384, 21298 14215 16384, 21385 14222 16384, 21485 14215 16384, 21574 14205 16384, 21654 14203 16384, 21717 14192 16384, 21770 14182 16384, 21792 14177 16384</inkml:trace>
  <inkml:trace contextRef="#ctx0" brushRef="#br0">21990 13938 16384, 21972 13925 16384, 21977 13916 16384, 21994 13903 16384, 22020 13886 16384, 22050 13869 16384, 22093 13847 16384, 22136 13822 16384, 22187 13800 16384, 22234 13787 16384, 22290 13774 16384, 22338 13770 16384, 22389 13774 16384, 22436 13787 16384, 22471 13809 16384, 22497 13839 16384, 22514 13873 16384, 22522 13912 16384, 22518 13959 16384, 22505 14006 16384, 22484 14049 16384, 22462 14092 16384, 22436 14140 16384, 22406 14170 16384, 22381 14204 16384, 22350 14234 16384</inkml:trace>
  <inkml:trace contextRef="#ctx0" brushRef="#br0">22716 13596 16384, 22706 13596 16384, 22702 13596 16384, 22720 13596 16384, 22778 13593 16384, 22895 13573 16384, 23057 13554 16384, 23236 13535 16384, 23414 13516 16384, 23562 13502 16384, 23653 13502 16384, 23685 13500 16384</inkml:trace>
  <inkml:trace contextRef="#ctx0" brushRef="#br0">23379 13332 16384, 23393 13362 16384, 23438 13463 16384, 23456 13594 16384, 23444 13731 16384, 23421 13832 16384, 23400 13888 16384, 23382 13907 16384, 23365 13906 16384, 23347 13892 16384</inkml:trace>
  <inkml:trace contextRef="#ctx0" brushRef="#br0">23048 13353 16384, 23047 13357 16384, 23050 13411 16384, 23043 13552 16384, 23019 13731 16384, 23007 13914 16384, 23024 14039 16384, 23069 14119 16384, 23132 14184 16384, 23208 14215 16384, 23295 14222 16384, 23395 14215 16384, 23484 14205 16384, 23564 14203 16384, 23627 14192 16384, 23680 14182 16384, 23702 14177 16384</inkml:trace>
  <inkml:trace contextRef="#ctx0" brushRef="#br0">24276 13295 16384, 24278 13282 16384, 24278 13277 16384, 24269 13306 16384, 24220 13408 16384, 24109 13630 16384, 23982 13904 16384, 23905 14102 16384, 23882 14206 16384, 23882 14255 16384, 23889 14277 16384, 23905 14266 16384, 23945 14190 16384, 24002 14055 16384, 24082 13886 16384, 24178 13755 16384, 24240 13715 16384, 24278 13704 16384, 24296 13730 16384, 24309 13808 16384, 24325 13935 16384, 24351 14070 16384, 24398 14168 16384, 24458 14217 16384, 24533 14244 16384, 24611 14246 16384, 24653 14237 16384</inkml:trace>
  <inkml:trace contextRef="#ctx0" brushRef="#br0">24908 13386 16384, 24901 13382 16384, 24891 13409 16384, 24872 13503 16384, 24845 13684 16384, 24833 13906 16384, 24849 14067 16384, 24888 14145 16384, 24935 14172 16384</inkml:trace>
  <inkml:trace contextRef="#ctx0" brushRef="#br0">25132 13581 16384, 25218 13582 16384, 25344 13582 16384, 25464 13579 16384, 25574 13572 16384, 25647 13572 16384, 25674 13579 16384</inkml:trace>
  <inkml:trace contextRef="#ctx0" brushRef="#br0">25410 13401 16384, 25439 13467 16384, 25481 13599 16384, 25494 13772 16384, 25479 13942 16384, 25442 14065 16384, 25408 14128 16384, 25378 14136 16384, 25339 14120 16384, 25293 14070 16384, 25257 14006 16384, 25247 13955 16384, 25271 13925 16384, 25335 13901 16384, 25432 13884 16384, 25550 13899 16384, 25649 13945 16384, 25728 13999 16384, 25783 14035 16384, 25815 14048 16384, 25830 14055 16384, 25833 14055 16384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482 15287 16384, 472 15255 16384, 482 15244 16384, 504 15223 16384, 525 15207 16384, 552 15185 16384, 579 15164 16384, 595 15159 16384, 605 15164 16384, 611 15175 16384, 611 15196 16384, 611 15223 16384, 611 15271 16384, 605 15319 16384, 605 15372 16384, 605 15431 16384, 611 15469 16384, 632 15490 16384, 659 15501 16384, 696 15501 16384, 739 15490 16384, 776 15474 16384, 814 15447 16384, 846 15415 16384, 878 15367 16384, 899 15330 16384, 921 15292 16384, 932 15249 16384, 937 15217 16384, 937 15196 16384, 937 15180 16384, 932 15185 16384, 926 15201 16384, 921 15228 16384, 910 15271 16384, 905 15330 16384, 894 15394 16384, 889 15474 16384, 878 15576 16384, 867 15688 16384, 851 15800 16384, 835 15902 16384, 814 15987 16384, 787 16046 16384, 766 16094 16384, 744 16126 16384, 723 16148 16384, 686 16159 16384, 643 16159 16384, 611 16153 16384, 579 16143 16384, 547 16121 16384, 525 16084 16384, 509 16036 16384, 509 15993 16384, 514 15955 16384, 536 15923 16384, 573 15902 16384, 621 15880 16384, 680 15854 16384, 739 15832 16384, 819 15816 16384, 889 15806 16384, 958 15806 16384, 1012 15806 16384, 1060 15806 16384, 1092 15806 16384, 1113 15806 16384, 1129 15806 16384, 1135 15811 16384</inkml:trace>
  <inkml:trace contextRef="#ctx0" brushRef="#br0">1837 15538 16384, 1833 15538 16384, 1833 15542 16384, 1841 15546 16384, 1851 15546 16384, 1873 15549 16384, 1910 15549 16384, 1983 15546 16384, 2037 15538 16384, 2095 15535 16384, 2154 15531 16384, 2230 15531 16384, 2270 15538 16384, 2303 15546 16384, 2321 15553 16384</inkml:trace>
  <inkml:trace contextRef="#ctx0" brushRef="#br0">1848 15786 16384, 1844 15786 16384, 1848 15786 16384, 1855 15786 16384, 1881 15786 16384, 1953 15786 16384, 1979 15782 16384, 2034 15779 16384, 2059 15779 16384, 2117 15775 16384, 2172 15771 16384, 2227 15768 16384, 2278 15764 16384, 2314 15764 16384, 2343 15761 16384, 2369 15761 16384, 2383 15761 16384</inkml:trace>
  <inkml:trace contextRef="#ctx0" brushRef="#br0">3213 15165 16384, 3213 15162 16384, 3213 15159 16384, 3210 15159 16384, 3201 15165 16384, 3195 15174 16384, 3185 15186 16384, 3173 15204 16384, 3161 15229 16384, 3134 15290 16384, 3125 15314 16384, 3118 15338 16384, 3100 15399 16384, 3076 15500 16384, 3067 15573 16384, 3064 15656 16384, 3067 15777 16384, 3076 15860 16384, 3091 15939 16384, 3121 16027 16384, 3137 16079 16384, 3155 16116 16384, 3179 16146 16384, 3189 16159 16384</inkml:trace>
  <inkml:trace contextRef="#ctx0" brushRef="#br0">3629 15371 16384, 3599 15308 16384, 3603 15260 16384, 3645 15213 16384, 3725 15169 16384, 3833 15159 16384, 3948 15206 16384, 4026 15312 16384, 4032 15444 16384, 3971 15578 16384, 3870 15698 16384, 3774 15767 16384, 3727 15784 16384, 3710 15769 16384, 3714 15745 16384, 3759 15721 16384, 3850 15706 16384, 3969 15717 16384, 4080 15780 16384, 4134 15875 16384, 4129 15959 16384, 4080 16031 16384, 3991 16098 16384, 3881 16143 16384, 3755 16159 16384, 3640 16135 16384, 3593 16102 16384</inkml:trace>
  <inkml:trace contextRef="#ctx0" brushRef="#br0">4576 16130 16384, 4582 16141 16384, 4599 16159 16384, 4622 16159 16384, 4662 16141 16384, 4702 16107 16384, 4742 16056 16384, 4799 15981 16384, 4839 15907 16384, 4890 15821 16384, 4942 15719 16384, 4976 15616 16384, 5022 15501 16384, 5056 15387 16384, 5085 15296 16384, 5102 15221 16384, 5108 15176 16384, 5108 15159 16384, 5102 15159 16384, 5085 15164 16384, 5062 15187 16384, 5045 15216 16384, 5022 15261 16384, 5005 15324 16384, 4988 15410 16384, 4970 15507 16384, 4959 15621 16384, 4959 15764 16384, 4970 15907 16384, 4988 16010 16384, 5016 16073 16384, 5056 16107 16384, 5090 16119 16384, 5130 16124 16384, 5170 16124 16384, 5199 16113 16384</inkml:trace>
  <inkml:trace contextRef="#ctx0" brushRef="#br0">4759 15507 16384, 4736 15519 16384, 4702 15524 16384, 4713 15524 16384, 4742 15513 16384, 4776 15501 16384, 4816 15490 16384, 4873 15479 16384, 4942 15467 16384, 5016 15461 16384, 5096 15456 16384, 5159 15450 16384, 5210 15444 16384</inkml:trace>
  <inkml:trace contextRef="#ctx0" brushRef="#br0">5422 15146 16384, 5419 15141 16384, 5412 15132 16384, 5406 15116 16384, 5407 15092 16384, 5420 15070 16384, 5442 15054 16384, 5470 15049 16384, 5496 15062 16384, 5516 15099 16384, 5524 15161 16384, 5519 15228 16384, 5503 15270 16384, 5476 15305 16384, 5461 15321 16384, 5448 15333 16384, 5428 15349 16384, 5419 15352 16384, 5426 15350 16384, 5447 15349 16384, 5478 15353 16384, 5515 15359 16384, 5549 15365 16384, 5575 15369 16384, 5595 15367 16384, 5600 15366 16384</inkml:trace>
  <inkml:trace contextRef="#ctx0" brushRef="#br0">6137 15655 16384, 6135 15655 16384, 6133 15657 16384, 6130 15657 16384, 6133 15660 16384, 6142 15664 16384, 6156 15667 16384, 6175 15669 16384, 6201 15669 16384, 6234 15664 16384, 6272 15660 16384, 6317 15653 16384, 6359 15648 16384, 6401 15648 16384, 6444 15648 16384, 6477 15648 16384, 6508 15650 16384, 6536 15653 16384, 6559 15655 16384, 6581 15657 16384, 6600 15657 16384, 6621 15655 16384, 6630 15653 16384</inkml:trace>
  <inkml:trace contextRef="#ctx0" brushRef="#br0">7708 15159 16384, 7703 15160 16384, 7707 15210 16384, 7705 15368 16384, 7675 15614 16384, 7644 15844 16384, 7619 16005 16384, 7612 16112 16384, 7631 16159 16384</inkml:trace>
  <inkml:trace contextRef="#ctx0" brushRef="#br0">8868 15306 16384, 8860 15263 16384, 8823 15216 16384, 8762 15166 16384, 8685 15159 16384, 8593 15190 16384, 8512 15247 16384, 8477 15320 16384, 8471 15416 16384, 8508 15534 16384, 8587 15648 16384, 8699 15770 16384, 8803 15868 16384, 8874 15946 16384, 8909 16021 16384, 8897 16082 16384, 8848 16131 16384, 8780 16155 16384, 8683 16159 16384, 8603 16143 16384, 8556 16094 16384, 8546 15997 16384, 8569 15901 16384, 8619 15819 16384, 8683 15730 16384, 8756 15616 16384, 8825 15487 16384, 8864 15396 16384, 8868 15371 16384, 8848 15349 16384, 8821 15322 16384, 8805 15296 16384, 8795 15278 16384</inkml:trace>
  <inkml:trace contextRef="#ctx0" brushRef="#br0">9403 16130 16384, 9409 16141 16384, 9426 16159 16384, 9449 16159 16384, 9489 16141 16384, 9529 16107 16384, 9569 16056 16384, 9626 15981 16384, 9666 15907 16384, 9717 15821 16384, 9769 15719 16384, 9803 15616 16384, 9849 15501 16384, 9883 15387 16384, 9912 15296 16384, 9929 15221 16384, 9934 15176 16384, 9934 15159 16384, 9929 15159 16384, 9912 15164 16384, 9889 15187 16384, 9872 15216 16384, 9849 15261 16384, 9832 15324 16384, 9814 15410 16384, 9797 15507 16384, 9786 15621 16384, 9786 15764 16384, 9797 15907 16384, 9814 16010 16384, 9843 16073 16384, 9883 16107 16384, 9917 16119 16384, 9957 16124 16384, 9997 16124 16384, 10026 16113 16384</inkml:trace>
  <inkml:trace contextRef="#ctx0" brushRef="#br0">9586 15507 16384, 9563 15519 16384, 9529 15524 16384, 9540 15524 16384, 9569 15513 16384, 9603 15501 16384, 9643 15490 16384, 9700 15479 16384, 9769 15467 16384, 9843 15461 16384, 9923 15456 16384, 9986 15450 16384, 10037 15444 16384</inkml:trace>
  <inkml:trace contextRef="#ctx0" brushRef="#br0">10758 15649 16384, 10750 15649 16384, 10754 15649 16384, 10760 15649 16384, 10769 15647 16384, 10780 15647 16384, 10791 15646 16384, 10808 15646 16384, 10829 15644 16384, 10853 15642 16384, 10883 15642 16384, 10911 15640 16384, 10942 15640 16384, 10976 15638 16384, 11006 15638 16384, 11037 15640 16384, 11073 15642 16384, 11104 15646 16384, 11138 15647 16384, 11172 15649 16384, 11200 15651 16384, 11227 15651 16384, 11250 15651 16384, 11267 15651 16384, 11278 15653 16384, 11287 15653 16384, 11295 15653 16384, 11298 15653 16384, 11300 15649 16384</inkml:trace>
  <inkml:trace contextRef="#ctx0" brushRef="#br0">11035 15420 16384, 11035 15422 16384, 11034 15424 16384, 11034 15427 16384, 11034 15435 16384, 11034 15446 16384, 11035 15461 16384, 11037 15481 16384, 11039 15506 16384, 11039 15536 16384, 11041 15569 16384, 11039 15606 16384, 11037 15642 16384, 11034 15679 16384, 11030 15718 16384, 11028 15752 16384, 11028 15783 16384, 11028 15813 16384, 11028 15836 16384, 11028 15856 16384, 11030 15873 16384, 11032 15886 16384, 11034 15893 16384, 11035 15897 16384</inkml:trace>
  <inkml:trace contextRef="#ctx0" brushRef="#br0">12378 15159 16384, 12373 15160 16384, 12377 15210 16384, 12375 15368 16384, 12345 15614 16384, 12314 15844 16384, 12289 16005 16384, 12282 16112 16384, 12301 16159 16384</inkml:trace>
  <inkml:trace contextRef="#ctx0" brushRef="#br0">13187 15167 16384, 13179 15175 16384, 13177 15229 16384, 13151 15364 16384, 13104 15509 16384, 13074 15608 16384, 13064 15665 16384, 13066 15689 16384, 13080 15691 16384, 13104 15687 16384, 13151 15667 16384, 13225 15634 16384, 13316 15620 16384, 13407 15642 16384, 13473 15705 16384, 13513 15796 16384, 13524 15896 16384, 13499 15985 16384, 13433 16066 16384, 13344 16126 16384, 13251 16159 16384, 13157 16151 16384, 13110 16124 16384</inkml:trace>
  <inkml:trace contextRef="#ctx0" brushRef="#br0">13173 15171 16384, 13169 15171 16384, 13181 15171 16384, 13249 15173 16384, 13374 15165 16384, 13503 15159 16384, 13614 15181 16384, 13657 15201 16384</inkml:trace>
  <inkml:trace contextRef="#ctx0" brushRef="#br0">14060 15159 16384, 14063 15159 16384, 14063 15162 16384, 14067 15162 16384, 14071 15166 16384, 14092 15191 16384, 14106 15223 16384, 14121 15273 16384, 14131 15334 16384, 14142 15398 16384, 14160 15512 16384, 14163 15551 16384, 14167 15591 16384, 14171 15666 16384, 14171 15780 16384, 14167 15844 16384, 14156 15909 16384, 14146 15969 16384, 14135 16016 16384, 14121 16076 16384, 14106 16109 16384, 14092 16134 16384, 14085 16141 16384, 14063 16159 16384</inkml:trace>
  <inkml:trace contextRef="#ctx0" brushRef="#br0">14640 15165 16384, 14640 15162 16384, 14640 15159 16384, 14637 15159 16384, 14628 15165 16384, 14622 15174 16384, 14612 15186 16384, 14600 15204 16384, 14588 15229 16384, 14561 15290 16384, 14551 15314 16384, 14545 15338 16384, 14527 15399 16384, 14503 15500 16384, 14494 15573 16384, 14491 15656 16384, 14494 15777 16384, 14503 15860 16384, 14518 15939 16384, 14548 16027 16384, 14564 16079 16384, 14582 16116 16384, 14606 16146 16384, 14616 16159 16384</inkml:trace>
  <inkml:trace contextRef="#ctx0" brushRef="#br0">14893 15425 16384, 14881 15395 16384, 14881 15383 16384, 14899 15365 16384, 14924 15340 16384, 14960 15316 16384, 15008 15292 16384, 15057 15274 16384, 15111 15268 16384, 15202 15280 16384, 15227 15292 16384, 15281 15328 16384, 15324 15389 16384, 15348 15462 16384, 15360 15553 16384, 15360 15637 16384, 15348 15716 16384, 15317 15795 16384, 15287 15862 16384, 15245 15928 16384, 15196 15989 16384, 15148 16043 16384, 15099 16086 16384, 15051 16122 16384, 14984 16153 16384, 14942 16159 16384, 14930 16159 16384</inkml:trace>
  <inkml:trace contextRef="#ctx0" brushRef="#br0">15699 15165 16384, 15687 15159 16384, 15645 15171 16384, 15627 15183 16384, 15590 15213 16384, 15548 15249 16384, 15499 15298 16384, 15451 15353 16384, 15414 15419 16384, 15372 15510 16384, 15348 15601 16384, 15330 15710 16384, 15324 15813 16384, 15336 15898 16384, 15360 15977 16384, 15408 16037 16384, 15457 16074 16384, 15511 16098 16384, 15572 16110 16384, 15627 16110 16384, 15657 16110 16384</inkml:trace>
  <inkml:trace contextRef="#ctx0" brushRef="#br0">16327 15655 16384, 16325 15655 16384, 16323 15657 16384, 16320 15657 16384, 16323 15660 16384, 16332 15664 16384, 16346 15667 16384, 16365 15669 16384, 16391 15669 16384, 16424 15664 16384, 16462 15660 16384, 16507 15653 16384, 16549 15648 16384, 16591 15648 16384, 16634 15648 16384, 16667 15648 16384, 16698 15650 16384, 16726 15653 16384, 16749 15655 16384, 16771 15657 16384, 16790 15657 16384, 16811 15655 16384, 16820 15653 16384</inkml:trace>
  <inkml:trace contextRef="#ctx0" brushRef="#br0">17533 16130 16384, 17539 16141 16384, 17556 16159 16384, 17579 16159 16384, 17619 16141 16384, 17659 16107 16384, 17699 16056 16384, 17756 15981 16384, 17796 15907 16384, 17847 15821 16384, 17899 15719 16384, 17933 15616 16384, 17979 15501 16384, 18013 15387 16384, 18042 15296 16384, 18059 15221 16384, 18064 15176 16384, 18064 15159 16384, 18059 15159 16384, 18042 15164 16384, 18019 15187 16384, 18002 15216 16384, 17979 15261 16384, 17962 15324 16384, 17944 15410 16384, 17927 15507 16384, 17916 15621 16384, 17916 15764 16384, 17927 15907 16384, 17944 16010 16384, 17973 16073 16384, 18013 16107 16384, 18047 16119 16384, 18087 16124 16384, 18127 16124 16384, 18156 16113 16384</inkml:trace>
  <inkml:trace contextRef="#ctx0" brushRef="#br0">17716 15507 16384, 17693 15519 16384, 17659 15524 16384, 17670 15524 16384, 17699 15513 16384, 17733 15501 16384, 17773 15490 16384, 17830 15479 16384, 17899 15467 16384, 17973 15461 16384, 18053 15456 16384, 18116 15450 16384, 18167 15444 16384</inkml:trace>
  <inkml:trace contextRef="#ctx0" brushRef="#br0">18550 15159 16384, 18553 15159 16384, 18553 15162 16384, 18557 15162 16384, 18561 15166 16384, 18582 15191 16384, 18596 15223 16384, 18611 15273 16384, 18621 15334 16384, 18632 15398 16384, 18650 15512 16384, 18653 15551 16384, 18657 15591 16384, 18661 15666 16384, 18661 15780 16384, 18657 15844 16384, 18646 15909 16384, 18636 15969 16384, 18625 16016 16384, 18611 16076 16384, 18596 16109 16384, 18582 16134 16384, 18575 16141 16384, 18553 16159 16384</inkml:trace>
  <inkml:trace contextRef="#ctx0" brushRef="#br0">19338 15649 16384, 19330 15649 16384, 19334 15649 16384, 19340 15649 16384, 19349 15647 16384, 19360 15647 16384, 19371 15646 16384, 19388 15646 16384, 19409 15644 16384, 19433 15642 16384, 19463 15642 16384, 19491 15640 16384, 19522 15640 16384, 19556 15638 16384, 19586 15638 16384, 19617 15640 16384, 19653 15642 16384, 19684 15646 16384, 19718 15647 16384, 19752 15649 16384, 19780 15651 16384, 19807 15651 16384, 19830 15651 16384, 19847 15651 16384, 19858 15653 16384, 19867 15653 16384, 19875 15653 16384, 19878 15653 16384, 19880 15649 16384</inkml:trace>
  <inkml:trace contextRef="#ctx0" brushRef="#br0">19615 15420 16384, 19615 15422 16384, 19614 15424 16384, 19614 15427 16384, 19614 15435 16384, 19614 15446 16384, 19615 15461 16384, 19617 15481 16384, 19619 15506 16384, 19619 15536 16384, 19621 15569 16384, 19619 15606 16384, 19617 15642 16384, 19614 15679 16384, 19610 15718 16384, 19608 15752 16384, 19608 15783 16384, 19608 15813 16384, 19608 15836 16384, 19608 15856 16384, 19610 15873 16384, 19612 15886 16384, 19614 15893 16384, 19615 15897 16384</inkml:trace>
  <inkml:trace contextRef="#ctx0" brushRef="#br0">20710 15165 16384, 20710 15162 16384, 20710 15159 16384, 20707 15159 16384, 20698 15165 16384, 20692 15174 16384, 20682 15186 16384, 20670 15204 16384, 20658 15229 16384, 20631 15290 16384, 20621 15314 16384, 20615 15338 16384, 20597 15399 16384, 20573 15500 16384, 20564 15573 16384, 20561 15656 16384, 20564 15777 16384, 20573 15860 16384, 20588 15939 16384, 20618 16027 16384, 20634 16079 16384, 20652 16116 16384, 20676 16146 16384, 20686 16159 16384</inkml:trace>
  <inkml:trace contextRef="#ctx0" brushRef="#br0">21043 16130 16384, 21049 16141 16384, 21066 16159 16384, 21089 16159 16384, 21129 16141 16384, 21169 16107 16384, 21209 16056 16384, 21266 15981 16384, 21306 15907 16384, 21357 15821 16384, 21409 15719 16384, 21443 15616 16384, 21489 15501 16384, 21523 15387 16384, 21552 15296 16384, 21569 15221 16384, 21574 15176 16384, 21574 15159 16384, 21569 15159 16384, 21552 15164 16384, 21529 15187 16384, 21512 15216 16384, 21489 15261 16384, 21472 15324 16384, 21454 15410 16384, 21437 15507 16384, 21426 15621 16384, 21426 15764 16384, 21437 15907 16384, 21454 16010 16384, 21483 16073 16384, 21523 16107 16384, 21557 16119 16384, 21597 16124 16384, 21637 16124 16384, 21666 16113 16384</inkml:trace>
  <inkml:trace contextRef="#ctx0" brushRef="#br0">21226 15507 16384, 21203 15519 16384, 21169 15524 16384, 21180 15524 16384, 21209 15513 16384, 21243 15501 16384, 21283 15490 16384, 21340 15479 16384, 21409 15467 16384, 21483 15461 16384, 21563 15456 16384, 21626 15450 16384, 21677 15444 16384</inkml:trace>
  <inkml:trace contextRef="#ctx0" brushRef="#br0">21895 15116 16384, 21886 15096 16384, 21887 15081 16384, 21900 15066 16384, 21926 15052 16384, 21961 15049 16384, 21997 15064 16384, 22022 15098 16384, 22024 15140 16384, 22005 15183 16384, 21972 15221 16384, 21942 15243 16384, 21927 15249 16384, 21921 15244 16384, 21922 15236 16384, 21937 15229 16384, 21966 15224 16384, 22004 15227 16384, 22039 15247 16384, 22057 15278 16384, 22055 15305 16384, 22039 15328 16384, 22011 15349 16384, 21976 15364 16384, 21936 15369 16384, 21899 15361 16384, 21884 15351 16384</inkml:trace>
  <inkml:trace contextRef="#ctx0" brushRef="#br0">22594 15655 16384, 22592 15655 16384, 22589 15657 16384, 22587 15657 16384, 22589 15660 16384, 22599 15664 16384, 22613 15667 16384, 22632 15669 16384, 22658 15669 16384, 22691 15664 16384, 22728 15660 16384, 22773 15653 16384, 22816 15648 16384, 22858 15648 16384, 22900 15648 16384, 22933 15648 16384, 22964 15650 16384, 22992 15653 16384, 23016 15655 16384, 23037 15657 16384, 23056 15657 16384, 23077 15655 16384, 23087 15653 16384</inkml:trace>
  <inkml:trace contextRef="#ctx0" brushRef="#br0">24263 15426 16384, 24272 15397 16384, 24281 15372 16384, 24295 15308 16384, 24272 15207 16384, 24200 15159 16384, 24099 15168 16384, 23998 15209 16384, 23922 15278 16384, 23877 15379 16384, 23868 15494 16384, 23907 15581 16384, 23985 15631 16384, 24090 15650 16384, 24185 15622 16384, 24274 15554 16384, 24339 15471 16384, 24366 15402 16384, 24364 15388 16384, 24346 15399 16384, 24315 15464 16384, 24258 15604 16384, 24178 15823 16384, 24124 16020 16384, 24113 16124 16384, 24140 16159 16384</inkml:trace>
  <inkml:trace contextRef="#ctx0" brushRef="#br0">24830 16130 16384, 24835 16141 16384, 24853 16159 16384, 24875 16159 16384, 24915 16141 16384, 24955 16107 16384, 24995 16056 16384, 25053 15981 16384, 25093 15907 16384, 25144 15821 16384, 25195 15719 16384, 25230 15616 16384, 25275 15501 16384, 25310 15387 16384, 25338 15296 16384, 25355 15221 16384, 25361 15176 16384, 25361 15159 16384, 25355 15159 16384, 25338 15164 16384, 25315 15187 16384, 25298 15216 16384, 25275 15261 16384, 25258 15324 16384, 25241 15410 16384, 25224 15507 16384, 25213 15621 16384, 25213 15764 16384, 25224 15907 16384, 25241 16010 16384, 25270 16073 16384, 25310 16107 16384, 25344 16119 16384, 25384 16124 16384, 25424 16124 16384, 25453 16113 16384</inkml:trace>
  <inkml:trace contextRef="#ctx0" brushRef="#br0">25013 15507 16384, 24990 15519 16384, 24955 15524 16384, 24967 15524 16384, 24995 15513 16384, 25030 15501 16384, 25070 15490 16384, 25127 15479 16384, 25195 15467 16384, 25270 15461 16384, 25350 15456 16384, 25413 15450 16384, 25464 15444 16384</inkml:trace>
  <inkml:trace contextRef="#ctx0" brushRef="#br0">25675 15146 16384, 25672 15141 16384, 25665 15132 16384, 25660 15116 16384, 25661 15092 16384, 25674 15070 16384, 25696 15054 16384, 25723 15049 16384, 25750 15062 16384, 25770 15099 16384, 25778 15161 16384, 25772 15228 16384, 25756 15270 16384, 25730 15305 16384, 25715 15321 16384, 25701 15333 16384, 25681 15349 16384, 25673 15352 16384, 25680 15350 16384, 25701 15349 16384, 25731 15353 16384, 25769 15359 16384, 25803 15365 16384, 25828 15369 16384, 25848 15367 16384, 25854 15366 16384</inkml:trace>
  <inkml:trace contextRef="#ctx0" brushRef="#br0">26391 15649 16384, 26384 15649 16384, 26388 15649 16384, 26393 15649 16384, 26402 15647 16384, 26414 15647 16384, 26425 15646 16384, 26442 15646 16384, 26462 15644 16384, 26486 15642 16384, 26516 15642 16384, 26544 15640 16384, 26576 15640 16384, 26609 15638 16384, 26639 15638 16384, 26671 15640 16384, 26706 15642 16384, 26738 15646 16384, 26772 15647 16384, 26805 15649 16384, 26833 15651 16384, 26861 15651 16384, 26883 15651 16384, 26900 15651 16384, 26911 15653 16384, 26921 15653 16384, 26928 15653 16384, 26932 15653 16384, 26934 15649 16384</inkml:trace>
  <inkml:trace contextRef="#ctx0" brushRef="#br0">26669 15420 16384, 26669 15422 16384, 26667 15424 16384, 26667 15427 16384, 26667 15435 16384, 26667 15446 16384, 26669 15461 16384, 26671 15481 16384, 26673 15506 16384, 26673 15536 16384, 26675 15569 16384, 26673 15606 16384, 26671 15642 16384, 26667 15679 16384, 26663 15718 16384, 26662 15752 16384, 26662 15783 16384, 26662 15813 16384, 26662 15836 16384, 26662 15856 16384, 26663 15873 16384, 26665 15886 16384, 26667 15893 16384, 26669 15897 16384</inkml:trace>
  <inkml:trace contextRef="#ctx0" brushRef="#br0">28012 15159 16384, 28006 15160 16384, 28010 15210 16384, 28008 15368 16384, 27979 15614 16384, 27947 15844 16384, 27923 16005 16384, 27916 16112 16384, 27934 16159 16384</inkml:trace>
  <inkml:trace contextRef="#ctx0" brushRef="#br0">28820 15167 16384, 28812 15175 16384, 28810 15229 16384, 28784 15364 16384, 28738 15509 16384, 28707 15608 16384, 28697 15665 16384, 28699 15689 16384, 28714 15691 16384, 28738 15687 16384, 28784 15667 16384, 28859 15634 16384, 28949 15620 16384, 29040 15642 16384, 29107 15705 16384, 29147 15796 16384, 29157 15896 16384, 29133 15985 16384, 29066 16066 16384, 28978 16126 16384, 28885 16159 16384, 28790 16151 16384, 28744 16124 16384</inkml:trace>
  <inkml:trace contextRef="#ctx0" brushRef="#br0">28806 15171 16384, 28802 15171 16384, 28814 15171 16384, 28883 15173 16384, 29008 15165 16384, 29137 15159 16384, 29248 15181 16384, 29290 15201 16384</inkml:trace>
  <inkml:trace contextRef="#ctx0" brushRef="#br0">29707 16130 16384, 29712 16141 16384, 29729 16159 16384, 29752 16159 16384, 29792 16141 16384, 29832 16107 16384, 29872 16056 16384, 29929 15981 16384, 29969 15907 16384, 30021 15821 16384, 30072 15719 16384, 30107 15616 16384, 30152 15501 16384, 30187 15387 16384, 30215 15296 16384, 30232 15221 16384, 30238 15176 16384, 30238 15159 16384, 30232 15159 16384, 30215 15164 16384, 30192 15187 16384, 30175 15216 16384, 30152 15261 16384, 30135 15324 16384, 30118 15410 16384, 30101 15507 16384, 30089 15621 16384, 30089 15764 16384, 30101 15907 16384, 30118 16010 16384, 30147 16073 16384, 30187 16107 16384, 30221 16119 16384, 30261 16124 16384, 30301 16124 16384, 30329 16113 16384</inkml:trace>
  <inkml:trace contextRef="#ctx0" brushRef="#br0">29889 15507 16384, 29867 15519 16384, 29832 15524 16384, 29844 15524 16384, 29872 15513 16384, 29907 15501 16384, 29947 15490 16384, 30004 15479 16384, 30072 15467 16384, 30147 15461 16384, 30227 15456 16384, 30289 15450 16384, 30341 15444 16384</inkml:trace>
  <inkml:trace contextRef="#ctx0" brushRef="#br0">31061 15655 16384, 31058 15655 16384, 31056 15657 16384, 31054 15657 16384, 31056 15660 16384, 31066 15664 16384, 31080 15667 16384, 31099 15669 16384, 31125 15669 16384, 31158 15664 16384, 31195 15660 16384, 31240 15653 16384, 31283 15648 16384, 31325 15648 16384, 31367 15648 16384, 31400 15648 16384, 31431 15650 16384, 31459 15653 16384, 31483 15655 16384, 31504 15657 16384, 31523 15657 16384, 31544 15655 16384, 31554 15653 16384</inkml:trace>
  <inkml:trace contextRef="#ctx0" brushRef="#br0">32402 15182 16384, 32388 15185 16384, 32375 15201 16384, 32379 15251 16384, 32390 15339 16384, 32404 15433 16384, 32423 15497 16384, 32436 15517 16384</inkml:trace>
  <inkml:trace contextRef="#ctx0" brushRef="#br0">32414 15159 16384, 32418 15160 16384, 32473 15166 16384, 32574 15166 16384, 32648 15166 16384, 32709 15173 16384, 32755 15206 16384, 32781 15256 16384, 32792 15318 16384, 32787 15421 16384, 32760 15570 16384, 32718 15751 16384, 32677 15916 16384, 32659 16015 16384, 32659 16081 16384, 32672 16134 16384, 32679 16159 16384</inkml:trace>
  <inkml:trace contextRef="#ctx0" brushRef="#br0">33283 15159 16384, 33287 15159 16384, 33287 15162 16384, 33291 15162 16384, 33294 15166 16384, 33316 15191 16384, 33330 15223 16384, 33344 15273 16384, 33355 15334 16384, 33366 15398 16384, 33383 15512 16384, 33387 15551 16384, 33391 15591 16384, 33394 15666 16384, 33394 15780 16384, 33391 15844 16384, 33380 15909 16384, 33369 15969 16384, 33358 16016 16384, 33344 16076 16384, 33330 16109 16384, 33316 16134 16384, 33308 16141 16384, 33287 16159 16384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5072 17420 16384, 5068 17420 16384, 5068 17423 16384, 5076 17427 16384, 5086 17427 16384, 5108 17431 16384, 5145 17431 16384, 5218 17427 16384, 5272 17420 16384, 5330 17416 16384, 5389 17413 16384, 5465 17413 16384, 5505 17420 16384, 5538 17427 16384, 5556 17434 16384</inkml:trace>
  <inkml:trace contextRef="#ctx0" brushRef="#br0">5083 17667 16384, 5079 17667 16384, 5083 17667 16384, 5090 17667 16384, 5116 17667 16384, 5188 17667 16384, 5214 17664 16384, 5269 17660 16384, 5294 17660 16384, 5352 17657 16384, 5407 17653 16384, 5462 17649 16384, 5513 17646 16384, 5549 17646 16384, 5578 17642 16384, 5604 17642 16384, 5618 17642 16384</inkml:trace>
  <inkml:trace contextRef="#ctx0" brushRef="#br0">6448 17046 16384, 6448 17043 16384, 6448 17040 16384, 6445 17040 16384, 6436 17046 16384, 6430 17055 16384, 6420 17067 16384, 6408 17086 16384, 6396 17110 16384, 6369 17171 16384, 6360 17195 16384, 6353 17220 16384, 6335 17281 16384, 6311 17381 16384, 6302 17455 16384, 6299 17537 16384, 6302 17659 16384, 6311 17741 16384, 6326 17820 16384, 6356 17909 16384, 6372 17961 16384, 6390 17997 16384, 6414 18028 16384, 6424 18040 16384</inkml:trace>
  <inkml:trace contextRef="#ctx0" brushRef="#br0">6864 17252 16384, 6834 17189 16384, 6838 17142 16384, 6880 17094 16384, 6960 17051 16384, 7068 17040 16384, 7183 17088 16384, 7261 17194 16384, 7267 17326 16384, 7206 17460 16384, 7105 17579 16384, 7009 17648 16384, 6962 17666 16384, 6945 17650 16384, 6949 17627 16384, 6994 17603 16384, 7085 17588 16384, 7204 17598 16384, 7315 17661 16384, 7369 17756 16384, 7364 17841 16384, 7315 17912 16384, 7226 17979 16384, 7116 18025 16384, 6990 18040 16384, 6875 18016 16384, 6828 17984 16384</inkml:trace>
  <inkml:trace contextRef="#ctx0" brushRef="#br0">7811 18011 16384, 7817 18023 16384, 7834 18040 16384, 7857 18040 16384, 7897 18023 16384, 7937 17989 16384, 7977 17937 16384, 8034 17863 16384, 8074 17789 16384, 8125 17703 16384, 8177 17600 16384, 8211 17497 16384, 8257 17383 16384, 8291 17269 16384, 8320 17177 16384, 8337 17103 16384, 8343 17057 16384, 8343 17040 16384, 8337 17040 16384, 8320 17046 16384, 8297 17069 16384, 8280 17097 16384, 8257 17143 16384, 8240 17206 16384, 8223 17291 16384, 8205 17389 16384, 8194 17503 16384, 8194 17646 16384, 8205 17789 16384, 8223 17891 16384, 8251 17954 16384, 8291 17989 16384, 8325 18000 16384, 8365 18006 16384, 8405 18006 16384, 8434 17994 16384</inkml:trace>
  <inkml:trace contextRef="#ctx0" brushRef="#br0">7994 17389 16384, 7971 17400 16384, 7937 17406 16384, 7948 17406 16384, 7977 17394 16384, 8011 17383 16384, 8051 17371 16384, 8108 17360 16384, 8177 17349 16384, 8251 17343 16384, 8331 17337 16384, 8394 17331 16384, 8445 17326 16384</inkml:trace>
  <inkml:trace contextRef="#ctx0" brushRef="#br0">8657 17027 16384, 8654 17023 16384, 8647 17013 16384, 8641 16997 16384, 8642 16973 16384, 8655 16952 16384, 8677 16935 16384, 8705 16930 16384, 8731 16944 16384, 8751 16981 16384, 8759 17042 16384, 8754 17109 16384, 8738 17152 16384, 8711 17186 16384, 8696 17202 16384, 8683 17215 16384, 8663 17230 16384, 8654 17233 16384, 8661 17231 16384, 8682 17231 16384, 8713 17234 16384, 8750 17241 16384, 8784 17247 16384, 8810 17250 16384, 8830 17249 16384, 8835 17248 16384</inkml:trace>
  <inkml:trace contextRef="#ctx0" brushRef="#br0">9372 17536 16384, 9370 17536 16384, 9368 17539 16384, 9365 17539 16384, 9368 17541 16384, 9377 17546 16384, 9391 17548 16384, 9410 17551 16384, 9436 17551 16384, 9469 17546 16384, 9507 17541 16384, 9552 17534 16384, 9594 17529 16384, 9636 17529 16384, 9679 17529 16384, 9712 17529 16384, 9743 17532 16384, 9771 17534 16384, 9794 17536 16384, 9816 17539 16384, 9835 17539 16384, 9856 17536 16384, 9865 17534 16384</inkml:trace>
  <inkml:trace contextRef="#ctx0" brushRef="#br0">10943 17040 16384, 10938 17042 16384, 10942 17092 16384, 10940 17249 16384, 10910 17496 16384, 10879 17725 16384, 10854 17886 16384, 10847 17994 16384, 10866 18040 16384</inkml:trace>
  <inkml:trace contextRef="#ctx0" brushRef="#br0">12103 17187 16384, 12095 17144 16384, 12058 17097 16384, 11997 17048 16384, 11920 17040 16384, 11828 17071 16384, 11747 17128 16384, 11712 17201 16384, 11706 17297 16384, 11743 17415 16384, 11822 17529 16384, 11934 17651 16384, 12038 17749 16384, 12109 17828 16384, 12144 17902 16384, 12132 17963 16384, 12083 18012 16384, 12015 18036 16384, 11918 18040 16384, 11838 18024 16384, 11791 17975 16384, 11781 17879 16384, 11804 17783 16384, 11854 17700 16384, 11918 17612 16384, 11991 17498 16384, 12060 17368 16384, 12099 17278 16384, 12103 17252 16384, 12083 17231 16384, 12056 17203 16384, 12040 17178 16384, 12030 17160 16384</inkml:trace>
  <inkml:trace contextRef="#ctx0" brushRef="#br0">12638 18011 16384, 12644 18023 16384, 12661 18040 16384, 12684 18040 16384, 12724 18023 16384, 12764 17989 16384, 12804 17937 16384, 12861 17863 16384, 12901 17789 16384, 12952 17703 16384, 13004 17600 16384, 13038 17497 16384, 13084 17383 16384, 13118 17269 16384, 13147 17177 16384, 13164 17103 16384, 13169 17057 16384, 13169 17040 16384, 13164 17040 16384, 13147 17046 16384, 13124 17069 16384, 13107 17097 16384, 13084 17143 16384, 13067 17206 16384, 13049 17291 16384, 13032 17389 16384, 13021 17503 16384, 13021 17646 16384, 13032 17789 16384, 13049 17891 16384, 13078 17954 16384, 13118 17989 16384, 13152 18000 16384, 13192 18006 16384, 13232 18006 16384, 13261 17994 16384</inkml:trace>
  <inkml:trace contextRef="#ctx0" brushRef="#br0">12821 17389 16384, 12798 17400 16384, 12764 17406 16384, 12775 17406 16384, 12804 17394 16384, 12838 17383 16384, 12878 17371 16384, 12935 17360 16384, 13004 17349 16384, 13078 17343 16384, 13158 17337 16384, 13221 17331 16384, 13272 17326 16384</inkml:trace>
  <inkml:trace contextRef="#ctx0" brushRef="#br0">13993 17531 16384, 13985 17531 16384, 13989 17531 16384, 13995 17531 16384, 14004 17529 16384, 14015 17529 16384, 14026 17527 16384, 14043 17527 16384, 14064 17525 16384, 14088 17523 16384, 14118 17523 16384, 14146 17521 16384, 14177 17521 16384, 14211 17519 16384, 14241 17519 16384, 14272 17521 16384, 14308 17523 16384, 14339 17527 16384, 14373 17529 16384, 14407 17531 16384, 14435 17533 16384, 14462 17533 16384, 14485 17533 16384, 14502 17533 16384, 14513 17534 16384, 14522 17534 16384, 14530 17534 16384, 14533 17534 16384, 14535 17531 16384</inkml:trace>
  <inkml:trace contextRef="#ctx0" brushRef="#br0">14270 17301 16384, 14270 17303 16384, 14269 17305 16384, 14269 17309 16384, 14269 17316 16384, 14269 17327 16384, 14270 17342 16384, 14272 17363 16384, 14274 17387 16384, 14274 17417 16384, 14276 17451 16384, 14274 17488 16384, 14272 17523 16384, 14269 17561 16384, 14265 17600 16384, 14263 17633 16384, 14263 17665 16384, 14263 17695 16384, 14263 17717 16384, 14263 17738 16384, 14265 17754 16384, 14267 17767 16384, 14269 17775 16384, 14270 17779 16384</inkml:trace>
  <inkml:trace contextRef="#ctx0" brushRef="#br0">15613 17040 16384, 15608 17042 16384, 15612 17092 16384, 15610 17249 16384, 15580 17496 16384, 15549 17725 16384, 15524 17886 16384, 15517 17994 16384, 15536 18040 16384</inkml:trace>
  <inkml:trace contextRef="#ctx0" brushRef="#br0">16422 17048 16384, 16414 17056 16384, 16412 17111 16384, 16386 17246 16384, 16339 17391 16384, 16309 17490 16384, 16299 17546 16384, 16301 17570 16384, 16315 17572 16384, 16339 17568 16384, 16386 17548 16384, 16460 17516 16384, 16551 17502 16384, 16642 17524 16384, 16708 17586 16384, 16748 17677 16384, 16759 17778 16384, 16734 17867 16384, 16668 17947 16384, 16579 18008 16384, 16486 18040 16384, 16392 18032 16384, 16345 18006 16384</inkml:trace>
  <inkml:trace contextRef="#ctx0" brushRef="#br0">16408 17052 16384, 16404 17052 16384, 16416 17052 16384, 16484 17054 16384, 16609 17046 16384, 16738 17040 16384, 16849 17062 16384, 16892 17082 16384</inkml:trace>
  <inkml:trace contextRef="#ctx0" brushRef="#br0">17295 17040 16384, 17298 17040 16384, 17298 17044 16384, 17302 17044 16384, 17306 17047 16384, 17327 17072 16384, 17341 17104 16384, 17356 17154 16384, 17366 17215 16384, 17377 17279 16384, 17395 17394 16384, 17398 17433 16384, 17402 17472 16384, 17406 17547 16384, 17406 17661 16384, 17402 17726 16384, 17391 17790 16384, 17381 17851 16384, 17370 17897 16384, 17356 17958 16384, 17341 17990 16384, 17327 18015 16384, 17320 18022 16384, 17298 18040 16384</inkml:trace>
  <inkml:trace contextRef="#ctx0" brushRef="#br0">17678 17307 16384, 17666 17276 16384, 17666 17264 16384, 17684 17246 16384, 17709 17222 16384, 17745 17198 16384, 17793 17173 16384, 17842 17155 16384, 17896 17149 16384, 17987 17161 16384, 18012 17173 16384, 18066 17210 16384, 18109 17270 16384, 18133 17343 16384, 18145 17434 16384, 18145 17519 16384, 18133 17598 16384, 18102 17676 16384, 18072 17743 16384, 18030 17810 16384, 17981 17870 16384, 17933 17925 16384, 17884 17967 16384, 17836 18004 16384, 17769 18034 16384, 17727 18040 16384, 17715 18040 16384</inkml:trace>
  <inkml:trace contextRef="#ctx0" brushRef="#br0">18484 17046 16384, 18472 17040 16384, 18430 17052 16384, 18412 17064 16384, 18375 17095 16384, 18333 17131 16384, 18284 17179 16384, 18236 17234 16384, 18199 17301 16384, 18157 17392 16384, 18133 17482 16384, 18115 17592 16384, 18109 17695 16384, 18121 17779 16384, 18145 17858 16384, 18193 17919 16384, 18242 17955 16384, 18296 17979 16384, 18357 17992 16384, 18412 17992 16384, 18442 17992 16384</inkml:trace>
  <inkml:trace contextRef="#ctx0" brushRef="#br0">19112 17536 16384, 19110 17536 16384, 19108 17539 16384, 19105 17539 16384, 19108 17541 16384, 19117 17546 16384, 19131 17548 16384, 19150 17551 16384, 19176 17551 16384, 19209 17546 16384, 19247 17541 16384, 19292 17534 16384, 19334 17529 16384, 19376 17529 16384, 19419 17529 16384, 19452 17529 16384, 19483 17532 16384, 19511 17534 16384, 19534 17536 16384, 19556 17539 16384, 19575 17539 16384, 19596 17536 16384, 19605 17534 16384</inkml:trace>
  <inkml:trace contextRef="#ctx0" brushRef="#br0">20380 17343 16384, 20371 17330 16384, 20349 17301 16384, 20332 17250 16384, 20336 17175 16384, 20377 17108 16384, 20444 17055 16384, 20531 17040 16384, 20614 17082 16384, 20676 17198 16384, 20701 17391 16384, 20683 17600 16384, 20633 17733 16384, 20550 17841 16384, 20504 17891 16384, 20461 17930 16384, 20400 17978 16384, 20373 17988 16384, 20394 17982 16384, 20460 17980 16384, 20556 17990 16384, 20672 18011 16384, 20778 18030 16384, 20859 18040 16384, 20921 18036 16384, 20938 18032 16384</inkml:trace>
  <inkml:trace contextRef="#ctx0" brushRef="#br0">21348 18011 16384, 21354 18023 16384, 21371 18040 16384, 21394 18040 16384, 21434 18023 16384, 21474 17989 16384, 21514 17937 16384, 21571 17863 16384, 21611 17789 16384, 21662 17703 16384, 21714 17600 16384, 21748 17497 16384, 21794 17383 16384, 21828 17269 16384, 21857 17177 16384, 21874 17103 16384, 21879 17057 16384, 21879 17040 16384, 21874 17040 16384, 21857 17046 16384, 21834 17069 16384, 21817 17097 16384, 21794 17143 16384, 21777 17206 16384, 21759 17291 16384, 21742 17389 16384, 21731 17503 16384, 21731 17646 16384, 21742 17789 16384, 21759 17891 16384, 21788 17954 16384, 21828 17989 16384, 21862 18000 16384, 21902 18006 16384, 21942 18006 16384, 21971 17994 16384</inkml:trace>
  <inkml:trace contextRef="#ctx0" brushRef="#br0">21531 17389 16384, 21508 17400 16384, 21474 17406 16384, 21485 17406 16384, 21514 17394 16384, 21548 17383 16384, 21588 17371 16384, 21645 17360 16384, 21714 17349 16384, 21788 17343 16384, 21868 17337 16384, 21931 17331 16384, 21982 17326 16384</inkml:trace>
  <inkml:trace contextRef="#ctx0" brushRef="#br0">22200 16998 16384, 22191 16978 16384, 22192 16963 16384, 22205 16947 16384, 22231 16933 16384, 22266 16930 16384, 22302 16945 16384, 22327 16979 16384, 22329 17021 16384, 22310 17064 16384, 22277 17102 16384, 22247 17125 16384, 22232 17130 16384, 22226 17125 16384, 22227 17118 16384, 22242 17110 16384, 22271 17105 16384, 22309 17109 16384, 22344 17129 16384, 22362 17159 16384, 22360 17186 16384, 22344 17209 16384, 22316 17231 16384, 22281 17245 16384, 22241 17250 16384, 22204 17242 16384, 22189 17232 16384</inkml:trace>
  <inkml:trace contextRef="#ctx0" brushRef="#br0">22899 17531 16384, 22892 17531 16384, 22896 17531 16384, 22901 17531 16384, 22910 17529 16384, 22922 17529 16384, 22933 17527 16384, 22950 17527 16384, 22970 17525 16384, 22994 17523 16384, 23024 17523 16384, 23052 17521 16384, 23084 17521 16384, 23117 17519 16384, 23147 17519 16384, 23179 17521 16384, 23214 17523 16384, 23246 17527 16384, 23280 17529 16384, 23313 17531 16384, 23341 17533 16384, 23369 17533 16384, 23391 17533 16384, 23408 17533 16384, 23419 17534 16384, 23429 17534 16384, 23436 17534 16384, 23440 17534 16384, 23442 17531 16384</inkml:trace>
  <inkml:trace contextRef="#ctx0" brushRef="#br0">23177 17301 16384, 23177 17303 16384, 23175 17305 16384, 23175 17309 16384, 23175 17316 16384, 23175 17327 16384, 23177 17342 16384, 23179 17363 16384, 23181 17387 16384, 23181 17417 16384, 23183 17451 16384, 23181 17488 16384, 23179 17523 16384, 23175 17561 16384, 23171 17600 16384, 23170 17633 16384, 23170 17665 16384, 23170 17695 16384, 23170 17717 16384, 23170 17738 16384, 23171 17754 16384, 23173 17767 16384, 23175 17775 16384, 23177 17779 16384</inkml:trace>
  <inkml:trace contextRef="#ctx0" brushRef="#br0">24618 17307 16384, 24627 17278 16384, 24636 17253 16384, 24650 17190 16384, 24627 17089 16384, 24555 17040 16384, 24454 17049 16384, 24353 17091 16384, 24277 17159 16384, 24232 17260 16384, 24223 17376 16384, 24262 17462 16384, 24340 17513 16384, 24445 17531 16384, 24540 17504 16384, 24629 17435 16384, 24694 17352 16384, 24721 17284 16384, 24719 17269 16384, 24701 17280 16384, 24670 17345 16384, 24613 17486 16384, 24533 17704 16384, 24479 17901 16384, 24468 18006 16384, 24495 18040 16384</inkml:trace>
  <inkml:trace contextRef="#ctx0" brushRef="#br0">25185 18011 16384, 25190 18023 16384, 25208 18040 16384, 25230 18040 16384, 25270 18023 16384, 25310 17989 16384, 25350 17937 16384, 25408 17863 16384, 25448 17789 16384, 25499 17703 16384, 25550 17600 16384, 25585 17497 16384, 25630 17383 16384, 25665 17269 16384, 25693 17177 16384, 25710 17103 16384, 25716 17057 16384, 25716 17040 16384, 25710 17040 16384, 25693 17046 16384, 25670 17069 16384, 25653 17097 16384, 25630 17143 16384, 25613 17206 16384, 25596 17291 16384, 25579 17389 16384, 25568 17503 16384, 25568 17646 16384, 25579 17789 16384, 25596 17891 16384, 25625 17954 16384, 25665 17989 16384, 25699 18000 16384, 25739 18006 16384, 25779 18006 16384, 25808 17994 16384</inkml:trace>
  <inkml:trace contextRef="#ctx0" brushRef="#br0">25368 17389 16384, 25345 17400 16384, 25310 17406 16384, 25322 17406 16384, 25350 17394 16384, 25385 17383 16384, 25425 17371 16384, 25482 17360 16384, 25550 17349 16384, 25625 17343 16384, 25705 17337 16384, 25768 17331 16384, 25819 17326 16384</inkml:trace>
  <inkml:trace contextRef="#ctx0" brushRef="#br0">26030 17027 16384, 26027 17023 16384, 26020 17013 16384, 26015 16997 16384, 26016 16973 16384, 26029 16952 16384, 26051 16935 16384, 26078 16930 16384, 26105 16944 16384, 26125 16981 16384, 26133 17042 16384, 26127 17109 16384, 26111 17152 16384, 26085 17186 16384, 26070 17202 16384, 26056 17215 16384, 26036 17230 16384, 26028 17233 16384, 26035 17231 16384, 26056 17231 16384, 26086 17234 16384, 26124 17241 16384, 26158 17247 16384, 26183 17250 16384, 26203 17249 16384, 26209 17248 16384</inkml:trace>
  <inkml:trace contextRef="#ctx0" brushRef="#br0">26746 17536 16384, 26743 17536 16384, 26741 17539 16384, 26739 17539 16384, 26741 17541 16384, 26751 17546 16384, 26765 17548 16384, 26784 17551 16384, 26810 17551 16384, 26843 17546 16384, 26880 17541 16384, 26925 17534 16384, 26968 17529 16384, 27010 17529 16384, 27052 17529 16384, 27085 17529 16384, 27116 17532 16384, 27144 17534 16384, 27168 17536 16384, 27189 17539 16384, 27208 17539 16384, 27229 17536 16384, 27239 17534 16384</inkml:trace>
  <inkml:trace contextRef="#ctx0" brushRef="#br0">28087 17063 16384, 28073 17067 16384, 28060 17083 16384, 28064 17132 16384, 28075 17221 16384, 28089 17315 16384, 28108 17379 16384, 28121 17398 16384</inkml:trace>
  <inkml:trace contextRef="#ctx0" brushRef="#br0">28099 17040 16384, 28103 17042 16384, 28158 17047 16384, 28259 17047 16384, 28333 17047 16384, 28394 17054 16384, 28440 17088 16384, 28466 17138 16384, 28477 17200 16384, 28472 17302 16384, 28445 17451 16384, 28403 17632 16384, 28362 17797 16384, 28344 17896 16384, 28344 17962 16384, 28357 18015 16384, 28364 18040 16384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7756 1546 16384, 7738 1521 16384, 7700 1469 16384, 7669 1379 16384, 7676 1243 16384, 7749 1122 16384, 7870 1028 16384, 8027 1000 16384, 8176 1076 16384, 8287 1285 16384, 8333 1632 16384, 8301 2008 16384, 8211 2247 16384, 8062 2442 16384, 7978 2532 16384, 7902 2602 16384, 7790 2689 16384, 7742 2706 16384, 7780 2696 16384, 7898 2692 16384, 8072 2710 16384, 8280 2748 16384, 8472 2783 16384, 8618 2800 16384, 8729 2793 16384, 8760 2786 16384</inkml:trace>
  <inkml:trace contextRef="#ctx0" brushRef="#br0">10037 1007 16384, 10010 1013 16384, 9984 1020 16384, 10023 1026 16384, 10109 1046 16384, 10168 1066 16384, 10286 1105 16384, 10339 1125 16384, 10385 1138 16384, 10562 1164 16384, 10693 1177 16384, 10818 1184 16384, 11009 1197 16384, 11114 1197 16384, 11199 1210 16384, 11232 1223 16384, 11226 1236 16384, 11212 1250 16384, 11193 1263 16384, 11140 1289 16384, 11015 1335 16384, 10910 1368 16384, 10799 1414 16384, 10667 1460 16384, 10529 1512 16384, 10339 1604 16384, 10220 1664 16384, 10148 1716 16384, 10056 1769 16384, 10030 1795 16384, 10023 1828 16384, 10043 1841 16384, 10096 1854 16384, 10207 1854 16384, 10299 1854 16384, 10352 1847 16384, 10404 1841 16384, 10595 1808 16384, 10726 1782 16384, 10845 1762 16384, 10930 1742 16384, 11015 1736 16384, 11029 1736 16384, 11042 1736 16384, 11015 1749 16384, 10969 1775 16384, 10897 1815 16384, 10818 1874 16384, 10726 1939 16384, 10602 2064 16384, 10529 2163 16384, 10503 2209 16384, 10483 2255 16384, 10450 2399 16384, 10450 2485 16384, 10464 2564 16384, 10529 2669 16384, 10582 2715 16384, 10641 2761 16384, 10687 2774 16384, 10720 2787 16384, 10792 2800 16384, 10923 2793 16384, 11002 2754 16384, 11075 2701 16384</inkml:trace>
  <inkml:trace contextRef="#ctx0" brushRef="#br0">11344 1013 16384, 11337 1007 16384, 11344 1013 16384, 11357 1026 16384, 11364 1053 16384, 11370 1066 16384, 11377 1105 16384, 11390 1177 16384, 11396 1223 16384, 11416 1296 16384, 11416 1309 16384, 11423 1328 16384, 11436 1361 16384, 11442 1374 16384</inkml:trace>
  <inkml:trace contextRef="#ctx0" brushRef="#br0">11587 1000 16384, 11580 1000 16384, 11580 1007 16384, 11587 1026 16384, 11600 1066 16384, 11639 1164 16384, 11646 1197 16384, 11659 1236 16384, 11685 1348 16384, 11699 1394 16384, 11712 1427 16384, 11731 1460 16384</inkml:trace>
  <inkml:trace contextRef="#ctx0" brushRef="#br0">12444 1000 16384, 12499 1024 16384, 12645 1066 16384, 12787 1101 16384, 12888 1142 16384, 12933 1191 16384</inkml:trace>
  <inkml:trace contextRef="#ctx0" brushRef="#br0">12076 1871 16384, 12055 1871 16384, 12073 1857 16384, 12184 1787 16384, 12375 1669 16384, 12590 1558 16384, 12801 1503 16384, 12992 1510 16384, 13138 1603 16384, 13221 1787 16384, 13235 2072 16384, 13186 2311 16384, 13075 2502 16384, 12943 2668 16384, 12839 2772 16384, 12794 2800 16384</inkml:trace>
  <inkml:trace contextRef="#ctx0" brushRef="#br0">13742 1056 16384, 13735 1028 16384, 13735 1021 16384, 13728 1021 16384, 13728 1014 16384, 13728 1021 16384, 13728 1035 16384, 13714 1064 16384, 13700 1113 16384, 13672 1184 16384, 13650 1282 16384, 13622 1409 16384, 13601 1572 16384, 13587 1755 16384, 13566 1953 16384, 13559 2158 16384, 13566 2348 16384, 13580 2504 16384, 13594 2624 16384, 13615 2722 16384, 13629 2765 16384, 13650 2793 16384, 13665 2800 16384</inkml:trace>
  <inkml:trace contextRef="#ctx0" brushRef="#br0">14046 1593 16384, 14053 1593 16384, 14088 1586 16384, 14109 1593 16384, 14187 1607 16384, 14279 1607 16384, 14370 1607 16384, 14469 1607 16384, 14561 1607 16384, 14653 1607 16384, 14745 1607 16384, 14822 1621 16384, 14900 1635 16384, 14970 1642 16384, 15027 1649 16384, 15083 1649 16384, 15105 1642 16384</inkml:trace>
  <inkml:trace contextRef="#ctx0" brushRef="#br0">14646 1155 16384, 14582 1191 16384, 14575 1205 16384, 14596 1254 16384, 14632 1318 16384, 14653 1402 16384, 14667 1508 16384, 14667 1635 16384, 14653 1784 16384, 14625 1946 16384, 14596 2108 16384, 14568 2271 16384, 14540 2398 16384, 14519 2489 16384, 14505 2546 16384, 14497 2588 16384, 14490 2624 16384</inkml:trace>
  <inkml:trace contextRef="#ctx0" brushRef="#br0">14999 1078 16384, 14999 1071 16384, 15006 1049 16384, 15013 1056 16384, 15027 1071 16384, 15041 1092 16384, 15048 1106 16384, 15062 1141 16384, 15069 1155 16384, 15076 1212 16384, 15083 1240 16384, 15090 1261 16384, 15090 1282 16384, 15097 1289 16384, 15097 1296 16384, 15105 1304 16384, 15105 1296 16384</inkml:trace>
  <inkml:trace contextRef="#ctx0" brushRef="#br0">15182 1000 16384, 15189 1014 16384, 15203 1035 16384, 15225 1071 16384, 15239 1120 16384, 15253 1176 16384, 15260 1219 16384, 15274 1261 16384, 15281 1282 16384, 15295 1296 16384, 15309 1304 16384, 15316 1304 16384</inkml:trace>
  <inkml:trace contextRef="#ctx0" brushRef="#br0">16348 1032 16384, 16352 1008 16384, 16352 1000 16384, 16336 1052 16384, 16248 1236 16384, 16048 1636 16384, 15820 2128 16384, 15680 2484 16384, 15640 2672 16384, 15640 2760 16384, 15652 2800 16384, 15680 2780 16384, 15752 2644 16384, 15856 2400 16384, 16000 2096 16384, 16172 1860 16384, 16284 1788 16384, 16352 1768 16384, 16384 1816 16384, 16408 1956 16384, 16436 2184 16384, 16484 2428 16384, 16568 2604 16384, 16676 2692 16384, 16812 2740 16384, 16952 2744 16384, 17028 2728 16384</inkml:trace>
  <inkml:trace contextRef="#ctx0" brushRef="#br0">17396 1279 16384, 17368 1279 16384, 17392 1267 16384, 17517 1224 16384, 17702 1138 16384, 17910 1051 16384, 18064 1004 16384, 18115 1000 16384, 18103 1043 16384, 18001 1200 16384, 17820 1495 16384, 17600 1884 16384, 17415 2309 16384, 17352 2596 16384, 17403 2706 16384, 17506 2784 16384, 17651 2800 16384, 17847 2686 16384, 18091 2446 16384, 18370 2132 16384, 18606 1825 16384, 18767 1546 16384, 18846 1413 16384, 18854 1401 16384, 18842 1413 16384, 18775 1538 16384, 18681 1770 16384, 18590 2093 16384, 18559 2442 16384, 18637 2635 16384, 18783 2733 16384, 18968 2761 16384, 19058 2733 16384</inkml:trace>
  <inkml:trace contextRef="#ctx0" brushRef="#br0">19739 2183 16384, 19739 2178 16384, 19744 2162 16384, 19750 2162 16384, 19782 2151 16384, 19826 2145 16384, 19874 2135 16384, 19923 2124 16384, 19972 2118 16384, 20015 2113 16384, 20064 2102 16384, 20112 2091 16384, 20145 2086 16384, 20177 2075 16384, 20199 2075 16384, 20210 2070 16384</inkml:trace>
  <inkml:trace contextRef="#ctx0" brushRef="#br0">19674 1810 16384, 19679 1821 16384, 19690 1848 16384, 19712 1886 16384, 19728 1940 16384, 19744 2010 16384, 19750 2091 16384, 19755 2183 16384, 19755 2275 16384, 19750 2367 16384, 19744 2454 16384, 19728 2530 16384, 19707 2594 16384, 19685 2649 16384, 19658 2692 16384, 19636 2724 16384, 19615 2757 16384, 19577 2784 16384, 19539 2795 16384, 19501 2800 16384, 19474 2795 16384, 19436 2773 16384, 19409 2740 16384, 19393 2697 16384, 19382 2659 16384, 19382 2621 16384, 19393 2594 16384, 19414 2573 16384, 19447 2557 16384, 19490 2546 16384, 19539 2535 16384, 19598 2530 16384, 19663 2530 16384, 19739 2530 16384, 19815 2535 16384, 19880 2546 16384, 19934 2557 16384, 19993 2573 16384, 20031 2589 16384, 20069 2611 16384, 20101 2627 16384, 20118 2638 16384, 20129 2649 16384, 20134 2654 16384, 20134 2659 16384</inkml:trace>
  <inkml:trace contextRef="#ctx0" brushRef="#br0">20922 1000 16384, 20978 1024 16384, 21123 1066 16384, 21265 1101 16384, 21366 1142 16384, 21411 1191 16384</inkml:trace>
  <inkml:trace contextRef="#ctx0" brushRef="#br0">20554 1871 16384, 20534 1871 16384, 20551 1857 16384, 20662 1787 16384, 20853 1669 16384, 21068 1558 16384, 21279 1503 16384, 21470 1510 16384, 21616 1603 16384, 21699 1787 16384, 21713 2072 16384, 21664 2311 16384, 21553 2502 16384, 21422 2668 16384, 21317 2772 16384, 21272 2800 16384</inkml:trace>
  <inkml:trace contextRef="#ctx0" brushRef="#br0">22037 1080 16384, 22060 1084 16384, 22181 1161 16384, 22356 1336 16384, 22503 1488 16384, 22620 1612 16384, 22721 1702 16384, 22741 1713 16384</inkml:trace>
  <inkml:trace contextRef="#ctx0" brushRef="#br0">23331 1208 16384, 23316 1208 16384, 23223 1255 16384, 23075 1395 16384, 22845 1632 16384, 22651 1877 16384, 22523 2133 16384, 22484 2339 16384, 22531 2475 16384, 22655 2592 16384, 22830 2678 16384, 23020 2709 16384, 23246 2720 16384, 23475 2701 16384, 23681 2662 16384, 23837 2623 16384</inkml:trace>
  <inkml:trace contextRef="#ctx0" brushRef="#br0">25086 1574 16384, 25067 1574 16384, 25061 1574 16384, 25092 1574 16384, 25196 1568 16384, 25407 1533 16384, 25700 1499 16384, 26021 1464 16384, 26342 1430 16384, 26609 1404 16384, 26773 1404 16384, 26829 1401 16384</inkml:trace>
  <inkml:trace contextRef="#ctx0" brushRef="#br0">26279 1099 16384, 26304 1153 16384, 26386 1335 16384, 26417 1571 16384, 26395 1817 16384, 26354 1999 16384, 26316 2100 16384, 26285 2134 16384, 26254 2131 16384, 26222 2106 16384</inkml:trace>
  <inkml:trace contextRef="#ctx0" brushRef="#br0">25684 1137 16384, 25681 1143 16384, 25687 1241 16384, 25674 1496 16384, 25630 1817 16384, 25608 2147 16384, 25640 2370 16384, 25722 2515 16384, 25835 2632 16384, 25970 2688 16384, 26128 2701 16384, 26307 2688 16384, 26467 2669 16384, 26612 2666 16384, 26726 2647 16384, 26820 2628 16384, 26861 2619 16384</inkml:trace>
  <inkml:trace contextRef="#ctx0" brushRef="#br0">27216 2189 16384, 27185 2166 16384, 27193 2150 16384, 27224 2127 16384, 27270 2096 16384, 27324 2065 16384, 27401 2027 16384, 27479 1980 16384, 27572 1941 16384, 27657 1918 16384, 27757 1895 16384, 27842 1887 16384, 27935 1895 16384, 28020 1918 16384, 28082 1957 16384, 28128 2011 16384, 28159 2073 16384, 28175 2143 16384, 28167 2228 16384, 28144 2313 16384, 28105 2390 16384, 28067 2467 16384, 28020 2552 16384, 27966 2607 16384, 27920 2669 16384, 27865 2723 16384</inkml:trace>
  <inkml:trace contextRef="#ctx0" brushRef="#br0">28524 1574 16384, 28505 1574 16384, 28499 1574 16384, 28530 1574 16384, 28634 1568 16384, 28845 1533 16384, 29138 1499 16384, 29459 1464 16384, 29780 1430 16384, 30047 1404 16384, 30211 1404 16384, 30267 1401 16384</inkml:trace>
  <inkml:trace contextRef="#ctx0" brushRef="#br0">29717 1099 16384, 29742 1153 16384, 29824 1335 16384, 29855 1571 16384, 29833 1817 16384, 29792 1999 16384, 29754 2100 16384, 29723 2134 16384, 29692 2131 16384, 29660 2106 16384</inkml:trace>
  <inkml:trace contextRef="#ctx0" brushRef="#br0">29122 1137 16384, 29119 1143 16384, 29125 1241 16384, 29112 1496 16384, 29068 1817 16384, 29046 2147 16384, 29078 2370 16384, 29160 2515 16384, 29273 2632 16384, 29408 2688 16384, 29566 2701 16384, 29745 2688 16384, 29905 2669 16384, 30050 2666 16384, 30164 2647 16384, 30258 2628 16384, 30299 2619 16384</inkml:trace>
  <inkml:trace contextRef="#ctx0" brushRef="#br0">31331 1032 16384, 31335 1008 16384, 31335 1000 16384, 31319 1052 16384, 31231 1236 16384, 31031 1636 16384, 30803 2128 16384, 30663 2484 16384, 30623 2672 16384, 30623 2760 16384, 30635 2800 16384, 30663 2780 16384, 30735 2644 16384, 30839 2400 16384, 30983 2096 16384, 31155 1860 16384, 31267 1788 16384, 31335 1768 16384, 31367 1816 16384, 31391 1956 16384, 31419 2184 16384, 31467 2428 16384, 31551 2604 16384, 31659 2692 16384, 31795 2740 16384, 31935 2744 16384, 32011 2728 16384</inkml:trace>
  <inkml:trace contextRef="#ctx0" brushRef="#br0">33264 1120 16384, 33278 1148 16384, 33311 1359 16384, 33288 1737 16384, 33168 2077 16384, 32981 2393 16384, 32804 2580 16384, 32670 2613 16384, 32541 2556 16384, 32421 2369 16384, 32335 2034 16384, 32388 1589 16384, 32636 1278 16384, 32943 1120 16384, 33321 1000 16384, 33714 1014 16384, 34006 1263 16384, 34120 1761 16384, 34116 2326 16384, 34092 2618 16384, 34063 2766 16384, 34049 2800 16384</inkml:trace>
  <inkml:trace contextRef="#ctx0" brushRef="#br0">35413 1350 16384, 35406 1344 16384, 35386 1330 16384, 35393 1337 16384, 35399 1357 16384, 35406 1385 16384, 35413 1419 16384, 35413 1474 16384, 35406 1550 16384, 35393 1660 16384, 35372 1783 16384, 35358 1927 16384, 35344 2065 16384, 35344 2195 16384, 35344 2319 16384, 35358 2422 16384, 35379 2511 16384, 35413 2587 16384, 35468 2656 16384, 35516 2711 16384, 35571 2752 16384, 35633 2779 16384, 35688 2793 16384, 35750 2800 16384, 35819 2786 16384, 35887 2766 16384, 35956 2724 16384, 36025 2676 16384, 36093 2621 16384, 36155 2573 16384, 36210 2525 16384, 36251 2477 16384, 36286 2436 16384, 36306 2402 16384, 36320 2381 16384</inkml:trace>
  <inkml:trace contextRef="#ctx0" brushRef="#br0">36107 1027 16384, 36100 1027 16384, 36086 1027 16384, 36080 1034 16384, 36080 1048 16384, 36086 1069 16384, 36100 1103 16384, 36107 1144 16384, 36114 1185 16384, 36121 1227 16384, 36121 1275 16384, 36121 1316 16384, 36121 1350 16384, 36121 1378 16384, 36128 1405 16384, 36128 1426 16384, 36141 1433 16384, 36141 1440 16384</inkml:trace>
  <inkml:trace contextRef="#ctx0" brushRef="#br0">36279 1000 16384, 36265 1000 16384, 36258 1007 16384, 36258 1014 16384, 36272 1041 16384, 36293 1076 16384, 36320 1131 16384, 36334 1185 16384, 36341 1247 16384, 36348 1309 16384, 36348 1357 16384, 36348 1405 16384, 36354 1440 16384, 36361 1460 16384, 36361 1481 16384, 36368 1488 16384</inkml:trace>
  <inkml:trace contextRef="#ctx0" brushRef="#br0">37049 2183 16384, 37049 2178 16384, 37055 2162 16384, 37060 2162 16384, 37092 2151 16384, 37136 2145 16384, 37184 2135 16384, 37233 2124 16384, 37282 2118 16384, 37325 2113 16384, 37374 2102 16384, 37422 2091 16384, 37455 2086 16384, 37487 2075 16384, 37509 2075 16384, 37520 2070 16384</inkml:trace>
  <inkml:trace contextRef="#ctx0" brushRef="#br0">36984 1810 16384, 36990 1821 16384, 37001 1848 16384, 37022 1886 16384, 37038 1940 16384, 37055 2010 16384, 37060 2091 16384, 37065 2183 16384, 37065 2275 16384, 37060 2367 16384, 37055 2454 16384, 37038 2530 16384, 37017 2594 16384, 36995 2649 16384, 36968 2692 16384, 36946 2724 16384, 36925 2757 16384, 36887 2784 16384, 36849 2795 16384, 36811 2800 16384, 36784 2795 16384, 36746 2773 16384, 36719 2740 16384, 36703 2697 16384, 36692 2659 16384, 36692 2621 16384, 36703 2594 16384, 36725 2573 16384, 36757 2557 16384, 36800 2546 16384, 36849 2535 16384, 36909 2530 16384, 36973 2530 16384, 37049 2530 16384, 37125 2535 16384, 37190 2546 16384, 37244 2557 16384, 37303 2573 16384, 37341 2589 16384, 37379 2611 16384, 37412 2627 16384, 37428 2638 16384, 37439 2649 16384, 37444 2654 16384, 37444 2659 16384</inkml:trace>
  <inkml:trace contextRef="#ctx0" brushRef="#br0">38232 1000 16384, 38288 1024 16384, 38433 1066 16384, 38576 1101 16384, 38676 1142 16384, 38721 1191 16384</inkml:trace>
  <inkml:trace contextRef="#ctx0" brushRef="#br0">37865 1871 16384, 37844 1871 16384, 37861 1857 16384, 37972 1787 16384, 38163 1669 16384, 38378 1558 16384, 38590 1503 16384, 38780 1510 16384, 38926 1603 16384, 39009 1787 16384, 39023 2072 16384, 38974 2311 16384, 38864 2502 16384, 38732 2668 16384, 38628 2772 16384, 38583 2800 16384</inkml:trace>
  <inkml:trace contextRef="#ctx0" brushRef="#br0">39515 1010 16384, 39515 1000 16384, 39511 1051 16384, 39470 1222 16384, 39385 1554 16384, 39347 1951 16384, 39361 2355 16384, 39429 2625 16384, 39522 2745 16384, 39611 2800 16384, 39696 2779 16384, 39717 2759 16384</inkml:trace>
  <inkml:trace contextRef="#ctx0" brushRef="#br0">39980 1510 16384, 39994 1510 16384, 40120 1517 16384, 40363 1496 16384, 40610 1469 16384, 40836 1472 16384, 41003 1500 16384, 41082 1520 16384, 41099 1534 16384</inkml:trace>
  <inkml:trace contextRef="#ctx0" brushRef="#br0">40647 1051 16384, 40695 1106 16384, 40781 1318 16384, 40801 1684 16384, 40730 2095 16384, 40637 2417 16384, 40565 2574 16384, 40535 2649 16384</inkml:trace>
  <inkml:trace contextRef="#ctx0" brushRef="#br0">42131 1032 16384, 42135 1008 16384, 42135 1000 16384, 42119 1052 16384, 42031 1236 16384, 41831 1636 16384, 41603 2128 16384, 41463 2484 16384, 41423 2672 16384, 41423 2760 16384, 41435 2800 16384, 41463 2780 16384, 41535 2644 16384, 41639 2400 16384, 41783 2096 16384, 41955 1860 16384, 42067 1788 16384, 42135 1768 16384, 42167 1816 16384, 42191 1956 16384, 42219 2184 16384, 42267 2428 16384, 42351 2604 16384, 42459 2692 16384, 42595 2740 16384, 42735 2744 16384, 42811 2728 16384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4638 16384, 2200 4650 16384, 2225 4688 16384, 2238 4725 16384, 2238 4738 16384, 2238 4762 16384, 2225 4788 16384, 2200 4812 16384, 2162 4825 16384, 2138 4825 16384, 2100 4825 16384, 2062 4825 16384, 2038 4812 16384, 2025 4788 16384, 2025 4762 16384, 2025 4700 16384, 2050 4662 16384, 2075 4625 16384, 2112 4600 16384, 2150 4587 16384, 2175 4575 16384, 2212 4575 16384, 2250 4575 16384, 2262 4575 16384, 2288 4600 16384, 2300 4612 16384, 2300 4650 16384, 2288 4662 16384, 2262 4688 16384, 2238 4712 16384, 2200 4725 16384, 2150 4750 16384, 2100 4762 16384, 2050 4762 16384, 2013 4750 16384, 2000 4738 16384, 2000 4712 16384, 2000 4688 16384, 2025 4662 16384, 2038 4650 16384, 2062 4625 16384, 2112 4612 16384, 2150 4600 16384, 2175 4600 16384, 2212 4600 16384, 2238 4600 16384, 2262 4638 16384, 2275 4675 16384, 2275 4700 16384, 2275 4725 16384, 2262 4750 16384, 2238 4775 16384, 2225 4788 16384, 2212 4788 16384, 2200 4788 16384, 2188 4775 16384, 2188 4762 16384, 2188 4738 16384, 2188 4725 16384, 2188 4712 16384, 2200 4688 16384, 2212 4675 16384, 2225 4662 16384, 2238 4662 16384, 2238 4675 16384, 2225 4700 16384, 2225 4712 16384, 2212 4712 16384, 2200 4725 16384, 2188 4738 16384, 2175 4738 16384, 2162 4738 16384, 2162 4725 16384, 2175 4700 16384, 2200 4675 16384, 2212 4662 16384, 2225 4650 16384, 2212 4675 16384, 2175 4700 16384, 2138 4725 16384, 2100 4738 16384, 2062 4762 16384, 2050 4762 16384, 2062 4750 16384, 2100 4725 16384, 2112 4712 16384, 2150 4688 16384, 2175 4662 16384, 2225 4625 16384, 2238 4600 16384, 2238 4587 16384, 2225 4587 16384, 2200 4612 16384, 2175 4638 16384, 2150 4662 16384, 2138 4688 16384, 2125 4700 16384</inkml:trace>
  <inkml:trace contextRef="#ctx0" brushRef="#br0">2825 4200 16384, 2836 4200 16384, 2836 4205 16384, 2851 4210 16384, 2871 4230 16384, 2902 4256 16384, 2937 4291 16384, 2978 4342 16384, 3018 4398 16384, 3069 4464 16384, 3125 4545 16384, 3176 4616 16384, 3226 4687 16384, 3272 4758 16384, 3308 4824 16384, 3353 4895 16384, 3394 4961 16384, 3429 5017 16384, 3465 5073 16384, 3495 5114 16384, 3521 5149 16384, 3546 5175 16384, 3566 5190 16384, 3587 5195 16384, 3592 5200 16384</inkml:trace>
  <inkml:trace contextRef="#ctx0" brushRef="#br0">3638 4205 16384, 3622 4215 16384, 3617 4220 16384, 3607 4230 16384, 3592 4246 16384, 3572 4271 16384, 3541 4302 16384, 3506 4347 16384, 3455 4403 16384, 3399 4469 16384, 3328 4560 16384, 3247 4662 16384, 3171 4763 16384, 3089 4875 16384, 3028 4972 16384, 2973 5048 16384, 2942 5098 16384, 2927 5134 16384, 2912 5164 16384, 2902 5180 16384, 2896 5185 16384</inkml:trace>
  <inkml:trace contextRef="#ctx0" brushRef="#br0">3211 4302 16384, 3201 4312 16384, 3201 4317 16384, 3201 4322 16384, 3196 4322 16384, 3191 4322 16384, 3186 4317 16384, 3181 4312 16384, 3181 4307 16384, 3181 4296 16384, 3181 4286 16384, 3186 4276 16384, 3196 4271 16384, 3206 4261 16384, 3216 4261 16384, 3226 4261 16384, 3237 4261 16384, 3247 4271 16384, 3247 4286 16384, 3247 4296 16384, 3237 4312 16384, 3221 4322 16384, 3206 4332 16384, 3191 4342 16384, 3176 4342 16384, 3160 4342 16384, 3155 4342 16384, 3155 4332 16384, 3155 4322 16384, 3155 4307 16384, 3165 4291 16384, 3171 4276 16384, 3181 4266 16384, 3196 4261 16384, 3206 4256 16384, 3216 4256 16384, 3231 4261 16384, 3237 4276 16384, 3242 4291 16384, 3237 4307 16384, 3231 4322 16384, 3216 4337 16384, 3206 4347 16384, 3191 4357 16384, 3181 4357 16384, 3176 4357 16384, 3171 4357 16384, 3165 4347 16384, 3165 4332 16384, 3165 4322 16384, 3165 4312 16384, 3171 4296 16384, 3176 4286 16384, 3181 4286 16384, 3186 4276 16384, 3191 4276 16384, 3201 4276 16384, 3206 4281 16384, 3206 4286 16384, 3216 4291 16384, 3226 4307 16384, 3226 4317 16384, 3226 4322 16384, 3226 4332 16384, 3221 4337 16384, 3211 4342 16384, 3206 4342 16384, 3196 4342 16384, 3191 4342 16384, 3191 4337 16384, 3191 4332 16384, 3191 4327 16384, 3191 4322 16384, 3196 4317 16384, 3206 4307 16384, 3211 4307 16384, 3221 4302 16384, 3226 4302 16384, 3231 4307 16384, 3237 4307 16384, 3237 4312 16384, 3237 4317 16384, 3231 4317 16384, 3226 4322 16384, 3216 4322 16384, 3211 4322 16384, 3206 4322 16384, 3201 4322 16384</inkml:trace>
  <inkml:trace contextRef="#ctx0" brushRef="#br0">2866 4682 16384, 2866 4677 16384, 2861 4657 16384, 2871 4652 16384, 2881 4647 16384, 2886 4647 16384, 2896 4647 16384, 2896 4652 16384, 2896 4657 16384, 2891 4667 16384, 2881 4677 16384, 2866 4692 16384, 2851 4708 16384, 2836 4718 16384, 2820 4733 16384, 2810 4738 16384, 2800 4738 16384, 2800 4728 16384, 2810 4718 16384, 2825 4697 16384, 2841 4682 16384, 2856 4667 16384, 2871 4652 16384, 2881 4642 16384, 2896 4642 16384, 2907 4637 16384, 2907 4642 16384, 2907 4652 16384, 2902 4662 16384, 2886 4672 16384, 2876 4682 16384, 2861 4687 16384, 2856 4692 16384, 2846 4692 16384, 2836 4692 16384, 2830 4692 16384, 2830 4687 16384, 2825 4677 16384, 2825 4667 16384, 2830 4662 16384, 2836 4657 16384, 2841 4652 16384, 2846 4647 16384, 2856 4647 16384, 2861 4647 16384, 2871 4652 16384, 2876 4662 16384, 2881 4672 16384, 2881 4682 16384, 2881 4692 16384, 2876 4703 16384, 2871 4713 16384, 2861 4718 16384, 2851 4718 16384, 2846 4718 16384, 2841 4718 16384, 2836 4713 16384, 2825 4703 16384, 2825 4692 16384, 2820 4682 16384, 2820 4677 16384, 2825 4667 16384, 2830 4657 16384, 2836 4652 16384, 2846 4647 16384, 2856 4642 16384, 2866 4642 16384, 2876 4647 16384, 2881 4647 16384, 2896 4657 16384, 2902 4662 16384, 2902 4672 16384, 2902 4677 16384, 2891 4682 16384, 2881 4687 16384, 2866 4692 16384, 2856 4697 16384, 2846 4697 16384, 2830 4697 16384, 2820 4692 16384, 2815 4687 16384, 2815 4677 16384, 2815 4672 16384, 2820 4662 16384, 2825 4647 16384, 2846 4631 16384, 2851 4626 16384, 2871 4621 16384, 2881 4621 16384, 2896 4631 16384, 2907 4647 16384, 2917 4662 16384, 2917 4672 16384, 2917 4697 16384, 2912 4708 16384, 2907 4718 16384, 2896 4728 16384, 2881 4733 16384, 2871 4733 16384, 2856 4738 16384, 2846 4733 16384, 2836 4728 16384, 2825 4723 16384, 2820 4713 16384, 2815 4708 16384, 2815 4697 16384, 2815 4692 16384, 2825 4692 16384</inkml:trace>
  <inkml:trace contextRef="#ctx0" brushRef="#br0">3318 5032 16384, 3313 5032 16384, 3297 5048 16384, 3292 5053 16384, 3287 5058 16384, 3282 5058 16384, 3272 5063 16384, 3267 5063 16384, 3257 5063 16384, 3252 5058 16384, 3247 5053 16384, 3242 5043 16384, 3247 5027 16384, 3252 5017 16384, 3262 5002 16384, 3272 4997 16384, 3277 4992 16384, 3287 4992 16384, 3292 4992 16384, 3297 5002 16384, 3297 5007 16384, 3297 5022 16384, 3292 5032 16384, 3282 5043 16384, 3277 5058 16384, 3262 5063 16384, 3247 5068 16384, 3231 5068 16384, 3221 5068 16384, 3211 5058 16384, 3206 5043 16384, 3206 5027 16384, 3206 5012 16384, 3216 5002 16384, 3226 4992 16384, 3237 4982 16384, 3252 4982 16384, 3262 4982 16384, 3272 4982 16384, 3282 4982 16384, 3287 4992 16384, 3292 4997 16384, 3292 5007 16384, 3292 5017 16384, 3287 5027 16384, 3277 5038 16384, 3262 5043 16384, 3247 5053 16384, 3231 5058 16384, 3221 5058 16384, 3211 5053 16384, 3201 5043 16384, 3201 5032 16384, 3196 5022 16384, 3196 5007 16384, 3201 4997 16384, 3211 4987 16384, 3216 4977 16384, 3231 4972 16384, 3242 4972 16384, 3257 4972 16384, 3267 4972 16384, 3282 4977 16384, 3287 4987 16384, 3297 5002 16384, 3303 5012 16384, 3303 5027 16384, 3297 5038 16384, 3292 5048 16384, 3277 5058 16384, 3262 5068 16384, 3252 5068 16384, 3237 5068 16384, 3226 5063 16384, 3216 5053 16384, 3216 5043 16384, 3211 5027 16384, 3216 5012 16384, 3221 4997 16384, 3231 4982 16384, 3247 4977 16384, 3257 4972 16384, 3267 4972 16384, 3277 4977 16384, 3282 4982 16384, 3287 4992 16384, 3292 5002 16384, 3292 5007 16384, 3287 5017 16384, 3282 5022 16384, 3277 5027 16384, 3272 5032 16384, 3262 5032 16384, 3257 5032 16384, 3252 5032 16384, 3252 5027 16384, 3252 5022 16384, 3257 5012 16384, 3262 5007 16384, 3267 5002 16384, 3272 4997 16384, 3277 4997 16384, 3282 4997 16384, 3282 5002 16384, 3282 5007 16384, 3282 5012 16384, 3277 5017 16384, 3272 5022 16384, 3272 5017 16384</inkml:trace>
  <inkml:trace contextRef="#ctx0" brushRef="#br0">3566 4708 16384, 3536 4713 16384, 3531 4718 16384, 3521 4718 16384, 3521 4713 16384, 3521 4708 16384, 3526 4708 16384, 3531 4697 16384, 3536 4692 16384, 3551 4687 16384, 3561 4687 16384, 3572 4682 16384, 3582 4682 16384, 3587 4687 16384, 3592 4692 16384, 3592 4703 16384, 3587 4718 16384, 3577 4728 16384, 3561 4738 16384, 3546 4748 16384, 3531 4753 16384, 3516 4753 16384, 3506 4753 16384, 3501 4748 16384, 3501 4738 16384, 3501 4728 16384, 3506 4718 16384, 3516 4708 16384, 3526 4697 16384, 3536 4692 16384, 3546 4687 16384, 3556 4682 16384, 3566 4682 16384, 3577 4687 16384, 3582 4697 16384, 3587 4713 16384, 3587 4723 16384, 3582 4738 16384, 3572 4748 16384, 3561 4758 16384, 3546 4769 16384, 3531 4774 16384, 3521 4774 16384, 3511 4774 16384, 3506 4769 16384, 3501 4758 16384, 3495 4748 16384, 3490 4738 16384, 3490 4728 16384, 3490 4713 16384, 3495 4697 16384, 3506 4682 16384, 3516 4667 16384, 3526 4657 16384, 3536 4652 16384, 3551 4647 16384, 3566 4647 16384, 3582 4652 16384, 3592 4662 16384, 3592 4677 16384, 3597 4687 16384, 3592 4703 16384, 3582 4723 16384, 3566 4738 16384, 3546 4758 16384, 3526 4769 16384, 3511 4774 16384, 3501 4779 16384, 3495 4774 16384, 3495 4763 16384, 3490 4753 16384, 3490 4743 16384, 3490 4733 16384, 3495 4718 16384, 3501 4703 16384, 3511 4687 16384, 3516 4677 16384, 3531 4667 16384, 3541 4662 16384, 3551 4662 16384, 3561 4667 16384, 3577 4677 16384, 3582 4687 16384, 3587 4697 16384, 3587 4713 16384, 3587 4723 16384, 3582 4733 16384, 3572 4743 16384, 3561 4748 16384, 3546 4753 16384, 3536 4758 16384, 3526 4758 16384, 3516 4758 16384, 3511 4753 16384, 3511 4748 16384, 3511 4738 16384, 3516 4728 16384, 3521 4718 16384, 3526 4713 16384, 3531 4703 16384, 3536 4697 16384, 3541 4697 16384, 3541 4703 16384, 3541 4708 16384, 3536 4718 16384, 3531 4723 16384, 3531 4728 16384, 3526 4733 16384, 3536 4723 16384, 3546 4713 16384, 3561 4703 16384, 3572 4692 16384, 3582 4687 16384, 3587 4682 16384, 3592 4682 16384, 3587 4687 16384, 3577 4697 16384, 3572 4703 16384, 3566 4708 16384</inkml:trace>
  <inkml:trace contextRef="#ctx0" brushRef="#br0">4356 4395 16384, 4352 4391 16384, 4340 4383 16384, 4344 4387 16384, 4348 4398 16384, 4352 4414 16384, 4356 4433 16384, 4356 4463 16384, 4352 4505 16384, 4344 4566 16384, 4333 4635 16384, 4325 4715 16384, 4318 4792 16384, 4318 4864 16384, 4318 4933 16384, 4325 4990 16384, 4337 5040 16384, 4356 5082 16384, 4386 5120 16384, 4413 5150 16384, 4444 5173 16384, 4478 5189 16384, 4508 5196 16384, 4543 5200 16384, 4581 5192 16384, 4619 5181 16384, 4657 5158 16384, 4695 5131 16384, 4734 5101 16384, 4768 5074 16384, 4798 5047 16384, 4821 5021 16384, 4840 4998 16384, 4852 4979 16384, 4860 4967 16384</inkml:trace>
  <inkml:trace contextRef="#ctx0" brushRef="#br0">4741 4215 16384, 4737 4215 16384, 4730 4215 16384, 4726 4219 16384, 4726 4227 16384, 4730 4238 16384, 4737 4257 16384, 4741 4280 16384, 4745 4303 16384, 4749 4326 16384, 4749 4353 16384, 4749 4376 16384, 4749 4395 16384, 4749 4410 16384, 4753 4425 16384, 4753 4437 16384, 4760 4440 16384, 4760 4444 16384</inkml:trace>
  <inkml:trace contextRef="#ctx0" brushRef="#br0">4837 4200 16384, 4829 4200 16384, 4825 4204 16384, 4825 4208 16384, 4833 4223 16384, 4844 4242 16384, 4860 4273 16384, 4867 4303 16384, 4871 4337 16384, 4875 4372 16384, 4875 4398 16384, 4875 4425 16384, 4879 4444 16384, 4882 4456 16384, 4882 4467 16384, 4886 4471 16384</inkml:trace>
  <inkml:trace contextRef="#ctx0" brushRef="#br0">5077 4546 16384, 5066 4534 16384, 5080 4519 16384, 5157 4479 16384, 5313 4406 16384, 5497 4357 16384, 5697 4348 16384, 5877 4386 16384, 5995 4461 16384, 6060 4552 16384, 6066 4657 16384, 6013 4759 16384, 5915 4857 16384, 5802 4954 16384, 5713 5023 16384, 5680 5052 16384</inkml:trace>
  <inkml:trace contextRef="#ctx0" brushRef="#br0">6321 4308 16384, 6314 4305 16384, 6304 4332 16384, 6285 4425 16384, 6258 4607 16384, 6246 4829 16384, 6262 4990 16384, 6301 5068 16384, 6348 5095 16384</inkml:trace>
  <inkml:trace contextRef="#ctx0" brushRef="#br0">6545 4503 16384, 6631 4505 16384, 6756 4505 16384, 6877 4502 16384, 6987 4495 16384, 7060 4495 16384, 7087 4502 16384</inkml:trace>
  <inkml:trace contextRef="#ctx0" brushRef="#br0">6823 4324 16384, 6851 4390 16384, 6894 4522 16384, 6907 4695 16384, 6892 4864 16384, 6855 4988 16384, 6821 5051 16384, 6790 5059 16384, 6751 5042 16384, 6706 4993 16384, 6670 4929 16384, 6660 4878 16384, 6684 4847 16384, 6748 4824 16384, 6845 4807 16384, 6963 4822 16384, 7062 4868 16384, 7141 4922 16384, 7195 4958 16384, 7228 4971 16384, 7243 4978 16384, 7246 4978 16384</inkml:trace>
  <inkml:trace contextRef="#ctx0" brushRef="#br0">7926 4255 16384, 7940 4249 16384, 8044 4230 16384, 8217 4206 16384, 8391 4212 16384, 8545 4273 16384, 8653 4350 16384, 8696 4416 16384, 8689 4470 16384, 8626 4540 16384, 8603 4560 16384</inkml:trace>
  <inkml:trace contextRef="#ctx0" brushRef="#br0">7951 4806 16384, 7947 4824 16384, 7974 4917 16384, 8057 5036 16384, 8172 5124 16384, 8299 5176 16384, 8432 5192 16384, 8572 5194 16384, 8714 5179 16384, 8852 5145 16384, 8926 5118 16384</inkml:trace>
  <inkml:trace contextRef="#ctx0" brushRef="#br0">9500 4218 16384, 9502 4204 16384, 9502 4200 16384, 9493 4229 16384, 9444 4331 16384, 9333 4553 16384, 9206 4827 16384, 9128 5024 16384, 9106 5129 16384, 9106 5178 16384, 9113 5200 16384, 9128 5189 16384, 9168 5113 16384, 9226 4978 16384, 9306 4809 16384, 9402 4678 16384, 9464 4638 16384, 9502 4627 16384, 9520 4653 16384, 9533 4731 16384, 9548 4858 16384, 9575 4993 16384, 9622 5091 16384, 9682 5140 16384, 9757 5167 16384, 9835 5169 16384, 9877 5160 16384</inkml:trace>
  <inkml:trace contextRef="#ctx0" brushRef="#br0">10073 4522 16384, 10057 4520 16384, 10061 4520 16384, 10090 4520 16384, 10147 4505 16384, 10244 4470 16384, 10364 4440 16384, 10475 4427 16384, 10572 4434 16384, 10640 4482 16384, 10682 4575 16384, 10701 4701 16384, 10701 4832 16384, 10682 4962 16384, 10646 5080 16384, 10608 5160 16384, 10583 5196 16384, 10562 5200 16384, 10534 5164 16384, 10488 5082 16384</inkml:trace>
  <inkml:trace contextRef="#ctx0" brushRef="#br0">10530 4200 16384, 10532 4219 16384, 10513 4316 16384, 10446 4514 16384, 10358 4762 16384, 10278 4970 16384, 10236 5078 16384, 10223 5135 16384, 10221 5143 16384</inkml:trace>
  <inkml:trace contextRef="#ctx0" brushRef="#br0">10703 4333 16384, 10692 4331 16384, 10709 4349 16384, 10758 4413 16384, 10827 4547 16384, 10875 4699 16384, 10901 4804 16384, 10922 4865 16384, 10935 4897 16384</inkml:trace>
  <inkml:trace contextRef="#ctx0" brushRef="#br0">11126 4214 16384, 11121 4214 16384, 11115 4216 16384, 11115 4272 16384, 11126 4421 16384, 11143 4651 16384, 11174 4893 16384, 11216 5070 16384, 11270 5158 16384, 11317 5186 16384, 11358 5179 16384, 11403 5118 16384, 11456 4997 16384, 11527 4893 16384</inkml:trace>
  <inkml:trace contextRef="#ctx0" brushRef="#br0">11860 4434 16384, 11878 4444 16384, 11946 4494 16384, 12017 4583 16384, 12070 4689 16384, 12098 4774 16384, 12108 4833 16384, 12110 4858 16384, 12115 4858 16384</inkml:trace>
  <inkml:trace contextRef="#ctx0" brushRef="#br0">12811 4266 16384, 12819 4282 16384, 12838 4399 16384, 12825 4610 16384, 12758 4798 16384, 12655 4974 16384, 12556 5078 16384, 12482 5096 16384, 12410 5064 16384, 12343 4961 16384, 12295 4774 16384, 12325 4527 16384, 12463 4354 16384, 12633 4266 16384, 12843 4200 16384, 13061 4208 16384, 13224 4346 16384, 13287 4623 16384, 13285 4937 16384, 13272 5099 16384, 13256 5181 16384, 13248 5200 16384</inkml:trace>
  <inkml:trace contextRef="#ctx0" brushRef="#br0">14240 4204 16384, 14242 4200 16384, 14231 4246 16384, 14176 4391 16384, 14107 4587 16384, 14064 4804 16384, 14062 5000 16384, 14110 5116 16384, 14185 5175 16384, 14267 5200 16384, 14345 5191 16384, 14427 5143 16384, 14486 5091 16384</inkml:trace>
  <inkml:trace contextRef="#ctx0" brushRef="#br0">14016 4530 16384, 14012 4526 16384, 14074 4517 16384, 14189 4499 16384, 14308 4489 16384, 14395 4489 16384, 14427 4499 16384, 14427 4505 16384</inkml:trace>
  <inkml:trace contextRef="#ctx0" brushRef="#br0">13967 4760 16384, 14105 4726 16384, 14246 4692 16384, 14361 4685 16384, 14429 4685 16384, 14458 4687 16384</inkml:trace>
  <inkml:trace contextRef="#ctx0" brushRef="#br0">15060 4218 16384, 15062 4204 16384, 15062 4200 16384, 15053 4229 16384, 15004 4331 16384, 14893 4553 16384, 14766 4827 16384, 14688 5024 16384, 14666 5129 16384, 14666 5178 16384, 14673 5200 16384, 14688 5189 16384, 14728 5113 16384, 14786 4978 16384, 14866 4809 16384, 14962 4678 16384, 15024 4638 16384, 15062 4627 16384, 15080 4653 16384, 15093 4731 16384, 15108 4858 16384, 15135 4993 16384, 15182 5091 16384, 15242 5140 16384, 15317 5167 16384, 15395 5169 16384, 15437 5160 16384</inkml:trace>
  <inkml:trace contextRef="#ctx0" brushRef="#br0">15617 4420 16384, 15617 4417 16384, 15637 4401 16384, 15661 4393 16384, 15696 4385 16384, 15739 4373 16384, 15783 4361 16384, 15857 4346 16384, 15901 4342 16384, 15948 4334 16384, 15983 4330 16384, 16015 4326 16384, 16039 4326 16384, 16050 4326 16384</inkml:trace>
  <inkml:trace contextRef="#ctx0" brushRef="#br0">15873 4200 16384, 15869 4200 16384, 15861 4200 16384, 15857 4208 16384, 15854 4231 16384, 15846 4259 16384, 15838 4298 16384, 15822 4354 16384, 15802 4424 16384, 15791 4468 16384, 15783 4515 16384, 15763 4621 16384, 15731 4783 16384, 15716 4889 16384, 15712 4968 16384, 15708 5070 16384, 15712 5117 16384, 15716 5157 16384, 15720 5169 16384, 15724 5188 16384, 15735 5196 16384, 15743 5200 16384</inkml:trace>
  <inkml:trace contextRef="#ctx0" brushRef="#br0">15944 4684 16384, 15956 4661 16384, 15976 4645 16384, 16027 4629 16384, 16046 4621 16384, 16086 4613 16384, 16109 4609 16384, 16157 4613 16384, 16192 4621 16384, 16220 4629 16384, 16243 4641 16384, 16267 4653 16384, 16283 4661 16384, 16291 4672 16384, 16291 4684 16384</inkml:trace>
  <inkml:trace contextRef="#ctx0" brushRef="#br0">16011 4913 16384, 15987 4932 16384, 15976 4960 16384, 15987 4983 16384, 16011 5003 16384, 16039 5023 16384, 16062 5043 16384, 16094 5070 16384, 16129 5098 16384, 16161 5117 16384, 16200 5137 16384, 16235 5145 16384, 16275 5149 16384, 16310 5137 16384, 16354 5117 16384</inkml:trace>
  <inkml:trace contextRef="#ctx0" brushRef="#br0">16436 4263 16384, 16432 4275 16384, 16444 4306 16384, 16452 4342 16384, 16460 4369 16384, 16460 4381 16384, 16468 4413 16384, 16476 4432 16384, 16483 4440 16384, 16491 4440 16384</inkml:trace>
  <inkml:trace contextRef="#ctx0" brushRef="#br0">16554 4263 16384, 16558 4263 16384, 16562 4275 16384, 16570 4294 16384, 16578 4334 16384, 16586 4381 16384, 16594 4420 16384, 16606 4444 16384</inkml:trace>
  <inkml:trace contextRef="#ctx0" brushRef="#br0">16796 4214 16384, 16791 4214 16384, 16786 4216 16384, 16786 4272 16384, 16796 4421 16384, 16813 4651 16384, 16844 4893 16384, 16887 5070 16384, 16940 5158 16384, 16988 5186 16384, 17028 5179 16384, 17073 5118 16384, 17126 4997 16384, 17197 4893 16384</inkml:trace>
  <inkml:trace contextRef="#ctx0" brushRef="#br0">17530 4434 16384, 17548 4444 16384, 17616 4494 16384, 17687 4583 16384, 17740 4689 16384, 17768 4774 16384, 17778 4833 16384, 17780 4858 16384, 17786 4858 16384</inkml:trace>
  <inkml:trace contextRef="#ctx0" brushRef="#br0">18023 4224 16384, 18017 4243 16384, 18004 4362 16384, 17976 4597 16384, 17966 4873 16384, 17985 5061 16384, 18032 5142 16384, 18087 5176 16384</inkml:trace>
  <inkml:trace contextRef="#ctx0" brushRef="#br0">18384 4482 16384, 18386 4469 16384, 18508 4433 16384, 18598 4426 16384, 18675 4429 16384, 18741 4435 16384, 18773 4454 16384, 18767 4516 16384</inkml:trace>
  <inkml:trace contextRef="#ctx0" brushRef="#br0">18540 4929 16384, 18540 4944 16384, 18636 5076 16384, 18720 5115 16384, 18816 5134 16384, 18919 5119 16384, 18966 5100 16384</inkml:trace>
  <inkml:trace contextRef="#ctx0" brushRef="#br0">19146 4850 16384, 19152 4856 16384, 19158 4863 16384, 19171 4882 16384, 19203 4920 16384, 19241 4965 16384, 19273 5022 16384, 19305 5073 16384, 19330 5111 16384, 19362 5143 16384, 19387 5168 16384, 19406 5181 16384, 19419 5187 16384, 19432 5200 16384, 19438 5200 16384</inkml:trace>
  <inkml:trace contextRef="#ctx0" brushRef="#br0">19797 4328 16384, 19787 4296 16384, 19797 4286 16384, 19819 4264 16384, 19840 4248 16384, 19867 4227 16384, 19894 4205 16384, 19910 4200 16384, 19920 4205 16384, 19926 4216 16384, 19926 4237 16384, 19926 4264 16384, 19926 4312 16384, 19920 4360 16384, 19920 4414 16384, 19920 4473 16384, 19926 4510 16384, 19947 4532 16384, 19974 4542 16384, 20011 4542 16384, 20054 4532 16384, 20091 4516 16384, 20129 4489 16384, 20161 4457 16384, 20193 4409 16384, 20214 4371 16384, 20236 4334 16384, 20247 4291 16384, 20252 4259 16384, 20252 4237 16384, 20252 4221 16384, 20247 4227 16384, 20241 4243 16384, 20236 4270 16384, 20225 4312 16384, 20220 4371 16384, 20209 4435 16384, 20204 4516 16384, 20193 4617 16384, 20182 4729 16384, 20166 4842 16384, 20150 4943 16384, 20129 5029 16384, 20102 5088 16384, 20081 5136 16384, 20059 5168 16384, 20038 5189 16384, 20001 5200 16384, 19958 5200 16384, 19926 5195 16384, 19894 5184 16384, 19862 5163 16384, 19840 5125 16384, 19824 5077 16384, 19824 5034 16384, 19829 4997 16384, 19851 4965 16384, 19888 4943 16384, 19936 4922 16384, 19995 4895 16384, 20054 4874 16384, 20134 4858 16384, 20204 4847 16384, 20273 4847 16384, 20327 4847 16384, 20375 4847 16384, 20407 4847 16384, 20428 4847 16384, 20444 4847 16384, 20450 4852 16384</inkml:trace>
  <inkml:trace contextRef="#ctx0" brushRef="#br0">21152 4580 16384, 21148 4580 16384, 21148 4583 16384, 21156 4587 16384, 21166 4587 16384, 21188 4591 16384, 21225 4591 16384, 21298 4587 16384, 21352 4580 16384, 21410 4576 16384, 21469 4573 16384, 21545 4573 16384, 21585 4580 16384, 21618 4587 16384, 21636 4594 16384</inkml:trace>
  <inkml:trace contextRef="#ctx0" brushRef="#br0">21163 4827 16384, 21159 4827 16384, 21163 4827 16384, 21170 4827 16384, 21196 4827 16384, 21268 4827 16384, 21294 4824 16384, 21349 4820 16384, 21374 4820 16384, 21432 4817 16384, 21487 4813 16384, 21542 4809 16384, 21593 4806 16384, 21629 4806 16384, 21658 4802 16384, 21684 4802 16384, 21698 4802 16384</inkml:trace>
  <inkml:trace contextRef="#ctx0" brushRef="#br0">22331 4467 16384, 22319 4436 16384, 22319 4424 16384, 22337 4406 16384, 22362 4382 16384, 22398 4358 16384, 22446 4333 16384, 22495 4315 16384, 22549 4309 16384, 22640 4321 16384, 22665 4333 16384, 22719 4370 16384, 22762 4430 16384, 22786 4503 16384, 22798 4594 16384, 22798 4679 16384, 22786 4758 16384, 22756 4836 16384, 22725 4903 16384, 22683 4970 16384, 22634 5030 16384, 22586 5085 16384, 22537 5127 16384, 22489 5164 16384, 22422 5194 16384, 22380 5200 16384, 22368 5200 16384</inkml:trace>
  <inkml:trace contextRef="#ctx0" brushRef="#br0">23137 4206 16384, 23125 4200 16384, 23083 4212 16384, 23065 4224 16384, 23028 4255 16384, 22986 4291 16384, 22937 4339 16384, 22889 4394 16384, 22852 4461 16384, 22810 4552 16384, 22786 4642 16384, 22768 4752 16384, 22762 4855 16384, 22774 4939 16384, 22798 5018 16384, 22846 5079 16384, 22895 5115 16384, 22949 5139 16384, 23010 5152 16384, 23065 5152 16384, 23095 5152 16384</inkml:trace>
  <inkml:trace contextRef="#ctx0" brushRef="#br0">23263 4158 16384, 23254 4138 16384, 23255 4123 16384, 23268 4107 16384, 23294 4093 16384, 23329 4090 16384, 23365 4105 16384, 23390 4139 16384, 23392 4181 16384, 23373 4224 16384, 23340 4262 16384, 23310 4285 16384, 23295 4290 16384, 23289 4285 16384, 23290 4278 16384, 23305 4270 16384, 23334 4265 16384, 23372 4269 16384, 23408 4289 16384, 23425 4319 16384, 23423 4346 16384, 23408 4369 16384, 23379 4391 16384, 23344 4405 16384, 23304 4410 16384, 23267 4402 16384, 23252 4392 16384</inkml:trace>
  <inkml:trace contextRef="#ctx0" brushRef="#br0">23962 4696 16384, 23960 4696 16384, 23957 4699 16384, 23955 4699 16384, 23957 4701 16384, 23967 4706 16384, 23981 4708 16384, 24000 4711 16384, 24026 4711 16384, 24059 4706 16384, 24096 4701 16384, 24141 4694 16384, 24184 4689 16384, 24226 4689 16384, 24268 4689 16384, 24302 4689 16384, 24332 4692 16384, 24360 4694 16384, 24384 4696 16384, 24405 4699 16384, 24424 4699 16384, 24445 4696 16384, 24455 4694 16384</inkml:trace>
  <inkml:trace contextRef="#ctx0" brushRef="#br0">25631 4467 16384, 25640 4438 16384, 25649 4413 16384, 25664 4350 16384, 25640 4249 16384, 25568 4200 16384, 25467 4209 16384, 25366 4251 16384, 25290 4319 16384, 25245 4420 16384, 25236 4536 16384, 25275 4622 16384, 25353 4673 16384, 25458 4691 16384, 25553 4664 16384, 25642 4595 16384, 25707 4512 16384, 25734 4444 16384, 25732 4429 16384, 25714 4440 16384, 25683 4505 16384, 25626 4646 16384, 25546 4864 16384, 25492 5061 16384, 25481 5166 16384, 25508 5200 16384</inkml:trace>
  <inkml:trace contextRef="#ctx0" brushRef="#br0">26118 4467 16384, 26106 4436 16384, 26106 4424 16384, 26124 4406 16384, 26148 4382 16384, 26185 4358 16384, 26233 4333 16384, 26281 4315 16384, 26336 4309 16384, 26427 4321 16384, 26451 4333 16384, 26506 4370 16384, 26548 4430 16384, 26572 4503 16384, 26585 4594 16384, 26585 4679 16384, 26572 4758 16384, 26542 4836 16384, 26512 4903 16384, 26469 4970 16384, 26421 5030 16384, 26372 5085 16384, 26324 5127 16384, 26275 5164 16384, 26209 5194 16384, 26166 5200 16384, 26154 5200 16384</inkml:trace>
  <inkml:trace contextRef="#ctx0" brushRef="#br0">26924 4206 16384, 26912 4200 16384, 26869 4212 16384, 26851 4224 16384, 26815 4255 16384, 26772 4291 16384, 26724 4339 16384, 26675 4394 16384, 26639 4461 16384, 26597 4552 16384, 26572 4642 16384, 26554 4752 16384, 26548 4855 16384, 26560 4939 16384, 26585 5018 16384, 26633 5079 16384, 26681 5115 16384, 26736 5139 16384, 26797 5152 16384, 26851 5152 16384, 26881 5152 16384</inkml:trace>
  <inkml:trace contextRef="#ctx0" brushRef="#br0">27043 4187 16384, 27040 4183 16384, 27033 4173 16384, 27028 4157 16384, 27029 4133 16384, 27042 4112 16384, 27064 4095 16384, 27091 4090 16384, 27118 4104 16384, 27138 4141 16384, 27146 4202 16384, 27140 4269 16384, 27124 4312 16384, 27098 4346 16384, 27083 4362 16384, 27069 4375 16384, 27049 4390 16384, 27041 4393 16384, 27048 4391 16384, 27069 4391 16384, 27099 4394 16384, 27137 4401 16384, 27171 4407 16384, 27196 4410 16384, 27216 4409 16384, 27222 4408 16384</inkml:trace>
  <inkml:trace contextRef="#ctx0" brushRef="#br0">27759 4691 16384, 27752 4691 16384, 27756 4691 16384, 27761 4691 16384, 27770 4689 16384, 27782 4689 16384, 27793 4687 16384, 27810 4687 16384, 27830 4685 16384, 27854 4683 16384, 27884 4683 16384, 27912 4681 16384, 27944 4681 16384, 27977 4679 16384, 28007 4679 16384, 28039 4681 16384, 28074 4683 16384, 28106 4687 16384, 28140 4689 16384, 28173 4691 16384, 28201 4693 16384, 28229 4693 16384, 28251 4693 16384, 28268 4693 16384, 28279 4694 16384, 28289 4694 16384, 28296 4694 16384, 28300 4694 16384, 28302 4691 16384</inkml:trace>
  <inkml:trace contextRef="#ctx0" brushRef="#br0">28037 4461 16384, 28037 4463 16384, 28035 4465 16384, 28035 4469 16384, 28035 4476 16384, 28035 4487 16384, 28037 4502 16384, 28039 4523 16384, 28041 4547 16384, 28041 4577 16384, 28043 4611 16384, 28041 4648 16384, 28039 4683 16384, 28035 4721 16384, 28031 4760 16384, 28030 4793 16384, 28030 4825 16384, 28030 4855 16384, 28030 4877 16384, 28030 4898 16384, 28031 4914 16384, 28033 4927 16384, 28035 4935 16384, 28037 4939 16384</inkml:trace>
  <inkml:trace contextRef="#ctx0" brushRef="#br0">29380 4200 16384, 29374 4202 16384, 29378 4252 16384, 29376 4409 16384, 29347 4656 16384, 29315 4885 16384, 29291 5046 16384, 29284 5154 16384, 29302 5200 16384</inkml:trace>
  <inkml:trace contextRef="#ctx0" brushRef="#br0">30188 4208 16384, 30180 4216 16384, 30178 4271 16384, 30152 4406 16384, 30106 4551 16384, 30076 4650 16384, 30065 4706 16384, 30067 4730 16384, 30082 4732 16384, 30106 4728 16384, 30152 4708 16384, 30227 4676 16384, 30317 4662 16384, 30408 4684 16384, 30475 4746 16384, 30515 4837 16384, 30525 4938 16384, 30501 5027 16384, 30434 5107 16384, 30346 5168 16384, 30253 5200 16384, 30158 5192 16384, 30112 5166 16384</inkml:trace>
  <inkml:trace contextRef="#ctx0" brushRef="#br0">30174 4212 16384, 30170 4212 16384, 30182 4212 16384, 30251 4214 16384, 30376 4206 16384, 30505 4200 16384, 30616 4222 16384, 30658 4242 16384</inkml:trace>
  <inkml:trace contextRef="#ctx0" brushRef="#br0">30995 4467 16384, 30983 4436 16384, 30983 4424 16384, 31001 4406 16384, 31025 4382 16384, 31062 4358 16384, 31110 4333 16384, 31158 4315 16384, 31213 4309 16384, 31304 4321 16384, 31328 4333 16384, 31383 4370 16384, 31425 4430 16384, 31449 4503 16384, 31462 4594 16384, 31462 4679 16384, 31449 4758 16384, 31419 4836 16384, 31389 4903 16384, 31346 4970 16384, 31298 5030 16384, 31249 5085 16384, 31201 5127 16384, 31152 5164 16384, 31086 5194 16384, 31043 5200 16384, 31031 5200 16384</inkml:trace>
  <inkml:trace contextRef="#ctx0" brushRef="#br0">31801 4206 16384, 31789 4200 16384, 31746 4212 16384, 31728 4224 16384, 31692 4255 16384, 31649 4291 16384, 31601 4339 16384, 31552 4394 16384, 31516 4461 16384, 31474 4552 16384, 31449 4642 16384, 31431 4752 16384, 31425 4855 16384, 31437 4939 16384, 31462 5018 16384, 31510 5079 16384, 31558 5115 16384, 31613 5139 16384, 31674 5152 16384, 31728 5152 16384, 31758 5152 16384</inkml:trace>
  <inkml:trace contextRef="#ctx0" brushRef="#br0">32429 4696 16384, 32427 4696 16384, 32424 4699 16384, 32422 4699 16384, 32424 4701 16384, 32434 4706 16384, 32448 4708 16384, 32467 4711 16384, 32493 4711 16384, 32526 4706 16384, 32563 4701 16384, 32608 4694 16384, 32651 4689 16384, 32693 4689 16384, 32735 4689 16384, 32769 4689 16384, 32799 4692 16384, 32827 4694 16384, 32851 4696 16384, 32872 4699 16384, 32891 4699 16384, 32912 4696 16384, 32922 4694 16384</inkml:trace>
  <inkml:trace contextRef="#ctx0" brushRef="#br0">33770 4223 16384, 33756 4227 16384, 33743 4243 16384, 33747 4292 16384, 33758 4381 16384, 33772 4475 16384, 33791 4539 16384, 33804 4558 16384</inkml:trace>
  <inkml:trace contextRef="#ctx0" brushRef="#br0">33782 4200 16384, 33786 4202 16384, 33841 4207 16384, 33942 4207 16384, 34017 4207 16384, 34077 4214 16384, 34123 4248 16384, 34150 4298 16384, 34160 4360 16384, 34155 4462 16384, 34128 4611 16384, 34086 4792 16384, 34045 4957 16384, 34027 5056 16384, 34027 5122 16384, 34040 5175 16384, 34047 5200 16384</inkml:trace>
  <inkml:trace contextRef="#ctx0" brushRef="#br0">35498 4266 16384, 35506 4282 16384, 35524 4399 16384, 35511 4610 16384, 35445 4798 16384, 35341 4974 16384, 35242 5078 16384, 35168 5096 16384, 35096 5064 16384, 35030 4961 16384, 34982 4774 16384, 35011 4527 16384, 35149 4354 16384, 35320 4266 16384, 35530 4200 16384, 35748 4208 16384, 35910 4346 16384, 35974 4623 16384, 35971 4937 16384, 35958 5099 16384, 35942 5181 16384, 35934 5200 16384</inkml:trace>
  <inkml:trace contextRef="#ctx0" brushRef="#br0">36971 4275 16384, 36966 4275 16384, 36962 4284 16384, 36962 4289 16384, 36957 4308 16384, 36952 4337 16384, 36937 4366 16384, 36913 4404 16384, 36885 4448 16384, 36856 4496 16384, 36812 4549 16384, 36774 4601 16384, 36740 4640 16384, 36707 4678 16384, 36678 4712 16384, 36668 4726 16384, 36654 4746 16384</inkml:trace>
  <inkml:trace contextRef="#ctx0" brushRef="#br0">36885 4303 16384, 36889 4289 16384, 36894 4284 16384, 36904 4284 16384, 36923 4279 16384, 36957 4279 16384, 36990 4279 16384, 37024 4279 16384, 37067 4284 16384, 37106 4289 16384, 37149 4299 16384, 37192 4313 16384, 37240 4323 16384, 37279 4337 16384, 37312 4351 16384, 37337 4366 16384, 37356 4380 16384, 37365 4395 16384, 37365 4414 16384, 37361 4443 16384, 37346 4476 16384, 37327 4520 16384, 37298 4573 16384, 37264 4635 16384, 37221 4712 16384, 37178 4794 16384, 37125 4885 16384, 37082 4967 16384, 37048 5029 16384, 37014 5082 16384, 36995 5121 16384, 36986 5145 16384, 36976 5169 16384, 36966 5188 16384, 36962 5193 16384</inkml:trace>
  <inkml:trace contextRef="#ctx0" brushRef="#br0">37447 4231 16384, 37447 4226 16384, 37447 4222 16384, 37452 4231 16384, 37457 4246 16384, 37466 4260 16384, 37471 4279 16384, 37476 4303 16384, 37481 4327 16384, 37481 4351 16384, 37486 4371 16384, 37490 4385 16384, 37490 4395 16384, 37495 4400 16384, 37500 4400 16384, 37505 4400 16384</inkml:trace>
  <inkml:trace contextRef="#ctx0" brushRef="#br0">37534 4207 16384, 37543 4212 16384, 37558 4222 16384, 37577 4236 16384, 37601 4260 16384, 37611 4279 16384, 37620 4303 16384, 37630 4327 16384, 37639 4342 16384, 37644 4361 16384, 37649 4375 16384, 37654 4385 16384, 37654 4390 16384</inkml:trace>
  <inkml:trace contextRef="#ctx0" brushRef="#br0">37910 4211 16384, 37888 4200 16384, 37904 4200 16384, 37932 4200 16384, 37970 4205 16384, 38024 4211 16384, 38084 4211 16384, 38154 4211 16384, 38225 4211 16384, 38290 4211 16384, 38356 4211 16384, 38415 4211 16384, 38459 4211 16384, 38475 4211 16384</inkml:trace>
  <inkml:trace contextRef="#ctx0" brushRef="#br0">37845 4455 16384, 37839 4455 16384, 37834 4455 16384, 37845 4455 16384, 37877 4455 16384, 37926 4455 16384, 37997 4455 16384, 38073 4445 16384, 38149 4439 16384, 38225 4434 16384, 38312 4434 16384, 38388 4428 16384, 38459 4428 16384, 38519 4439 16384, 38551 4455 16384, 38573 4477 16384, 38589 4510 16384, 38584 4548 16384, 38562 4608 16384, 38524 4684 16384, 38491 4760 16384, 38443 4852 16384, 38388 4945 16384, 38345 5015 16384, 38296 5075 16384, 38263 5124 16384, 38236 5157 16384, 38203 5184 16384, 38182 5200 16384</inkml:trace>
  <inkml:trace contextRef="#ctx0" brushRef="#br0">38806 4274 16384, 38769 4274 16384, 38777 4274 16384, 38813 4281 16384, 38872 4281 16384, 38938 4281 16384, 39027 4274 16384, 39122 4251 16384, 39240 4229 16384, 39343 4215 16384, 39453 4200 16384, 39556 4200 16384, 39630 4222 16384, 39696 4251 16384, 39732 4303 16384, 39740 4354 16384, 39740 4428 16384, 39718 4516 16384, 39674 4597 16384, 39615 4693 16384, 39549 4788 16384, 39475 4876 16384, 39402 4965 16384, 39335 5046 16384, 39277 5104 16384, 39240 5141 16384, 39203 5178 16384, 39174 5193 16384, 39159 5200 16384</inkml:trace>
  <inkml:trace contextRef="#ctx0" brushRef="#br0">39994 4308 16384, 39988 4305 16384, 39977 4332 16384, 39959 4425 16384, 39932 4607 16384, 39920 4829 16384, 39935 4990 16384, 39974 5068 16384, 40022 5095 16384</inkml:trace>
  <inkml:trace contextRef="#ctx0" brushRef="#br0">40218 4503 16384, 40305 4505 16384, 40430 4505 16384, 40550 4502 16384, 40661 4495 16384, 40733 4495 16384, 40761 4502 16384</inkml:trace>
  <inkml:trace contextRef="#ctx0" brushRef="#br0">40496 4324 16384, 40525 4390 16384, 40567 4522 16384, 40581 4695 16384, 40566 4864 16384, 40528 4988 16384, 40494 5051 16384, 40464 5059 16384, 40425 5042 16384, 40379 4993 16384, 40344 4929 16384, 40333 4878 16384, 40357 4847 16384, 40422 4824 16384, 40518 4807 16384, 40637 4822 16384, 40735 4868 16384, 40815 4922 16384, 40869 4958 16384, 40901 4971 16384, 40916 4978 16384, 40920 4978 16384</inkml:trace>
  <inkml:trace contextRef="#ctx0" brushRef="#br0">41941 4200 16384, 42000 4235 16384, 42066 4309 16384, 42113 4377 16384, 42130 4434 16384, 42112 4478 16384, 42065 4526 16384, 42013 4563 16384, 42003 4566 16384</inkml:trace>
  <inkml:trace contextRef="#ctx0" brushRef="#br0">42056 4769 16384, 42071 4780 16384, 42108 4824 16384, 42153 4896 16384, 42185 4966 16384, 42197 5033 16384, 42188 5101 16384, 42158 5145 16384, 42123 5173 16384, 42078 5168 16384</inkml:trace>
  <inkml:trace contextRef="#ctx0" brushRef="#br0">41600 4953 16384, 41625 5026 16384, 41653 5106 16384, 41678 5157 16384, 41715 5187 16384, 41774 5200 16384, 41807 5197 16384</inkml:trace>
  <inkml:trace contextRef="#ctx0" brushRef="#br0">42476 4909 16384, 42481 4929 16384, 42493 4974 16384, 42515 5023 16384, 42543 5056 16384, 42565 5075 16384, 42575 5083 16384</inkml:trace>
  <inkml:trace contextRef="#ctx0" brushRef="#br0">43100 4501 16384, 43090 4482 16384, 43094 4482 16384, 43146 4484 16384, 43249 4484 16384, 43372 4480 16384, 43479 4476 16384, 43546 4476 16384, 43569 4484 16384</inkml:trace>
  <inkml:trace contextRef="#ctx0" brushRef="#br0">43134 4204 16384, 43121 4200 16384, 43134 4213 16384, 43159 4267 16384, 43165 4405 16384, 43142 4654 16384, 43100 4878 16384, 43050 5039 16384, 42998 5146 16384, 42954 5198 16384, 42902 5200 16384, 42841 5156 16384, 42782 5064 16384, 42755 4991 16384, 42774 4974 16384, 42829 4953 16384, 42931 4941 16384, 43077 4978 16384, 43243 5052 16384, 43372 5121 16384, 43450 5162 16384, 43490 5183 16384, 43511 5189 16384</inkml:trace>
  <inkml:trace contextRef="#ctx0" brushRef="#br0">43965 4200 16384, 43996 4213 16384, 44076 4237 16384, 44155 4256 16384, 44211 4279 16384, 44236 4306 16384</inkml:trace>
  <inkml:trace contextRef="#ctx0" brushRef="#br0">43761 4684 16384, 43749 4684 16384, 43759 4676 16384, 43820 4637 16384, 43926 4572 16384, 44046 4510 16384, 44163 4479 16384, 44269 4483 16384, 44350 4535 16384, 44396 4637 16384, 44404 4795 16384, 44377 4928 16384, 44315 5034 16384, 44242 5127 16384, 44184 5185 16384, 44159 5200 16384</inkml:trace>
  <inkml:trace contextRef="#ctx0" brushRef="#br0">44584 4420 16384, 44584 4417 16384, 44604 4401 16384, 44627 4393 16384, 44663 4385 16384, 44706 4373 16384, 44749 4361 16384, 44824 4346 16384, 44868 4342 16384, 44915 4334 16384, 44950 4330 16384, 44982 4326 16384, 45005 4326 16384, 45017 4326 16384</inkml:trace>
  <inkml:trace contextRef="#ctx0" brushRef="#br0">44840 4200 16384, 44836 4200 16384, 44828 4200 16384, 44824 4208 16384, 44820 4231 16384, 44812 4259 16384, 44805 4298 16384, 44789 4354 16384, 44769 4424 16384, 44757 4468 16384, 44749 4515 16384, 44730 4621 16384, 44698 4783 16384, 44682 4889 16384, 44679 4968 16384, 44675 5070 16384, 44679 5117 16384, 44682 5157 16384, 44686 5169 16384, 44690 5188 16384, 44702 5196 16384, 44710 5200 16384</inkml:trace>
  <inkml:trace contextRef="#ctx0" brushRef="#br0">44911 4684 16384, 44923 4661 16384, 44942 4645 16384, 44993 4629 16384, 45013 4621 16384, 45053 4613 16384, 45076 4609 16384, 45123 4613 16384, 45159 4621 16384, 45186 4629 16384, 45210 4641 16384, 45234 4653 16384, 45249 4661 16384, 45257 4672 16384, 45257 4684 16384</inkml:trace>
  <inkml:trace contextRef="#ctx0" brushRef="#br0">44978 4913 16384, 44954 4932 16384, 44942 4960 16384, 44954 4983 16384, 44978 5003 16384, 45005 5023 16384, 45029 5043 16384, 45060 5070 16384, 45096 5098 16384, 45127 5117 16384, 45167 5137 16384, 45202 5145 16384, 45242 5149 16384, 45277 5137 16384, 45320 5117 16384</inkml:trace>
  <inkml:trace contextRef="#ctx0" brushRef="#br0">45403 4263 16384, 45399 4275 16384, 45411 4306 16384, 45419 4342 16384, 45427 4369 16384, 45427 4381 16384, 45434 4413 16384, 45442 4432 16384, 45450 4440 16384, 45458 4440 16384</inkml:trace>
  <inkml:trace contextRef="#ctx0" brushRef="#br0">45521 4263 16384, 45525 4263 16384, 45529 4275 16384, 45537 4294 16384, 45545 4334 16384, 45553 4381 16384, 45560 4420 16384, 45572 4444 16384</inkml:trace>
  <inkml:trace contextRef="#ctx0" brushRef="#br0">45759 4546 16384, 45756 4550 16384, 45752 4554 16384, 45767 4554 16384, 45792 4554 16384, 45827 4546 16384, 45881 4536 16384, 45942 4525 16384, 46002 4518 16384, 46074 4514 16384, 46149 4514 16384, 46213 4514 16384, 46274 4521 16384, 46324 4532 16384, 46367 4550 16384, 46399 4579 16384, 46424 4618 16384, 46434 4671 16384, 46434 4736 16384, 46431 4807 16384, 46420 4879 16384, 46402 4950 16384, 46384 5014 16384, 46370 5057 16384, 46359 5093 16384, 46349 5118 16384, 46342 5132 16384, 46331 5139 16384, 46320 5139 16384, 46309 5129 16384, 46299 5107 16384, 46292 5075 16384, 46281 5032 16384, 46274 5004 16384</inkml:trace>
  <inkml:trace contextRef="#ctx0" brushRef="#br0">46238 4261 16384, 46234 4264 16384, 46227 4268 16384, 46227 4282 16384, 46224 4300 16384, 46213 4336 16384, 46192 4393 16384, 46163 4507 16384, 46149 4561 16384, 46120 4689 16384, 46088 4818 16384, 46063 4929 16384, 46045 5011 16384, 46038 5039 16384, 46027 5082 16384, 46017 5114 16384, 46013 5121 16384</inkml:trace>
  <inkml:trace contextRef="#ctx0" brushRef="#br0">46427 4400 16384, 46424 4400 16384, 46409 4396 16384, 46409 4393 16384, 46413 4396 16384, 46424 4400 16384, 46434 4414 16384, 46463 4464 16384, 46484 4529 16384, 46499 4571 16384, 46517 4657 16384, 46520 4704 16384, 46531 4793 16384, 46538 4832 16384, 46545 4850 16384, 46559 4879 16384, 46570 4893 16384, 46577 4900 16384</inkml:trace>
  <inkml:trace contextRef="#ctx0" brushRef="#br0">46584 4461 16384, 46584 4468 16384, 46584 4471 16384, 46592 4486 16384, 46602 4511 16384, 46617 4536 16384, 46627 4564 16384, 46638 4589 16384, 46645 4611 16384, 46649 4625 16384, 46649 4636 16384, 46649 4639 16384, 46652 4643 16384</inkml:trace>
  <inkml:trace contextRef="#ctx0" brushRef="#br0">46717 4493 16384, 46717 4507 16384, 46720 4525 16384, 46727 4550 16384, 46734 4582 16384, 46742 4611 16384, 46745 4625 16384, 46752 4632 16384</inkml:trace>
  <inkml:trace contextRef="#ctx0" brushRef="#br0">47032 4692 16384, 47025 4692 16384, 47009 4708 16384, 47001 4715 16384, 46994 4723 16384, 46986 4731 16384, 46971 4731 16384, 46963 4731 16384, 46955 4715 16384, 46955 4708 16384, 46948 4692 16384, 46948 4669 16384, 46955 4654 16384, 46963 4638 16384, 46971 4623 16384, 46986 4615 16384, 47001 4608 16384, 47017 4608 16384, 47032 4623 16384, 47048 4638 16384, 47055 4662 16384, 47055 4685 16384, 47055 4708 16384, 47040 4723 16384, 47025 4738 16384, 47001 4754 16384, 46986 4754 16384, 46971 4754 16384, 46955 4754 16384, 46940 4738 16384, 46932 4723 16384, 46932 4700 16384, 46932 4677 16384, 46932 4654 16384, 46940 4631 16384, 46955 4623 16384, 46963 4615 16384, 46978 4615 16384, 47001 4615 16384, 47017 4623 16384, 47032 4646 16384, 47048 4662 16384, 47063 4677 16384, 47063 4700 16384, 47063 4715 16384, 47055 4731 16384, 47040 4738 16384, 47025 4746 16384, 47009 4746 16384, 47001 4746 16384, 46994 4746 16384, 46994 4738 16384, 46994 4723 16384, 46994 4708 16384, 47001 4692 16384, 47009 4677 16384, 47017 4662 16384, 47025 4654 16384, 47040 4654 16384, 47048 4654 16384, 47048 4662 16384, 47048 4669 16384, 47048 4677 16384, 47048 4685 16384, 47040 4692 16384, 47040 4700 16384, 47048 4692 16384, 47048 4685 16384, 47055 4677 16384, 47063 4669 16384, 47063 4662 16384, 47063 4654 16384, 47055 4662 16384, 47040 4677 16384, 47025 4685 16384, 47009 4692 16384, 47001 4692 16384, 46994 4700 16384, 46986 4700 16384, 46978 4692 16384, 46978 4677 16384, 46978 4669 16384, 46986 4654 16384, 46994 4646 16384, 47001 4638 16384, 47009 4631 16384, 47017 4631 16384, 47017 4638 16384, 47017 4646 16384, 47017 4654 16384, 47009 4654 16384, 47009 4662 16384, 47017 4662 16384</inkml:trace>
  <inkml:trace contextRef="#ctx0" brushRef="#br0">47440 4723 16384, 47425 4723 16384, 47417 4723 16384, 47401 4715 16384, 47394 4715 16384, 47378 4708 16384, 47371 4700 16384, 47371 4692 16384, 47371 4685 16384, 47378 4677 16384, 47386 4677 16384, 47394 4677 16384, 47401 4677 16384, 47401 4685 16384, 47401 4692 16384, 47401 4700 16384, 47394 4708 16384, 47378 4715 16384, 47371 4715 16384, 47363 4715 16384, 47355 4715 16384, 47348 4715 16384, 47340 4715 16384, 47340 4700 16384, 47348 4692 16384, 47355 4685 16384, 47371 4669 16384, 47386 4662 16384, 47409 4662 16384, 47425 4654 16384, 47440 4654 16384, 47455 4654 16384, 47463 4654 16384, 47463 4662 16384, 47463 4669 16384, 47463 4677 16384, 47455 4685 16384, 47440 4700 16384, 47425 4708 16384, 47401 4715 16384, 47386 4715 16384, 47371 4715 16384, 47355 4715 16384, 47348 4715 16384, 47340 4708 16384, 47348 4692 16384, 47355 4685 16384, 47371 4669 16384, 47386 4662 16384, 47401 4654 16384, 47425 4646 16384, 47432 4646 16384, 47448 4638 16384, 47455 4638 16384, 47463 4638 16384, 47463 4646 16384, 47463 4654 16384, 47455 4662 16384, 47448 4669 16384, 47432 4685 16384, 47425 4692 16384, 47409 4708 16384, 47394 4708 16384, 47378 4715 16384, 47371 4715 16384, 47363 4715 16384, 47355 4715 16384, 47355 4708 16384, 47355 4700 16384, 47355 4685 16384, 47363 4669 16384, 47371 4654 16384, 47386 4646 16384, 47401 4631 16384, 47417 4631 16384, 47432 4623 16384, 47448 4623 16384, 47463 4631 16384, 47471 4631 16384, 47478 4646 16384, 47478 4654 16384, 47478 4669 16384, 47478 4685 16384, 47471 4692 16384, 47455 4708 16384, 47440 4715 16384, 47425 4723 16384, 47401 4731 16384, 47386 4731 16384, 47371 4731 16384, 47355 4723 16384, 47348 4715 16384, 47348 4700 16384, 47348 4692 16384, 47348 4677 16384, 47355 4662 16384, 47363 4654 16384, 47386 4646 16384, 47401 4646 16384, 47425 4646 16384, 47440 4654 16384, 47455 4662 16384, 47471 4669 16384, 47478 4685 16384, 47486 4692 16384, 47486 4700 16384, 47486 4715 16384, 47471 4723 16384, 47463 4731 16384, 47440 4746 16384, 47425 4746 16384, 47409 4754 16384, 47401 4754 16384, 47386 4754 16384, 47371 4746 16384, 47363 4738 16384, 47363 4731 16384, 47355 4715 16384, 47355 4692 16384, 47363 4669 16384, 47371 4646 16384, 47386 4631 16384, 47394 4623 16384, 47409 4615 16384, 47432 4615 16384, 47448 4623 16384, 47463 4631 16384, 47486 4646 16384, 47494 4662 16384, 47494 4669 16384, 47501 4685 16384, 47501 4700 16384, 47494 4715 16384, 47486 4731 16384, 47478 4738 16384, 47455 4746 16384, 47432 4762 16384, 47409 4769 16384, 47394 4769 16384, 47378 4769 16384, 47371 4754 16384, 47363 4738 16384, 47363 4723 16384, 47363 4700 16384, 47371 4685 16384, 47378 4662 16384, 47386 4646 16384, 47401 4638 16384, 47417 4631 16384, 47432 4631 16384, 47448 4631 16384, 47463 4631 16384, 47471 4638 16384, 47478 4654 16384, 47486 4662 16384, 47486 4677 16384, 47486 4685 16384, 47478 4692 16384, 47471 4700 16384, 47463 4715 16384, 47455 4715 16384, 47448 4723 16384, 47440 4723 16384</inkml:trace>
  <inkml:trace contextRef="#ctx0" brushRef="#br0">47901 4700 16384, 47894 4700 16384, 47894 4708 16384, 47886 4708 16384, 47878 4708 16384, 47871 4708 16384, 47863 4708 16384, 47855 4708 16384, 47840 4708 16384, 47832 4700 16384, 47825 4700 16384, 47817 4692 16384, 47825 4692 16384, 47832 4692 16384, 47840 4692 16384, 47848 4692 16384, 47855 4692 16384, 47863 4700 16384, 47863 4708 16384, 47855 4715 16384, 47840 4723 16384, 47825 4731 16384, 47801 4738 16384, 47778 4746 16384, 47771 4746 16384, 47763 4746 16384, 47755 4738 16384, 47755 4731 16384, 47755 4715 16384, 47763 4700 16384, 47771 4685 16384, 47786 4669 16384, 47794 4662 16384, 47809 4654 16384, 47817 4646 16384, 47832 4646 16384, 47840 4646 16384, 47848 4654 16384, 47848 4662 16384, 47848 4669 16384, 47848 4685 16384, 47848 4692 16384, 47840 4708 16384, 47825 4715 16384, 47817 4723 16384, 47801 4731 16384, 47786 4738 16384, 47771 4746 16384, 47763 4746 16384, 47755 4738 16384, 47748 4731 16384, 47748 4723 16384, 47748 4708 16384, 47755 4692 16384, 47763 4677 16384, 47771 4662 16384, 47786 4654 16384, 47794 4646 16384, 47809 4638 16384, 47825 4638 16384, 47832 4646 16384, 47848 4654 16384, 47855 4662 16384, 47863 4669 16384, 47863 4685 16384, 47863 4700 16384, 47855 4715 16384, 47848 4731 16384, 47832 4738 16384, 47817 4754 16384, 47801 4754 16384, 47794 4762 16384, 47786 4762 16384, 47778 4754 16384, 47771 4746 16384, 47771 4738 16384, 47771 4731 16384, 47771 4715 16384, 47771 4700 16384, 47778 4685 16384, 47794 4677 16384, 47801 4662 16384, 47817 4654 16384, 47832 4646 16384, 47848 4646 16384, 47871 4646 16384, 47894 4646 16384, 47909 4646 16384, 47925 4654 16384, 47925 4669 16384, 47925 4677 16384, 47917 4700 16384, 47901 4715 16384, 47871 4738 16384, 47840 4762 16384, 47817 4777 16384, 47794 4785 16384, 47778 4792 16384, 47771 4792 16384, 47771 4785 16384, 47771 4769 16384, 47771 4754 16384, 47778 4738 16384, 47786 4723 16384, 47794 4700 16384, 47809 4685 16384, 47825 4677 16384, 47840 4662 16384, 47855 4662 16384, 47878 4654 16384, 47894 4654 16384, 47909 4662 16384, 47925 4669 16384, 47932 4677 16384, 47932 4692 16384, 47932 4700 16384, 47925 4715 16384, 47917 4723 16384, 47901 4738 16384, 47878 4746 16384, 47855 4754 16384, 47832 4762 16384, 47817 4762 16384, 47801 4762 16384, 47801 4754 16384, 47801 4738 16384, 47809 4723 16384, 47825 4715 16384, 47840 4700 16384, 47855 4685 16384, 47871 4677 16384, 47886 4669 16384, 47909 4662 16384, 47917 4662 16384, 47925 4669 16384, 47925 4677 16384, 47917 4692 16384, 47909 4700 16384, 47894 4708 16384, 47878 4715 16384, 47863 4723 16384, 47848 4731 16384, 47832 4731 16384, 47817 4731 16384, 47809 4723 16384, 47801 4715 16384, 47801 4700 16384, 47801 4692 16384, 47809 4677 16384, 47817 4662 16384, 47832 4654 16384, 47848 4646 16384, 47855 4638 16384, 47871 4638 16384, 47878 4646 16384, 47894 4654 16384, 47894 4669 16384, 47894 4685 16384, 47894 4692 16384, 47886 4708 16384, 47878 4715 16384, 47855 4723 16384, 47840 4723 16384, 47817 4731 16384, 47794 4731 16384, 47778 4731 16384, 47763 4731 16384, 47755 4723 16384, 47755 4715 16384, 47755 4700 16384, 47763 4692 16384, 47771 4677 16384, 47778 4662 16384, 47801 4646 16384, 47817 4631 16384, 47832 4623 16384, 47855 4623 16384, 47871 4623 16384, 47886 4638 16384, 47894 4654 16384, 47894 4669 16384, 47894 4692 16384, 47886 4708 16384, 47878 4723 16384, 47863 4738 16384, 47840 4754 16384, 47825 4762 16384, 47809 4769 16384, 47794 4769 16384, 47778 4769 16384, 47771 4762 16384, 47771 4746 16384, 47771 4731 16384, 47771 4715 16384, 47771 4700 16384, 47778 4685 16384, 47786 4669 16384, 47801 4662 16384, 47809 4654 16384, 47825 4654 16384, 47840 4654 16384, 47848 4662 16384, 47855 4677 16384, 47863 4685 16384, 47863 4700 16384, 47863 4708 16384, 47863 4723 16384, 47863 4731 16384, 47855 4738 16384, 47848 4746 16384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2000 6773 16384, 20633 6773 16384</inkml:trace>
  <inkml:trace contextRef="#ctx0" brushRef="#br0">2000 8099 16384, 20633 8099 16384</inkml:trace>
  <inkml:trace contextRef="#ctx0" brushRef="#br0">2000 9425 16384, 20633 9425 16384</inkml:trace>
  <inkml:trace contextRef="#ctx0" brushRef="#br0">2000 10751 16384, 20633 10751 16384</inkml:trace>
  <inkml:trace contextRef="#ctx0" brushRef="#br0">2000 6773 16384, 2000 10751 16384</inkml:trace>
  <inkml:trace contextRef="#ctx0" brushRef="#br0">4920 6773 16384, 4920 10751 16384</inkml:trace>
  <inkml:trace contextRef="#ctx0" brushRef="#br0">4982 6773 16384, 4982 10751 16384</inkml:trace>
  <inkml:trace contextRef="#ctx0" brushRef="#br0">6191 6773 16384, 6191 10751 16384</inkml:trace>
  <inkml:trace contextRef="#ctx0" brushRef="#br0">11513 6773 16384, 11513 10751 16384</inkml:trace>
  <inkml:trace contextRef="#ctx0" brushRef="#br0">12785 6773 16384, 12785 10751 16384</inkml:trace>
  <inkml:trace contextRef="#ctx0" brushRef="#br0">19362 6773 16384, 19362 10751 16384</inkml:trace>
  <inkml:trace contextRef="#ctx0" brushRef="#br0">20633 6773 16384, 20633 10751 16384</inkml:trace>
  <inkml:trace contextRef="#ctx0" brushRef="#br0">3139 7254 16384, 3129 7230 16384, 3129 7221 16384, 3143 7207 16384, 3162 7188 16384, 3191 7169 16384, 3228 7150 16384, 3266 7136 16384, 3309 7131 16384, 3380 7141 16384, 3399 7150 16384, 3441 7178 16384, 3474 7226 16384, 3493 7282 16384, 3503 7353 16384, 3503 7419 16384, 3493 7481 16384, 3470 7542 16384, 3446 7594 16384, 3413 7646 16384, 3375 7694 16384, 3337 7736 16384, 3299 7769 16384, 3262 7798 16384, 3210 7821 16384, 3176 7826 16384, 3167 7826 16384</inkml:trace>
  <inkml:trace contextRef="#ctx0" brushRef="#br0">3767 7051 16384, 3758 7046 16384, 3725 7055 16384, 3711 7065 16384, 3682 7089 16384, 3649 7117 16384, 3611 7155 16384, 3574 7197 16384, 3545 7249 16384, 3512 7320 16384, 3493 7391 16384, 3479 7476 16384, 3474 7557 16384, 3484 7623 16384, 3503 7684 16384, 3540 7731 16384, 3578 7760 16384, 3621 7779 16384, 3668 7788 16384, 3711 7788 16384, 3734 7788 16384</inkml:trace>
  <inkml:trace contextRef="#ctx0" brushRef="#br0">5271 7163 16384, 5817 7163 16384, 5817 7709 16384, 5271 7709 16384, 5271 7163 16384</inkml:trace>
  <inkml:trace contextRef="#ctx0" brushRef="#br0">8878 7046 16384, 8874 7047 16384, 8877 7086 16384, 8875 7209 16384, 8852 7401 16384, 8828 7580 16384, 8809 7706 16384, 8803 7790 16384, 8818 7826 16384</inkml:trace>
  <inkml:trace contextRef="#ctx0" brushRef="#br0">11864 7163 16384, 12410 7163 16384, 12410 7709 16384, 11864 7709 16384, 11864 7163 16384</inkml:trace>
  <inkml:trace contextRef="#ctx0" brushRef="#br0">15927 7052 16384, 15920 7059 16384, 15919 7101 16384, 15898 7206 16384, 15862 7320 16384, 15838 7397 16384, 15831 7441 16384, 15832 7460 16384, 15843 7461 16384, 15862 7458 16384, 15898 7442 16384, 15956 7417 16384, 16027 7406 16384, 16098 7423 16384, 16150 7472 16384, 16181 7543 16384, 16189 7622 16384, 16170 7691 16384, 16118 7754 16384, 16049 7801 16384, 15977 7826 16384, 15903 7820 16384, 15867 7799 16384</inkml:trace>
  <inkml:trace contextRef="#ctx0" brushRef="#br0">15916 7055 16384, 15912 7055 16384, 15922 7055 16384, 15975 7057 16384, 16073 7051 16384, 16173 7046 16384, 16260 7063 16384, 16293 7079 16384</inkml:trace>
  <inkml:trace contextRef="#ctx0" brushRef="#br0">19713 7163 16384, 20259 7163 16384, 20259 7709 16384, 19713 7709 16384, 19713 7163 16384</inkml:trace>
  <inkml:trace contextRef="#ctx0" brushRef="#br0">2812 8434 16384, 2806 8422 16384, 2791 8390 16384, 2782 8384 16384, 2770 8378 16384, 2755 8372 16384, 2744 8372 16384, 2732 8372 16384, 2717 8378 16384, 2699 8393 16384, 2685 8410 16384, 2673 8434 16384, 2658 8475 16384, 2643 8523 16384, 2628 8585 16384, 2617 8664 16384, 2608 8750 16384, 2599 8842 16384, 2590 8927 16384, 2587 8990 16384, 2581 9043 16384, 2581 9078 16384, 2581 9102 16384, 2581 9120 16384, 2578 9134 16384, 2572 9146 16384, 2569 9152 16384</inkml:trace>
  <inkml:trace contextRef="#ctx0" brushRef="#br0">2428 8800 16384, 2430 8794 16384, 2445 8777 16384, 2457 8774 16384, 2487 8759 16384, 2516 8738 16384, 2555 8724 16384, 2593 8709 16384, 2634 8703 16384, 2679 8700 16384, 2714 8700 16384, 2747 8703 16384, 2773 8709 16384, 2797 8712 16384, 2815 8718 16384, 2820 8721 16384</inkml:trace>
  <inkml:trace contextRef="#ctx0" brushRef="#br0">3074 8318 16384, 3071 8309 16384, 3068 8309 16384, 3068 8303 16384, 3071 8301 16384, 3077 8301 16384, 3085 8298 16384, 3091 8301 16384, 3097 8303 16384, 3103 8309 16384, 3106 8315 16384, 3106 8321 16384, 3103 8326 16384, 3097 8335 16384, 3088 8341 16384, 3077 8346 16384, 3065 8349 16384, 3054 8349 16384, 3045 8349 16384, 3042 8346 16384, 3042 8341 16384, 3042 8335 16384, 3045 8329 16384, 3054 8321 16384, 3063 8315 16384, 3074 8309 16384, 3085 8303 16384, 3097 8301 16384, 3108 8301 16384, 3117 8301 16384, 3123 8303 16384, 3123 8306 16384, 3120 8312 16384, 3114 8318 16384, 3108 8326 16384, 3097 8335 16384, 3083 8341 16384, 3071 8349 16384, 3060 8352 16384, 3051 8355 16384, 3048 8355 16384, 3048 8352 16384, 3051 8346 16384, 3057 8341 16384, 3063 8332 16384, 3074 8323 16384, 3083 8315 16384, 3094 8306 16384, 3108 8298 16384, 3120 8292 16384, 3128 8289 16384, 3134 8286 16384, 3137 8289 16384, 3137 8295 16384, 3134 8303 16384, 3128 8312 16384, 3120 8318 16384, 3111 8326 16384, 3106 8335 16384, 3097 8341 16384, 3088 8346 16384, 3083 8349 16384, 3077 8349 16384, 3074 8349 16384, 3074 8346 16384, 3074 8344 16384, 3080 8341 16384, 3083 8338 16384, 3091 8332 16384, 3097 8329 16384, 3106 8326 16384, 3111 8323 16384, 3120 8321 16384, 3123 8318 16384, 3126 8318 16384, 3126 8321 16384, 3123 8326 16384, 3117 8332 16384, 3111 8338 16384, 3103 8344 16384, 3097 8349 16384, 3091 8352 16384, 3088 8352 16384, 3085 8352 16384, 3088 8349 16384, 3091 8346 16384, 3094 8341 16384, 3097 8338 16384, 3103 8335 16384, 3106 8335 16384, 3111 8332 16384, 3114 8332 16384, 3117 8335 16384, 3120 8341 16384, 3120 8349 16384, 3117 8355 16384, 3114 8361 16384, 3111 8367 16384, 3106 8369 16384, 3100 8369 16384, 3094 8369 16384, 3088 8369 16384, 3085 8367 16384, 3080 8361 16384, 3080 8358 16384, 3080 8352 16384, 3083 8346 16384, 3085 8341 16384, 3091 8335 16384, 3100 8329 16384, 3108 8323 16384, 3114 8321 16384, 3126 8321 16384, 3134 8321 16384, 3143 8321 16384, 3146 8323 16384, 3149 8326 16384, 3143 8332 16384, 3134 8341 16384, 3126 8349 16384, 3114 8358 16384, 3103 8369 16384, 3091 8378 16384, 3080 8384 16384, 3074 8384 16384, 3074 8378 16384, 3077 8372 16384, 3080 8364 16384, 3085 8355 16384, 3091 8344 16384, 3100 8332 16384, 3108 8318 16384, 3117 8303 16384, 3128 8295 16384, 3137 8289 16384, 3143 8286 16384, 3149 8289 16384, 3149 8295 16384, 3149 8301 16384, 3146 8309 16384, 3140 8318 16384, 3131 8326 16384, 3126 8335 16384, 3117 8341 16384, 3108 8349 16384, 3100 8355 16384, 3091 8361 16384, 3085 8361 16384, 3083 8361 16384, 3080 8358 16384, 3080 8352 16384, 3080 8349 16384, 3083 8344 16384, 3083 8338 16384, 3085 8332 16384, 3088 8323 16384, 3091 8318 16384, 3094 8312 16384, 3094 8309 16384, 3094 8312 16384, 3094 8315 16384, 3097 8321 16384, 3100 8323 16384, 3103 8329 16384, 3108 8332 16384, 3111 8335 16384, 3117 8335 16384, 3120 8338 16384, 3126 8338 16384, 3128 8338 16384, 3134 8341 16384, 3140 8344 16384, 3146 8352 16384, 3149 8367 16384, 3154 8384 16384, 3157 8410 16384, 3157 8438 16384, 3157 8464 16384, 3151 8484 16384, 3149 8499 16384, 3143 8513 16384, 3134 8521 16384, 3128 8530 16384, 3126 8536 16384</inkml:trace>
  <inkml:trace contextRef="#ctx0" brushRef="#br0">3414 8377 16384, 3414 8374 16384, 3414 8372 16384, 3412 8372 16384, 3405 8377 16384, 3400 8384 16384, 3393 8393 16384, 3383 8408 16384, 3374 8427 16384, 3353 8474 16384, 3345 8493 16384, 3341 8512 16384, 3326 8560 16384, 3307 8638 16384, 3300 8695 16384, 3298 8760 16384, 3300 8855 16384, 3307 8919 16384, 3319 8981 16384, 3343 9050 16384, 3355 9090 16384, 3369 9119 16384, 3388 9142 16384, 3395 9152 16384</inkml:trace>
  <inkml:trace contextRef="#ctx0" brushRef="#br0">3612 8580 16384, 3602 8556 16384, 3602 8547 16384, 3617 8533 16384, 3636 8514 16384, 3664 8495 16384, 3702 8476 16384, 3740 8462 16384, 3782 8457 16384, 3853 8467 16384, 3872 8476 16384, 3914 8504 16384, 3948 8552 16384, 3966 8608 16384, 3976 8679 16384, 3976 8745 16384, 3966 8807 16384, 3943 8868 16384, 3919 8920 16384, 3886 8972 16384, 3848 9020 16384, 3810 9062 16384, 3773 9095 16384, 3735 9124 16384, 3683 9147 16384, 3650 9152 16384, 3640 9152 16384</inkml:trace>
  <inkml:trace contextRef="#ctx0" brushRef="#br0">4241 8377 16384, 4231 8372 16384, 4198 8381 16384, 4184 8391 16384, 4156 8415 16384, 4122 8443 16384, 4085 8481 16384, 4047 8523 16384, 4018 8575 16384, 3985 8646 16384, 3966 8717 16384, 3952 8802 16384, 3948 8883 16384, 3957 8949 16384, 3976 9010 16384, 4014 9057 16384, 4052 9086 16384, 4094 9105 16384, 4141 9114 16384, 4184 9114 16384, 4208 9114 16384</inkml:trace>
  <inkml:trace contextRef="#ctx0" brushRef="#br0">4467 8372 16384, 4470 8372 16384, 4470 8375 16384, 4473 8375 16384, 4476 8378 16384, 4492 8397 16384, 4504 8422 16384, 4515 8461 16384, 4523 8508 16384, 4531 8559 16384, 4545 8648 16384, 4548 8678 16384, 4551 8709 16384, 4554 8768 16384, 4554 8857 16384, 4551 8907 16384, 4543 8957 16384, 4534 9004 16384, 4526 9041 16384, 4515 9088 16384, 4504 9113 16384, 4492 9132 16384, 4487 9138 16384, 4470 9152 16384</inkml:trace>
  <inkml:trace contextRef="#ctx0" brushRef="#br0">5335 8755 16384, 5329 8755 16384, 5332 8755 16384, 5337 8755 16384, 5344 8753 16384, 5353 8753 16384, 5361 8752 16384, 5375 8752 16384, 5391 8750 16384, 5409 8749 16384, 5433 8749 16384, 5455 8747 16384, 5479 8747 16384, 5505 8746 16384, 5529 8746 16384, 5553 8747 16384, 5581 8749 16384, 5606 8752 16384, 5632 8753 16384, 5658 8755 16384, 5680 8756 16384, 5702 8756 16384, 5719 8756 16384, 5732 8756 16384, 5741 8758 16384, 5748 8758 16384, 5754 8758 16384, 5757 8758 16384, 5758 8755 16384</inkml:trace>
  <inkml:trace contextRef="#ctx0" brushRef="#br0">5552 8576 16384, 5552 8577 16384, 5551 8579 16384, 5551 8582 16384, 5551 8587 16384, 5551 8596 16384, 5552 8608 16384, 5553 8624 16384, 5555 8643 16384, 5555 8666 16384, 5556 8692 16384, 5555 8721 16384, 5553 8749 16384, 5551 8778 16384, 5548 8809 16384, 5546 8835 16384, 5546 8859 16384, 5546 8883 16384, 5546 8900 16384, 5546 8916 16384, 5548 8929 16384, 5549 8939 16384, 5551 8945 16384, 5552 8948 16384</inkml:trace>
  <inkml:trace contextRef="#ctx0" brushRef="#br0">8808 8393 16384, 8801 8378 16384, 8788 8378 16384, 8765 8404 16384, 8727 8469 16384, 8683 8581 16384, 8655 8734 16384, 8647 8919 16384, 8672 9036 16384, 8725 9110 16384, 8797 9148 16384, 8865 9152 16384, 8934 9108 16384, 8991 9019 16384, 9025 8886 16384, 9034 8740 16384, 9010 8638 16384, 8960 8564 16384, 8900 8501 16384, 8835 8427 16384, 8791 8376 16384, 8774 8372 16384, 8772 8400 16384</inkml:trace>
  <inkml:trace contextRef="#ctx0" brushRef="#br0">11948 8759 16384, 11946 8759 16384, 11944 8761 16384, 11942 8761 16384, 11944 8763 16384, 11952 8767 16384, 11963 8768 16384, 11977 8770 16384, 11998 8770 16384, 12023 8767 16384, 12053 8763 16384, 12088 8757 16384, 12121 8754 16384, 12154 8754 16384, 12187 8754 16384, 12213 8754 16384, 12237 8756 16384, 12259 8757 16384, 12277 8759 16384, 12294 8761 16384, 12309 8761 16384, 12325 8759 16384, 12332 8757 16384</inkml:trace>
  <inkml:trace contextRef="#ctx0" brushRef="#br0">16029 8393 16384, 16022 8378 16384, 16009 8378 16384, 15986 8404 16384, 15948 8469 16384, 15904 8581 16384, 15876 8734 16384, 15868 8919 16384, 15893 9036 16384, 15946 9110 16384, 16018 9148 16384, 16086 9152 16384, 16155 9108 16384, 16212 9019 16384, 16246 8886 16384, 16255 8740 16384, 16231 8638 16384, 16181 8564 16384, 16121 8501 16384, 16056 8427 16384, 16012 8376 16384, 15995 8372 16384, 15993 8400 16384</inkml:trace>
  <inkml:trace contextRef="#ctx0" brushRef="#br0">19777 8755 16384, 19772 8755 16384, 19774 8755 16384, 19779 8755 16384, 19786 8753 16384, 19795 8753 16384, 19804 8752 16384, 19817 8752 16384, 19833 8750 16384, 19852 8749 16384, 19875 8749 16384, 19897 8747 16384, 19921 8747 16384, 19948 8746 16384, 19971 8746 16384, 19996 8747 16384, 20023 8749 16384, 20048 8752 16384, 20074 8753 16384, 20100 8755 16384, 20122 8756 16384, 20144 8756 16384, 20161 8756 16384, 20174 8756 16384, 20183 8758 16384, 20190 8758 16384, 20196 8758 16384, 20199 8758 16384, 20201 8755 16384</inkml:trace>
  <inkml:trace contextRef="#ctx0" brushRef="#br0">19994 8576 16384, 19994 8577 16384, 19993 8579 16384, 19993 8582 16384, 19993 8587 16384, 19993 8596 16384, 19994 8608 16384, 19996 8624 16384, 19997 8643 16384, 19997 8666 16384, 19998 8692 16384, 19997 8721 16384, 19996 8749 16384, 19993 8778 16384, 19990 8809 16384, 19988 8835 16384, 19988 8859 16384, 19988 8883 16384, 19988 8900 16384, 19988 8916 16384, 19990 8929 16384, 19991 8939 16384, 19993 8945 16384, 19994 8948 16384</inkml:trace>
  <inkml:trace contextRef="#ctx0" brushRef="#br0">2883 9760 16384, 2877 9748 16384, 2863 9716 16384, 2854 9710 16384, 2842 9704 16384, 2827 9698 16384, 2815 9698 16384, 2803 9698 16384, 2789 9704 16384, 2771 9719 16384, 2756 9736 16384, 2744 9760 16384, 2730 9801 16384, 2715 9849 16384, 2700 9911 16384, 2688 9990 16384, 2679 10076 16384, 2670 10168 16384, 2662 10253 16384, 2659 10316 16384, 2653 10369 16384, 2653 10404 16384, 2653 10428 16384, 2653 10446 16384, 2650 10460 16384, 2644 10472 16384, 2641 10478 16384</inkml:trace>
  <inkml:trace contextRef="#ctx0" brushRef="#br0">2499 10126 16384, 2502 10120 16384, 2517 10103 16384, 2529 10100 16384, 2558 10085 16384, 2588 10064 16384, 2626 10050 16384, 2665 10035 16384, 2706 10029 16384, 2750 10026 16384, 2786 10026 16384, 2818 10029 16384, 2845 10035 16384, 2868 10038 16384, 2886 10044 16384, 2892 10047 16384</inkml:trace>
  <inkml:trace contextRef="#ctx0" brushRef="#br0">3343 9703 16384, 3343 9700 16384, 3343 9698 16384, 3340 9698 16384, 3333 9703 16384, 3328 9710 16384, 3321 9719 16384, 3312 9734 16384, 3302 9753 16384, 3281 9800 16384, 3274 9819 16384, 3269 9838 16384, 3255 9886 16384, 3236 9964 16384, 3229 10021 16384, 3226 10086 16384, 3229 10181 16384, 3236 10245 16384, 3248 10307 16384, 3271 10376 16384, 3283 10416 16384, 3298 10445 16384, 3317 10468 16384, 3324 10478 16384</inkml:trace>
  <inkml:trace contextRef="#ctx0" brushRef="#br0">3540 9906 16384, 3531 9882 16384, 3531 9873 16384, 3545 9859 16384, 3564 9840 16384, 3592 9821 16384, 3630 9802 16384, 3668 9788 16384, 3711 9783 16384, 3781 9793 16384, 3800 9802 16384, 3843 9830 16384, 3876 9878 16384, 3895 9934 16384, 3904 10005 16384, 3904 10071 16384, 3895 10133 16384, 3871 10194 16384, 3848 10246 16384, 3815 10298 16384, 3777 10346 16384, 3739 10388 16384, 3701 10421 16384, 3663 10450 16384, 3611 10473 16384, 3578 10478 16384, 3569 10478 16384</inkml:trace>
  <inkml:trace contextRef="#ctx0" brushRef="#br0">4169 9703 16384, 4160 9698 16384, 4127 9707 16384, 4112 9717 16384, 4084 9741 16384, 4051 9769 16384, 4013 9807 16384, 3975 9849 16384, 3947 9901 16384, 3914 9972 16384, 3895 10043 16384, 3881 10128 16384, 3876 10209 16384, 3885 10275 16384, 3904 10336 16384, 3942 10383 16384, 3980 10412 16384, 4023 10431 16384, 4070 10440 16384, 4112 10440 16384, 4136 10440 16384</inkml:trace>
  <inkml:trace contextRef="#ctx0" brushRef="#br0">4396 9698 16384, 4398 9698 16384, 4398 9701 16384, 4401 9701 16384, 4404 9704 16384, 4421 9723 16384, 4432 9748 16384, 4443 9787 16384, 4451 9834 16384, 4460 9885 16384, 4474 9974 16384, 4476 10004 16384, 4479 10035 16384, 4482 10094 16384, 4482 10183 16384, 4479 10233 16384, 4471 10283 16384, 4463 10330 16384, 4454 10367 16384, 4443 10414 16384, 4432 10439 16384, 4421 10458 16384, 4415 10464 16384, 4398 10478 16384</inkml:trace>
  <inkml:trace contextRef="#ctx0" brushRef="#br0">5271 9815 16384, 5817 9815 16384, 5817 10361 16384, 5271 10361 16384, 5271 9815 16384</inkml:trace>
  <inkml:trace contextRef="#ctx0" brushRef="#br0">6430 9827 16384, 6427 9827 16384, 6430 9826 16384, 6469 9820 16384, 6556 9804 16384, 6664 9778 16384, 6758 9754 16384, 6842 9739 16384, 6903 9729 16384, 6934 9725 16384</inkml:trace>
  <inkml:trace contextRef="#ctx0" brushRef="#br0">6425 10058 16384, 6444 10054 16384, 6524 10040 16384, 6636 10002 16384, 6755 9957 16384, 6865 9929 16384, 6943 9918 16384, 6979 9913 16384, 6985 9913 16384</inkml:trace>
  <inkml:trace contextRef="#ctx0" brushRef="#br0">6599 9698 16384, 6630 9715 16384, 6703 9774 16384, 6761 9851 16384, 6804 9932 16384, 6829 10010 16384, 6839 10071 16384, 6840 10119 16384, 6828 10150 16384, 6806 10169 16384, 6772 10172 16384</inkml:trace>
  <inkml:trace contextRef="#ctx0" brushRef="#br0">6506 10305 16384, 6499 10314 16384, 6510 10352 16384, 6574 10402 16384, 6653 10437 16384, 6733 10464 16384, 6803 10476 16384, 6864 10478 16384, 6921 10475 16384</inkml:trace>
  <inkml:trace contextRef="#ctx0" brushRef="#br0">7281 10211 16384, 7281 10208 16384, 7283 10201 16384, 7285 10201 16384, 7299 10197 16384, 7318 10194 16384, 7339 10190 16384, 7360 10185 16384, 7381 10183 16384, 7400 10180 16384, 7421 10176 16384, 7442 10171 16384, 7456 10169 16384, 7470 10164 16384, 7480 10164 16384, 7484 10162 16384</inkml:trace>
  <inkml:trace contextRef="#ctx0" brushRef="#br0">7252 10049 16384, 7255 10054 16384, 7259 10065 16384, 7269 10082 16384, 7276 10105 16384, 7283 10136 16384, 7285 10171 16384, 7288 10211 16384, 7288 10251 16384, 7285 10290 16384, 7283 10328 16384, 7276 10361 16384, 7266 10389 16384, 7257 10412 16384, 7245 10431 16384, 7236 10445 16384, 7227 10459 16384, 7210 10471 16384, 7194 10476 16384, 7177 10478 16384, 7166 10476 16384, 7149 10466 16384, 7138 10452 16384, 7131 10433 16384, 7126 10417 16384, 7126 10401 16384, 7131 10389 16384, 7140 10380 16384, 7154 10373 16384, 7173 10368 16384, 7194 10363 16384, 7220 10361 16384, 7248 10361 16384, 7281 10361 16384, 7313 10363 16384, 7341 10368 16384, 7365 10373 16384, 7391 10380 16384, 7407 10387 16384, 7424 10396 16384, 7438 10403 16384, 7445 10408 16384, 7449 10412 16384, 7452 10415 16384, 7452 10417 16384</inkml:trace>
  <inkml:trace contextRef="#ctx0" brushRef="#br0">8002 9698 16384, 7992 9698 16384, 7978 9711 16384, 7931 9774 16384, 7847 9867 16384, 7771 9946 16384, 7714 10008 16384, 7676 10050 16384, 7646 10084 16384, 7628 10104 16384, 7625 10108 16384, 7631 10117 16384, 7655 10138 16384, 7701 10172 16384, 7771 10221 16384, 7862 10292 16384, 7954 10360 16384, 8023 10409 16384, 8074 10447 16384, 8102 10469 16384, 8114 10478 16384</inkml:trace>
  <inkml:trace contextRef="#ctx0" brushRef="#br0">8254 9870 16384, 8254 9867 16384, 8270 9855 16384, 8288 9848 16384, 8316 9842 16384, 8350 9833 16384, 8383 9824 16384, 8442 9812 16384, 8476 9809 16384, 8512 9802 16384, 8540 9799 16384, 8565 9796 16384, 8583 9796 16384, 8592 9796 16384</inkml:trace>
  <inkml:trace contextRef="#ctx0" brushRef="#br0">8454 9698 16384, 8451 9698 16384, 8445 9698 16384, 8442 9704 16384, 8439 9723 16384, 8433 9744 16384, 8426 9775 16384, 8414 9818 16384, 8399 9873 16384, 8390 9907 16384, 8383 9944 16384, 8368 10027 16384, 8344 10152 16384, 8331 10235 16384, 8328 10297 16384, 8325 10377 16384, 8328 10414 16384, 8331 10444 16384, 8334 10453 16384, 8337 10469 16384, 8347 10475 16384, 8353 10478 16384</inkml:trace>
  <inkml:trace contextRef="#ctx0" brushRef="#br0">8509 10076 16384, 8519 10057 16384, 8534 10045 16384, 8574 10033 16384, 8589 10027 16384, 8620 10020 16384, 8638 10017 16384, 8675 10020 16384, 8703 10027 16384, 8724 10033 16384, 8743 10042 16384, 8761 10051 16384, 8773 10057 16384, 8780 10067 16384, 8780 10076 16384</inkml:trace>
  <inkml:trace contextRef="#ctx0" brushRef="#br0">8562 10254 16384, 8543 10269 16384, 8534 10291 16384, 8543 10309 16384, 8562 10324 16384, 8583 10340 16384, 8601 10355 16384, 8626 10377 16384, 8654 10398 16384, 8678 10414 16384, 8709 10429 16384, 8737 10435 16384, 8767 10438 16384, 8795 10429 16384, 8829 10414 16384</inkml:trace>
  <inkml:trace contextRef="#ctx0" brushRef="#br0">8893 9747 16384, 8890 9756 16384, 8899 9781 16384, 8905 9809 16384, 8912 9830 16384, 8912 9839 16384, 8918 9864 16384, 8924 9879 16384, 8930 9885 16384, 8936 9885 16384</inkml:trace>
  <inkml:trace contextRef="#ctx0" brushRef="#br0">8985 9747 16384, 8988 9747 16384, 8991 9756 16384, 8998 9772 16384, 9004 9802 16384, 9010 9839 16384, 9016 9870 16384, 9025 9888 16384</inkml:trace>
  <inkml:trace contextRef="#ctx0" brushRef="#br0">9174 9709 16384, 9170 9709 16384, 9166 9711 16384, 9166 9754 16384, 9174 9870 16384, 9187 10050 16384, 9211 10239 16384, 9244 10377 16384, 9286 10446 16384, 9323 10467 16384, 9355 10461 16384, 9390 10414 16384, 9432 10319 16384, 9487 10239 16384</inkml:trace>
  <inkml:trace contextRef="#ctx0" brushRef="#br0">9747 9880 16384, 9761 9888 16384, 9814 9927 16384, 9869 9996 16384, 9910 10079 16384, 9932 10146 16384, 9940 10191 16384, 9942 10211 16384, 9946 10211 16384</inkml:trace>
  <inkml:trace contextRef="#ctx0" brushRef="#br0">10834 9719 16384, 10826 9704 16384, 10813 9704 16384, 10790 9730 16384, 10752 9795 16384, 10709 9907 16384, 10680 10060 16384, 10672 10245 16384, 10697 10362 16384, 10750 10436 16384, 10822 10474 16384, 10891 10478 16384, 10959 10434 16384, 11016 10345 16384, 11050 10212 16384, 11060 10066 16384, 11035 9964 16384, 10986 9890 16384, 10925 9827 16384, 10860 9753 16384, 10817 9702 16384, 10800 9698 16384, 10798 9726 16384</inkml:trace>
  <inkml:trace contextRef="#ctx0" brushRef="#br0">11864 9815 16384, 12410 9815 16384, 12410 10361 16384, 11864 10361 16384, 11864 9815 16384</inkml:trace>
  <inkml:trace contextRef="#ctx0" brushRef="#br0">13024 9827 16384, 13020 9827 16384, 13024 9826 16384, 13063 9820 16384, 13150 9804 16384, 13258 9778 16384, 13351 9754 16384, 13435 9739 16384, 13496 9729 16384, 13527 9725 16384</inkml:trace>
  <inkml:trace contextRef="#ctx0" brushRef="#br0">13019 10058 16384, 13038 10054 16384, 13117 10040 16384, 13229 10002 16384, 13348 9957 16384, 13459 9929 16384, 13537 9918 16384, 13573 9913 16384, 13579 9913 16384</inkml:trace>
  <inkml:trace contextRef="#ctx0" brushRef="#br0">13192 9698 16384, 13223 9715 16384, 13297 9774 16384, 13354 9851 16384, 13398 9932 16384, 13423 10010 16384, 13432 10071 16384, 13434 10119 16384, 13421 10150 16384, 13399 10169 16384, 13365 10172 16384</inkml:trace>
  <inkml:trace contextRef="#ctx0" brushRef="#br0">13100 10305 16384, 13092 10314 16384, 13103 10352 16384, 13167 10402 16384, 13247 10437 16384, 13326 10464 16384, 13396 10476 16384, 13457 10478 16384, 13515 10475 16384</inkml:trace>
  <inkml:trace contextRef="#ctx0" brushRef="#br0">13874 10211 16384, 13874 10208 16384, 13876 10201 16384, 13879 10201 16384, 13893 10197 16384, 13912 10194 16384, 13933 10190 16384, 13954 10185 16384, 13975 10183 16384, 13994 10180 16384, 14015 10176 16384, 14036 10171 16384, 14050 10169 16384, 14064 10164 16384, 14073 10164 16384, 14078 10162 16384</inkml:trace>
  <inkml:trace contextRef="#ctx0" brushRef="#br0">13846 10049 16384, 13848 10054 16384, 13853 10065 16384, 13862 10082 16384, 13869 10105 16384, 13876 10136 16384, 13879 10171 16384, 13881 10211 16384, 13881 10251 16384, 13879 10290 16384, 13876 10328 16384, 13869 10361 16384, 13860 10389 16384, 13851 10412 16384, 13839 10431 16384, 13829 10445 16384, 13820 10459 16384, 13804 10471 16384, 13787 10476 16384, 13771 10478 16384, 13759 10476 16384, 13743 10466 16384, 13731 10452 16384, 13724 10433 16384, 13719 10417 16384, 13719 10401 16384, 13724 10389 16384, 13733 10380 16384, 13747 10373 16384, 13766 10368 16384, 13787 10363 16384, 13813 10361 16384, 13841 10361 16384, 13874 10361 16384, 13907 10363 16384, 13935 10368 16384, 13958 10373 16384, 13984 10380 16384, 14001 10387 16384, 14017 10396 16384, 14031 10403 16384, 14038 10408 16384, 14043 10412 16384, 14045 10415 16384, 14045 10417 16384</inkml:trace>
  <inkml:trace contextRef="#ctx0" brushRef="#br0">14596 9698 16384, 14585 9698 16384, 14572 9711 16384, 14524 9774 16384, 14441 9867 16384, 14365 9946 16384, 14308 10008 16384, 14269 10050 16384, 14239 10084 16384, 14221 10104 16384, 14218 10108 16384, 14224 10117 16384, 14248 10138 16384, 14294 10172 16384, 14365 10221 16384, 14456 10292 16384, 14548 10360 16384, 14617 10409 16384, 14667 10447 16384, 14696 10469 16384, 14708 10478 16384</inkml:trace>
  <inkml:trace contextRef="#ctx0" brushRef="#br0">14902 9700 16384, 14897 9698 16384, 14888 9698 16384, 14883 9719 16384, 14875 9795 16384, 14859 9910 16384, 14848 10063 16384, 14851 10245 16384, 14883 10363 16384, 14940 10437 16384, 15020 10475 16384, 15101 10478 16384, 15182 10445 16384, 15274 10388 16384, 15354 10326 16384, 15416 10271 16384, 15427 10260 16384</inkml:trace>
  <inkml:trace contextRef="#ctx0" brushRef="#br0">15722 10211 16384, 15722 10208 16384, 15724 10201 16384, 15727 10201 16384, 15741 10197 16384, 15760 10194 16384, 15781 10190 16384, 15802 10185 16384, 15823 10183 16384, 15842 10180 16384, 15863 10176 16384, 15884 10171 16384, 15898 10169 16384, 15912 10164 16384, 15921 10164 16384, 15926 10162 16384</inkml:trace>
  <inkml:trace contextRef="#ctx0" brushRef="#br0">15694 10049 16384, 15696 10054 16384, 15701 10065 16384, 15710 10082 16384, 15717 10105 16384, 15724 10136 16384, 15727 10171 16384, 15729 10211 16384, 15729 10251 16384, 15727 10290 16384, 15724 10328 16384, 15717 10361 16384, 15708 10389 16384, 15699 10412 16384, 15687 10431 16384, 15678 10445 16384, 15668 10459 16384, 15652 10471 16384, 15635 10476 16384, 15619 10478 16384, 15607 10476 16384, 15591 10466 16384, 15579 10452 16384, 15572 10433 16384, 15567 10417 16384, 15567 10401 16384, 15572 10389 16384, 15581 10380 16384, 15596 10373 16384, 15614 10368 16384, 15635 10363 16384, 15661 10361 16384, 15689 10361 16384, 15722 10361 16384, 15755 10363 16384, 15783 10368 16384, 15807 10373 16384, 15832 10380 16384, 15849 10387 16384, 15865 10396 16384, 15879 10403 16384, 15886 10408 16384, 15891 10412 16384, 15893 10415 16384, 15893 10417 16384</inkml:trace>
  <inkml:trace contextRef="#ctx0" brushRef="#br0">16235 9698 16384, 16259 9709 16384, 16322 9727 16384, 16384 9742 16384, 16427 9760 16384, 16447 9781 16384</inkml:trace>
  <inkml:trace contextRef="#ctx0" brushRef="#br0">16076 10075 16384, 16066 10075 16384, 16074 10069 16384, 16122 10039 16384, 16205 9988 16384, 16298 9940 16384, 16390 9916 16384, 16472 9919 16384, 16535 9960 16384, 16571 10039 16384, 16577 10162 16384, 16556 10266 16384, 16508 10349 16384, 16451 10421 16384, 16406 10466 16384, 16387 10478 16384</inkml:trace>
  <inkml:trace contextRef="#ctx0" brushRef="#br0">17113 10085 16384, 17112 10085 16384, 17110 10087 16384, 17108 10087 16384, 17110 10089 16384, 17117 10093 16384, 17128 10094 16384, 17143 10096 16384, 17163 10096 16384, 17189 10093 16384, 17218 10089 16384, 17253 10083 16384, 17286 10080 16384, 17319 10080 16384, 17353 10080 16384, 17378 10080 16384, 17402 10082 16384, 17424 10083 16384, 17443 10085 16384, 17459 10087 16384, 17474 10087 16384, 17491 10085 16384, 17498 10083 16384</inkml:trace>
  <inkml:trace contextRef="#ctx0" brushRef="#br0">17729 9863 16384, 17705 9814 16384, 17709 9777 16384, 17741 9740 16384, 17803 9706 16384, 17888 9698 16384, 17977 9735 16384, 18038 9818 16384, 18043 9921 16384, 17996 10026 16384, 17916 10118 16384, 17842 10172 16384, 17805 10186 16384, 17791 10174 16384, 17795 10156 16384, 17830 10137 16384, 17901 10125 16384, 17994 10134 16384, 18080 10183 16384, 18122 10257 16384, 18119 10323 16384, 18080 10378 16384, 18011 10431 16384, 17925 10466 16384, 17827 10478 16384, 17737 10459 16384, 17700 10434 16384</inkml:trace>
  <inkml:trace contextRef="#ctx0" brushRef="#br0">18516 9934 16384, 18508 9924 16384, 18492 9901 16384, 18478 9862 16384, 18481 9803 16384, 18513 9751 16384, 18566 9710 16384, 18633 9698 16384, 18698 9731 16384, 18746 9821 16384, 18766 9972 16384, 18752 10135 16384, 18713 10239 16384, 18648 10323 16384, 18612 10362 16384, 18579 10392 16384, 18531 10430 16384, 18510 10437 16384, 18526 10433 16384, 18578 10431 16384, 18653 10439 16384, 18743 10455 16384, 18826 10470 16384, 18889 10478 16384, 18938 10475 16384, 18951 10472 16384</inkml:trace>
  <inkml:trace contextRef="#ctx0" brushRef="#br0">19713 9815 16384, 20259 9815 16384, 20259 10361 16384, 19713 10361 16384, 19713 9815 16384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12552 16384, 2200 12564 16384, 2225 12602 16384, 2238 12639 16384, 2238 12652 16384, 2238 12676 16384, 2225 12702 16384, 2200 12726 16384, 2162 12739 16384, 2138 12739 16384, 2100 12739 16384, 2062 12739 16384, 2038 12726 16384, 2025 12702 16384, 2025 12676 16384, 2025 12614 16384, 2050 12577 16384, 2075 12539 16384, 2112 12514 16384, 2150 12502 16384, 2175 12489 16384, 2212 12489 16384, 2250 12489 16384, 2262 12489 16384, 2288 12514 16384, 2300 12526 16384, 2300 12564 16384, 2288 12577 16384, 2262 12602 16384, 2238 12626 16384, 2200 12639 16384, 2150 12664 16384, 2100 12676 16384, 2050 12676 16384, 2013 12664 16384, 2000 12652 16384, 2000 12626 16384, 2000 12602 16384, 2025 12577 16384, 2038 12564 16384, 2062 12539 16384, 2112 12526 16384, 2150 12514 16384, 2175 12514 16384, 2212 12514 16384, 2238 12514 16384, 2262 12552 16384, 2275 12589 16384, 2275 12614 16384, 2275 12639 16384, 2262 12664 16384, 2238 12689 16384, 2225 12702 16384, 2212 12702 16384, 2200 12702 16384, 2188 12689 16384, 2188 12676 16384, 2188 12652 16384, 2188 12639 16384, 2188 12626 16384, 2200 12602 16384, 2212 12589 16384, 2225 12577 16384, 2238 12577 16384, 2238 12589 16384, 2225 12614 16384, 2225 12626 16384, 2212 12626 16384, 2200 12639 16384, 2188 12652 16384, 2175 12652 16384, 2162 12652 16384, 2162 12639 16384, 2175 12614 16384, 2200 12589 16384, 2212 12577 16384, 2225 12564 16384, 2212 12589 16384, 2175 12614 16384, 2138 12639 16384, 2100 12652 16384, 2062 12676 16384, 2050 12676 16384, 2062 12664 16384, 2100 12639 16384, 2112 12626 16384, 2150 12602 16384, 2175 12577 16384, 2225 12539 16384, 2238 12514 16384, 2238 12502 16384, 2225 12502 16384, 2200 12526 16384, 2175 12552 16384, 2150 12577 16384, 2138 12602 16384, 2125 12614 16384</inkml:trace>
  <inkml:trace contextRef="#ctx0" brushRef="#br0">2814 12433 16384, 2803 12433 16384, 2800 12433 16384, 2817 12433 16384, 2875 12430 16384, 2992 12410 16384, 3155 12391 16384, 3333 12372 16384, 3512 12353 16384, 3660 12339 16384, 3751 12339 16384, 3783 12337 16384</inkml:trace>
  <inkml:trace contextRef="#ctx0" brushRef="#br0">3477 12169 16384, 3491 12199 16384, 3536 12300 16384, 3553 12431 16384, 3541 12568 16384, 3519 12669 16384, 3498 12725 16384, 3480 12744 16384, 3463 12742 16384, 3445 12729 16384</inkml:trace>
  <inkml:trace contextRef="#ctx0" brushRef="#br0">3146 12190 16384, 3144 12194 16384, 3148 12248 16384, 3141 12389 16384, 3116 12568 16384, 3104 12751 16384, 3122 12875 16384, 3167 12956 16384, 3230 13020 16384, 3305 13052 16384, 3393 13059 16384, 3492 13052 16384, 3581 13041 16384, 3662 13040 16384, 3725 13029 16384, 3777 13019 16384, 3800 13013 16384</inkml:trace>
  <inkml:trace contextRef="#ctx0" brushRef="#br0">3997 12775 16384, 3980 12762 16384, 3984 12753 16384, 4001 12740 16384, 4027 12723 16384, 4057 12706 16384, 4100 12684 16384, 4143 12659 16384, 4195 12637 16384, 4242 12624 16384, 4298 12611 16384, 4345 12607 16384, 4397 12611 16384, 4444 12624 16384, 4478 12646 16384, 4504 12676 16384, 4521 12710 16384, 4530 12749 16384, 4526 12796 16384, 4513 12843 16384, 4491 12886 16384, 4470 12929 16384, 4444 12976 16384, 4414 13007 16384, 4388 13041 16384, 4358 13071 16384</inkml:trace>
  <inkml:trace contextRef="#ctx0" brushRef="#br0">4715 12255 16384, 4710 12255 16384, 4761 12250 16384, 4895 12236 16384, 5061 12213 16384, 5246 12188 16384, 5440 12167 16384, 5597 12158 16384, 5689 12158 16384, 5710 12165 16384, 5696 12176 16384, 5620 12227 16384, 5491 12310 16384, 5357 12421 16384, 5253 12569 16384, 5230 12698 16384, 5250 12830 16384, 5310 12938 16384, 5403 13019 16384, 5507 13056 16384, 5622 13070 16384, 5708 13054 16384</inkml:trace>
  <inkml:trace contextRef="#ctx0" brushRef="#br0">6283 12132 16384, 6286 12118 16384, 6286 12114 16384, 6277 12143 16384, 6228 12245 16384, 6117 12467 16384, 5990 12741 16384, 5912 12938 16384, 5890 13043 16384, 5890 13092 16384, 5897 13114 16384, 5912 13103 16384, 5952 13027 16384, 6010 12892 16384, 6090 12723 16384, 6186 12592 16384, 6248 12552 16384, 6286 12541 16384, 6303 12567 16384, 6317 12645 16384, 6332 12772 16384, 6359 12907 16384, 6406 13005 16384, 6466 13054 16384, 6541 13081 16384, 6619 13083 16384, 6661 13074 16384</inkml:trace>
  <inkml:trace contextRef="#ctx0" brushRef="#br0">7641 12120 16384, 7641 12117 16384, 7641 12114 16384, 7638 12114 16384, 7629 12120 16384, 7623 12129 16384, 7613 12141 16384, 7601 12160 16384, 7589 12184 16384, 7562 12245 16384, 7552 12269 16384, 7546 12294 16384, 7528 12355 16384, 7504 12455 16384, 7494 12529 16384, 7491 12611 16384, 7494 12733 16384, 7504 12815 16384, 7519 12894 16384, 7549 12983 16384, 7565 13035 16384, 7583 13071 16384, 7607 13102 16384, 7616 13114 16384</inkml:trace>
  <inkml:trace contextRef="#ctx0" brushRef="#br0">7974 13085 16384, 7980 13097 16384, 7997 13114 16384, 8020 13114 16384, 8060 13097 16384, 8100 13063 16384, 8140 13011 16384, 8197 12937 16384, 8237 12863 16384, 8288 12777 16384, 8340 12674 16384, 8374 12571 16384, 8420 12457 16384, 8454 12343 16384, 8483 12251 16384, 8500 12177 16384, 8505 12131 16384, 8505 12114 16384, 8500 12114 16384, 8483 12120 16384, 8460 12143 16384, 8443 12171 16384, 8420 12217 16384, 8403 12280 16384, 8385 12365 16384, 8368 12463 16384, 8357 12577 16384, 8357 12720 16384, 8368 12863 16384, 8385 12965 16384, 8414 13028 16384, 8454 13063 16384, 8488 13074 16384, 8528 13080 16384, 8568 13080 16384, 8597 13068 16384</inkml:trace>
  <inkml:trace contextRef="#ctx0" brushRef="#br0">8157 12463 16384, 8134 12474 16384, 8100 12480 16384, 8111 12480 16384, 8140 12468 16384, 8174 12457 16384, 8214 12445 16384, 8271 12434 16384, 8340 12423 16384, 8414 12417 16384, 8494 12411 16384, 8557 12405 16384, 8608 12400 16384</inkml:trace>
  <inkml:trace contextRef="#ctx0" brushRef="#br0">8912 12864 16384, 8912 12868 16384, 8912 12892 16384, 8924 12916 16384, 8936 12947 16384, 8948 12979 16384, 8960 13007 16384, 8968 13035 16384, 8972 13066 16384, 8976 13086 16384, 8976 13106 16384, 8980 13114 16384</inkml:trace>
  <inkml:trace contextRef="#ctx0" brushRef="#br0">9842 12194 16384, 9834 12178 16384, 9815 12137 16384, 9804 12129 16384, 9789 12122 16384, 9770 12114 16384, 9755 12114 16384, 9739 12114 16384, 9720 12122 16384, 9698 12141 16384, 9679 12163 16384, 9664 12194 16384, 9645 12247 16384, 9626 12307 16384, 9607 12387 16384, 9592 12489 16384, 9580 12599 16384, 9569 12716 16384, 9558 12826 16384, 9554 12906 16384, 9546 12974 16384, 9546 13019 16384, 9546 13050 16384, 9546 13072 16384, 9542 13091 16384, 9535 13106 16384, 9531 13114 16384</inkml:trace>
  <inkml:trace contextRef="#ctx0" brushRef="#br0">9349 12663 16384, 9353 12656 16384, 9372 12633 16384, 9387 12629 16384, 9425 12610 16384, 9463 12584 16384, 9512 12565 16384, 9561 12546 16384, 9614 12538 16384, 9671 12534 16384, 9717 12534 16384, 9758 12538 16384, 9792 12546 16384, 9823 12550 16384, 9845 12557 16384, 9853 12561 16384</inkml:trace>
  <inkml:trace contextRef="#ctx0" brushRef="#br0">10431 12120 16384, 10431 12117 16384, 10431 12114 16384, 10428 12114 16384, 10419 12120 16384, 10413 12129 16384, 10403 12141 16384, 10391 12160 16384, 10379 12184 16384, 10352 12245 16384, 10342 12269 16384, 10336 12294 16384, 10318 12355 16384, 10294 12455 16384, 10284 12529 16384, 10281 12611 16384, 10284 12733 16384, 10294 12815 16384, 10309 12894 16384, 10339 12983 16384, 10355 13035 16384, 10373 13071 16384, 10397 13102 16384, 10406 13114 16384</inkml:trace>
  <inkml:trace contextRef="#ctx0" brushRef="#br0">10764 13085 16384, 10770 13097 16384, 10787 13114 16384, 10810 13114 16384, 10850 13097 16384, 10890 13063 16384, 10930 13011 16384, 10987 12937 16384, 11027 12863 16384, 11078 12777 16384, 11130 12674 16384, 11164 12571 16384, 11210 12457 16384, 11244 12343 16384, 11273 12251 16384, 11290 12177 16384, 11295 12131 16384, 11295 12114 16384, 11290 12114 16384, 11273 12120 16384, 11250 12143 16384, 11233 12171 16384, 11210 12217 16384, 11193 12280 16384, 11175 12365 16384, 11158 12463 16384, 11147 12577 16384, 11147 12720 16384, 11158 12863 16384, 11175 12965 16384, 11204 13028 16384, 11244 13063 16384, 11278 13074 16384, 11318 13080 16384, 11358 13080 16384, 11387 13068 16384</inkml:trace>
  <inkml:trace contextRef="#ctx0" brushRef="#br0">10947 12463 16384, 10924 12474 16384, 10890 12480 16384, 10901 12480 16384, 10930 12468 16384, 10964 12457 16384, 11004 12445 16384, 11061 12434 16384, 11130 12423 16384, 11204 12417 16384, 11284 12411 16384, 11347 12405 16384, 11398 12400 16384</inkml:trace>
  <inkml:trace contextRef="#ctx0" brushRef="#br0">11781 12114 16384, 11784 12114 16384, 11784 12118 16384, 11788 12118 16384, 11791 12121 16384, 11813 12146 16384, 11827 12178 16384, 11841 12228 16384, 11852 12289 16384, 11863 12353 16384, 11881 12468 16384, 11884 12507 16384, 11888 12546 16384, 11891 12621 16384, 11891 12735 16384, 11888 12800 16384, 11877 12864 16384, 11866 12925 16384, 11856 12971 16384, 11841 13032 16384, 11827 13064 16384, 11813 13089 16384, 11806 13096 16384, 11784 13114 16384</inkml:trace>
  <inkml:trace contextRef="#ctx0" brushRef="#br0">12231 12114 16384, 12234 12114 16384, 12234 12118 16384, 12238 12118 16384, 12241 12121 16384, 12263 12146 16384, 12277 12178 16384, 12291 12228 16384, 12302 12289 16384, 12313 12353 16384, 12331 12468 16384, 12334 12507 16384, 12338 12546 16384, 12341 12621 16384, 12341 12735 16384, 12338 12800 16384, 12327 12864 16384, 12316 12925 16384, 12306 12971 16384, 12291 13032 16384, 12277 13064 16384, 12263 13089 16384, 12256 13096 16384, 12234 13114 16384</inkml:trace>
  <inkml:trace contextRef="#ctx0" brushRef="#br0">13069 12138 16384, 13062 12157 16384, 13050 12276 16384, 13022 12511 16384, 13011 12787 16384, 13030 12975 16384, 13077 13056 16384, 13133 13090 16384</inkml:trace>
  <inkml:trace contextRef="#ctx0" brushRef="#br0">13430 12396 16384, 13432 12383 16384, 13554 12347 16384, 13644 12340 16384, 13721 12343 16384, 13787 12349 16384, 13819 12368 16384, 13812 12430 16384</inkml:trace>
  <inkml:trace contextRef="#ctx0" brushRef="#br0">13586 12843 16384, 13586 12858 16384, 13682 12990 16384, 13765 13029 16384, 13862 13048 16384, 13964 13033 16384, 14011 13014 16384</inkml:trace>
  <inkml:trace contextRef="#ctx0" brushRef="#br0">14702 12310 16384, 14691 12310 16384, 14749 12298 16384, 14847 12273 16384, 14966 12243 16384, 15070 12231 16384, 15153 12233 16384, 15203 12235 16384</inkml:trace>
  <inkml:trace contextRef="#ctx0" brushRef="#br0">14957 12114 16384, 14948 12116 16384, 14948 12138 16384, 14953 12221 16384, 14913 12409 16384, 14864 12647 16384, 14831 12867 16384, 14817 13002 16384, 14819 13077 16384, 14831 13114 16384</inkml:trace>
  <inkml:trace contextRef="#ctx0" brushRef="#br0">15107 12525 16384, 15107 12511 16384, 15182 12493 16384, 15263 12478 16384, 15345 12471 16384, 15406 12481 16384, 15443 12507 16384, 15453 12544 16384, 15438 12598 16384</inkml:trace>
  <inkml:trace contextRef="#ctx0" brushRef="#br0">15195 12894 16384, 15191 12899 16384, 15240 12981 16384, 15313 13016 16384, 15390 13041 16384, 15476 13046 16384, 15576 13016 16384</inkml:trace>
  <inkml:trace contextRef="#ctx0" brushRef="#br0">15766 12128 16384, 15761 12128 16384, 15756 12130 16384, 15756 12186 16384, 15766 12335 16384, 15784 12565 16384, 15814 12807 16384, 15857 12984 16384, 15910 13072 16384, 15958 13100 16384, 15998 13093 16384, 16044 13032 16384, 16097 12911 16384, 16167 12807 16384</inkml:trace>
  <inkml:trace contextRef="#ctx0" brushRef="#br0">16501 12348 16384, 16518 12358 16384, 16587 12408 16384, 16657 12497 16384, 16710 12603 16384, 16738 12688 16384, 16748 12747 16384, 16751 12772 16384, 16756 12772 16384</inkml:trace>
  <inkml:trace contextRef="#ctx0" brushRef="#br0">17005 12116 16384, 16999 12114 16384, 16986 12114 16384, 16980 12140 16384, 16970 12238 16384, 16950 12386 16384, 16936 12583 16384, 16940 12816 16384, 16980 12966 16384, 17053 13061 16384, 17157 13110 16384, 17260 13114 16384, 17364 13071 16384, 17481 12998 16384, 17585 12919 16384, 17664 12848 16384, 17678 12834 16384</inkml:trace>
  <inkml:trace contextRef="#ctx0" brushRef="#br0">17863 12255 16384, 17858 12255 16384, 17909 12250 16384, 18043 12236 16384, 18209 12213 16384, 18394 12188 16384, 18588 12167 16384, 18745 12158 16384, 18837 12158 16384, 18858 12165 16384, 18844 12176 16384, 18768 12227 16384, 18639 12310 16384, 18505 12421 16384, 18401 12569 16384, 18378 12698 16384, 18399 12830 16384, 18459 12938 16384, 18551 13019 16384, 18655 13056 16384, 18770 13070 16384, 18856 13054 16384</inkml:trace>
  <inkml:trace contextRef="#ctx0" brushRef="#br0">19038 12764 16384, 19044 12770 16384, 19051 12777 16384, 19064 12796 16384, 19095 12834 16384, 19134 12879 16384, 19165 12936 16384, 19197 12987 16384, 19223 13025 16384, 19254 13057 16384, 19280 13082 16384, 19299 13095 16384, 19312 13101 16384, 19324 13114 16384, 19331 13114 16384</inkml:trace>
  <inkml:trace contextRef="#ctx0" brushRef="#br0">19525 12433 16384, 19514 12433 16384, 19511 12433 16384, 19528 12433 16384, 19586 12430 16384, 19703 12410 16384, 19866 12391 16384, 20044 12372 16384, 20222 12353 16384, 20371 12339 16384, 20462 12339 16384, 20493 12337 16384</inkml:trace>
  <inkml:trace contextRef="#ctx0" brushRef="#br0">20187 12169 16384, 20201 12199 16384, 20247 12300 16384, 20264 12431 16384, 20252 12568 16384, 20229 12669 16384, 20208 12725 16384, 20191 12744 16384, 20173 12742 16384, 20156 12729 16384</inkml:trace>
  <inkml:trace contextRef="#ctx0" brushRef="#br0">19857 12190 16384, 19855 12194 16384, 19859 12248 16384, 19852 12389 16384, 19827 12568 16384, 19815 12751 16384, 19833 12875 16384, 19878 12956 16384, 19941 13020 16384, 20016 13052 16384, 20104 13059 16384, 20203 13052 16384, 20292 13041 16384, 20373 13040 16384, 20436 13029 16384, 20488 13019 16384, 20511 13013 16384</inkml:trace>
  <inkml:trace contextRef="#ctx0" brushRef="#br0">20708 12775 16384, 20691 12762 16384, 20695 12753 16384, 20712 12740 16384, 20738 12723 16384, 20768 12706 16384, 20811 12684 16384, 20854 12659 16384, 20906 12637 16384, 20953 12624 16384, 21009 12611 16384, 21056 12607 16384, 21108 12611 16384, 21155 12624 16384, 21189 12646 16384, 21215 12676 16384, 21232 12710 16384, 21241 12749 16384, 21237 12796 16384, 21224 12843 16384, 21202 12886 16384, 21181 12929 16384, 21155 12976 16384, 21125 13007 16384, 21099 13041 16384, 21069 13071 16384</inkml:trace>
  <inkml:trace contextRef="#ctx0" brushRef="#br0">21435 12433 16384, 21424 12433 16384, 21421 12433 16384, 21438 12433 16384, 21496 12430 16384, 21613 12410 16384, 21776 12391 16384, 21954 12372 16384, 22132 12353 16384, 22281 12339 16384, 22372 12339 16384, 22403 12337 16384</inkml:trace>
  <inkml:trace contextRef="#ctx0" brushRef="#br0">22097 12169 16384, 22111 12199 16384, 22157 12300 16384, 22174 12431 16384, 22162 12568 16384, 22139 12669 16384, 22118 12725 16384, 22101 12744 16384, 22083 12742 16384, 22066 12729 16384</inkml:trace>
  <inkml:trace contextRef="#ctx0" brushRef="#br0">21767 12190 16384, 21765 12194 16384, 21769 12248 16384, 21762 12389 16384, 21737 12568 16384, 21725 12751 16384, 21743 12875 16384, 21788 12956 16384, 21851 13020 16384, 21926 13052 16384, 22014 13059 16384, 22113 13052 16384, 22202 13041 16384, 22283 13040 16384, 22346 13029 16384, 22398 13019 16384, 22421 13013 16384</inkml:trace>
  <inkml:trace contextRef="#ctx0" brushRef="#br0">22994 12132 16384, 22996 12118 16384, 22996 12114 16384, 22988 12143 16384, 22939 12245 16384, 22828 12467 16384, 22701 12741 16384, 22623 12938 16384, 22601 13043 16384, 22601 13092 16384, 22608 13114 16384, 22623 13103 16384, 22663 13027 16384, 22721 12892 16384, 22801 12723 16384, 22896 12592 16384, 22959 12552 16384, 22996 12541 16384, 23014 12567 16384, 23028 12645 16384, 23043 12772 16384, 23070 12907 16384, 23116 13005 16384, 23176 13054 16384, 23252 13081 16384, 23330 13083 16384, 23372 13074 16384</inkml:trace>
  <inkml:trace contextRef="#ctx0" brushRef="#br0">24231 12242 16384, 24220 12210 16384, 24231 12200 16384, 24252 12178 16384, 24274 12162 16384, 24301 12141 16384, 24327 12119 16384, 24343 12114 16384, 24354 12119 16384, 24359 12130 16384, 24359 12151 16384, 24359 12178 16384, 24359 12226 16384, 24354 12274 16384, 24354 12328 16384, 24354 12387 16384, 24359 12424 16384, 24381 12446 16384, 24408 12456 16384, 24445 12456 16384, 24488 12446 16384, 24525 12430 16384, 24563 12403 16384, 24595 12371 16384, 24627 12323 16384, 24648 12285 16384, 24670 12248 16384, 24680 12205 16384, 24686 12173 16384, 24686 12151 16384, 24686 12135 16384, 24680 12141 16384, 24675 12157 16384, 24670 12184 16384, 24659 12226 16384, 24654 12285 16384, 24643 12349 16384, 24638 12430 16384, 24627 12531 16384, 24616 12643 16384, 24600 12756 16384, 24584 12857 16384, 24563 12943 16384, 24536 13002 16384, 24515 13050 16384, 24493 13082 16384, 24472 13103 16384, 24434 13114 16384, 24392 13114 16384, 24359 13109 16384, 24327 13098 16384, 24295 13077 16384, 24274 13039 16384, 24258 12991 16384, 24258 12948 16384, 24263 12911 16384, 24285 12879 16384, 24322 12857 16384, 24370 12836 16384, 24429 12809 16384, 24488 12788 16384, 24568 12772 16384, 24638 12761 16384, 24707 12761 16384, 24761 12761 16384, 24809 12761 16384, 24841 12761 16384, 24862 12761 16384, 24878 12761 16384, 24884 12766 16384</inkml:trace>
  <inkml:trace contextRef="#ctx0" brushRef="#br0">25586 12494 16384, 25582 12494 16384, 25582 12497 16384, 25589 12501 16384, 25600 12501 16384, 25622 12505 16384, 25658 12505 16384, 25731 12501 16384, 25786 12494 16384, 25844 12490 16384, 25902 12487 16384, 25979 12487 16384, 26019 12494 16384, 26052 12501 16384, 26070 12508 16384</inkml:trace>
  <inkml:trace contextRef="#ctx0" brushRef="#br0">25597 12741 16384, 25593 12741 16384, 25597 12741 16384, 25604 12741 16384, 25629 12741 16384, 25702 12741 16384, 25728 12738 16384, 25782 12734 16384, 25808 12734 16384, 25866 12731 16384, 25921 12727 16384, 25975 12723 16384, 26026 12720 16384, 26063 12720 16384, 26092 12716 16384, 26117 12716 16384, 26132 12716 16384</inkml:trace>
  <inkml:trace contextRef="#ctx0" brushRef="#br0">26962 12120 16384, 26962 12117 16384, 26962 12114 16384, 26959 12114 16384, 26949 12120 16384, 26943 12129 16384, 26934 12141 16384, 26922 12160 16384, 26910 12184 16384, 26882 12245 16384, 26873 12269 16384, 26867 12294 16384, 26849 12355 16384, 26824 12455 16384, 26815 12529 16384, 26812 12611 16384, 26815 12733 16384, 26824 12815 16384, 26840 12894 16384, 26870 12983 16384, 26885 13035 16384, 26904 13071 16384, 26928 13102 16384, 26937 13114 16384</inkml:trace>
  <inkml:trace contextRef="#ctx0" brushRef="#br0">27378 12326 16384, 27348 12263 16384, 27352 12216 16384, 27393 12168 16384, 27473 12125 16384, 27582 12114 16384, 27696 12162 16384, 27774 12268 16384, 27781 12400 16384, 27720 12534 16384, 27618 12653 16384, 27523 12722 16384, 27476 12740 16384, 27458 12724 16384, 27463 12701 16384, 27508 12677 16384, 27599 12662 16384, 27718 12672 16384, 27828 12735 16384, 27883 12830 16384, 27878 12915 16384, 27828 12986 16384, 27740 13053 16384, 27629 13099 16384, 27504 13114 16384, 27389 13090 16384, 27341 13058 16384</inkml:trace>
  <inkml:trace contextRef="#ctx0" brushRef="#br0">28325 13085 16384, 28331 13097 16384, 28348 13114 16384, 28371 13114 16384, 28411 13097 16384, 28451 13063 16384, 28491 13011 16384, 28548 12937 16384, 28588 12863 16384, 28639 12777 16384, 28691 12674 16384, 28725 12571 16384, 28771 12457 16384, 28805 12343 16384, 28833 12251 16384, 28851 12177 16384, 28856 12131 16384, 28856 12114 16384, 28851 12114 16384, 28833 12120 16384, 28811 12143 16384, 28793 12171 16384, 28771 12217 16384, 28753 12280 16384, 28736 12365 16384, 28719 12463 16384, 28708 12577 16384, 28708 12720 16384, 28719 12863 16384, 28736 12965 16384, 28765 13028 16384, 28805 13063 16384, 28839 13074 16384, 28879 13080 16384, 28919 13080 16384, 28948 13068 16384</inkml:trace>
  <inkml:trace contextRef="#ctx0" brushRef="#br0">28508 12463 16384, 28485 12474 16384, 28451 12480 16384, 28462 12480 16384, 28491 12468 16384, 28525 12457 16384, 28565 12445 16384, 28622 12434 16384, 28691 12423 16384, 28765 12417 16384, 28845 12411 16384, 28908 12405 16384, 28959 12400 16384</inkml:trace>
  <inkml:trace contextRef="#ctx0" brushRef="#br0">29170 12101 16384, 29167 12097 16384, 29161 12087 16384, 29155 12071 16384, 29156 12047 16384, 29169 12026 16384, 29191 12009 16384, 29219 12004 16384, 29245 12018 16384, 29265 12055 16384, 29273 12116 16384, 29267 12183 16384, 29251 12226 16384, 29225 12260 16384, 29210 12276 16384, 29196 12289 16384, 29177 12304 16384, 29168 12307 16384, 29175 12305 16384, 29196 12305 16384, 29227 12308 16384, 29264 12315 16384, 29298 12321 16384, 29324 12324 16384, 29343 12323 16384, 29349 12322 16384</inkml:trace>
  <inkml:trace contextRef="#ctx0" brushRef="#br0">29886 12610 16384, 29884 12610 16384, 29881 12613 16384, 29879 12613 16384, 29881 12615 16384, 29891 12620 16384, 29905 12622 16384, 29924 12625 16384, 29950 12625 16384, 29983 12620 16384, 30020 12615 16384, 30065 12608 16384, 30108 12603 16384, 30150 12603 16384, 30193 12603 16384, 30226 12603 16384, 30256 12606 16384, 30285 12608 16384, 30308 12610 16384, 30329 12613 16384, 30348 12613 16384, 30370 12610 16384, 30379 12608 16384</inkml:trace>
  <inkml:trace contextRef="#ctx0" brushRef="#br0">31457 12114 16384, 31452 12116 16384, 31455 12166 16384, 31453 12323 16384, 31424 12570 16384, 31392 12799 16384, 31368 12960 16384, 31361 13068 16384, 31379 13114 16384</inkml:trace>
  <inkml:trace contextRef="#ctx0" brushRef="#br0">32617 12261 16384, 32609 12218 16384, 32572 12171 16384, 32511 12122 16384, 32434 12114 16384, 32342 12145 16384, 32261 12202 16384, 32226 12275 16384, 32220 12371 16384, 32257 12489 16384, 32336 12603 16384, 32448 12725 16384, 32552 12823 16384, 32623 12902 16384, 32658 12976 16384, 32646 13037 16384, 32597 13086 16384, 32528 13110 16384, 32432 13114 16384, 32352 13098 16384, 32304 13049 16384, 32295 12953 16384, 32318 12857 16384, 32367 12774 16384, 32432 12686 16384, 32505 12572 16384, 32574 12442 16384, 32613 12352 16384, 32617 12326 16384, 32597 12305 16384, 32570 12277 16384, 32554 12252 16384, 32544 12234 16384</inkml:trace>
  <inkml:trace contextRef="#ctx0" brushRef="#br0">33152 13085 16384, 33158 13097 16384, 33175 13114 16384, 33198 13114 16384, 33238 13097 16384, 33278 13063 16384, 33318 13011 16384, 33375 12937 16384, 33415 12863 16384, 33466 12777 16384, 33518 12674 16384, 33552 12571 16384, 33598 12457 16384, 33632 12343 16384, 33660 12251 16384, 33678 12177 16384, 33683 12131 16384, 33683 12114 16384, 33678 12114 16384, 33660 12120 16384, 33638 12143 16384, 33620 12171 16384, 33598 12217 16384, 33580 12280 16384, 33563 12365 16384, 33546 12463 16384, 33535 12577 16384, 33535 12720 16384, 33546 12863 16384, 33563 12965 16384, 33592 13028 16384, 33632 13063 16384, 33666 13074 16384, 33706 13080 16384, 33746 13080 16384, 33775 13068 16384</inkml:trace>
  <inkml:trace contextRef="#ctx0" brushRef="#br0">33335 12463 16384, 33312 12474 16384, 33278 12480 16384, 33289 12480 16384, 33318 12468 16384, 33352 12457 16384, 33392 12445 16384, 33449 12434 16384, 33518 12423 16384, 33592 12417 16384, 33672 12411 16384, 33735 12405 16384, 33786 12400 16384</inkml:trace>
  <inkml:trace contextRef="#ctx0" brushRef="#br0">34506 12605 16384, 34499 12605 16384, 34503 12605 16384, 34508 12605 16384, 34518 12603 16384, 34529 12603 16384, 34540 12601 16384, 34557 12601 16384, 34577 12599 16384, 34601 12597 16384, 34631 12597 16384, 34659 12595 16384, 34691 12595 16384, 34725 12593 16384, 34754 12593 16384, 34786 12595 16384, 34821 12597 16384, 34853 12601 16384, 34887 12603 16384, 34920 12605 16384, 34948 12607 16384, 34976 12607 16384, 34999 12607 16384, 35015 12607 16384, 35027 12608 16384, 35036 12608 16384, 35043 12608 16384, 35047 12608 16384, 35049 12605 16384</inkml:trace>
  <inkml:trace contextRef="#ctx0" brushRef="#br0">34784 12375 16384, 34784 12377 16384, 34782 12379 16384, 34782 12383 16384, 34782 12390 16384, 34782 12401 16384, 34784 12416 16384, 34786 12437 16384, 34788 12461 16384, 34788 12491 16384, 34790 12525 16384, 34788 12562 16384, 34786 12597 16384, 34782 12635 16384, 34779 12674 16384, 34777 12707 16384, 34777 12739 16384, 34777 12769 16384, 34777 12791 16384, 34777 12812 16384, 34779 12828 16384, 34780 12841 16384, 34782 12849 16384, 34784 12853 16384</inkml:trace>
  <inkml:trace contextRef="#ctx0" brushRef="#br0">36127 12114 16384, 36122 12116 16384, 36125 12166 16384, 36123 12323 16384, 36094 12570 16384, 36062 12799 16384, 36038 12960 16384, 36031 13068 16384, 36049 13114 16384</inkml:trace>
  <inkml:trace contextRef="#ctx0" brushRef="#br0">36936 12122 16384, 36927 12130 16384, 36925 12185 16384, 36899 12320 16384, 36853 12465 16384, 36823 12564 16384, 36813 12620 16384, 36815 12644 16384, 36829 12646 16384, 36853 12642 16384, 36899 12622 16384, 36974 12590 16384, 37065 12576 16384, 37155 12598 16384, 37222 12660 16384, 37262 12751 16384, 37272 12852 16384, 37248 12941 16384, 37182 13021 16384, 37093 13082 16384, 37000 13114 16384, 36905 13106 16384, 36859 13080 16384</inkml:trace>
  <inkml:trace contextRef="#ctx0" brushRef="#br0">36921 12126 16384, 36917 12126 16384, 36930 12126 16384, 36998 12128 16384, 37123 12120 16384, 37252 12114 16384, 37363 12136 16384, 37405 12156 16384</inkml:trace>
  <inkml:trace contextRef="#ctx0" brushRef="#br0">37809 12114 16384, 37812 12114 16384, 37812 12118 16384, 37816 12118 16384, 37819 12121 16384, 37841 12146 16384, 37855 12178 16384, 37869 12228 16384, 37880 12289 16384, 37891 12353 16384, 37909 12468 16384, 37912 12507 16384, 37916 12546 16384, 37919 12621 16384, 37919 12735 16384, 37916 12800 16384, 37905 12864 16384, 37894 12925 16384, 37884 12971 16384, 37869 13032 16384, 37855 13064 16384, 37841 13089 16384, 37834 13096 16384, 37812 13114 16384</inkml:trace>
  <inkml:trace contextRef="#ctx0" brushRef="#br0">38192 12381 16384, 38180 12350 16384, 38180 12338 16384, 38198 12320 16384, 38222 12296 16384, 38259 12272 16384, 38307 12247 16384, 38356 12229 16384, 38410 12223 16384, 38501 12235 16384, 38525 12247 16384, 38580 12284 16384, 38622 12344 16384, 38647 12417 16384, 38659 12508 16384, 38659 12593 16384, 38647 12672 16384, 38616 12750 16384, 38586 12817 16384, 38543 12884 16384, 38495 12944 16384, 38447 12999 16384, 38398 13041 16384, 38350 13078 16384, 38283 13108 16384, 38240 13114 16384, 38228 13114 16384</inkml:trace>
  <inkml:trace contextRef="#ctx0" brushRef="#br0">38998 12120 16384, 38986 12114 16384, 38943 12126 16384, 38925 12138 16384, 38889 12169 16384, 38847 12205 16384, 38798 12253 16384, 38750 12308 16384, 38713 12375 16384, 38671 12466 16384, 38647 12556 16384, 38628 12666 16384, 38622 12769 16384, 38634 12853 16384, 38659 12932 16384, 38707 12993 16384, 38756 13029 16384, 38810 13053 16384, 38871 13066 16384, 38925 13066 16384, 38956 13066 16384</inkml:trace>
  <inkml:trace contextRef="#ctx0" brushRef="#br0">39626 12610 16384, 39624 12610 16384, 39621 12613 16384, 39619 12613 16384, 39621 12615 16384, 39631 12620 16384, 39645 12622 16384, 39664 12625 16384, 39690 12625 16384, 39723 12620 16384, 39760 12615 16384, 39805 12608 16384, 39848 12603 16384, 39890 12603 16384, 39933 12603 16384, 39966 12603 16384, 39996 12606 16384, 40025 12608 16384, 40048 12610 16384, 40069 12613 16384, 40088 12613 16384, 40110 12610 16384, 40119 12608 16384</inkml:trace>
  <inkml:trace contextRef="#ctx0" brushRef="#br0">40894 12417 16384, 40884 12404 16384, 40863 12375 16384, 40846 12324 16384, 40850 12249 16384, 40890 12182 16384, 40958 12129 16384, 41045 12114 16384, 41128 12156 16384, 41189 12272 16384, 41215 12465 16384, 41197 12674 16384, 41147 12807 16384, 41064 12915 16384, 41018 12965 16384, 40975 13004 16384, 40913 13052 16384, 40886 13062 16384, 40908 13056 16384, 40973 13054 16384, 41070 13064 16384, 41186 13085 16384, 41292 13104 16384, 41373 13114 16384, 41435 13110 16384, 41452 13106 16384</inkml:trace>
  <inkml:trace contextRef="#ctx0" brushRef="#br0">41862 13085 16384, 41868 13097 16384, 41885 13114 16384, 41908 13114 16384, 41948 13097 16384, 41988 13063 16384, 42028 13011 16384, 42085 12937 16384, 42125 12863 16384, 42176 12777 16384, 42228 12674 16384, 42262 12571 16384, 42308 12457 16384, 42342 12343 16384, 42370 12251 16384, 42388 12177 16384, 42393 12131 16384, 42393 12114 16384, 42388 12114 16384, 42370 12120 16384, 42348 12143 16384, 42330 12171 16384, 42308 12217 16384, 42290 12280 16384, 42273 12365 16384, 42256 12463 16384, 42245 12577 16384, 42245 12720 16384, 42256 12863 16384, 42273 12965 16384, 42302 13028 16384, 42342 13063 16384, 42376 13074 16384, 42416 13080 16384, 42456 13080 16384, 42485 13068 16384</inkml:trace>
  <inkml:trace contextRef="#ctx0" brushRef="#br0">42045 12463 16384, 42022 12474 16384, 41988 12480 16384, 41999 12480 16384, 42028 12468 16384, 42062 12457 16384, 42102 12445 16384, 42159 12434 16384, 42228 12423 16384, 42302 12417 16384, 42382 12411 16384, 42445 12405 16384, 42496 12400 16384</inkml:trace>
  <inkml:trace contextRef="#ctx0" brushRef="#br0">42714 12072 16384, 42704 12052 16384, 42706 12037 16384, 42719 12021 16384, 42745 12007 16384, 42779 12004 16384, 42816 12019 16384, 42841 12053 16384, 42843 12095 16384, 42824 12138 16384, 42791 12176 16384, 42761 12199 16384, 42745 12204 16384, 42740 12199 16384, 42741 12192 16384, 42756 12184 16384, 42785 12179 16384, 42823 12183 16384, 42858 12203 16384, 42876 12233 16384, 42874 12260 16384, 42858 12283 16384, 42830 12305 16384, 42794 12319 16384, 42754 12324 16384, 42718 12316 16384, 42702 12306 16384</inkml:trace>
  <inkml:trace contextRef="#ctx0" brushRef="#br0">43413 12605 16384, 43406 12605 16384, 43409 12605 16384, 43415 12605 16384, 43424 12603 16384, 43435 12603 16384, 43447 12601 16384, 43463 12601 16384, 43484 12599 16384, 43508 12597 16384, 43538 12597 16384, 43566 12595 16384, 43598 12595 16384, 43631 12593 16384, 43661 12593 16384, 43693 12595 16384, 43728 12597 16384, 43760 12601 16384, 43793 12603 16384, 43827 12605 16384, 43855 12607 16384, 43883 12607 16384, 43905 12607 16384, 43922 12607 16384, 43933 12608 16384, 43942 12608 16384, 43950 12608 16384, 43954 12608 16384, 43956 12605 16384</inkml:trace>
  <inkml:trace contextRef="#ctx0" brushRef="#br0">43691 12375 16384, 43691 12377 16384, 43689 12379 16384, 43689 12383 16384, 43689 12390 16384, 43689 12401 16384, 43691 12416 16384, 43693 12437 16384, 43695 12461 16384, 43695 12491 16384, 43696 12525 16384, 43695 12562 16384, 43693 12597 16384, 43689 12635 16384, 43685 12674 16384, 43683 12707 16384, 43683 12739 16384, 43683 12769 16384, 43683 12791 16384, 43683 12812 16384, 43685 12828 16384, 43687 12841 16384, 43689 12849 16384, 43691 12853 16384</inkml:trace>
  <inkml:trace contextRef="#ctx0" brushRef="#br0">45132 12381 16384, 45141 12352 16384, 45150 12327 16384, 45164 12264 16384, 45141 12163 16384, 45069 12114 16384, 44967 12123 16384, 44866 12165 16384, 44791 12233 16384, 44745 12334 16384, 44736 12450 16384, 44776 12536 16384, 44854 12587 16384, 44958 12605 16384, 45054 12578 16384, 45143 12509 16384, 45208 12426 16384, 45235 12358 16384, 45233 12343 16384, 45215 12354 16384, 45184 12419 16384, 45126 12560 16384, 45047 12778 16384, 44993 12975 16384, 44982 13080 16384, 45009 13114 16384</inkml:trace>
  <inkml:trace contextRef="#ctx0" brushRef="#br0">45698 13085 16384, 45704 13097 16384, 45721 13114 16384, 45744 13114 16384, 45784 13097 16384, 45824 13063 16384, 45864 13011 16384, 45921 12937 16384, 45961 12863 16384, 46013 12777 16384, 46064 12674 16384, 46098 12571 16384, 46144 12457 16384, 46178 12343 16384, 46207 12251 16384, 46224 12177 16384, 46230 12131 16384, 46230 12114 16384, 46224 12114 16384, 46207 12120 16384, 46184 12143 16384, 46167 12171 16384, 46144 12217 16384, 46127 12280 16384, 46110 12365 16384, 46093 12463 16384, 46081 12577 16384, 46081 12720 16384, 46093 12863 16384, 46110 12965 16384, 46138 13028 16384, 46178 13063 16384, 46213 13074 16384, 46253 13080 16384, 46293 13080 16384, 46321 13068 16384</inkml:trace>
  <inkml:trace contextRef="#ctx0" brushRef="#br0">45881 12463 16384, 45858 12474 16384, 45824 12480 16384, 45836 12480 16384, 45864 12468 16384, 45898 12457 16384, 45938 12445 16384, 45996 12434 16384, 46064 12423 16384, 46138 12417 16384, 46218 12411 16384, 46281 12405 16384, 46333 12400 16384</inkml:trace>
  <inkml:trace contextRef="#ctx0" brushRef="#br0">46544 12101 16384, 46541 12097 16384, 46534 12087 16384, 46529 12071 16384, 46530 12047 16384, 46543 12026 16384, 46564 12009 16384, 46592 12004 16384, 46619 12018 16384, 46638 12055 16384, 46647 12116 16384, 46641 12183 16384, 46625 12226 16384, 46598 12260 16384, 46584 12276 16384, 46570 12289 16384, 46550 12304 16384, 46542 12307 16384, 46548 12305 16384, 46569 12305 16384, 46600 12308 16384, 46637 12315 16384, 46671 12321 16384, 46697 12324 16384, 46717 12323 16384, 46723 12322 16384</inkml:trace>
  <inkml:trace contextRef="#ctx0" brushRef="#br0">47260 12610 16384, 47257 12610 16384, 47255 12613 16384, 47253 12613 16384, 47255 12615 16384, 47264 12620 16384, 47278 12622 16384, 47297 12625 16384, 47323 12625 16384, 47356 12620 16384, 47394 12615 16384, 47439 12608 16384, 47481 12603 16384, 47524 12603 16384, 47566 12603 16384, 47599 12603 16384, 47630 12606 16384, 47658 12608 16384, 47682 12610 16384, 47703 12613 16384, 47722 12613 16384, 47743 12610 16384, 47753 12608 16384</inkml:trace>
  <inkml:trace contextRef="#ctx0" brushRef="#br0">48601 12137 16384, 48587 12141 16384, 48574 12157 16384, 48578 12206 16384, 48588 12295 16384, 48603 12389 16384, 48622 12453 16384, 48634 12472 16384</inkml:trace>
  <inkml:trace contextRef="#ctx0" brushRef="#br0">48613 12114 16384, 48617 12116 16384, 48672 12121 16384, 48773 12121 16384, 48847 12121 16384, 48908 12128 16384, 48954 12162 16384, 48980 12212 16384, 48991 12274 16384, 48986 12376 16384, 48959 12525 16384, 48916 12706 16384, 48876 12871 16384, 48858 12970 16384, 48858 13036 16384, 48870 13089 16384, 48877 13114 16384</inkml:trace>
  <inkml:trace contextRef="#ctx0" brushRef="#br0">49820 12460 16384, 49816 12464 16384, 49813 12468 16384, 49827 12468 16384, 49852 12468 16384, 49888 12460 16384, 49941 12450 16384, 50002 12439 16384, 50063 12432 16384, 50134 12428 16384, 50209 12428 16384, 50273 12428 16384, 50334 12435 16384, 50384 12446 16384, 50427 12464 16384, 50459 12493 16384, 50484 12532 16384, 50495 12585 16384, 50495 12650 16384, 50491 12721 16384, 50480 12793 16384, 50463 12864 16384, 50445 12928 16384, 50430 12971 16384, 50420 13007 16384, 50409 13032 16384, 50402 13046 16384, 50391 13053 16384, 50380 13053 16384, 50370 13043 16384, 50359 13021 16384, 50352 12989 16384, 50341 12946 16384, 50334 12918 16384</inkml:trace>
  <inkml:trace contextRef="#ctx0" brushRef="#br0">50298 12175 16384, 50295 12178 16384, 50288 12182 16384, 50288 12196 16384, 50284 12214 16384, 50273 12250 16384, 50252 12307 16384, 50223 12421 16384, 50209 12475 16384, 50180 12603 16384, 50148 12732 16384, 50123 12843 16384, 50105 12925 16384, 50098 12953 16384, 50088 12996 16384, 50077 13028 16384, 50073 13035 16384</inkml:trace>
  <inkml:trace contextRef="#ctx0" brushRef="#br0">50488 12314 16384, 50484 12314 16384, 50470 12310 16384, 50470 12307 16384, 50473 12310 16384, 50484 12314 16384, 50495 12328 16384, 50523 12378 16384, 50545 12443 16384, 50559 12485 16384, 50577 12571 16384, 50580 12618 16384, 50591 12707 16384, 50598 12746 16384, 50605 12764 16384, 50620 12793 16384, 50630 12807 16384, 50638 12814 16384</inkml:trace>
  <inkml:trace contextRef="#ctx0" brushRef="#br0">50645 12375 16384, 50645 12382 16384, 50645 12385 16384, 50652 12400 16384, 50663 12425 16384, 50677 12450 16384, 50688 12478 16384, 50698 12503 16384, 50705 12525 16384, 50709 12539 16384, 50709 12550 16384, 50709 12553 16384, 50713 12557 16384</inkml:trace>
  <inkml:trace contextRef="#ctx0" brushRef="#br0">50777 12407 16384, 50777 12421 16384, 50780 12439 16384, 50788 12464 16384, 50795 12496 16384, 50802 12525 16384, 50805 12539 16384, 50813 12546 16384</inkml:trace>
  <inkml:trace contextRef="#ctx0" brushRef="#br0">51589 12114 16384, 51583 12116 16384, 51587 12166 16384, 51585 12323 16384, 51555 12570 16384, 51524 12799 16384, 51500 12960 16384, 51493 13068 16384, 51511 13114 16384</inkml:trace>
  <inkml:trace contextRef="#ctx0" brushRef="#br0">51877 12379 16384, 51896 12375 16384, 51916 12372 16384, 51942 12366 16384, 51978 12362 16384, 52011 12359 16384, 52053 12359 16384, 52096 12356 16384, 52141 12356 16384, 52194 12353 16384, 52246 12353 16384, 52298 12349 16384, 52347 12346 16384, 52396 12343 16384, 52439 12339 16384, 52478 12336 16384, 52507 12336 16384, 52537 12336 16384, 52556 12333 16384, 52573 12330 16384, 52589 12326 16384, 52596 12323 16384</inkml:trace>
  <inkml:trace contextRef="#ctx0" brushRef="#br0">52285 12114 16384, 52285 12121 16384, 52279 12124 16384, 52275 12130 16384, 52275 12140 16384, 52279 12150 16384, 52279 12166 16384, 52279 12189 16384, 52282 12215 16384, 52279 12248 16384, 52275 12284 16384, 52275 12326 16384, 52272 12379 16384, 52269 12431 16384, 52269 12490 16384, 52269 12555 16384, 52269 12617 16384, 52266 12679 16384, 52266 12741 16384, 52266 12794 16384, 52266 12846 16384, 52266 12898 16384, 52269 12941 16384, 52272 12983 16384, 52275 13019 16384, 52275 13049 16384, 52279 13075 16384, 52282 13094 16384, 52285 13107 16384, 52285 13114 16384, 52288 13114 16384, 52288 13111 16384</inkml:trace>
  <inkml:trace contextRef="#ctx0" brushRef="#br0">52262 12353 16384, 52262 12356 16384, 52259 12356 16384, 52259 12359 16384, 52259 12362 16384, 52256 12369 16384, 52249 12385 16384, 52239 12405 16384, 52226 12431 16384, 52220 12441 16384, 52210 12454 16384, 52197 12477 16384, 52181 12503 16384, 52164 12526 16384, 52141 12552 16384, 52118 12578 16384, 52092 12604 16384, 52063 12634 16384, 52037 12666 16384, 52004 12699 16384, 51975 12732 16384, 51942 12761 16384, 51909 12787 16384, 51880 12813 16384, 51847 12839 16384, 51821 12862 16384, 51792 12879 16384, 51769 12892 16384</inkml:trace>
  <inkml:trace contextRef="#ctx0" brushRef="#br0">52266 12353 16384, 52272 12346 16384, 52279 12346 16384, 52285 12343 16384, 52288 12346 16384, 52295 12353 16384, 52298 12359 16384, 52301 12369 16384, 52305 12382 16384, 52315 12392 16384, 52324 12408 16384, 52334 12424 16384, 52347 12441 16384, 52367 12460 16384, 52390 12483 16384, 52409 12509 16384, 52435 12539 16384, 52462 12572 16384, 52488 12604 16384, 52517 12637 16384, 52547 12670 16384, 52576 12702 16384, 52609 12728 16384, 52635 12755 16384, 52668 12777 16384, 52694 12797 16384, 52720 12813 16384</inkml:trace>
  <inkml:trace contextRef="#ctx0" brushRef="#br0">52105 12853 16384, 52112 12849 16384, 52122 12849 16384, 52135 12846 16384, 52164 12843 16384, 52197 12843 16384, 52236 12839 16384, 52269 12836 16384, 52301 12836 16384, 52334 12836 16384, 52357 12833 16384, 52386 12833 16384, 52409 12833 16384, 52426 12833 16384, 52445 12830 16384, 52462 12830 16384</inkml:trace>
  <inkml:trace contextRef="#ctx0" brushRef="#br0">53400 12363 16384, 53453 12351 16384, 53594 12316 16384, 53758 12276 16384, 53914 12243 16384, 54036 12228 16384, 54102 12224 16384, 54124 12229 16384, 54126 12233 16384</inkml:trace>
  <inkml:trace contextRef="#ctx0" brushRef="#br0">53738 12114 16384, 53744 12116 16384, 53768 12128 16384, 53815 12177 16384, 53869 12259 16384, 53922 12366 16384, 53961 12462 16384, 53985 12521 16384, 53991 12556 16384, 53979 12580 16384, 53940 12597 16384</inkml:trace>
  <inkml:trace contextRef="#ctx0" brushRef="#br0">53480 12883 16384, 53482 12930 16384, 53533 12993 16384, 53619 13053 16384, 53711 13083 16384, 53819 13108 16384, 53942 13114 16384, 54057 13102 16384, 54151 13077 16384, 54210 13055 16384</inkml:trace>
  <inkml:trace contextRef="#ctx0" brushRef="#br0">54390 12334 16384, 54390 12331 16384, 54410 12315 16384, 54433 12307 16384, 54469 12299 16384, 54512 12287 16384, 54555 12275 16384, 54630 12260 16384, 54673 12256 16384, 54721 12248 16384, 54756 12244 16384, 54788 12240 16384, 54811 12240 16384, 54823 12240 16384</inkml:trace>
  <inkml:trace contextRef="#ctx0" brushRef="#br0">54646 12114 16384, 54642 12114 16384, 54634 12114 16384, 54630 12122 16384, 54626 12145 16384, 54618 12173 16384, 54610 12212 16384, 54595 12268 16384, 54575 12338 16384, 54563 12382 16384, 54555 12429 16384, 54536 12535 16384, 54504 12697 16384, 54488 12803 16384, 54484 12882 16384, 54481 12984 16384, 54484 13031 16384, 54488 13071 16384, 54492 13083 16384, 54496 13102 16384, 54508 13110 16384, 54516 13114 16384</inkml:trace>
  <inkml:trace contextRef="#ctx0" brushRef="#br0">54717 12598 16384, 54729 12575 16384, 54748 12559 16384, 54799 12543 16384, 54819 12535 16384, 54858 12527 16384, 54882 12523 16384, 54929 12527 16384, 54965 12535 16384, 54992 12543 16384, 55016 12555 16384, 55040 12567 16384, 55055 12575 16384, 55063 12586 16384, 55063 12598 16384</inkml:trace>
  <inkml:trace contextRef="#ctx0" brushRef="#br0">54784 12827 16384, 54760 12846 16384, 54748 12874 16384, 54760 12897 16384, 54784 12917 16384, 54811 12937 16384, 54835 12957 16384, 54866 12984 16384, 54902 13012 16384, 54933 13031 16384, 54973 13051 16384, 55008 13059 16384, 55047 13063 16384, 55083 13051 16384, 55126 13031 16384</inkml:trace>
  <inkml:trace contextRef="#ctx0" brushRef="#br0">55209 12177 16384, 55205 12189 16384, 55217 12220 16384, 55225 12256 16384, 55232 12283 16384, 55232 12295 16384, 55240 12327 16384, 55248 12346 16384, 55256 12354 16384, 55264 12354 16384</inkml:trace>
  <inkml:trace contextRef="#ctx0" brushRef="#br0">55327 12177 16384, 55331 12177 16384, 55335 12189 16384, 55343 12208 16384, 55351 12248 16384, 55358 12295 16384, 55366 12334 16384, 55378 12358 16384</inkml:trace>
  <inkml:trace contextRef="#ctx0" brushRef="#br0">55572 12310 16384, 55558 12310 16384, 55603 12310 16384, 55739 12300 16384, 55909 12285 16384, 56068 12287 16384, 56209 12308 16384, 56288 12318 16384, 56311 12324 16384</inkml:trace>
  <inkml:trace contextRef="#ctx0" brushRef="#br0">55627 12569 16384, 55666 12577 16384, 55856 12583 16384, 56033 12569 16384, 56184 12557 16384, 56288 12549 16384, 56333 12545 16384, 56335 12538 16384</inkml:trace>
  <inkml:trace contextRef="#ctx0" brushRef="#br0">55948 12116 16384, 55942 12114 16384, 55972 12149 16384, 56031 12267 16384, 56042 12481 16384, 56001 12734 16384, 55941 12934 16384, 55880 13049 16384, 55833 13104 16384, 55776 13114 16384, 55715 13089 16384, 55666 13039 16384, 55652 12992 16384, 55680 12955 16384, 55746 12910 16384, 55854 12875 16384, 56015 12887 16384, 56156 12947 16384, 56248 13006 16384, 56303 13043 16384, 56342 13061 16384, 56350 13063 16384</inkml:trace>
  <inkml:trace contextRef="#ctx0" brushRef="#br0">56547 12201 16384, 56532 12199 16384, 56549 12199 16384, 56613 12193 16384, 56719 12164 16384, 56835 12127 16384, 56930 12114 16384, 56974 12129 16384, 56979 12173 16384, 56935 12264 16384, 56841 12397 16384, 56719 12532 16384, 56608 12639 16384, 56545 12696 16384, 56530 12715 16384, 56567 12702 16384, 56647 12650 16384, 56769 12578 16384, 56924 12530 16384, 57061 12524 16384, 57161 12554 16384, 57223 12613 16384, 57242 12715 16384, 57218 12835 16384, 57150 12940 16384, 57061 13023 16384, 56968 13092 16384, 56887 13114 16384, 56832 13094 16384, 56791 13040 16384, 56780 12957 16384, 56815 12911 16384, 56882 12888 16384, 56970 12877 16384, 57052 12883 16384, 57107 12898 16384, 57142 12909 16384</inkml:trace>
  <inkml:trace contextRef="#ctx0" brushRef="#br0">58071 12120 16384, 58071 12117 16384, 58071 12114 16384, 58068 12114 16384, 58059 12120 16384, 58053 12129 16384, 58044 12141 16384, 58032 12160 16384, 58020 12184 16384, 57992 12245 16384, 57983 12269 16384, 57977 12294 16384, 57959 12355 16384, 57934 12455 16384, 57925 12529 16384, 57922 12611 16384, 57925 12733 16384, 57934 12815 16384, 57949 12894 16384, 57980 12983 16384, 57995 13035 16384, 58013 13071 16384, 58038 13102 16384, 58047 13114 16384</inkml:trace>
  <inkml:trace contextRef="#ctx0" brushRef="#br0">58348 12114 16384, 58342 12116 16384, 58346 12166 16384, 58344 12323 16384, 58314 12570 16384, 58283 12799 16384, 58259 12960 16384, 58251 13068 16384, 58270 13114 16384</inkml:trace>
  <inkml:trace contextRef="#ctx0" brushRef="#br0">58538 12310 16384, 58528 12310 16384, 58585 12298 16384, 58683 12273 16384, 58802 12243 16384, 58907 12231 16384, 58989 12233 16384, 59040 12235 16384</inkml:trace>
  <inkml:trace contextRef="#ctx0" brushRef="#br0">58793 12114 16384, 58785 12116 16384, 58785 12138 16384, 58790 12221 16384, 58750 12409 16384, 58701 12647 16384, 58668 12867 16384, 58654 13002 16384, 58655 13077 16384, 58668 13114 16384</inkml:trace>
  <inkml:trace contextRef="#ctx0" brushRef="#br0">58944 12525 16384, 58944 12511 16384, 59019 12493 16384, 59099 12478 16384, 59181 12471 16384, 59243 12481 16384, 59279 12507 16384, 59290 12544 16384, 59274 12598 16384</inkml:trace>
  <inkml:trace contextRef="#ctx0" brushRef="#br0">59031 12894 16384, 59028 12899 16384, 59077 12981 16384, 59150 13016 16384, 59227 13041 16384, 59313 13046 16384, 59412 13016 16384</inkml:trace>
  <inkml:trace contextRef="#ctx0" brushRef="#br0">59602 12128 16384, 59597 12128 16384, 59592 12130 16384, 59592 12186 16384, 59602 12335 16384, 59620 12565 16384, 59650 12807 16384, 59693 12984 16384, 59746 13072 16384, 59794 13100 16384, 59835 13093 16384, 59880 13032 16384, 59933 12911 16384, 60004 12807 16384</inkml:trace>
  <inkml:trace contextRef="#ctx0" brushRef="#br0">60337 12348 16384, 60355 12358 16384, 60423 12408 16384, 60494 12497 16384, 60547 12603 16384, 60575 12688 16384, 60585 12747 16384, 60587 12772 16384, 60592 12772 16384</inkml:trace>
  <inkml:trace contextRef="#ctx0" brushRef="#br0">60869 12114 16384, 60863 12116 16384, 60867 12166 16384, 60865 12323 16384, 60835 12570 16384, 60804 12799 16384, 60780 12960 16384, 60772 13068 16384, 60791 13114 16384</inkml:trace>
  <inkml:trace contextRef="#ctx0" brushRef="#br0">61106 12138 16384, 61100 12157 16384, 61087 12276 16384, 61059 12511 16384, 61049 12787 16384, 61068 12975 16384, 61115 13056 16384, 61170 13090 16384</inkml:trace>
  <inkml:trace contextRef="#ctx0" brushRef="#br0">61467 12396 16384, 61469 12383 16384, 61591 12347 16384, 61681 12340 16384, 61758 12343 16384, 61824 12349 16384, 61856 12368 16384, 61850 12430 16384</inkml:trace>
  <inkml:trace contextRef="#ctx0" brushRef="#br0">61623 12843 16384, 61623 12858 16384, 61719 12990 16384, 61803 13029 16384, 61899 13048 16384, 62002 13033 16384, 62049 13014 16384</inkml:trace>
  <inkml:trace contextRef="#ctx0" brushRef="#br0">62239 12310 16384, 62229 12310 16384, 62286 12298 16384, 62384 12273 16384, 62503 12243 16384, 62608 12231 16384, 62690 12233 16384, 62741 12235 16384</inkml:trace>
  <inkml:trace contextRef="#ctx0" brushRef="#br0">62494 12114 16384, 62486 12116 16384, 62486 12138 16384, 62491 12221 16384, 62451 12409 16384, 62402 12647 16384, 62368 12867 16384, 62354 13002 16384, 62356 13077 16384, 62368 13114 16384</inkml:trace>
  <inkml:trace contextRef="#ctx0" brushRef="#br0">62645 12525 16384, 62645 12511 16384, 62720 12493 16384, 62800 12478 16384, 62882 12471 16384, 62944 12481 16384, 62980 12507 16384, 62991 12544 16384, 62975 12598 16384</inkml:trace>
  <inkml:trace contextRef="#ctx0" brushRef="#br0">62732 12894 16384, 62729 12899 16384, 62778 12981 16384, 62851 13016 16384, 62928 13041 16384, 63014 13046 16384, 63113 13016 16384</inkml:trace>
  <inkml:trace contextRef="#ctx0" brushRef="#br0">63303 12128 16384, 63298 12128 16384, 63293 12130 16384, 63293 12186 16384, 63303 12335 16384, 63321 12565 16384, 63351 12807 16384, 63394 12984 16384, 63447 13072 16384, 63495 13100 16384, 63536 13093 16384, 63581 13032 16384, 63634 12911 16384, 63705 12807 16384</inkml:trace>
  <inkml:trace contextRef="#ctx0" brushRef="#br0">64038 12348 16384, 64056 12358 16384, 64124 12408 16384, 64195 12497 16384, 64248 12603 16384, 64275 12688 16384, 64286 12747 16384, 64288 12772 16384, 64293 12772 16384</inkml:trace>
  <inkml:trace contextRef="#ctx0" brushRef="#br0">64480 12278 16384, 64473 12276 16384, 64480 12276 16384, 64551 12278 16384, 64684 12254 16384, 64812 12218 16384, 64917 12205 16384, 64976 12203 16384, 64996 12205 16384</inkml:trace>
  <inkml:trace contextRef="#ctx0" brushRef="#br0">64710 12123 16384, 64699 12121 16384, 64708 12138 16384, 64746 12209 16384, 64775 12353 16384, 64779 12560 16384, 64766 12797 16384, 64735 12961 16384, 64710 13059 16384, 64688 13096 16384, 64653 13101 16384, 64608 13072 16384, 64569 13001 16384, 64551 12910 16384, 64560 12826 16384, 64611 12750 16384, 64695 12675 16384, 64821 12604 16384, 64979 12562 16384, 65107 12569 16384, 65203 12635 16384, 65269 12770 16384, 65300 12914 16384, 65309 13014 16384, 65300 13081 16384, 65289 13107 16384, 65280 13107 16384</inkml:trace>
  <inkml:trace contextRef="#ctx0" brushRef="#br0">65338 12212 16384, 65345 12220 16384, 65393 12320 16384, 65449 12431 16384, 65473 12506 16384</inkml:trace>
  <inkml:trace contextRef="#ctx0" brushRef="#br0">65869 12114 16384, 65900 12127 16384, 65981 12151 16384, 66060 12170 16384, 66116 12193 16384, 66141 12220 16384</inkml:trace>
  <inkml:trace contextRef="#ctx0" brushRef="#br0">65665 12598 16384, 65653 12598 16384, 65663 12590 16384, 65724 12551 16384, 65830 12486 16384, 65950 12424 16384, 66067 12393 16384, 66173 12397 16384, 66254 12449 16384, 66301 12551 16384, 66308 12709 16384, 66281 12842 16384, 66220 12948 16384, 66146 13041 16384, 66089 13099 16384, 66064 13114 16384</inkml:trace>
  <inkml:trace contextRef="#ctx0" brushRef="#br0">66488 12114 16384, 66492 12114 16384, 66492 12118 16384, 66495 12118 16384, 66499 12121 16384, 66520 12146 16384, 66535 12178 16384, 66549 12228 16384, 66560 12289 16384, 66570 12353 16384, 66588 12468 16384, 66592 12507 16384, 66595 12546 16384, 66599 12621 16384, 66599 12735 16384, 66595 12800 16384, 66585 12864 16384, 66574 12925 16384, 66563 12971 16384, 66549 13032 16384, 66535 13064 16384, 66520 13089 16384, 66513 13096 16384, 66492 13114 16384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15125 16384, 2200 15137 16384, 2225 15174 16384, 2238 15212 16384, 2238 15224 16384, 2238 15250 16384, 2225 15275 16384, 2200 15300 16384, 2162 15312 16384, 2138 15312 16384, 2100 15312 16384, 2062 15312 16384, 2038 15300 16384, 2025 15275 16384, 2025 15250 16384, 2025 15187 16384, 2050 15150 16384, 2075 15112 16384, 2112 15087 16384, 2150 15074 16384, 2175 15062 16384, 2212 15062 16384, 2250 15062 16384, 2262 15062 16384, 2288 15087 16384, 2300 15100 16384, 2300 15137 16384, 2288 15150 16384, 2262 15174 16384, 2238 15200 16384, 2200 15212 16384, 2150 15237 16384, 2100 15250 16384, 2050 15250 16384, 2013 15237 16384, 2000 15224 16384, 2000 15200 16384, 2000 15174 16384, 2025 15150 16384, 2038 15137 16384, 2062 15112 16384, 2112 15100 16384, 2150 15087 16384, 2175 15087 16384, 2212 15087 16384, 2238 15087 16384, 2262 15125 16384, 2275 15162 16384, 2275 15187 16384, 2275 15212 16384, 2262 15237 16384, 2238 15262 16384, 2225 15275 16384, 2212 15275 16384, 2200 15275 16384, 2188 15262 16384, 2188 15250 16384, 2188 15224 16384, 2188 15212 16384, 2188 15200 16384, 2200 15174 16384, 2212 15162 16384, 2225 15150 16384, 2238 15150 16384, 2238 15162 16384, 2225 15187 16384, 2225 15200 16384, 2212 15200 16384, 2200 15212 16384, 2188 15224 16384, 2175 15224 16384, 2162 15224 16384, 2162 15212 16384, 2175 15187 16384, 2200 15162 16384, 2212 15150 16384, 2225 15137 16384, 2212 15162 16384, 2175 15187 16384, 2138 15212 16384, 2100 15224 16384, 2062 15250 16384, 2050 15250 16384, 2062 15237 16384, 2100 15212 16384, 2112 15200 16384, 2150 15174 16384, 2175 15150 16384, 2225 15112 16384, 2238 15087 16384, 2238 15074 16384, 2225 15074 16384, 2200 15100 16384, 2175 15125 16384, 2150 15150 16384, 2138 15174 16384, 2125 15187 16384</inkml:trace>
  <inkml:trace contextRef="#ctx0" brushRef="#br0">2844 15034 16384, 2832 15038 16384, 2828 15042 16384, 2832 15042 16384, 2840 15046 16384, 2860 15046 16384, 2888 15046 16384, 2920 15046 16384, 2965 15042 16384, 3017 15042 16384, 3069 15038 16384, 3129 15038 16384, 3186 15038 16384, 3242 15038 16384, 3306 15038 16384, 3358 15038 16384, 3410 15038 16384, 3459 15038 16384, 3487 15038 16384, 3515 15034 16384, 3535 15034 16384, 3539 15034 16384, 3543 15034 16384</inkml:trace>
  <inkml:trace contextRef="#ctx0" brushRef="#br0">2800 15243 16384, 2800 15239 16384, 2804 15239 16384, 2812 15239 16384, 2836 15239 16384, 2872 15243 16384, 2920 15239 16384, 2965 15239 16384, 3017 15235 16384, 3073 15235 16384, 3133 15235 16384, 3198 15235 16384, 3262 15235 16384, 3322 15239 16384, 3378 15243 16384, 3427 15247 16384, 3463 15251 16384, 3491 15255 16384, 3519 15259 16384, 3531 15263 16384, 3539 15263 16384</inkml:trace>
  <inkml:trace contextRef="#ctx0" brushRef="#br0">3483 14850 16384, 3475 14846 16384, 3463 14842 16384, 3463 14846 16384, 3475 14854 16384, 3487 14866 16384, 3511 14878 16384, 3535 14898 16384, 3575 14918 16384, 3619 14942 16384, 3663 14966 16384, 3704 14994 16384, 3732 15022 16384, 3760 15050 16384, 3780 15083 16384, 3792 15111 16384, 3796 15139 16384, 3800 15163 16384, 3796 15179 16384, 3788 15195 16384, 3776 15207 16384, 3752 15223 16384, 3720 15239 16384, 3688 15259 16384, 3643 15283 16384, 3595 15320 16384, 3543 15368 16384, 3499 15412 16384, 3463 15452 16384, 3443 15484 16384, 3435 15500 16384, 3431 15512 16384, 3427 15524 16384, 3427 15528 16384, 3431 15532 16384</inkml:trace>
  <inkml:trace contextRef="#ctx0" brushRef="#br0">4683 14687 16384, 4663 14707 16384, 4657 14717 16384, 4647 14740 16384, 4634 14776 16384, 4611 14816 16384, 4584 14869 16384, 4554 14931 16384, 4518 15007 16384, 4485 15096 16384, 4449 15195 16384, 4416 15298 16384, 4383 15397 16384, 4366 15486 16384, 4350 15552 16384, 4340 15601 16384, 4330 15657 16384</inkml:trace>
  <inkml:trace contextRef="#ctx0" brushRef="#br0">4667 14750 16384, 4663 14753 16384, 4663 14756 16384, 4663 14763 16384, 4673 14776 16384, 4683 14793 16384, 4700 14826 16384, 4710 14869 16384, 4723 14931 16384, 4733 15007 16384, 4746 15090 16384, 4762 15179 16384, 4782 15271 16384, 4799 15367 16384, 4812 15456 16384, 4822 15529 16384, 4835 15588 16384, 4851 15634 16384, 4865 15664 16384, 4871 15687 16384</inkml:trace>
  <inkml:trace contextRef="#ctx0" brushRef="#br0">4455 15304 16384, 4459 15304 16384, 4465 15304 16384, 4495 15307 16384, 4538 15307 16384, 4587 15301 16384, 4634 15294 16384, 4680 15288 16384, 4726 15284 16384, 4759 15278 16384, 4789 15274 16384, 4812 15274 16384, 4818 15274 16384</inkml:trace>
  <inkml:trace contextRef="#ctx0" brushRef="#br0">5351 14693 16384, 5351 14690 16384, 5351 14687 16384, 5348 14687 16384, 5339 14693 16384, 5333 14702 16384, 5324 14714 16384, 5311 14733 16384, 5299 14757 16384, 5272 14818 16384, 5263 14842 16384, 5256 14867 16384, 5238 14928 16384, 5214 15028 16384, 5205 15102 16384, 5202 15184 16384, 5205 15306 16384, 5214 15388 16384, 5229 15467 16384, 5259 15556 16384, 5275 15608 16384, 5293 15644 16384, 5317 15675 16384, 5327 15687 16384</inkml:trace>
  <inkml:trace contextRef="#ctx0" brushRef="#br0">5960 14714 16384, 5950 14694 16384, 5933 14694 16384, 5904 14728 16384, 5855 14811 16384, 5799 14955 16384, 5763 15152 16384, 5753 15388 16384, 5785 15539 16384, 5853 15633 16384, 5945 15682 16384, 6033 15687 16384, 6120 15631 16384, 6193 15517 16384, 6237 15346 16384, 6249 15159 16384, 6218 15028 16384, 6155 14933 16384, 6077 14852 16384, 5994 14758 16384, 5938 14692 16384, 5916 14687 16384, 5914 14723 16384</inkml:trace>
  <inkml:trace contextRef="#ctx0" brushRef="#br0">6623 15437 16384, 6623 15441 16384, 6623 15465 16384, 6634 15489 16384, 6646 15520 16384, 6658 15552 16384, 6670 15580 16384, 6678 15608 16384, 6682 15639 16384, 6686 15659 16384, 6686 15679 16384, 6690 15687 16384</inkml:trace>
  <inkml:trace contextRef="#ctx0" brushRef="#br0">7468 15123 16384, 7475 15104 16384, 7475 15033 16384, 7468 14982 16384, 7455 14911 16384, 7430 14841 16384, 7385 14770 16384, 7340 14725 16384, 7308 14700 16384, 7263 14693 16384, 7212 14687 16384, 7167 14693 16384, 7109 14713 16384, 7052 14751 16384, 7013 14809 16384, 6968 14886 16384, 6923 14982 16384, 6904 15104 16384, 6898 15245 16384, 6904 15399 16384, 6923 15508 16384, 6955 15584 16384, 7000 15636 16384, 7045 15661 16384, 7090 15681 16384, 7154 15687 16384, 7205 15681 16384, 7257 15655 16384, 7308 15604 16384, 7353 15527 16384, 7398 15431 16384, 7443 15309 16384, 7468 15168 16384, 7488 15027 16384, 7494 14918 16384, 7500 14854 16384, 7500 14822 16384, 7500 14815 16384, 7500 14822 16384, 7494 14841 16384, 7481 14879 16384, 7475 14943 16384, 7468 15027 16384, 7468 15116 16384, 7475 15219 16384, 7494 15328 16384, 7520 15424 16384, 7552 15482 16384, 7590 15514 16384, 7622 15540 16384, 7661 15552 16384, 7699 15552 16384, 7725 15540 16384</inkml:trace>
  <inkml:trace contextRef="#ctx0" brushRef="#br0">8011 14687 16384, 8014 14687 16384, 8014 14691 16384, 8018 14691 16384, 8022 14694 16384, 8043 14719 16384, 8057 14751 16384, 8072 14801 16384, 8082 14862 16384, 8093 14926 16384, 8111 15041 16384, 8114 15080 16384, 8118 15119 16384, 8122 15194 16384, 8122 15308 16384, 8118 15373 16384, 8107 15437 16384, 8097 15498 16384, 8086 15544 16384, 8072 15605 16384, 8057 15637 16384, 8043 15662 16384, 8036 15669 16384, 8014 15687 16384</inkml:trace>
  <inkml:trace contextRef="#ctx0" brushRef="#br0">8791 14849 16384, 8795 14847 16384, 8880 14841 16384, 9038 14820 16384, 9171 14797 16384, 9290 14785 16384, 9360 14779 16384, 9373 14779 16384, 9369 14779 16384</inkml:trace>
  <inkml:trace contextRef="#ctx0" brushRef="#br0">9090 14687 16384, 9071 14706 16384, 9071 14745 16384, 9057 14833 16384, 9017 14939 16384, 8978 15026 16384, 8969 15070 16384, 8984 15080 16384, 9019 15082 16384, 9078 15080 16384, 9171 15078 16384, 9271 15103 16384, 9348 15151 16384, 9390 15211 16384, 9400 15271 16384, 9377 15336 16384, 9327 15394 16384, 9267 15438 16384, 9236 15452 16384</inkml:trace>
  <inkml:trace contextRef="#ctx0" brushRef="#br0">9344 15018 16384, 9300 15024 16384, 9244 15065 16384, 9177 15148 16384, 9100 15263 16384, 9038 15394 16384, 9019 15519 16384, 9051 15614 16384, 9127 15664 16384, 9223 15687 16384, 9333 15677 16384, 9446 15637 16384, 9504 15616 16384</inkml:trace>
  <inkml:trace contextRef="#ctx0" brushRef="#br0">10184 14731 16384, 10197 14733 16384, 10264 14777 16384, 10361 14874 16384, 10443 14958 16384, 10508 15027 16384, 10564 15077 16384, 10575 15083 16384</inkml:trace>
  <inkml:trace contextRef="#ctx0" brushRef="#br0">10903 14803 16384, 10895 14803 16384, 10843 14828 16384, 10761 14906 16384, 10633 15038 16384, 10525 15174 16384, 10454 15317 16384, 10433 15431 16384, 10458 15507 16384, 10528 15571 16384, 10625 15619 16384, 10731 15636 16384, 10856 15643 16384, 10983 15632 16384, 11098 15610 16384, 11184 15589 16384</inkml:trace>
  <inkml:trace contextRef="#ctx0" brushRef="#br0">11371 14851 16384, 11364 14849 16384, 11371 14849 16384, 11442 14851 16384, 11575 14827 16384, 11703 14791 16384, 11808 14778 16384, 11867 14776 16384, 11887 14778 16384</inkml:trace>
  <inkml:trace contextRef="#ctx0" brushRef="#br0">11601 14696 16384, 11590 14694 16384, 11599 14711 16384, 11637 14782 16384, 11666 14926 16384, 11670 15133 16384, 11657 15370 16384, 11626 15534 16384, 11601 15632 16384, 11579 15669 16384, 11544 15674 16384, 11499 15645 16384, 11460 15574 16384, 11442 15483 16384, 11451 15399 16384, 11502 15323 16384, 11586 15248 16384, 11712 15177 16384, 11870 15135 16384, 11998 15142 16384, 12094 15208 16384, 12160 15343 16384, 12191 15487 16384, 12200 15587 16384, 12191 15654 16384, 12180 15680 16384, 12171 15680 16384</inkml:trace>
  <inkml:trace contextRef="#ctx0" brushRef="#br0">12229 14785 16384, 12236 14793 16384, 12284 14893 16384, 12340 15004 16384, 12364 15079 16384</inkml:trace>
  <inkml:trace contextRef="#ctx0" brushRef="#br0">12561 14774 16384, 12546 14772 16384, 12563 14772 16384, 12627 14766 16384, 12733 14737 16384, 12849 14700 16384, 12943 14687 16384, 12988 14702 16384, 12993 14746 16384, 12949 14837 16384, 12855 14970 16384, 12733 15105 16384, 12622 15212 16384, 12559 15269 16384, 12544 15288 16384, 12581 15275 16384, 12661 15223 16384, 12783 15151 16384, 12938 15103 16384, 13075 15097 16384, 13174 15127 16384, 13237 15186 16384, 13256 15288 16384, 13232 15408 16384, 13163 15513 16384, 13075 15596 16384, 12982 15665 16384, 12901 15687 16384, 12845 15667 16384, 12805 15613 16384, 12794 15530 16384, 12829 15484 16384, 12895 15461 16384, 12984 15450 16384, 13065 15456 16384, 13121 15471 16384, 13156 15482 16384</inkml:trace>
  <inkml:trace contextRef="#ctx0" brushRef="#br0">14281 14988 16384, 14271 14969 16384, 14275 14969 16384, 14327 14971 16384, 14430 14971 16384, 14553 14967 16384, 14660 14963 16384, 14727 14963 16384, 14750 14971 16384</inkml:trace>
  <inkml:trace contextRef="#ctx0" brushRef="#br0">14315 14691 16384, 14302 14687 16384, 14315 14700 16384, 14340 14754 16384, 14346 14892 16384, 14323 15141 16384, 14281 15365 16384, 14231 15526 16384, 14179 15633 16384, 14135 15685 16384, 14083 15687 16384, 14022 15643 16384, 13963 15551 16384, 13936 15478 16384, 13955 15461 16384, 14011 15440 16384, 14112 15428 16384, 14258 15465 16384, 14424 15539 16384, 14553 15608 16384, 14631 15649 16384, 14671 15670 16384, 14693 15676 16384</inkml:trace>
  <inkml:trace contextRef="#ctx0" brushRef="#br0">15146 14687 16384, 15177 14700 16384, 15258 14724 16384, 15337 14743 16384, 15392 14766 16384, 15417 14793 16384</inkml:trace>
  <inkml:trace contextRef="#ctx0" brushRef="#br0">14942 15171 16384, 14930 15171 16384, 14940 15163 16384, 15001 15124 16384, 15107 15059 16384, 15227 14997 16384, 15344 14966 16384, 15450 14970 16384, 15531 15022 16384, 15577 15124 16384, 15585 15282 16384, 15558 15415 16384, 15496 15521 16384, 15423 15614 16384, 15365 15672 16384, 15340 15687 16384</inkml:trace>
  <inkml:trace contextRef="#ctx0" brushRef="#br0">15765 14876 16384, 15789 14865 16384, 15863 14847 16384, 15962 14830 16384, 16053 14822 16384, 16125 14821 16384, 16164 14817 16384, 16170 14815 16384</inkml:trace>
  <inkml:trace contextRef="#ctx0" brushRef="#br0">16032 14687 16384, 16027 14689 16384, 16001 14758 16384, 15969 14876 16384, 15893 15036 16384, 15824 15173 16384, 15793 15258 16384, 15793 15286 16384</inkml:trace>
  <inkml:trace contextRef="#ctx0" brushRef="#br0">16398 14793 16384, 16424 14796 16384, 16487 14841 16384, 16563 14902 16384, 16613 14969 16384, 16643 15027 16384, 16650 15077 16384, 16643 15117 16384, 16615 15143 16384</inkml:trace>
  <inkml:trace contextRef="#ctx0" brushRef="#br0">16268 15121 16384, 16264 15129 16384, 16298 15279 16384, 16311 15390 16384, 16285 15511 16384, 16233 15618 16384, 16183 15674 16384, 16127 15687 16384, 16075 15655 16384, 16029 15585 16384, 16017 15542 16384, 16040 15527 16384, 16101 15518 16384, 16203 15513 16384, 16350 15533 16384, 16479 15581 16384, 16561 15616 16384, 16622 15637 16384, 16669 15641 16384</inkml:trace>
  <inkml:trace contextRef="#ctx0" brushRef="#br0">17363 15006 16384, 17352 15006 16384, 17349 15006 16384, 17366 15006 16384, 17424 15003 16384, 17541 14983 16384, 17704 14964 16384, 17882 14945 16384, 18060 14926 16384, 18209 14912 16384, 18300 14912 16384, 18331 14910 16384</inkml:trace>
  <inkml:trace contextRef="#ctx0" brushRef="#br0">18025 14742 16384, 18039 14772 16384, 18085 14873 16384, 18102 15004 16384, 18090 15141 16384, 18067 15242 16384, 18046 15298 16384, 18029 15317 16384, 18011 15315 16384, 17994 15302 16384</inkml:trace>
  <inkml:trace contextRef="#ctx0" brushRef="#br0">17695 14763 16384, 17693 14767 16384, 17697 14821 16384, 17690 14962 16384, 17665 15141 16384, 17653 15324 16384, 17670 15448 16384, 17716 15529 16384, 17779 15593 16384, 17854 15625 16384, 17941 15632 16384, 18041 15625 16384, 18130 15614 16384, 18211 15613 16384, 18273 15602 16384, 18326 15592 16384, 18349 15586 16384</inkml:trace>
  <inkml:trace contextRef="#ctx0" brushRef="#br0">18546 15348 16384, 18529 15335 16384, 18533 15326 16384, 18550 15313 16384, 18576 15296 16384, 18606 15279 16384, 18649 15257 16384, 18692 15232 16384, 18743 15210 16384, 18791 15197 16384, 18847 15184 16384, 18894 15180 16384, 18945 15184 16384, 18993 15197 16384, 19027 15219 16384, 19053 15249 16384, 19070 15283 16384, 19079 15322 16384, 19074 15369 16384, 19061 15416 16384, 19040 15459 16384, 19018 15502 16384, 18993 15550 16384, 18963 15580 16384, 18937 15614 16384, 18907 15644 16384</inkml:trace>
  <inkml:trace contextRef="#ctx0" brushRef="#br0">19273 15006 16384, 19262 15006 16384, 19259 15006 16384, 19276 15006 16384, 19334 15003 16384, 19451 14983 16384, 19614 14964 16384, 19792 14945 16384, 19970 14926 16384, 20119 14912 16384, 20210 14912 16384, 20241 14910 16384</inkml:trace>
  <inkml:trace contextRef="#ctx0" brushRef="#br0">19935 14742 16384, 19949 14772 16384, 19995 14873 16384, 20012 15004 16384, 20000 15141 16384, 19977 15242 16384, 19956 15298 16384, 19939 15317 16384, 19921 15315 16384, 19904 15302 16384</inkml:trace>
  <inkml:trace contextRef="#ctx0" brushRef="#br0">19605 14763 16384, 19603 14767 16384, 19607 14821 16384, 19600 14962 16384, 19575 15141 16384, 19563 15324 16384, 19580 15448 16384, 19626 15529 16384, 19689 15593 16384, 19764 15625 16384, 19851 15632 16384, 19951 15625 16384, 20040 15614 16384, 20121 15613 16384, 20183 15602 16384, 20236 15592 16384, 20259 15586 16384</inkml:trace>
  <inkml:trace contextRef="#ctx0" brushRef="#br0">20832 14705 16384, 20834 14691 16384, 20834 14687 16384, 20825 14716 16384, 20776 14818 16384, 20665 15040 16384, 20539 15314 16384, 20461 15511 16384, 20439 15616 16384, 20439 15665 16384, 20445 15687 16384, 20461 15676 16384, 20501 15600 16384, 20559 15465 16384, 20639 15296 16384, 20734 15165 16384, 20796 15125 16384, 20834 15114 16384, 20852 15140 16384, 20865 15218 16384, 20881 15345 16384, 20908 15480 16384, 20954 15578 16384, 21014 15627 16384, 21090 15654 16384, 21168 15656 16384, 21210 15647 16384</inkml:trace>
  <inkml:trace contextRef="#ctx0" brushRef="#br0">21397 15033 16384, 21393 15037 16384, 21390 15041 16384, 21404 15041 16384, 21429 15041 16384, 21465 15033 16384, 21518 15023 16384, 21579 15012 16384, 21640 15005 16384, 21711 15001 16384, 21786 15001 16384, 21850 15001 16384, 21911 15008 16384, 21961 15019 16384, 22004 15037 16384, 22036 15066 16384, 22061 15105 16384, 22072 15158 16384, 22072 15223 16384, 22068 15294 16384, 22058 15366 16384, 22040 15437 16384, 22022 15501 16384, 22008 15544 16384, 21997 15580 16384, 21986 15605 16384, 21979 15619 16384, 21968 15626 16384, 21958 15626 16384, 21947 15616 16384, 21936 15594 16384, 21929 15562 16384, 21918 15519 16384, 21911 15491 16384</inkml:trace>
  <inkml:trace contextRef="#ctx0" brushRef="#br0">21875 14748 16384, 21872 14751 16384, 21865 14755 16384, 21865 14769 16384, 21861 14787 16384, 21850 14823 16384, 21829 14880 16384, 21800 14994 16384, 21786 15048 16384, 21758 15176 16384, 21725 15305 16384, 21700 15416 16384, 21683 15498 16384, 21675 15526 16384, 21665 15569 16384, 21654 15601 16384, 21650 15608 16384</inkml:trace>
  <inkml:trace contextRef="#ctx0" brushRef="#br0">22065 14887 16384, 22061 14887 16384, 22047 14883 16384, 22047 14880 16384, 22050 14883 16384, 22061 14887 16384, 22072 14901 16384, 22100 14951 16384, 22122 15016 16384, 22136 15058 16384, 22154 15144 16384, 22158 15191 16384, 22168 15280 16384, 22175 15319 16384, 22183 15337 16384, 22197 15366 16384, 22208 15380 16384, 22215 15387 16384</inkml:trace>
  <inkml:trace contextRef="#ctx0" brushRef="#br0">22222 14948 16384, 22222 14955 16384, 22222 14958 16384, 22229 14973 16384, 22240 14998 16384, 22254 15023 16384, 22265 15051 16384, 22275 15076 16384, 22283 15098 16384, 22286 15112 16384, 22286 15123 16384, 22286 15126 16384, 22290 15130 16384</inkml:trace>
  <inkml:trace contextRef="#ctx0" brushRef="#br0">22354 14980 16384, 22354 14994 16384, 22358 15012 16384, 22365 15037 16384, 22372 15069 16384, 22379 15098 16384, 22383 15112 16384, 22390 15119 16384</inkml:trace>
  <inkml:trace contextRef="#ctx0" brushRef="#br0">23070 14876 16384, 23094 14865 16384, 23168 14847 16384, 23266 14830 16384, 23357 14822 16384, 23430 14821 16384, 23469 14817 16384, 23474 14815 16384</inkml:trace>
  <inkml:trace contextRef="#ctx0" brushRef="#br0">23337 14687 16384, 23331 14689 16384, 23305 14758 16384, 23274 14876 16384, 23198 15036 16384, 23129 15173 16384, 23098 15258 16384, 23098 15286 16384</inkml:trace>
  <inkml:trace contextRef="#ctx0" brushRef="#br0">23702 14793 16384, 23728 14796 16384, 23791 14841 16384, 23868 14902 16384, 23918 14969 16384, 23947 15027 16384, 23955 15077 16384, 23947 15117 16384, 23919 15143 16384</inkml:trace>
  <inkml:trace contextRef="#ctx0" brushRef="#br0">23573 15121 16384, 23569 15129 16384, 23602 15279 16384, 23615 15390 16384, 23589 15511 16384, 23537 15618 16384, 23487 15674 16384, 23432 15687 16384, 23380 15655 16384, 23333 15585 16384, 23322 15542 16384, 23344 15527 16384, 23406 15518 16384, 23508 15513 16384, 23654 15533 16384, 23784 15581 16384, 23866 15616 16384, 23927 15637 16384, 23973 15641 16384</inkml:trace>
  <inkml:trace contextRef="#ctx0" brushRef="#br0">24547 14705 16384, 24549 14691 16384, 24549 14687 16384, 24540 14716 16384, 24491 14818 16384, 24380 15040 16384, 24253 15314 16384, 24175 15511 16384, 24153 15616 16384, 24153 15665 16384, 24160 15687 16384, 24175 15676 16384, 24215 15600 16384, 24273 15465 16384, 24353 15296 16384, 24449 15165 16384, 24511 15125 16384, 24549 15114 16384, 24567 15140 16384, 24580 15218 16384, 24595 15345 16384, 24622 15480 16384, 24669 15578 16384, 24729 15627 16384, 24804 15654 16384, 24882 15656 16384, 24924 15647 16384</inkml:trace>
  <inkml:trace contextRef="#ctx0" brushRef="#br0">25165 14761 16384, 25161 14765 16384, 25150 14772 16384, 25147 14783 16384, 25143 14797 16384, 25140 14818 16384, 25133 14850 16384, 25126 14889 16384, 25119 14942 16384, 25108 15045 16384, 25104 15127 16384, 25104 15215 16384, 25104 15261 16384, 25108 15300 16384, 25119 15378 16384, 25140 15481 16384, 25154 15527 16384, 25172 15566 16384, 25189 15595 16384, 25207 15613 16384, 25221 15627 16384, 25236 15630 16384, 25250 15630 16384, 25267 15620 16384, 25285 15598 16384</inkml:trace>
  <inkml:trace contextRef="#ctx0" brushRef="#br0">25452 14875 16384, 25448 14871 16384, 25445 14864 16384, 25452 14861 16384, 25466 14861 16384, 25491 14857 16384, 25519 14854 16384, 25555 14850 16384, 25597 14843 16384, 25647 14836 16384, 25693 14825 16384, 25736 14818 16384, 25767 14818 16384, 25789 14818 16384, 25803 14822 16384, 25806 14832 16384</inkml:trace>
  <inkml:trace contextRef="#ctx0" brushRef="#br0">25377 15088 16384, 25370 15091 16384, 25374 15095 16384, 25402 15098 16384, 25441 15098 16384, 25494 15095 16384, 25555 15088 16384, 25622 15084 16384, 25682 15077 16384, 25746 15074 16384, 25803 15066 16384, 25845 15063 16384, 25888 15059 16384, 25913 15052 16384, 25927 15049 16384</inkml:trace>
  <inkml:trace contextRef="#ctx0" brushRef="#br0">25679 14861 16384, 25675 14868 16384, 25675 14871 16384, 25679 14882 16384, 25697 14900 16384, 25718 14925 16384, 25736 14964 16384, 25746 15013 16384, 25753 15074 16384, 25757 15148 16384, 25757 15222 16384, 25750 15297 16384, 25739 15357 16384, 25725 15407 16384, 25707 15449 16384, 25689 15481 16384, 25672 15506 16384, 25654 15520 16384, 25626 15531 16384, 25597 15535 16384, 25569 15535 16384, 25537 15527 16384, 25512 15513 16384, 25494 15492 16384, 25480 15464 16384, 25477 15442 16384, 25487 15425 16384, 25505 15410 16384, 25530 15400 16384, 25562 15389 16384, 25601 15375 16384, 25643 15368 16384, 25700 15361 16384, 25753 15364 16384, 25803 15375 16384, 25845 15393 16384, 25874 15410 16384, 25895 15428 16384, 25909 15446 16384, 25916 15453 16384, 25924 15460 16384, 25927 15464 16384, 25924 15457 16384</inkml:trace>
  <inkml:trace contextRef="#ctx0" brushRef="#br0">25920 14758 16384, 25916 14758 16384, 25913 14754 16384, 25920 14761 16384, 25920 14765 16384, 25927 14776 16384, 25934 14790 16384, 25945 14804 16384, 25952 14825 16384, 25959 14847 16384, 25966 14868 16384, 25973 14882 16384, 25980 14893 16384, 25984 14900 16384, 25987 14907 16384, 25991 14914 16384, 25991 14917 16384</inkml:trace>
  <inkml:trace contextRef="#ctx0" brushRef="#br0">25991 14744 16384, 25994 14751 16384, 26002 14758 16384, 26019 14779 16384, 26033 14800 16384, 26048 14822 16384, 26058 14843 16384, 26069 14861 16384, 26076 14871 16384, 26083 14882 16384, 26090 14889 16384, 26097 14893 16384, 26104 14893 16384</inkml:trace>
  <inkml:trace contextRef="#ctx0" brushRef="#br0">26678 14705 16384, 26680 14691 16384, 26680 14687 16384, 26671 14716 16384, 26622 14818 16384, 26511 15040 16384, 26384 15314 16384, 26307 15511 16384, 26284 15616 16384, 26284 15665 16384, 26291 15687 16384, 26307 15676 16384, 26347 15600 16384, 26404 15465 16384, 26484 15296 16384, 26580 15165 16384, 26642 15125 16384, 26680 15114 16384, 26698 15140 16384, 26711 15218 16384, 26727 15345 16384, 26753 15480 16384, 26800 15578 16384, 26860 15627 16384, 26935 15654 16384, 27013 15656 16384, 27055 15647 16384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2200 17588 16384, 2200 17600 16384, 2225 17638 16384, 2238 17675 16384, 2238 17688 16384, 2238 17713 16384, 2225 17738 16384, 2200 17763 16384, 2162 17775 16384, 2138 17775 16384, 2100 17775 16384, 2062 17775 16384, 2038 17763 16384, 2025 17738 16384, 2025 17713 16384, 2025 17650 16384, 2050 17613 16384, 2075 17575 16384, 2112 17550 16384, 2150 17538 16384, 2175 17525 16384, 2212 17525 16384, 2250 17525 16384, 2262 17525 16384, 2288 17550 16384, 2300 17563 16384, 2300 17600 16384, 2288 17613 16384, 2262 17638 16384, 2238 17663 16384, 2200 17675 16384, 2150 17700 16384, 2100 17713 16384, 2050 17713 16384, 2013 17700 16384, 2000 17688 16384, 2000 17663 16384, 2000 17638 16384, 2025 17613 16384, 2038 17600 16384, 2062 17575 16384, 2112 17563 16384, 2150 17550 16384, 2175 17550 16384, 2212 17550 16384, 2238 17550 16384, 2262 17588 16384, 2275 17625 16384, 2275 17650 16384, 2275 17675 16384, 2262 17700 16384, 2238 17725 16384, 2225 17738 16384, 2212 17738 16384, 2200 17738 16384, 2188 17725 16384, 2188 17713 16384, 2188 17688 16384, 2188 17675 16384, 2188 17663 16384, 2200 17638 16384, 2212 17625 16384, 2225 17613 16384, 2238 17613 16384, 2238 17625 16384, 2225 17650 16384, 2225 17663 16384, 2212 17663 16384, 2200 17675 16384, 2188 17688 16384, 2175 17688 16384, 2162 17688 16384, 2162 17675 16384, 2175 17650 16384, 2200 17625 16384, 2212 17613 16384, 2225 17600 16384, 2212 17625 16384, 2175 17650 16384, 2138 17675 16384, 2100 17688 16384, 2062 17713 16384, 2050 17713 16384, 2062 17700 16384, 2100 17675 16384, 2112 17663 16384, 2150 17638 16384, 2175 17613 16384, 2225 17575 16384, 2238 17550 16384, 2238 17538 16384, 2225 17538 16384, 2200 17563 16384, 2175 17588 16384, 2150 17613 16384, 2138 17638 16384, 2125 17650 16384</inkml:trace>
  <inkml:trace contextRef="#ctx0" brushRef="#br0">3100 17156 16384, 3100 17153 16384, 3100 17150 16384, 3097 17150 16384, 3088 17156 16384, 3081 17165 16384, 3072 17177 16384, 3060 17196 16384, 3048 17220 16384, 3020 17281 16384, 3011 17305 16384, 3005 17330 16384, 2987 17391 16384, 2962 17491 16384, 2953 17565 16384, 2950 17647 16384, 2953 17769 16384, 2962 17851 16384, 2978 17930 16384, 3008 18019 16384, 3023 18071 16384, 3042 18107 16384, 3066 18138 16384, 3075 18150 16384</inkml:trace>
  <inkml:trace contextRef="#ctx0" brushRef="#br0">3709 17177 16384, 3699 17157 16384, 3682 17157 16384, 3653 17191 16384, 3604 17274 16384, 3548 17418 16384, 3512 17615 16384, 3502 17851 16384, 3533 18002 16384, 3602 18096 16384, 3694 18145 16384, 3782 18150 16384, 3869 18094 16384, 3942 17980 16384, 3986 17809 16384, 3998 17622 16384, 3967 17491 16384, 3903 17396 16384, 3825 17315 16384, 3743 17221 16384, 3687 17155 16384, 3665 17150 16384, 3662 17186 16384</inkml:trace>
  <inkml:trace contextRef="#ctx0" brushRef="#br0">4371 17900 16384, 4371 17904 16384, 4371 17928 16384, 4383 17952 16384, 4395 17983 16384, 4407 18015 16384, 4419 18043 16384, 4427 18071 16384, 4431 18102 16384, 4435 18122 16384, 4435 18142 16384, 4439 18150 16384</inkml:trace>
  <inkml:trace contextRef="#ctx0" brushRef="#br0">5217 17586 16384, 5223 17567 16384, 5223 17496 16384, 5217 17445 16384, 5204 17374 16384, 5179 17304 16384, 5134 17233 16384, 5089 17188 16384, 5057 17163 16384, 5012 17156 16384, 4961 17150 16384, 4916 17156 16384, 4858 17176 16384, 4800 17214 16384, 4762 17272 16384, 4717 17349 16384, 4672 17445 16384, 4653 17567 16384, 4647 17708 16384, 4653 17862 16384, 4672 17971 16384, 4704 18047 16384, 4749 18099 16384, 4794 18124 16384, 4839 18144 16384, 4903 18150 16384, 4954 18144 16384, 5006 18118 16384, 5057 18067 16384, 5102 17990 16384, 5147 17894 16384, 5191 17772 16384, 5217 17631 16384, 5236 17490 16384, 5243 17381 16384, 5249 17317 16384, 5249 17285 16384, 5249 17278 16384, 5249 17285 16384, 5243 17304 16384, 5230 17342 16384, 5223 17406 16384, 5217 17490 16384, 5217 17579 16384, 5223 17682 16384, 5243 17791 16384, 5268 17887 16384, 5300 17945 16384, 5339 17977 16384, 5371 18003 16384, 5409 18015 16384, 5448 18015 16384, 5473 18003 16384</inkml:trace>
  <inkml:trace contextRef="#ctx0" brushRef="#br0">5760 17150 16384, 5763 17150 16384, 5763 17154 16384, 5767 17154 16384, 5770 17157 16384, 5792 17182 16384, 5806 17214 16384, 5820 17264 16384, 5831 17325 16384, 5842 17389 16384, 5860 17504 16384, 5863 17543 16384, 5867 17582 16384, 5870 17657 16384, 5870 17771 16384, 5867 17836 16384, 5856 17900 16384, 5845 17961 16384, 5835 18007 16384, 5820 18068 16384, 5806 18100 16384, 5792 18125 16384, 5785 18132 16384, 5763 18150 16384</inkml:trace>
  <inkml:trace contextRef="#ctx0" brushRef="#br0">6540 17312 16384, 6544 17310 16384, 6629 17304 16384, 6787 17283 16384, 6920 17260 16384, 7039 17248 16384, 7108 17242 16384, 7122 17242 16384, 7118 17242 16384</inkml:trace>
  <inkml:trace contextRef="#ctx0" brushRef="#br0">6839 17150 16384, 6819 17169 16384, 6819 17208 16384, 6806 17296 16384, 6765 17402 16384, 6727 17489 16384, 6717 17533 16384, 6733 17543 16384, 6767 17545 16384, 6827 17543 16384, 6920 17541 16384, 7020 17566 16384, 7097 17614 16384, 7139 17674 16384, 7149 17734 16384, 7126 17799 16384, 7076 17857 16384, 7016 17901 16384, 6985 17915 16384</inkml:trace>
  <inkml:trace contextRef="#ctx0" brushRef="#br0">7093 17481 16384, 7049 17487 16384, 6993 17528 16384, 6925 17611 16384, 6848 17726 16384, 6787 17857 16384, 6767 17982 16384, 6800 18077 16384, 6875 18127 16384, 6972 18150 16384, 7081 18140 16384, 7195 18100 16384, 7253 18079 16384</inkml:trace>
  <inkml:trace contextRef="#ctx0" brushRef="#br0">7933 17194 16384, 7946 17196 16384, 8013 17240 16384, 8110 17337 16384, 8192 17421 16384, 8257 17490 16384, 8313 17540 16384, 8324 17546 16384</inkml:trace>
  <inkml:trace contextRef="#ctx0" brushRef="#br0">8652 17266 16384, 8643 17266 16384, 8592 17291 16384, 8510 17369 16384, 8382 17501 16384, 8274 17637 16384, 8203 17780 16384, 8181 17894 16384, 8207 17970 16384, 8276 18034 16384, 8374 18082 16384, 8479 18099 16384, 8605 18106 16384, 8732 18095 16384, 8847 18073 16384, 8933 18052 16384</inkml:trace>
  <inkml:trace contextRef="#ctx0" brushRef="#br0">9120 17314 16384, 9113 17312 16384, 9120 17312 16384, 9191 17314 16384, 9324 17290 16384, 9452 17254 16384, 9556 17241 16384, 9616 17239 16384, 9636 17241 16384</inkml:trace>
  <inkml:trace contextRef="#ctx0" brushRef="#br0">9350 17159 16384, 9339 17157 16384, 9348 17174 16384, 9386 17245 16384, 9414 17389 16384, 9419 17596 16384, 9406 17833 16384, 9375 17997 16384, 9350 18095 16384, 9328 18132 16384, 9293 18137 16384, 9248 18108 16384, 9208 18037 16384, 9191 17946 16384, 9199 17862 16384, 9250 17786 16384, 9335 17711 16384, 9461 17640 16384, 9618 17598 16384, 9747 17605 16384, 9842 17671 16384, 9909 17806 16384, 9940 17950 16384, 9949 18050 16384, 9940 18117 16384, 9929 18143 16384, 9920 18143 16384</inkml:trace>
  <inkml:trace contextRef="#ctx0" brushRef="#br0">9978 17248 16384, 9984 17256 16384, 10033 17356 16384, 10089 17467 16384, 10113 17542 16384</inkml:trace>
  <inkml:trace contextRef="#ctx0" brushRef="#br0">10310 17237 16384, 10295 17235 16384, 10311 17235 16384, 10376 17229 16384, 10481 17200 16384, 10598 17163 16384, 10692 17150 16384, 10737 17165 16384, 10742 17209 16384, 10698 17300 16384, 10603 17433 16384, 10481 17568 16384, 10371 17675 16384, 10308 17732 16384, 10293 17751 16384, 10330 17738 16384, 10409 17686 16384, 10531 17614 16384, 10687 17566 16384, 10823 17560 16384, 10923 17590 16384, 10986 17649 16384, 11005 17751 16384, 10981 17871 16384, 10912 17976 16384, 10823 18059 16384, 10731 18128 16384, 10650 18150 16384, 10594 18130 16384, 10554 18076 16384, 10542 17993 16384, 10578 17947 16384, 10644 17924 16384, 10733 17913 16384, 10814 17919 16384, 10870 17934 16384, 10905 17945 16384</inkml:trace>
  <inkml:trace contextRef="#ctx0" brushRef="#br0">12029 17451 16384, 12020 17432 16384, 12024 17432 16384, 12075 17434 16384, 12179 17434 16384, 12301 17430 16384, 12409 17426 16384, 12476 17426 16384, 12499 17434 16384</inkml:trace>
  <inkml:trace contextRef="#ctx0" brushRef="#br0">12064 17154 16384, 12050 17150 16384, 12064 17163 16384, 12089 17217 16384, 12095 17355 16384, 12072 17604 16384, 12029 17828 16384, 11980 17989 16384, 11928 18096 16384, 11884 18148 16384, 11832 18150 16384, 11771 18106 16384, 11711 18014 16384, 11685 17941 16384, 11704 17924 16384, 11759 17903 16384, 11861 17891 16384, 12006 17928 16384, 12173 18002 16384, 12301 18071 16384, 12380 18112 16384, 12420 18133 16384, 12441 18139 16384</inkml:trace>
  <inkml:trace contextRef="#ctx0" brushRef="#br0">12895 17150 16384, 12925 17163 16384, 13006 17187 16384, 13085 17206 16384, 13141 17229 16384, 13166 17256 16384</inkml:trace>
  <inkml:trace contextRef="#ctx0" brushRef="#br0">12690 17634 16384, 12679 17634 16384, 12688 17626 16384, 12750 17587 16384, 12856 17522 16384, 12975 17460 16384, 13093 17429 16384, 13199 17433 16384, 13280 17485 16384, 13326 17587 16384, 13334 17745 16384, 13307 17878 16384, 13245 17984 16384, 13172 18077 16384, 13114 18135 16384, 13089 18150 16384</inkml:trace>
  <inkml:trace contextRef="#ctx0" brushRef="#br0">13514 17339 16384, 13538 17328 16384, 13612 17310 16384, 13710 17293 16384, 13801 17285 16384, 13874 17284 16384, 13913 17280 16384, 13918 17278 16384</inkml:trace>
  <inkml:trace contextRef="#ctx0" brushRef="#br0">13781 17150 16384, 13775 17152 16384, 13749 17221 16384, 13718 17339 16384, 13642 17499 16384, 13573 17636 16384, 13542 17721 16384, 13542 17749 16384</inkml:trace>
  <inkml:trace contextRef="#ctx0" brushRef="#br0">14146 17256 16384, 14172 17259 16384, 14236 17304 16384, 14312 17365 16384, 14362 17432 16384, 14391 17490 16384, 14399 17540 16384, 14391 17580 16384, 14364 17606 16384</inkml:trace>
  <inkml:trace contextRef="#ctx0" brushRef="#br0">14017 17584 16384, 14013 17592 16384, 14046 17742 16384, 14059 17853 16384, 14033 17974 16384, 13981 18081 16384, 13931 18137 16384, 13876 18150 16384, 13824 18118 16384, 13777 18048 16384, 13766 18005 16384, 13788 17990 16384, 13850 17981 16384, 13952 17976 16384, 14098 17996 16384, 14228 18044 16384, 14310 18079 16384, 14371 18100 16384, 14417 18104 16384</inkml:trace>
  <inkml:trace contextRef="#ctx0" brushRef="#br0">15280 18121 16384, 15286 18133 16384, 15303 18150 16384, 15326 18150 16384, 15366 18133 16384, 15406 18099 16384, 15446 18047 16384, 15503 17973 16384, 15543 17899 16384, 15595 17813 16384, 15646 17710 16384, 15680 17607 16384, 15726 17493 16384, 15760 17379 16384, 15789 17287 16384, 15806 17213 16384, 15812 17167 16384, 15812 17150 16384, 15806 17150 16384, 15789 17156 16384, 15766 17179 16384, 15749 17207 16384, 15726 17253 16384, 15709 17316 16384, 15692 17401 16384, 15675 17499 16384, 15663 17613 16384, 15663 17756 16384, 15675 17899 16384, 15692 18001 16384, 15720 18064 16384, 15760 18099 16384, 15795 18110 16384, 15835 18116 16384, 15875 18116 16384, 15903 18104 16384</inkml:trace>
  <inkml:trace contextRef="#ctx0" brushRef="#br0">15463 17499 16384, 15440 17510 16384, 15406 17516 16384, 15417 17516 16384, 15446 17504 16384, 15480 17493 16384, 15520 17481 16384, 15577 17470 16384, 15646 17459 16384, 15720 17453 16384, 15800 17447 16384, 15863 17441 16384, 15915 17436 16384</inkml:trace>
  <inkml:trace contextRef="#ctx0" brushRef="#br0">16635 17496 16384, 16631 17500 16384, 16627 17504 16384, 16642 17504 16384, 16667 17504 16384, 16702 17496 16384, 16756 17486 16384, 16817 17475 16384, 16877 17468 16384, 16949 17464 16384, 17024 17464 16384, 17088 17464 16384, 17149 17471 16384, 17199 17482 16384, 17242 17500 16384, 17274 17529 16384, 17299 17568 16384, 17310 17621 16384, 17310 17686 16384, 17306 17757 16384, 17295 17829 16384, 17277 17900 16384, 17260 17964 16384, 17245 18007 16384, 17235 18043 16384, 17224 18068 16384, 17217 18082 16384, 17206 18089 16384, 17195 18089 16384, 17185 18079 16384, 17174 18057 16384, 17167 18025 16384, 17156 17982 16384, 17149 17954 16384</inkml:trace>
  <inkml:trace contextRef="#ctx0" brushRef="#br0">17113 17211 16384, 17110 17214 16384, 17102 17218 16384, 17102 17232 16384, 17099 17250 16384, 17088 17286 16384, 17067 17343 16384, 17038 17457 16384, 17024 17511 16384, 16995 17639 16384, 16963 17768 16384, 16938 17879 16384, 16920 17961 16384, 16913 17989 16384, 16902 18032 16384, 16892 18064 16384, 16888 18071 16384</inkml:trace>
  <inkml:trace contextRef="#ctx0" brushRef="#br0">17302 17350 16384, 17299 17350 16384, 17285 17346 16384, 17285 17343 16384, 17288 17346 16384, 17299 17350 16384, 17310 17364 16384, 17338 17414 16384, 17360 17479 16384, 17374 17521 16384, 17392 17607 16384, 17395 17654 16384, 17406 17743 16384, 17413 17782 16384, 17420 17800 16384, 17435 17829 16384, 17445 17843 16384, 17452 17850 16384</inkml:trace>
  <inkml:trace contextRef="#ctx0" brushRef="#br0">17460 17411 16384, 17460 17418 16384, 17460 17421 16384, 17467 17436 16384, 17477 17461 16384, 17492 17486 16384, 17502 17514 16384, 17513 17539 16384, 17520 17561 16384, 17524 17575 16384, 17524 17586 16384, 17524 17589 16384, 17527 17593 16384</inkml:trace>
  <inkml:trace contextRef="#ctx0" brushRef="#br0">17592 17443 16384, 17592 17457 16384, 17595 17475 16384, 17602 17500 16384, 17610 17532 16384, 17617 17561 16384, 17620 17575 16384, 17627 17582 16384</inkml:trace>
  <inkml:trace contextRef="#ctx0" brushRef="#br0">18344 17362 16384, 18314 17299 16384, 18318 17252 16384, 18359 17204 16384, 18439 17161 16384, 18548 17150 16384, 18662 17198 16384, 18740 17304 16384, 18747 17436 16384, 18686 17570 16384, 18584 17689 16384, 18489 17758 16384, 18442 17776 16384, 18424 17760 16384, 18429 17737 16384, 18474 17713 16384, 18565 17698 16384, 18684 17708 16384, 18794 17771 16384, 18848 17866 16384, 18844 17951 16384, 18794 18022 16384, 18706 18089 16384, 18595 18135 16384, 18470 18150 16384, 18355 18126 16384, 18307 18094 16384</inkml:trace>
  <inkml:trace contextRef="#ctx0" brushRef="#br0">19040 17496 16384, 19028 17484 16384, 19042 17469 16384, 19120 17429 16384, 19275 17356 16384, 19460 17307 16384, 19660 17298 16384, 19840 17336 16384, 19957 17411 16384, 20022 17502 16384, 20028 17607 16384, 19975 17709 16384, 19877 17807 16384, 19764 17904 16384, 19675 17973 16384, 19642 18002 16384</inkml:trace>
  <inkml:trace contextRef="#ctx0" brushRef="#br0">20981 17154 16384, 20983 17150 16384, 20972 17196 16384, 20917 17341 16384, 20848 17537 16384, 20805 17754 16384, 20803 17950 16384, 20851 18066 16384, 20926 18125 16384, 21008 18150 16384, 21086 18141 16384, 21168 18093 16384, 21227 18041 16384</inkml:trace>
  <inkml:trace contextRef="#ctx0" brushRef="#br0">20757 17480 16384, 20753 17476 16384, 20815 17467 16384, 20930 17449 16384, 21049 17439 16384, 21136 17439 16384, 21168 17449 16384, 21168 17455 16384</inkml:trace>
  <inkml:trace contextRef="#ctx0" brushRef="#br0">20708 17710 16384, 20846 17676 16384, 20987 17642 16384, 21102 17635 16384, 21170 17635 16384, 21199 17637 16384</inkml:trace>
  <inkml:trace contextRef="#ctx0" brushRef="#br0">21407 17194 16384, 21420 17196 16384, 21487 17240 16384, 21584 17337 16384, 21666 17421 16384, 21731 17490 16384, 21787 17540 16384, 21798 17546 16384</inkml:trace>
  <inkml:trace contextRef="#ctx0" brushRef="#br0">22126 17266 16384, 22118 17266 16384, 22066 17291 16384, 21984 17369 16384, 21856 17501 16384, 21748 17637 16384, 21677 17780 16384, 21656 17894 16384, 21682 17970 16384, 21751 18034 16384, 21848 18082 16384, 21954 18099 16384, 22079 18106 16384, 22206 18095 16384, 22321 18073 16384, 22407 18052 16384</inkml:trace>
  <inkml:trace contextRef="#ctx0" brushRef="#br0">22601 17346 16384, 22587 17346 16384, 22632 17346 16384, 22768 17336 16384, 22938 17321 16384, 23097 17323 16384, 23238 17344 16384, 23317 17354 16384, 23340 17360 16384</inkml:trace>
  <inkml:trace contextRef="#ctx0" brushRef="#br0">22656 17605 16384, 22695 17613 16384, 22885 17619 16384, 23062 17605 16384, 23213 17593 16384, 23317 17585 16384, 23362 17581 16384, 23364 17574 16384</inkml:trace>
  <inkml:trace contextRef="#ctx0" brushRef="#br0">22977 17152 16384, 22972 17150 16384, 23001 17185 16384, 23060 17303 16384, 23072 17517 16384, 23030 17770 16384, 22970 17970 16384, 22909 18085 16384, 22862 18140 16384, 22805 18150 16384, 22744 18125 16384, 22695 18075 16384, 22681 18028 16384, 22709 17991 16384, 22775 17946 16384, 22883 17911 16384, 23044 17923 16384, 23185 17983 16384, 23277 18042 16384, 23332 18079 16384, 23372 18097 16384, 23379 18099 16384</inkml:trace>
  <inkml:trace contextRef="#ctx0" brushRef="#br0">23796 17150 16384, 23792 17150 16384, 23798 17180 16384, 23813 17305 16384, 23809 17534 16384, 23787 17790 16384, 23763 17976 16384, 23752 18087 16384, 23759 18144 16384, 23765 18150 16384</inkml:trace>
  <inkml:trace contextRef="#ctx0" brushRef="#br0">23567 17629 16384, 23559 17612 16384, 23574 17573 16384, 23643 17505 16384, 23731 17431 16384, 23796 17388 16384, 23826 17379 16384, 23827 17407 16384, 23796 17512 16384, 23731 17695 16384, 23659 17863 16384, 23624 17950 16384, 23630 17963 16384, 23665 17949 16384, 23737 17871 16384, 23848 17701 16384, 24003 17483 16384, 24145 17366 16384, 24227 17333 16384, 24267 17331 16384, 24289 17366 16384, 24293 17479 16384, 24278 17677 16384, 24271 17863 16384, 24291 17965 16384, 24343 18015 16384, 24417 18030 16384, 24489 18022 16384</inkml:trace>
  <inkml:trace contextRef="#ctx0" brushRef="#br0">24713 17299 16384, 24705 17313 16384, 24698 17328 16384, 24694 17338 16384, 24694 17371 16384, 24691 17414 16384, 24684 17476 16384, 24676 17556 16384, 24669 17643 16384, 24669 17741 16384, 24669 17835 16384, 24680 17907 16384, 24698 17958 16384, 24720 17991 16384, 24745 18005 16384, 24763 18012 16384</inkml:trace>
  <inkml:trace contextRef="#ctx0" brushRef="#br0">24981 17469 16384, 24984 17462 16384, 24988 17462 16384, 25013 17462 16384, 25053 17458 16384, 25104 17454 16384, 25158 17451 16384, 25213 17447 16384, 25267 17447 16384, 25318 17447 16384, 25372 17443 16384, 25415 17443 16384, 25452 17443 16384, 25481 17443 16384, 25499 17443 16384, 25513 17443 16384</inkml:trace>
  <inkml:trace contextRef="#ctx0" brushRef="#br0">25209 17342 16384, 25194 17342 16384, 25194 17346 16384, 25194 17360 16384, 25205 17378 16384, 25220 17407 16384, 25234 17443 16384, 25245 17487 16384, 25256 17545 16384, 25263 17603 16384, 25263 17672 16384, 25260 17748 16384, 25245 17809 16384, 25223 17860 16384, 25209 17907 16384, 25191 17933 16384, 25173 17954 16384, 25147 17965 16384, 25129 17965 16384, 25104 17962 16384, 25075 17951 16384, 25053 17936 16384, 25035 17914 16384, 25013 17882 16384, 25002 17846 16384, 24999 17820 16384, 25006 17799 16384, 25028 17780 16384, 25053 17766 16384, 25086 17748 16384, 25129 17733 16384, 25180 17719 16384, 25234 17712 16384, 25285 17712 16384, 25332 17726 16384, 25376 17748 16384, 25405 17773 16384, 25430 17799 16384, 25444 17824 16384, 25448 17846 16384, 25448 17860 16384, 25452 17867 16384</inkml:trace>
  <inkml:trace contextRef="#ctx0" brushRef="#br0">25521 17291 16384, 25513 17288 16384, 25513 17295 16384, 25517 17306 16384, 25524 17320 16384, 25531 17338 16384, 25539 17364 16384, 25542 17389 16384, 25550 17411 16384, 25557 17433 16384, 25564 17443 16384, 25571 17451 16384, 25579 17458 16384, 25582 17462 16384, 25582 17465 16384</inkml:trace>
  <inkml:trace contextRef="#ctx0" brushRef="#br0">25582 17295 16384, 25586 17299 16384, 25589 17309 16384, 25600 17328 16384, 25611 17357 16384, 25622 17386 16384, 25633 17404 16384, 25640 17414 16384, 25655 17425 16384, 25662 17429 16384, 25669 17433 16384</inkml:trace>
  <inkml:trace contextRef="#ctx0" brushRef="#br0">26694 17451 16384, 26684 17432 16384, 26688 17432 16384, 26740 17434 16384, 26843 17434 16384, 26966 17430 16384, 27073 17426 16384, 27140 17426 16384, 27163 17434 16384</inkml:trace>
  <inkml:trace contextRef="#ctx0" brushRef="#br0">26728 17154 16384, 26715 17150 16384, 26728 17163 16384, 26753 17217 16384, 26759 17355 16384, 26736 17604 16384, 26694 17828 16384, 26644 17989 16384, 26592 18096 16384, 26548 18148 16384, 26497 18150 16384, 26435 18106 16384, 26376 18014 16384, 26349 17941 16384, 26368 17924 16384, 26424 17903 16384, 26525 17891 16384, 26671 17928 16384, 26838 18002 16384, 26966 18071 16384, 27045 18112 16384, 27085 18133 16384, 27106 18139 16384</inkml:trace>
  <inkml:trace contextRef="#ctx0" brushRef="#br0">27353 17164 16384, 27348 17164 16384, 27343 17166 16384, 27343 17222 16384, 27353 17371 16384, 27371 17601 16384, 27401 17843 16384, 27444 18020 16384, 27497 18108 16384, 27545 18136 16384, 27586 18129 16384, 27631 18068 16384, 27684 17947 16384, 27755 17843 16384</inkml:trace>
  <inkml:trace contextRef="#ctx0" brushRef="#br0">28088 17384 16384, 28106 17394 16384, 28174 17444 16384, 28245 17533 16384, 28298 17639 16384, 28326 17724 16384, 28336 17783 16384, 28338 17808 16384, 28343 17808 16384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7735 1382 16384, 7681 1269 16384, 7688 1183 16384, 7762 1097 16384, 7907 1019 16384, 8101 1000 16384, 8308 1086 16384, 8448 1277 16384, 8460 1514 16384, 8351 1756 16384, 8168 1970 16384, 7996 2095 16384, 7910 2126 16384, 7879 2099 16384, 7887 2056 16384, 7969 2013 16384, 8133 1986 16384, 8347 2005 16384, 8545 2118 16384, 8643 2290 16384, 8635 2442 16384, 8545 2570 16384, 8386 2691 16384, 8187 2773 16384, 7961 2800 16384, 7755 2757 16384, 7669 2699 16384</inkml:trace>
  <inkml:trace contextRef="#ctx0" brushRef="#br0">10196 2749 16384, 10206 2769 16384, 10237 2800 16384, 10278 2800 16384, 10350 2769 16384, 10422 2707 16384, 10494 2615 16384, 10597 2481 16384, 10669 2347 16384, 10762 2193 16384, 10854 2008 16384, 10916 1823 16384, 10998 1617 16384, 11060 1411 16384, 11111 1247 16384, 11142 1113 16384, 11153 1031 16384, 11153 1000 16384, 11142 1000 16384, 11111 1010 16384, 11070 1051 16384, 11039 1103 16384, 10998 1185 16384, 10967 1298 16384, 10937 1453 16384, 10906 1627 16384, 10885 1833 16384, 10885 2090 16384, 10906 2347 16384, 10937 2533 16384, 10988 2646 16384, 11060 2707 16384, 11122 2728 16384, 11194 2738 16384, 11266 2738 16384, 11317 2718 16384</inkml:trace>
  <inkml:trace contextRef="#ctx0" brushRef="#br0">10525 1627 16384, 10484 1648 16384, 10422 1658 16384, 10443 1658 16384, 10494 1638 16384, 10556 1617 16384, 10628 1597 16384, 10731 1576 16384, 10854 1555 16384, 10988 1545 16384, 11132 1535 16384, 11245 1525 16384, 11338 1514 16384</inkml:trace>
  <inkml:trace contextRef="#ctx0" brushRef="#br0">13550 1120 16384, 13564 1148 16384, 13597 1359 16384, 13574 1737 16384, 13454 2077 16384, 13267 2393 16384, 13090 2580 16384, 12956 2613 16384, 12827 2556 16384, 12707 2369 16384, 12621 2034 16384, 12674 1589 16384, 12922 1278 16384, 13229 1120 16384, 13607 1000 16384, 14000 1014 16384, 14292 1263 16384, 14407 1761 16384, 14402 2326 16384, 14378 2618 16384, 14349 2766 16384, 14335 2800 16384</inkml:trace>
  <inkml:trace contextRef="#ctx0" brushRef="#br0">15755 1186 16384, 15723 1218 16384, 15685 1362 16384, 15643 1594 16384, 15631 1890 16384, 15666 2250 16384, 15732 2486 16384, 15825 2579 16384, 15876 2601 16384</inkml:trace>
  <inkml:trace contextRef="#ctx0" brushRef="#br0">16261 1378 16384, 16347 1371 16384, 16535 1349 16384, 16717 1311 16384, 16844 1285 16384, 16883 1282 16384</inkml:trace>
  <inkml:trace contextRef="#ctx0" brushRef="#br0">16319 1731 16384, 16309 1731 16384, 16484 1725 16384, 16717 1690 16384, 16924 1658 16384, 17074 1636 16384, 17157 1626 16384, 17166 1626 16384</inkml:trace>
  <inkml:trace contextRef="#ctx0" brushRef="#br0">16714 1387 16384, 16704 1384 16384, 16704 1393 16384, 16768 1486 16384, 16863 1715 16384, 16905 2002 16384, 16886 2289 16384, 16816 2505 16384, 16736 2601 16384, 16666 2614 16384, 16583 2572 16384, 16497 2496 16384, 16456 2416 16384, 16468 2359 16384, 16542 2327 16384, 16669 2305 16384, 16854 2308 16384, 17067 2362 16384, 17227 2426 16384, 17329 2470 16384, 17411 2499 16384, 17431 2502 16384</inkml:trace>
  <inkml:trace contextRef="#ctx0" brushRef="#br0">18143 1000 16384, 18198 1024 16384, 18344 1066 16384, 18486 1101 16384, 18587 1142 16384, 18632 1191 16384</inkml:trace>
  <inkml:trace contextRef="#ctx0" brushRef="#br0">17775 1871 16384, 17755 1871 16384, 17772 1857 16384, 17883 1787 16384, 18074 1669 16384, 18289 1558 16384, 18500 1503 16384, 18691 1510 16384, 18837 1603 16384, 18920 1787 16384, 18934 2072 16384, 18885 2311 16384, 18774 2502 16384, 18642 2668 16384, 18538 2772 16384, 18493 2800 16384</inkml:trace>
  <inkml:trace contextRef="#ctx0" brushRef="#br0">19266 1254 16384, 19258 1254 16384, 19349 1245 16384, 19590 1220 16384, 19890 1179 16384, 20222 1133 16384, 20571 1096 16384, 20854 1079 16384, 21020 1079 16384, 21058 1091 16384, 21033 1112 16384, 20896 1204 16384, 20663 1353 16384, 20422 1553 16384, 20235 1819 16384, 20193 2052 16384, 20230 2289 16384, 20339 2484 16384, 20505 2630 16384, 20692 2696 16384, 20900 2721 16384, 21054 2692 16384</inkml:trace>
  <inkml:trace contextRef="#ctx0" brushRef="#br0">21400 1025 16384, 21391 1025 16384, 21382 1030 16384, 21382 1130 16384, 21400 1398 16384, 21432 1811 16384, 21486 2248 16384, 21564 2566 16384, 21659 2725 16384, 21745 2775 16384, 21818 2761 16384, 21900 2652 16384, 21995 2434 16384, 22123 2248 16384</inkml:trace>
  <inkml:trace contextRef="#ctx0" brushRef="#br0">22723 1420 16384, 22754 1439 16384, 22877 1530 16384, 23004 1689 16384, 23100 1880 16384, 23150 2034 16384, 23168 2139 16384, 23173 2184 16384, 23182 2184 16384</inkml:trace>
  <inkml:trace contextRef="#ctx0" brushRef="#br0">23630 1004 16384, 23619 1000 16384, 23597 1000 16384, 23586 1047 16384, 23568 1223 16384, 23531 1489 16384, 23506 1843 16384, 23513 2263 16384, 23586 2533 16384, 23717 2705 16384, 23904 2793 16384, 24090 2800 16384, 24276 2723 16384, 24488 2592 16384, 24674 2449 16384, 24816 2322 16384, 24842 2296 16384</inkml:trace>
  <inkml:trace contextRef="#ctx0" brushRef="#br0">25177 1299 16384, 25170 1299 16384, 25177 1295 16384, 25267 1281 16384, 25468 1245 16384, 25717 1184 16384, 25933 1130 16384, 26127 1094 16384, 26268 1072 16384, 26340 1061 16384</inkml:trace>
  <inkml:trace contextRef="#ctx0" brushRef="#br0">25166 1832 16384, 25209 1821 16384, 25393 1788 16384, 25652 1702 16384, 25926 1598 16384, 26181 1533 16384, 26361 1508 16384, 26444 1497 16384, 26458 1497 16384</inkml:trace>
  <inkml:trace contextRef="#ctx0" brushRef="#br0">25566 1000 16384, 25638 1040 16384, 25807 1176 16384, 25940 1353 16384, 26041 1540 16384, 26098 1720 16384, 26120 1860 16384, 26124 1972 16384, 26095 2044 16384, 26044 2087 16384, 25965 2094 16384</inkml:trace>
  <inkml:trace contextRef="#ctx0" brushRef="#br0">25353 2400 16384, 25335 2422 16384, 25360 2508 16384, 25508 2624 16384, 25692 2706 16384, 25875 2768 16384, 26037 2796 16384, 26178 2800 16384, 26311 2793 16384</inkml:trace>
  <inkml:trace contextRef="#ctx0" brushRef="#br0">26886 1042 16384, 26875 1077 16384, 26852 1292 16384, 26802 1715 16384, 26782 2212 16384, 26817 2550 16384, 26902 2696 16384, 27002 2758 16384</inkml:trace>
  <inkml:trace contextRef="#ctx0" brushRef="#br0">27536 1508 16384, 27540 1485 16384, 27759 1419 16384, 27921 1408 16384, 28059 1412 16384, 28179 1423 16384, 28236 1458 16384, 28225 1569 16384</inkml:trace>
  <inkml:trace contextRef="#ctx0" brushRef="#br0">27817 2312 16384, 27817 2338 16384, 27990 2577 16384, 28140 2646 16384, 28313 2681 16384, 28498 2654 16384, 28582 2619 16384</inkml:trace>
  <inkml:trace contextRef="#ctx0" brushRef="#br0">29817 1299 16384, 29810 1299 16384, 29817 1295 16384, 29907 1281 16384, 30109 1245 16384, 30357 1184 16384, 30573 1130 16384, 30768 1094 16384, 30908 1072 16384, 30980 1061 16384</inkml:trace>
  <inkml:trace contextRef="#ctx0" brushRef="#br0">29806 1832 16384, 29850 1821 16384, 30033 1788 16384, 30292 1702 16384, 30566 1598 16384, 30822 1533 16384, 31002 1508 16384, 31084 1497 16384, 31099 1497 16384</inkml:trace>
  <inkml:trace contextRef="#ctx0" brushRef="#br0">30206 1000 16384, 30278 1040 16384, 30447 1176 16384, 30580 1353 16384, 30681 1540 16384, 30739 1720 16384, 30760 1860 16384, 30764 1972 16384, 30735 2044 16384, 30685 2087 16384, 30606 2094 16384</inkml:trace>
  <inkml:trace contextRef="#ctx0" brushRef="#br0">29994 2400 16384, 29976 2422 16384, 30001 2508 16384, 30148 2624 16384, 30332 2706 16384, 30516 2768 16384, 30678 2796 16384, 30818 2800 16384, 30951 2793 16384</inkml:trace>
  <inkml:trace contextRef="#ctx0" brushRef="#br0">31427 1369 16384, 31423 1357 16384, 31469 1357 16384, 31648 1369 16384, 31927 1372 16384, 32237 1353 16384, 32532 1330 16384, 32761 1314 16384, 32893 1303 16384</inkml:trace>
  <inkml:trace contextRef="#ctx0" brushRef="#br0">32230 1000 16384, 32206 1004 16384, 32164 1027 16384, 32160 1147 16384, 32086 1403 16384, 31966 1679 16384, 31892 1857 16384, 31881 1962 16384, 31896 1993 16384, 31935 1997 16384, 32020 1978 16384, 32156 1931 16384, 32338 1900 16384, 32532 1935 16384, 32699 2028 16384, 32827 2168 16384, 32912 2342 16384, 32928 2521 16384, 32870 2641 16384, 32753 2746 16384, 32598 2800 16384, 32420 2800 16384, 32319 2773 16384</inkml:trace>
  <inkml:trace contextRef="#ctx0" brushRef="#br0">33283 2355 16384, 33258 2355 16384, 33252 2349 16384, 33258 2343 16384, 33277 2324 16384, 33308 2292 16384, 33359 2255 16384, 33427 2211 16384, 33503 2161 16384, 33597 2117 16384, 33691 2079 16384, 33785 2054 16384, 33879 2054 16384, 33966 2061 16384, 34029 2086 16384, 34085 2123 16384, 34123 2167 16384, 34135 2217 16384, 34142 2274 16384, 34123 2330 16384, 34098 2380 16384, 34054 2430 16384, 33998 2474 16384, 33948 2499 16384</inkml:trace>
  <inkml:trace contextRef="#ctx0" brushRef="#br0">33703 1810 16384, 33703 1816 16384, 33709 1823 16384, 33716 1829 16384, 33722 1835 16384, 33734 1841 16384, 33741 1841 16384, 33747 1848 16384, 33753 1848 16384, 33747 1854 16384, 33734 1854 16384, 33722 1854 16384</inkml:trace>
  <inkml:trace contextRef="#ctx0" brushRef="#br0">33396 1891 16384, 33384 1904 16384, 33371 1948 16384, 33402 2004 16384, 33440 2098 16384, 33471 2205 16384, 33515 2324 16384, 33553 2443 16384, 33584 2537 16384, 33609 2625 16384, 33640 2700 16384, 33666 2744 16384, 33691 2775 16384, 33709 2800 16384</inkml:trace>
  <inkml:trace contextRef="#ctx0" brushRef="#br0">35337 1000 16384, 35312 1000 16384, 35281 1031 16384, 35171 1176 16384, 34979 1389 16384, 34803 1571 16384, 34672 1716 16384, 34583 1812 16384, 34514 1891 16384, 34473 1936 16384, 34466 1946 16384, 34480 1967 16384, 34535 2015 16384, 34641 2094 16384, 34803 2208 16384, 35013 2370 16384, 35226 2528 16384, 35385 2642 16384, 35502 2728 16384, 35567 2779 16384, 35595 2800 16384</inkml:trace>
  <inkml:trace contextRef="#ctx0" brushRef="#br0">35919 1447 16384, 36014 1426 16384, 36267 1363 16384, 36563 1292 16384, 36845 1232 16384, 37063 1204 16384, 37183 1197 16384, 37222 1208 16384, 37225 1215 16384</inkml:trace>
  <inkml:trace contextRef="#ctx0" brushRef="#br0">36528 1000 16384, 36539 1004 16384, 36581 1025 16384, 36665 1113 16384, 36764 1261 16384, 36859 1454 16384, 36930 1627 16384, 36972 1733 16384, 36982 1796 16384, 36961 1838 16384, 36891 1870 16384</inkml:trace>
  <inkml:trace contextRef="#ctx0" brushRef="#br0">36063 2384 16384, 36067 2469 16384, 36158 2582 16384, 36313 2691 16384, 36479 2744 16384, 36672 2789 16384, 36894 2800 16384, 37102 2779 16384, 37271 2733 16384, 37377 2694 16384</inkml:trace>
  <inkml:trace contextRef="#ctx0" brushRef="#br0">37726 1574 16384, 37707 1574 16384, 37701 1574 16384, 37732 1574 16384, 37836 1568 16384, 38047 1533 16384, 38340 1499 16384, 38661 1464 16384, 38982 1430 16384, 39249 1404 16384, 39413 1404 16384, 39469 1401 16384</inkml:trace>
  <inkml:trace contextRef="#ctx0" brushRef="#br0">38919 1099 16384, 38944 1153 16384, 39026 1335 16384, 39057 1571 16384, 39035 1817 16384, 38994 1999 16384, 38957 2100 16384, 38925 2134 16384, 38894 2131 16384, 38862 2106 16384</inkml:trace>
  <inkml:trace contextRef="#ctx0" brushRef="#br0">38324 1137 16384, 38321 1143 16384, 38327 1241 16384, 38315 1496 16384, 38271 1817 16384, 38248 2147 16384, 38280 2370 16384, 38362 2515 16384, 38475 2632 16384, 38610 2688 16384, 38768 2701 16384, 38947 2688 16384, 39108 2669 16384, 39252 2666 16384, 39366 2647 16384, 39460 2628 16384, 39501 2619 16384</inkml:trace>
  <inkml:trace contextRef="#ctx0" brushRef="#br0">39855 1156 16384, 39828 1153 16384, 39858 1153 16384, 39975 1143 16384, 40164 1090 16384, 40374 1023 16384, 40544 1000 16384, 40623 1027 16384, 40633 1106 16384, 40554 1270 16384, 40384 1509 16384, 40164 1752 16384, 39965 1945 16384, 39852 2048 16384, 39825 2081 16384, 39891 2058 16384, 40035 1965 16384, 40254 1835 16384, 40534 1749 16384, 40780 1739 16384, 40960 1792 16384, 41073 1898 16384, 41106 2081 16384, 41063 2298 16384, 40940 2487 16384, 40780 2637 16384, 40613 2760 16384, 40467 2800 16384, 40367 2763 16384, 40294 2667 16384, 40274 2517 16384, 40337 2434 16384, 40457 2394 16384, 40617 2374 16384, 40763 2384 16384, 40863 2411 16384, 40926 2431 16384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8199 4290 16384, 8191 4268 16384, 8199 4260 16384, 8214 4245 16384, 8229 4234 16384, 8248 4219 16384, 8266 4204 16384, 8278 4200 16384, 8285 4204 16384, 8289 4211 16384, 8289 4226 16384, 8289 4245 16384, 8289 4279 16384, 8285 4313 16384, 8285 4350 16384, 8285 4391 16384, 8289 4418 16384, 8304 4433 16384, 8323 4440 16384, 8349 4440 16384, 8379 4433 16384, 8405 4421 16384, 8431 4403 16384, 8454 4380 16384, 8476 4346 16384, 8491 4320 16384, 8506 4294 16384, 8514 4264 16384, 8518 4241 16384, 8518 4226 16384, 8518 4215 16384, 8514 4219 16384, 8510 4230 16384, 8506 4249 16384, 8499 4279 16384, 8495 4320 16384, 8488 4365 16384, 8484 4421 16384, 8476 4493 16384, 8469 4571 16384, 8458 4650 16384, 8446 4721 16384, 8431 4781 16384, 8413 4823 16384, 8398 4857 16384, 8383 4879 16384, 8368 4894 16384, 8341 4902 16384, 8311 4902 16384, 8289 4898 16384, 8266 4890 16384, 8244 4875 16384, 8229 4849 16384, 8218 4815 16384, 8218 4785 16384, 8221 4759 16384, 8236 4736 16384, 8263 4721 16384, 8296 4706 16384, 8338 4688 16384, 8379 4673 16384, 8435 4661 16384, 8484 4654 16384, 8533 4654 16384, 8570 4654 16384, 8604 4654 16384, 8626 4654 16384, 8641 4654 16384, 8653 4654 16384, 8656 4658 16384</inkml:trace>
  <inkml:trace contextRef="#ctx0" brushRef="#br0">9149 4466 16384, 9146 4466 16384, 9146 4469 16384, 9152 4472 16384, 9159 4472 16384, 9175 4474 16384, 9200 4474 16384, 9251 4472 16384, 9290 4466 16384, 9330 4464 16384, 9371 4461 16384, 9425 4461 16384, 9453 4466 16384, 9476 4472 16384, 9489 4477 16384</inkml:trace>
  <inkml:trace contextRef="#ctx0" brushRef="#br0">9157 4640 16384, 9154 4640 16384, 9157 4640 16384, 9162 4640 16384, 9180 4640 16384, 9231 4640 16384, 9249 4638 16384, 9287 4635 16384, 9305 4635 16384, 9346 4633 16384, 9384 4630 16384, 9422 4627 16384, 9458 4625 16384, 9484 4625 16384, 9504 4622 16384, 9522 4622 16384, 9532 4622 16384</inkml:trace>
  <inkml:trace contextRef="#ctx0" brushRef="#br0">10114 4204 16384, 10114 4202 16384, 10114 4200 16384, 10112 4200 16384, 10106 4204 16384, 10102 4211 16384, 10095 4219 16384, 10087 4232 16384, 10078 4249 16384, 10059 4292 16384, 10052 4309 16384, 10048 4326 16384, 10035 4369 16384, 10018 4440 16384, 10012 4491 16384, 10010 4549 16384, 10012 4634 16384, 10018 4692 16384, 10029 4748 16384, 10050 4810 16384, 10061 4846 16384, 10074 4872 16384, 10091 4893 16384, 10097 4902 16384</inkml:trace>
  <inkml:trace contextRef="#ctx0" brushRef="#br0">10407 4349 16384, 10385 4305 16384, 10388 4271 16384, 10417 4238 16384, 10473 4208 16384, 10549 4200 16384, 10630 4233 16384, 10684 4308 16384, 10689 4400 16384, 10646 4495 16384, 10575 4578 16384, 10508 4627 16384, 10475 4639 16384, 10463 4628 16384, 10466 4611 16384, 10498 4595 16384, 10561 4584 16384, 10645 4592 16384, 10722 4636 16384, 10760 4703 16384, 10757 4762 16384, 10722 4812 16384, 10660 4859 16384, 10583 4891 16384, 10495 4902 16384, 10414 4885 16384, 10381 4862 16384</inkml:trace>
  <inkml:trace contextRef="#ctx0" brushRef="#br0">11071 4881 16384, 11075 4889 16384, 11087 4902 16384, 11103 4902 16384, 11131 4889 16384, 11159 4865 16384, 11187 4829 16384, 11227 4777 16384, 11255 4725 16384, 11291 4665 16384, 11327 4593 16384, 11351 4521 16384, 11383 4441 16384, 11407 4360 16384, 11427 4296 16384, 11439 4244 16384, 11443 4212 16384, 11443 4200 16384, 11439 4200 16384, 11427 4204 16384, 11411 4220 16384, 11399 4240 16384, 11383 4272 16384, 11371 4316 16384, 11359 4376 16384, 11347 4445 16384, 11339 4525 16384, 11339 4625 16384, 11347 4725 16384, 11359 4797 16384, 11379 4841 16384, 11407 4865 16384, 11431 4873 16384, 11459 4877 16384, 11488 4877 16384, 11508 4869 16384</inkml:trace>
  <inkml:trace contextRef="#ctx0" brushRef="#br0">11199 4445 16384, 11183 4453 16384, 11159 4457 16384, 11167 4457 16384, 11187 4449 16384, 11211 4441 16384, 11239 4433 16384, 11279 4424 16384, 11327 4416 16384, 11379 4412 16384, 11435 4408 16384, 11480 4404 16384, 11516 4400 16384</inkml:trace>
  <inkml:trace contextRef="#ctx0" brushRef="#br0">11664 4191 16384, 11662 4188 16384, 11657 4181 16384, 11653 4170 16384, 11654 4153 16384, 11663 4138 16384, 11678 4126 16384, 11698 4123 16384, 11716 4132 16384, 11730 4158 16384, 11736 4202 16384, 11732 4249 16384, 11721 4278 16384, 11702 4303 16384, 11692 4314 16384, 11682 4323 16384, 11668 4333 16384, 11662 4336 16384, 11667 4334 16384, 11682 4334 16384, 11703 4336 16384, 11729 4341 16384, 11753 4345 16384, 11771 4347 16384, 11785 4346 16384, 11789 4346 16384</inkml:trace>
  <inkml:trace contextRef="#ctx0" brushRef="#br0">12166 4548 16384, 12164 4548 16384, 12163 4550 16384, 12161 4550 16384, 12163 4552 16384, 12169 4555 16384, 12179 4557 16384, 12192 4558 16384, 12211 4558 16384, 12234 4555 16384, 12260 4552 16384, 12292 4547 16384, 12321 4543 16384, 12351 4543 16384, 12381 4543 16384, 12404 4543 16384, 12426 4545 16384, 12445 4547 16384, 12462 4548 16384, 12477 4550 16384, 12490 4550 16384, 12505 4548 16384, 12512 4547 16384</inkml:trace>
  <inkml:trace contextRef="#ctx0" brushRef="#br0">13268 4200 16384, 13264 4201 16384, 13267 4236 16384, 13265 4347 16384, 13245 4520 16384, 13223 4681 16384, 13206 4794 16384, 13200 4869 16384, 13213 4902 16384</inkml:trace>
  <inkml:trace contextRef="#ctx0" brushRef="#br0">14081 4303 16384, 14076 4273 16384, 14050 4240 16384, 14007 4206 16384, 13953 4200 16384, 13889 4222 16384, 13832 4262 16384, 13807 4313 16384, 13803 4381 16384, 13829 4463 16384, 13884 4543 16384, 13963 4629 16384, 14036 4698 16384, 14086 4753 16384, 14110 4805 16384, 14102 4848 16384, 14068 4882 16384, 14019 4899 16384, 13952 4902 16384, 13895 4890 16384, 13862 4856 16384, 13855 4789 16384, 13872 4721 16384, 13906 4663 16384, 13952 4601 16384, 14003 4521 16384, 14051 4430 16384, 14079 4367 16384, 14081 4349 16384, 14068 4334 16384, 14048 4314 16384, 14037 4296 16384, 14030 4284 16384</inkml:trace>
  <inkml:trace contextRef="#ctx0" brushRef="#br0">14457 4881 16384, 14461 4889 16384, 14473 4902 16384, 14489 4902 16384, 14517 4889 16384, 14545 4865 16384, 14573 4829 16384, 14613 4777 16384, 14641 4725 16384, 14677 4665 16384, 14713 4593 16384, 14737 4521 16384, 14770 4441 16384, 14794 4360 16384, 14814 4296 16384, 14826 4244 16384, 14830 4212 16384, 14830 4200 16384, 14826 4200 16384, 14814 4204 16384, 14798 4220 16384, 14786 4240 16384, 14770 4272 16384, 14757 4316 16384, 14745 4376 16384, 14733 4445 16384, 14725 4525 16384, 14725 4625 16384, 14733 4725 16384, 14745 4797 16384, 14766 4841 16384, 14794 4865 16384, 14818 4873 16384, 14846 4877 16384, 14874 4877 16384, 14894 4869 16384</inkml:trace>
  <inkml:trace contextRef="#ctx0" brushRef="#br0">14585 4445 16384, 14569 4453 16384, 14545 4457 16384, 14553 4457 16384, 14573 4449 16384, 14597 4441 16384, 14625 4433 16384, 14665 4424 16384, 14713 4416 16384, 14766 4412 16384, 14822 4408 16384, 14866 4404 16384, 14902 4400 16384</inkml:trace>
  <inkml:trace contextRef="#ctx0" brushRef="#br0">15407 4544 16384, 15402 4544 16384, 15404 4544 16384, 15408 4544 16384, 15415 4543 16384, 15423 4543 16384, 15431 4542 16384, 15442 4542 16384, 15457 4540 16384, 15474 4539 16384, 15495 4539 16384, 15514 4538 16384, 15537 4538 16384, 15560 4536 16384, 15581 4536 16384, 15603 4538 16384, 15628 4539 16384, 15650 4542 16384, 15674 4543 16384, 15697 4544 16384, 15717 4546 16384, 15737 4546 16384, 15752 4546 16384, 15764 4546 16384, 15772 4547 16384, 15779 4547 16384, 15784 4547 16384, 15786 4547 16384, 15788 4544 16384</inkml:trace>
  <inkml:trace contextRef="#ctx0" brushRef="#br0">15602 4383 16384, 15602 4385 16384, 15601 4386 16384, 15601 4389 16384, 15601 4394 16384, 15601 4402 16384, 15602 4412 16384, 15603 4427 16384, 15605 4444 16384, 15605 4464 16384, 15606 4488 16384, 15605 4514 16384, 15603 4539 16384, 15601 4565 16384, 15598 4593 16384, 15597 4616 16384, 15597 4638 16384, 15597 4659 16384, 15597 4675 16384, 15597 4689 16384, 15598 4701 16384, 15599 4710 16384, 15601 4716 16384, 15602 4718 16384</inkml:trace>
  <inkml:trace contextRef="#ctx0" brushRef="#br0">16544 4200 16384, 16540 4201 16384, 16543 4236 16384, 16541 4347 16384, 16521 4520 16384, 16499 4681 16384, 16482 4794 16384, 16477 4869 16384, 16489 4902 16384</inkml:trace>
  <inkml:trace contextRef="#ctx0" brushRef="#br0">17111 4206 16384, 17106 4211 16384, 17104 4250 16384, 17086 4344 16384, 17053 4446 16384, 17032 4515 16384, 17025 4555 16384, 17026 4572 16384, 17036 4573 16384, 17053 4571 16384, 17086 4556 16384, 17138 4534 16384, 17202 4524 16384, 17265 4539 16384, 17312 4583 16384, 17340 4647 16384, 17347 4718 16384, 17330 4780 16384, 17284 4836 16384, 17222 4879 16384, 17156 4902 16384, 17090 4896 16384, 17057 4877 16384</inkml:trace>
  <inkml:trace contextRef="#ctx0" brushRef="#br0">17101 4208 16384, 17098 4208 16384, 17107 4208 16384, 17155 4210 16384, 17243 4204 16384, 17333 4200 16384, 17411 4216 16384, 17441 4230 16384</inkml:trace>
  <inkml:trace contextRef="#ctx0" brushRef="#br0">17724 4200 16384, 17726 4200 16384, 17726 4203 16384, 17729 4203 16384, 17731 4205 16384, 17746 4223 16384, 17756 4245 16384, 17766 4280 16384, 17774 4323 16384, 17781 4368 16384, 17794 4448 16384, 17796 4476 16384, 17799 4503 16384, 17801 4556 16384, 17801 4636 16384, 17799 4681 16384, 17791 4726 16384, 17784 4769 16384, 17776 4801 16384, 17766 4844 16384, 17756 4866 16384, 17746 4884 16384, 17741 4889 16384, 17726 4902 16384</inkml:trace>
  <inkml:trace contextRef="#ctx0" brushRef="#br0">17993 4387 16384, 17984 4366 16384, 17984 4357 16384, 17997 4345 16384, 18014 4328 16384, 18039 4311 16384, 18073 4294 16384, 18107 4281 16384, 18146 4277 16384, 18209 4285 16384, 18226 4294 16384, 18265 4319 16384, 18294 4362 16384, 18311 4413 16384, 18320 4476 16384, 18320 4536 16384, 18311 4591 16384, 18290 4646 16384, 18269 4693 16384, 18239 4740 16384, 18205 4782 16384, 18171 4821 16384, 18137 4850 16384, 18103 4876 16384, 18056 4897 16384, 18027 4902 16384, 18018 4902 16384</inkml:trace>
  <inkml:trace contextRef="#ctx0" brushRef="#br0">18558 4204 16384, 18550 4200 16384, 18520 4209 16384, 18507 4217 16384, 18482 4238 16384, 18452 4264 16384, 18418 4298 16384, 18384 4336 16384, 18358 4383 16384, 18328 4447 16384, 18311 4510 16384, 18299 4587 16384, 18294 4659 16384, 18303 4719 16384, 18320 4774 16384, 18354 4816 16384, 18388 4842 16384, 18426 4859 16384, 18469 4868 16384, 18507 4868 16384, 18528 4868 16384</inkml:trace>
  <inkml:trace contextRef="#ctx0" brushRef="#br0">18999 4548 16384, 18997 4548 16384, 18995 4550 16384, 18994 4550 16384, 18995 4552 16384, 19002 4555 16384, 19012 4557 16384, 19025 4558 16384, 19043 4558 16384, 19066 4555 16384, 19093 4552 16384, 19124 4547 16384, 19154 4543 16384, 19184 4543 16384, 19214 4543 16384, 19237 4543 16384, 19258 4545 16384, 19278 4547 16384, 19295 4548 16384, 19310 4550 16384, 19323 4550 16384, 19338 4548 16384, 19344 4547 16384</inkml:trace>
  <inkml:trace contextRef="#ctx0" brushRef="#br0">19888 4413 16384, 19881 4403 16384, 19867 4383 16384, 19854 4348 16384, 19857 4295 16384, 19886 4247 16384, 19933 4211 16384, 19994 4200 16384, 20052 4230 16384, 20095 4311 16384, 20113 4446 16384, 20101 4593 16384, 20066 4686 16384, 20007 4762 16384, 19975 4797 16384, 19945 4824 16384, 19902 4858 16384, 19883 4865 16384, 19898 4861 16384, 19944 4860 16384, 20011 4866 16384, 20093 4881 16384, 20167 4895 16384, 20224 4902 16384, 20267 4899 16384, 20280 4896 16384</inkml:trace>
  <inkml:trace contextRef="#ctx0" brushRef="#br0">20567 4881 16384, 20571 4889 16384, 20583 4902 16384, 20599 4902 16384, 20627 4889 16384, 20655 4865 16384, 20683 4829 16384, 20723 4777 16384, 20751 4725 16384, 20788 4665 16384, 20824 4593 16384, 20848 4521 16384, 20880 4441 16384, 20904 4360 16384, 20924 4296 16384, 20936 4244 16384, 20940 4212 16384, 20940 4200 16384, 20936 4200 16384, 20924 4204 16384, 20908 4220 16384, 20896 4240 16384, 20880 4272 16384, 20868 4316 16384, 20856 4376 16384, 20844 4445 16384, 20836 4525 16384, 20836 4625 16384, 20844 4725 16384, 20856 4797 16384, 20876 4841 16384, 20904 4865 16384, 20928 4873 16384, 20956 4877 16384, 20984 4877 16384, 21004 4869 16384</inkml:trace>
  <inkml:trace contextRef="#ctx0" brushRef="#br0">20695 4445 16384, 20679 4453 16384, 20655 4457 16384, 20663 4457 16384, 20683 4449 16384, 20707 4441 16384, 20735 4433 16384, 20776 4424 16384, 20824 4416 16384, 20876 4412 16384, 20932 4408 16384, 20976 4404 16384, 21012 4400 16384</inkml:trace>
  <inkml:trace contextRef="#ctx0" brushRef="#br0">21165 4170 16384, 21158 4156 16384, 21159 4146 16384, 21168 4135 16384, 21186 4125 16384, 21211 4123 16384, 21236 4134 16384, 21254 4157 16384, 21255 4187 16384, 21242 4217 16384, 21219 4244 16384, 21198 4259 16384, 21187 4263 16384, 21183 4260 16384, 21184 4255 16384, 21194 4249 16384, 21215 4246 16384, 21241 4248 16384, 21266 4262 16384, 21278 4284 16384, 21277 4303 16384, 21266 4319 16384, 21246 4334 16384, 21221 4344 16384, 21193 4347 16384, 21167 4342 16384, 21157 4335 16384</inkml:trace>
  <inkml:trace contextRef="#ctx0" brushRef="#br0">21655 4544 16384, 21650 4544 16384, 21653 4544 16384, 21657 4544 16384, 21663 4543 16384, 21671 4543 16384, 21679 4542 16384, 21691 4542 16384, 21705 4540 16384, 21722 4539 16384, 21743 4539 16384, 21762 4538 16384, 21785 4538 16384, 21808 4536 16384, 21829 4536 16384, 21851 4538 16384, 21876 4539 16384, 21899 4542 16384, 21922 4543 16384, 21946 4544 16384, 21965 4546 16384, 21985 4546 16384, 22001 4546 16384, 22012 4546 16384, 22020 4547 16384, 22027 4547 16384, 22032 4547 16384, 22035 4547 16384, 22036 4544 16384</inkml:trace>
  <inkml:trace contextRef="#ctx0" brushRef="#br0">21850 4383 16384, 21850 4385 16384, 21849 4386 16384, 21849 4389 16384, 21849 4394 16384, 21849 4402 16384, 21850 4412 16384, 21851 4427 16384, 21853 4444 16384, 21853 4464 16384, 21854 4488 16384, 21853 4514 16384, 21851 4539 16384, 21849 4565 16384, 21846 4593 16384, 21845 4616 16384, 21845 4638 16384, 21845 4659 16384, 21845 4675 16384, 21845 4689 16384, 21846 4701 16384, 21848 4710 16384, 21849 4716 16384, 21850 4718 16384</inkml:trace>
  <inkml:trace contextRef="#ctx0" brushRef="#br0">22861 4387 16384, 22867 4367 16384, 22874 4349 16384, 22884 4305 16384, 22867 4234 16384, 22817 4200 16384, 22746 4206 16384, 22675 4235 16384, 22622 4284 16384, 22590 4354 16384, 22584 4436 16384, 22612 4496 16384, 22666 4532 16384, 22739 4544 16384, 22807 4525 16384, 22869 4477 16384, 22914 4419 16384, 22933 4371 16384, 22932 4361 16384, 22919 4368 16384, 22898 4414 16384, 22857 4513 16384, 22801 4666 16384, 22763 4804 16384, 22756 4877 16384, 22775 4902 16384</inkml:trace>
  <inkml:trace contextRef="#ctx0" brushRef="#br0">23258 4881 16384, 23262 4889 16384, 23275 4902 16384, 23291 4902 16384, 23319 4889 16384, 23347 4865 16384, 23375 4829 16384, 23415 4777 16384, 23443 4725 16384, 23479 4665 16384, 23515 4593 16384, 23539 4521 16384, 23571 4441 16384, 23595 4360 16384, 23615 4296 16384, 23627 4244 16384, 23631 4212 16384, 23631 4200 16384, 23627 4200 16384, 23615 4204 16384, 23599 4220 16384, 23587 4240 16384, 23571 4272 16384, 23559 4316 16384, 23547 4376 16384, 23535 4445 16384, 23527 4525 16384, 23527 4625 16384, 23535 4725 16384, 23547 4797 16384, 23567 4841 16384, 23595 4865 16384, 23619 4873 16384, 23647 4877 16384, 23675 4877 16384, 23695 4869 16384</inkml:trace>
  <inkml:trace contextRef="#ctx0" brushRef="#br0">23387 4445 16384, 23371 4453 16384, 23347 4457 16384, 23355 4457 16384, 23375 4449 16384, 23399 4441 16384, 23427 4433 16384, 23467 4424 16384, 23515 4416 16384, 23567 4412 16384, 23623 4408 16384, 23667 4404 16384, 23703 4400 16384</inkml:trace>
  <inkml:trace contextRef="#ctx0" brushRef="#br0">23852 4191 16384, 23850 4188 16384, 23845 4181 16384, 23841 4170 16384, 23842 4153 16384, 23851 4138 16384, 23866 4126 16384, 23885 4123 16384, 23904 4132 16384, 23918 4158 16384, 23924 4202 16384, 23920 4249 16384, 23908 4278 16384, 23890 4303 16384, 23879 4314 16384, 23870 4323 16384, 23856 4333 16384, 23850 4336 16384, 23855 4334 16384, 23869 4334 16384, 23891 4336 16384, 23917 4341 16384, 23941 4345 16384, 23959 4347 16384, 23973 4346 16384, 23977 4346 16384</inkml:trace>
  <inkml:trace contextRef="#ctx0" brushRef="#br0">24354 4548 16384, 24352 4548 16384, 24350 4550 16384, 24349 4550 16384, 24350 4552 16384, 24357 4555 16384, 24367 4557 16384, 24380 4558 16384, 24398 4558 16384, 24422 4555 16384, 24448 4552 16384, 24479 4547 16384, 24509 4543 16384, 24539 4543 16384, 24569 4543 16384, 24592 4543 16384, 24613 4545 16384, 24633 4547 16384, 24650 4548 16384, 24665 4550 16384, 24678 4550 16384, 24693 4548 16384, 24699 4547 16384</inkml:trace>
  <inkml:trace contextRef="#ctx0" brushRef="#br0">25295 4216 16384, 25285 4219 16384, 25276 4230 16384, 25278 4265 16384, 25286 4327 16384, 25296 4393 16384, 25309 4438 16384, 25318 4451 16384</inkml:trace>
  <inkml:trace contextRef="#ctx0" brushRef="#br0">25303 4200 16384, 25306 4201 16384, 25344 4205 16384, 25415 4205 16384, 25467 4205 16384, 25510 4210 16384, 25542 4234 16384, 25561 4268 16384, 25568 4312 16384, 25564 4384 16384, 25546 4489 16384, 25516 4615 16384, 25487 4731 16384, 25475 4801 16384, 25475 4847 16384, 25484 4884 16384, 25489 4902 16384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5701 16384, 2140 5710 16384, 2158 5736 16384, 2167 5763 16384, 2167 5771 16384, 2167 5789 16384, 2158 5807 16384, 2140 5824 16384, 2114 5833 16384, 2096 5833 16384, 2070 5833 16384, 2044 5833 16384, 2026 5824 16384, 2018 5807 16384, 2018 5789 16384, 2018 5745 16384, 2035 5719 16384, 2053 5693 16384, 2079 5675 16384, 2105 5666 16384, 2123 5657 16384, 2149 5657 16384, 2175 5657 16384, 2184 5657 16384, 2202 5675 16384, 2210 5684 16384, 2210 5710 16384, 2202 5719 16384, 2184 5736 16384, 2167 5754 16384, 2140 5763 16384, 2105 5780 16384, 2070 5789 16384, 2035 5789 16384, 2009 5780 16384, 2000 5771 16384, 2000 5754 16384, 2000 5736 16384, 2018 5719 16384, 2026 5710 16384, 2044 5693 16384, 2079 5684 16384, 2105 5675 16384, 2123 5675 16384, 2149 5675 16384, 2167 5675 16384, 2184 5701 16384, 2193 5728 16384, 2193 5745 16384, 2193 5763 16384, 2184 5780 16384, 2167 5798 16384, 2158 5807 16384, 2149 5807 16384, 2140 5807 16384, 2132 5798 16384, 2132 5789 16384, 2132 5771 16384, 2132 5763 16384, 2132 5754 16384, 2140 5736 16384, 2149 5728 16384, 2158 5719 16384, 2167 5719 16384, 2167 5728 16384, 2158 5745 16384, 2158 5754 16384, 2149 5754 16384, 2140 5763 16384, 2132 5771 16384, 2123 5771 16384, 2114 5771 16384, 2114 5763 16384, 2123 5745 16384, 2140 5728 16384, 2149 5719 16384, 2158 5710 16384, 2149 5728 16384, 2123 5745 16384, 2096 5763 16384, 2070 5771 16384, 2044 5789 16384, 2035 5789 16384, 2044 5780 16384, 2070 5763 16384, 2079 5754 16384, 2105 5736 16384, 2123 5719 16384, 2158 5693 16384, 2167 5675 16384, 2167 5666 16384, 2158 5666 16384, 2140 5684 16384, 2123 5701 16384, 2105 5719 16384, 2096 5736 16384, 2088 5745 16384</inkml:trace>
  <inkml:trace contextRef="#ctx0" brushRef="#br0">2561 5433 16384, 2571 5428 16384, 2644 5416 16384, 2765 5398 16384, 2887 5403 16384, 2995 5446 16384, 3071 5500 16384, 3101 5546 16384, 3096 5584 16384, 3052 5633 16384, 3036 5647 16384</inkml:trace>
  <inkml:trace contextRef="#ctx0" brushRef="#br0">2579 5820 16384, 2575 5832 16384, 2594 5897 16384, 2653 5981 16384, 2734 6043 16384, 2823 6079 16384, 2916 6090 16384, 3014 6092 16384, 3114 6081 16384, 3210 6057 16384, 3263 6038 16384</inkml:trace>
  <inkml:trace contextRef="#ctx0" brushRef="#br0">3555 5394 16384, 3552 5394 16384, 3556 5415 16384, 3567 5503 16384, 3564 5664 16384, 3549 5843 16384, 3532 5974 16384, 3524 6052 16384, 3529 6092 16384, 3533 6096 16384</inkml:trace>
  <inkml:trace contextRef="#ctx0" brushRef="#br0">3394 5730 16384, 3389 5719 16384, 3399 5691 16384, 3447 5643 16384, 3510 5591 16384, 3555 5562 16384, 3576 5555 16384, 3577 5575 16384, 3555 5649 16384, 3510 5777 16384, 3459 5895 16384, 3434 5956 16384, 3438 5965 16384, 3463 5955 16384, 3513 5900 16384, 3591 5781 16384, 3700 5628 16384, 3800 5546 16384, 3857 5523 16384, 3886 5521 16384, 3901 5546 16384, 3904 5625 16384, 3893 5764 16384, 3888 5895 16384, 3903 5966 16384, 3939 6001 16384, 3991 6012 16384, 4041 6006 16384</inkml:trace>
  <inkml:trace contextRef="#ctx0" brushRef="#br0">4173 5637 16384, 4170 5640 16384, 4168 5642 16384, 4178 5642 16384, 4195 5642 16384, 4220 5637 16384, 4258 5630 16384, 4300 5622 16384, 4343 5617 16384, 4393 5615 16384, 4446 5615 16384, 4491 5615 16384, 4533 5620 16384, 4568 5627 16384, 4598 5640 16384, 4621 5660 16384, 4639 5688 16384, 4646 5725 16384, 4646 5770 16384, 4644 5820 16384, 4636 5870 16384, 4624 5921 16384, 4611 5966 16384, 4601 5996 16384, 4593 6021 16384, 4586 6038 16384, 4581 6048 16384, 4573 6053 16384, 4566 6053 16384, 4558 6046 16384, 4551 6031 16384, 4546 6008 16384, 4538 5978 16384, 4533 5958 16384</inkml:trace>
  <inkml:trace contextRef="#ctx0" brushRef="#br0">4508 5437 16384, 4506 5439 16384, 4501 5442 16384, 4501 5452 16384, 4498 5465 16384, 4491 5490 16384, 4476 5530 16384, 4456 5610 16384, 4446 5647 16384, 4426 5738 16384, 4403 5828 16384, 4385 5905 16384, 4373 5963 16384, 4368 5983 16384, 4360 6013 16384, 4353 6036 16384, 4350 6041 16384</inkml:trace>
  <inkml:trace contextRef="#ctx0" brushRef="#br0">4641 5535 16384, 4639 5535 16384, 4629 5532 16384, 4629 5530 16384, 4631 5532 16384, 4639 5535 16384, 4646 5545 16384, 4666 5580 16384, 4681 5625 16384, 4691 5655 16384, 4704 5715 16384, 4706 5748 16384, 4714 5810 16384, 4719 5838 16384, 4724 5850 16384, 4734 5870 16384, 4741 5880 16384, 4746 5885 16384</inkml:trace>
  <inkml:trace contextRef="#ctx0" brushRef="#br0">4751 5577 16384, 4751 5582 16384, 4751 5585 16384, 4756 5595 16384, 4764 5612 16384, 4774 5630 16384, 4781 5650 16384, 4789 5667 16384, 4794 5682 16384, 4796 5693 16384, 4796 5700 16384, 4796 5703 16384, 4799 5705 16384</inkml:trace>
  <inkml:trace contextRef="#ctx0" brushRef="#br0">4844 5600 16384, 4844 5610 16384, 4846 5622 16384, 4852 5640 16384, 4857 5662 16384, 4862 5682 16384, 4864 5693 16384, 4869 5698 16384</inkml:trace>
  <inkml:trace contextRef="#ctx0" brushRef="#br0">5594 5394 16384, 5580 5408 16384, 5575 5415 16384, 5568 5431 16384, 5559 5457 16384, 5543 5485 16384, 5524 5522 16384, 5504 5566 16384, 5478 5619 16384, 5455 5681 16384, 5429 5751 16384, 5406 5823 16384, 5383 5892 16384, 5372 5955 16384, 5360 6001 16384, 5353 6036 16384, 5346 6075 16384</inkml:trace>
  <inkml:trace contextRef="#ctx0" brushRef="#br0">5582 5438 16384, 5580 5441 16384, 5580 5443 16384, 5580 5448 16384, 5587 5457 16384, 5594 5468 16384, 5605 5492 16384, 5612 5522 16384, 5622 5566 16384, 5629 5619 16384, 5638 5677 16384, 5649 5739 16384, 5663 5804 16384, 5675 5871 16384, 5684 5934 16384, 5691 5985 16384, 5700 6026 16384, 5712 6059 16384, 5721 6080 16384, 5726 6096 16384</inkml:trace>
  <inkml:trace contextRef="#ctx0" brushRef="#br0">5434 5827 16384, 5436 5827 16384, 5441 5827 16384, 5462 5830 16384, 5492 5830 16384, 5527 5825 16384, 5559 5820 16384, 5591 5816 16384, 5624 5813 16384, 5647 5809 16384, 5668 5806 16384, 5684 5806 16384, 5689 5806 16384</inkml:trace>
  <inkml:trace contextRef="#ctx0" brushRef="#br0">6062 5399 16384, 6062 5397 16384, 6062 5394 16384, 6060 5394 16384, 6054 5399 16384, 6049 5405 16384, 6043 5414 16384, 6034 5426 16384, 6026 5444 16384, 6007 5486 16384, 6000 5503 16384, 5996 5521 16384, 5983 5563 16384, 5966 5634 16384, 5960 5685 16384, 5957 5743 16384, 5960 5829 16384, 5966 5886 16384, 5977 5942 16384, 5998 6004 16384, 6009 6040 16384, 6022 6066 16384, 6039 6087 16384, 6045 6096 16384</inkml:trace>
  <inkml:trace contextRef="#ctx0" brushRef="#br0">6489 5413 16384, 6483 5399 16384, 6471 5399 16384, 6450 5423 16384, 6416 5481 16384, 6377 5582 16384, 6351 5720 16384, 6344 5886 16384, 6367 5992 16384, 6414 6058 16384, 6479 6092 16384, 6541 6096 16384, 6602 6057 16384, 6653 5976 16384, 6684 5857 16384, 6693 5725 16384, 6670 5633 16384, 6626 5567 16384, 6571 5510 16384, 6513 5444 16384, 6474 5398 16384, 6459 5394 16384, 6457 5420 16384</inkml:trace>
  <inkml:trace contextRef="#ctx0" brushRef="#br0">6954 5921 16384, 6954 5923 16384, 6954 5940 16384, 6963 5957 16384, 6971 5979 16384, 6979 6001 16384, 6988 6021 16384, 6993 6040 16384, 6996 6062 16384, 6999 6076 16384, 6999 6090 16384, 7002 6096 16384</inkml:trace>
  <inkml:trace contextRef="#ctx0" brushRef="#br0">7548 5700 16384, 7552 5687 16384, 7552 5637 16384, 7548 5601 16384, 7539 5552 16384, 7521 5502 16384, 7489 5453 16384, 7458 5421 16384, 7435 5403 16384, 7404 5399 16384, 7368 5394 16384, 7336 5399 16384, 7296 5412 16384, 7255 5439 16384, 7228 5480 16384, 7197 5534 16384, 7165 5601 16384, 7152 5687 16384, 7147 5786 16384, 7152 5894 16384, 7165 5970 16384, 7188 6024 16384, 7219 6060 16384, 7251 6078 16384, 7282 6091 16384, 7327 6096 16384, 7363 6091 16384, 7399 6073 16384, 7435 6037 16384, 7467 5983 16384, 7498 5916 16384, 7530 5831 16384, 7548 5732 16384, 7561 5633 16384, 7566 5556 16384, 7570 5511 16384, 7570 5489 16384, 7570 5484 16384, 7570 5489 16384, 7566 5502 16384, 7557 5529 16384, 7552 5574 16384, 7548 5633 16384, 7548 5696 16384, 7552 5768 16384, 7566 5844 16384, 7584 5912 16384, 7606 5952 16384, 7633 5974 16384, 7656 5992 16384, 7683 6001 16384, 7710 6001 16384, 7728 5992 16384</inkml:trace>
  <inkml:trace contextRef="#ctx0" brushRef="#br0">7928 5394 16384, 7931 5394 16384, 7931 5397 16384, 7933 5397 16384, 7936 5399 16384, 7951 5417 16384, 7961 5439 16384, 7971 5475 16384, 7978 5517 16384, 7986 5562 16384, 7998 5642 16384, 8001 5670 16384, 8003 5698 16384, 8006 5750 16384, 8006 5830 16384, 8003 5875 16384, 7996 5921 16384, 7988 5963 16384, 7981 5996 16384, 7971 6038 16384, 7961 6061 16384, 7951 6078 16384, 7946 6083 16384, 7931 6096 16384</inkml:trace>
  <inkml:trace contextRef="#ctx0" brushRef="#br0">8476 5508 16384, 8478 5507 16384, 8538 5503 16384, 8649 5488 16384, 8742 5471 16384, 8826 5463 16384, 8874 5459 16384, 8884 5459 16384, 8881 5459 16384</inkml:trace>
  <inkml:trace contextRef="#ctx0" brushRef="#br0">8685 5394 16384, 8672 5408 16384, 8672 5435 16384, 8662 5497 16384, 8634 5571 16384, 8607 5632 16384, 8600 5663 16384, 8611 5670 16384, 8635 5671 16384, 8677 5670 16384, 8742 5669 16384, 8812 5686 16384, 8866 5720 16384, 8896 5762 16384, 8903 5804 16384, 8887 5850 16384, 8851 5890 16384, 8810 5922 16384, 8788 5931 16384</inkml:trace>
  <inkml:trace contextRef="#ctx0" brushRef="#br0">8864 5627 16384, 8833 5631 16384, 8793 5659 16384, 8746 5717 16384, 8692 5799 16384, 8649 5890 16384, 8635 5978 16384, 8658 6045 16384, 8711 6080 16384, 8778 6096 16384, 8856 6089 16384, 8935 6061 16384, 8976 6046 16384</inkml:trace>
  <inkml:trace contextRef="#ctx0" brushRef="#br0">9453 5425 16384, 9462 5427 16384, 9509 5457 16384, 9577 5525 16384, 9635 5585 16384, 9680 5633 16384, 9720 5668 16384, 9727 5672 16384</inkml:trace>
  <inkml:trace contextRef="#ctx0" brushRef="#br0">9957 5475 16384, 9951 5475 16384, 9915 5494 16384, 9857 5548 16384, 9768 5641 16384, 9692 5736 16384, 9642 5836 16384, 9627 5916 16384, 9645 5969 16384, 9694 6015 16384, 9762 6048 16384, 9836 6060 16384, 9924 6065 16384, 10013 6057 16384, 10094 6042 16384, 10154 6027 16384</inkml:trace>
  <inkml:trace contextRef="#ctx0" brushRef="#br0">10285 5509 16384, 10281 5508 16384, 10285 5508 16384, 10335 5509 16384, 10428 5492 16384, 10519 5467 16384, 10592 5458 16384, 10634 5457 16384, 10648 5458 16384</inkml:trace>
  <inkml:trace contextRef="#ctx0" brushRef="#br0">10447 5401 16384, 10439 5399 16384, 10446 5411 16384, 10472 5461 16384, 10492 5562 16384, 10495 5707 16384, 10486 5873 16384, 10464 5989 16384, 10447 6057 16384, 10432 6083 16384, 10407 6087 16384, 10376 6066 16384, 10348 6017 16384, 10335 5953 16384, 10341 5894 16384, 10377 5841 16384, 10436 5788 16384, 10525 5738 16384, 10635 5709 16384, 10726 5713 16384, 10792 5760 16384, 10839 5855 16384, 10861 5956 16384, 10867 6026 16384, 10861 6073 16384, 10853 6091 16384, 10847 6091 16384</inkml:trace>
  <inkml:trace contextRef="#ctx0" brushRef="#br0">10887 5463 16384, 10892 5469 16384, 10926 5539 16384, 10965 5617 16384, 10982 5670 16384</inkml:trace>
  <inkml:trace contextRef="#ctx0" brushRef="#br0">11120 5455 16384, 11110 5454 16384, 11121 5454 16384, 11167 5450 16384, 11241 5429 16384, 11322 5403 16384, 11389 5394 16384, 11420 5405 16384, 11424 5436 16384, 11392 5499 16384, 11326 5593 16384, 11241 5687 16384, 11163 5763 16384, 11119 5803 16384, 11108 5816 16384, 11134 5807 16384, 11190 5770 16384, 11276 5720 16384, 11385 5686 16384, 11481 5682 16384, 11551 5703 16384, 11595 5744 16384, 11608 5816 16384, 11591 5900 16384, 11543 5974 16384, 11481 6032 16384, 11416 6080 16384, 11359 6096 16384, 11320 6082 16384, 11291 6044 16384, 11284 5986 16384, 11308 5953 16384, 11355 5938 16384, 11417 5930 16384, 11474 5934 16384, 11513 5944 16384, 11538 5952 16384</inkml:trace>
  <inkml:trace contextRef="#ctx0" brushRef="#br0">12085 5425 16384, 12094 5427 16384, 12141 5457 16384, 12209 5525 16384, 12267 5585 16384, 12312 5633 16384, 12351 5668 16384, 12359 5672 16384</inkml:trace>
  <inkml:trace contextRef="#ctx0" brushRef="#br0">12589 5475 16384, 12583 5475 16384, 12547 5494 16384, 12489 5548 16384, 12400 5641 16384, 12324 5736 16384, 12274 5836 16384, 12259 5916 16384, 12277 5969 16384, 12326 6015 16384, 12394 6048 16384, 12468 6060 16384, 12556 6065 16384, 12645 6057 16384, 12726 6042 16384, 12786 6027 16384</inkml:trace>
  <inkml:trace contextRef="#ctx0" brushRef="#br0">12917 5511 16384, 12914 5511 16384, 12917 5509 16384, 12952 5504 16384, 13030 5490 16384, 13127 5466 16384, 13211 5445 16384, 13287 5431 16384, 13342 5422 16384, 13370 5418 16384</inkml:trace>
  <inkml:trace contextRef="#ctx0" brushRef="#br0">12913 5718 16384, 12929 5714 16384, 13001 5702 16384, 13102 5668 16384, 13209 5627 16384, 13308 5602 16384, 13378 5592 16384, 13411 5588 16384, 13416 5588 16384</inkml:trace>
  <inkml:trace contextRef="#ctx0" brushRef="#br0">13068 5394 16384, 13096 5410 16384, 13162 5463 16384, 13214 5532 16384, 13253 5605 16384, 13276 5675 16384, 13284 5730 16384, 13286 5773 16384, 13274 5801 16384, 13255 5818 16384, 13224 5821 16384</inkml:trace>
  <inkml:trace contextRef="#ctx0" brushRef="#br0">12985 5940 16384, 12978 5949 16384, 12988 5982 16384, 13046 6027 16384, 13117 6059 16384, 13189 6083 16384, 13252 6094 16384, 13307 6096 16384, 13359 6093 16384</inkml:trace>
  <inkml:trace contextRef="#ctx0" brushRef="#br0">13542 5850 16384, 13547 5855 16384, 13551 5859 16384, 13560 5873 16384, 13583 5899 16384, 13609 5931 16384, 13632 5971 16384, 13654 6007 16384, 13672 6033 16384, 13694 6056 16384, 13712 6074 16384, 13726 6082 16384, 13734 6087 16384, 13743 6096 16384, 13748 6096 16384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6818 16384, 2140 6827 16384, 2158 6854 16384, 2167 6880 16384, 2167 6889 16384, 2167 6906 16384, 2158 6924 16384, 2140 6941 16384, 2114 6950 16384, 2096 6950 16384, 2070 6950 16384, 2044 6950 16384, 2026 6941 16384, 2018 6924 16384, 2018 6906 16384, 2018 6862 16384, 2035 6836 16384, 2053 6810 16384, 2079 6792 16384, 2105 6783 16384, 2123 6775 16384, 2149 6775 16384, 2175 6775 16384, 2184 6775 16384, 2202 6792 16384, 2210 6801 16384, 2210 6827 16384, 2202 6836 16384, 2184 6854 16384, 2167 6871 16384, 2140 6880 16384, 2105 6897 16384, 2070 6906 16384, 2035 6906 16384, 2009 6897 16384, 2000 6889 16384, 2000 6871 16384, 2000 6854 16384, 2018 6836 16384, 2026 6827 16384, 2044 6810 16384, 2079 6801 16384, 2105 6792 16384, 2123 6792 16384, 2149 6792 16384, 2167 6792 16384, 2184 6818 16384, 2193 6845 16384, 2193 6862 16384, 2193 6880 16384, 2184 6897 16384, 2167 6915 16384, 2158 6924 16384, 2149 6924 16384, 2140 6924 16384, 2132 6915 16384, 2132 6906 16384, 2132 6889 16384, 2132 6880 16384, 2132 6871 16384, 2140 6854 16384, 2149 6845 16384, 2158 6836 16384, 2167 6836 16384, 2167 6845 16384, 2158 6862 16384, 2158 6871 16384, 2149 6871 16384, 2140 6880 16384, 2132 6889 16384, 2123 6889 16384, 2114 6889 16384, 2114 6880 16384, 2123 6862 16384, 2140 6845 16384, 2149 6836 16384, 2158 6827 16384, 2149 6845 16384, 2123 6862 16384, 2096 6880 16384, 2070 6889 16384, 2044 6906 16384, 2035 6906 16384, 2044 6897 16384, 2070 6880 16384, 2079 6871 16384, 2105 6854 16384, 2123 6836 16384, 2158 6810 16384, 2167 6792 16384, 2167 6783 16384, 2158 6783 16384, 2140 6801 16384, 2123 6818 16384, 2105 6836 16384, 2096 6854 16384, 2088 6862 16384</inkml:trace>
  <inkml:trace contextRef="#ctx0" brushRef="#br0">3022 6817 16384, 3027 6804 16384, 3027 6754 16384, 3022 6718 16384, 3013 6669 16384, 2995 6619 16384, 2964 6570 16384, 2932 6539 16384, 2910 6521 16384, 2878 6516 16384, 2842 6512 16384, 2811 6516 16384, 2770 6530 16384, 2730 6557 16384, 2703 6597 16384, 2671 6651 16384, 2640 6718 16384, 2626 6804 16384, 2622 6903 16384, 2626 7011 16384, 2640 7087 16384, 2662 7141 16384, 2694 7177 16384, 2725 7195 16384, 2757 7209 16384, 2802 7213 16384, 2838 7209 16384, 2874 7191 16384, 2910 7155 16384, 2941 7101 16384, 2973 7033 16384, 3004 6948 16384, 3022 6849 16384, 3036 6750 16384, 3040 6673 16384, 3045 6628 16384, 3045 6606 16384, 3045 6602 16384, 3045 6606 16384, 3040 6619 16384, 3031 6646 16384, 3027 6691 16384, 3022 6750 16384, 3022 6813 16384, 3027 6885 16384, 3040 6961 16384, 3058 7029 16384, 3081 7069 16384, 3108 7092 16384, 3130 7110 16384, 3157 7119 16384, 3184 7119 16384, 3202 7110 16384</inkml:trace>
  <inkml:trace contextRef="#ctx0" brushRef="#br0">3637 6778 16384, 3635 6778 16384, 3635 6781 16384, 3640 6783 16384, 3647 6783 16384, 3663 6786 16384, 3688 6786 16384, 3739 6783 16384, 3778 6778 16384, 3819 6775 16384, 3859 6773 16384, 3913 6773 16384, 3941 6778 16384, 3964 6783 16384, 3977 6788 16384</inkml:trace>
  <inkml:trace contextRef="#ctx0" brushRef="#br0">3645 6952 16384, 3642 6952 16384, 3645 6952 16384, 3650 6952 16384, 3668 6952 16384, 3719 6952 16384, 3737 6949 16384, 3775 6947 16384, 3793 6947 16384, 3834 6944 16384, 3872 6942 16384, 3910 6939 16384, 3946 6936 16384, 3972 6936 16384, 3992 6934 16384, 4010 6934 16384, 4020 6934 16384</inkml:trace>
  <inkml:trace contextRef="#ctx0" brushRef="#br0">4397 6860 16384, 4395 6860 16384, 4394 6862 16384, 4392 6862 16384, 4394 6863 16384, 4400 6866 16384, 4410 6868 16384, 4424 6870 16384, 4442 6870 16384, 4465 6866 16384, 4491 6863 16384, 4523 6858 16384, 4553 6855 16384, 4582 6855 16384, 4612 6855 16384, 4635 6855 16384, 4657 6857 16384, 4677 6858 16384, 4693 6860 16384, 4708 6862 16384, 4721 6862 16384, 4736 6860 16384, 4743 6858 16384</inkml:trace>
  <inkml:trace contextRef="#ctx0" brushRef="#br0">4936 6724 16384, 4929 6715 16384, 4914 6694 16384, 4902 6659 16384, 4905 6606 16384, 4933 6559 16384, 4981 6522 16384, 5042 6512 16384, 5100 6541 16384, 5143 6623 16384, 5161 6758 16384, 5149 6904 16384, 5113 6998 16384, 5055 7074 16384, 5023 7109 16384, 4993 7136 16384, 4950 7170 16384, 4931 7177 16384, 4945 7172 16384, 4991 7171 16384, 5059 7178 16384, 5140 7193 16384, 5215 7206 16384, 5272 7213 16384, 5315 7210 16384, 5327 7208 16384</inkml:trace>
  <inkml:trace contextRef="#ctx0" brushRef="#br0">5615 7193 16384, 5619 7201 16384, 5631 7213 16384, 5647 7213 16384, 5675 7201 16384, 5703 7177 16384, 5731 7141 16384, 5771 7089 16384, 5799 7037 16384, 5835 6977 16384, 5871 6904 16384, 5895 6832 16384, 5927 6752 16384, 5952 6672 16384, 5972 6608 16384, 5984 6556 16384, 5988 6524 16384, 5988 6512 16384, 5984 6512 16384, 5972 6516 16384, 5956 6532 16384, 5944 6552 16384, 5927 6584 16384, 5915 6628 16384, 5903 6688 16384, 5891 6756 16384, 5883 6836 16384, 5883 6936 16384, 5891 7037 16384, 5903 7109 16384, 5923 7153 16384, 5952 7177 16384, 5976 7185 16384, 6004 7189 16384, 6032 7189 16384, 6052 7181 16384</inkml:trace>
  <inkml:trace contextRef="#ctx0" brushRef="#br0">5743 6756 16384, 5727 6764 16384, 5703 6768 16384, 5711 6768 16384, 5731 6760 16384, 5755 6752 16384, 5783 6744 16384, 5823 6736 16384, 5871 6728 16384, 5923 6724 16384, 5980 6720 16384, 6024 6716 16384, 6060 6712 16384</inkml:trace>
  <inkml:trace contextRef="#ctx0" brushRef="#br0">6213 6482 16384, 6206 6468 16384, 6207 6457 16384, 6216 6447 16384, 6234 6437 16384, 6258 6434 16384, 6284 6445 16384, 6302 6469 16384, 6303 6499 16384, 6290 6529 16384, 6267 6555 16384, 6245 6571 16384, 6235 6575 16384, 6231 6571 16384, 6232 6566 16384, 6242 6561 16384, 6262 6557 16384, 6289 6560 16384, 6314 6574 16384, 6326 6595 16384, 6325 6614 16384, 6314 6630 16384, 6294 6645 16384, 6269 6655 16384, 6241 6659 16384, 6215 6654 16384, 6204 6646 16384</inkml:trace>
  <inkml:trace contextRef="#ctx0" brushRef="#br0">6703 6856 16384, 6698 6856 16384, 6700 6856 16384, 6704 6856 16384, 6711 6854 16384, 6719 6854 16384, 6727 6853 16384, 6738 6853 16384, 6753 6852 16384, 6770 6851 16384, 6791 6851 16384, 6810 6849 16384, 6832 6849 16384, 6856 6848 16384, 6877 6848 16384, 6899 6849 16384, 6924 6851 16384, 6946 6853 16384, 6970 6854 16384, 6993 6856 16384, 7013 6857 16384, 7033 6857 16384, 7048 6857 16384, 7060 6857 16384, 7068 6858 16384, 7074 6858 16384, 7080 6858 16384, 7082 6858 16384, 7084 6856 16384</inkml:trace>
  <inkml:trace contextRef="#ctx0" brushRef="#br0">6898 6695 16384, 6898 6696 16384, 6897 6698 16384, 6897 6700 16384, 6897 6705 16384, 6897 6713 16384, 6898 6724 16384, 6899 6738 16384, 6900 6755 16384, 6900 6776 16384, 6902 6800 16384, 6900 6826 16384, 6899 6851 16384, 6897 6877 16384, 6894 6904 16384, 6893 6928 16384, 6893 6950 16384, 6893 6971 16384, 6893 6987 16384, 6893 7001 16384, 6894 7013 16384, 6895 7022 16384, 6897 7027 16384, 6898 7030 16384</inkml:trace>
  <inkml:trace contextRef="#ctx0" brushRef="#br0">7909 6699 16384, 7915 6679 16384, 7921 6661 16384, 7932 6617 16384, 7915 6546 16384, 7864 6512 16384, 7794 6518 16384, 7723 6547 16384, 7669 6595 16384, 7638 6666 16384, 7631 6747 16384, 7659 6808 16384, 7714 6843 16384, 7787 6856 16384, 7854 6837 16384, 7916 6789 16384, 7962 6731 16384, 7981 6683 16384, 7980 6672 16384, 7967 6680 16384, 7945 6726 16384, 7905 6824 16384, 7849 6978 16384, 7811 7116 16384, 7804 7189 16384, 7823 7213 16384</inkml:trace>
  <inkml:trace contextRef="#ctx0" brushRef="#br0">8306 7193 16384, 8310 7201 16384, 8322 7213 16384, 8338 7213 16384, 8366 7201 16384, 8394 7177 16384, 8423 7141 16384, 8463 7089 16384, 8491 7037 16384, 8527 6977 16384, 8563 6904 16384, 8587 6832 16384, 8619 6752 16384, 8643 6672 16384, 8663 6608 16384, 8675 6556 16384, 8679 6524 16384, 8679 6512 16384, 8675 6512 16384, 8663 6516 16384, 8647 6532 16384, 8635 6552 16384, 8619 6584 16384, 8607 6628 16384, 8595 6688 16384, 8583 6756 16384, 8575 6836 16384, 8575 6936 16384, 8583 7037 16384, 8595 7109 16384, 8615 7153 16384, 8643 7177 16384, 8667 7185 16384, 8695 7189 16384, 8723 7189 16384, 8743 7181 16384</inkml:trace>
  <inkml:trace contextRef="#ctx0" brushRef="#br0">8435 6756 16384, 8418 6764 16384, 8394 6768 16384, 8402 6768 16384, 8423 6760 16384, 8447 6752 16384, 8475 6744 16384, 8515 6736 16384, 8563 6728 16384, 8615 6724 16384, 8671 6720 16384, 8715 6716 16384, 8751 6712 16384</inkml:trace>
  <inkml:trace contextRef="#ctx0" brushRef="#br0">8899 6502 16384, 8897 6499 16384, 8893 6493 16384, 8889 6482 16384, 8889 6465 16384, 8899 6450 16384, 8914 6438 16384, 8933 6434 16384, 8952 6444 16384, 8966 6470 16384, 8971 6513 16384, 8967 6560 16384, 8956 6590 16384, 8938 6614 16384, 8927 6626 16384, 8918 6634 16384, 8904 6645 16384, 8898 6647 16384, 8902 6646 16384, 8917 6645 16384, 8939 6648 16384, 8965 6652 16384, 8989 6657 16384, 9007 6659 16384, 9021 6658 16384, 9025 6657 16384</inkml:trace>
  <inkml:trace contextRef="#ctx0" brushRef="#br0">9401 6860 16384, 9400 6860 16384, 9398 6862 16384, 9397 6862 16384, 9398 6863 16384, 9405 6866 16384, 9415 6868 16384, 9428 6870 16384, 9446 6870 16384, 9469 6866 16384, 9496 6863 16384, 9527 6858 16384, 9557 6855 16384, 9587 6855 16384, 9617 6855 16384, 9640 6855 16384, 9661 6857 16384, 9681 6858 16384, 9698 6860 16384, 9713 6862 16384, 9726 6862 16384, 9741 6860 16384, 9747 6858 16384</inkml:trace>
  <inkml:trace contextRef="#ctx0" brushRef="#br0">10342 6528 16384, 10332 6530 16384, 10324 6541 16384, 10326 6576 16384, 10334 6638 16384, 10344 6704 16384, 10357 6749 16384, 10366 6763 16384</inkml:trace>
  <inkml:trace contextRef="#ctx0" brushRef="#br0">10351 6512 16384, 10354 6513 16384, 10392 6517 16384, 10463 6517 16384, 10515 6517 16384, 10558 6522 16384, 10590 6545 16384, 10609 6580 16384, 10616 6624 16384, 10612 6696 16384, 10594 6800 16384, 10564 6927 16384, 10535 7043 16384, 10523 7112 16384, 10523 7158 16384, 10531 7196 16384, 10536 7213 16384</inkml:trace>
  <inkml:trace contextRef="#ctx0" brushRef="#br0">11648 6617 16384, 12139 6617 16384, 12139 7108 16384, 11648 7108 16384, 11648 6617 16384</inkml:trace>
  <inkml:trace contextRef="#ctx0" brushRef="#br0">12827 6516 16384, 12827 6514 16384, 12827 6512 16384, 12825 6512 16384, 12818 6516 16384, 12814 6522 16384, 12807 6531 16384, 12799 6544 16384, 12790 6561 16384, 12771 6604 16384, 12765 6621 16384, 12760 6638 16384, 12748 6681 16384, 12730 6751 16384, 12724 6802 16384, 12722 6860 16384, 12724 6946 16384, 12730 7003 16384, 12741 7059 16384, 12763 7121 16384, 12773 7157 16384, 12786 7183 16384, 12803 7205 16384, 12810 7213 16384</inkml:trace>
  <inkml:trace contextRef="#ctx0" brushRef="#br0">13087 6707 16384, 13087 6704 16384, 13087 6710 16384, 13087 6721 16384, 13087 6737 16384, 13087 6765 16384, 13085 6803 16384, 13082 6842 16384, 13082 6880 16384, 13082 6913 16384, 13082 6941 16384, 13082 6965 16384, 13082 6982 16384, 13082 6998 16384, 13082 7009 16384, 13082 7015 16384, 13082 7020 16384</inkml:trace>
  <inkml:trace contextRef="#ctx0" brushRef="#br0">12994 6795 16384, 12986 6795 16384, 12994 6801 16384, 13002 6809 16384, 13016 6820 16384, 13035 6834 16384, 13060 6847 16384, 13087 6864 16384, 13117 6877 16384, 13139 6886 16384, 13159 6897 16384, 13175 6908 16384, 13189 6919 16384, 13200 6930 16384, 13205 6941 16384, 13211 6949 16384, 13214 6954 16384, 13214 6957 16384, 13216 6960 16384</inkml:trace>
  <inkml:trace contextRef="#ctx0" brushRef="#br0">13214 6737 16384, 13208 6740 16384, 13194 6762 16384, 13183 6776 16384, 13164 6792 16384, 13145 6814 16384, 13120 6842 16384, 13090 6872 16384, 13063 6905 16384, 13032 6938 16384, 13010 6963 16384, 12988 6987 16384, 12972 7004 16384, 12966 7015 16384, 12964 7020 16384</inkml:trace>
  <inkml:trace contextRef="#ctx0" brushRef="#br0">13388 6512 16384, 13390 6512 16384, 13390 6514 16384, 13393 6514 16384, 13395 6517 16384, 13410 6534 16384, 13420 6557 16384, 13430 6592 16384, 13438 6634 16384, 13446 6679 16384, 13458 6760 16384, 13461 6787 16384, 13463 6815 16384, 13466 6867 16384, 13466 6948 16384, 13463 6993 16384, 13456 7038 16384, 13448 7080 16384, 13441 7113 16384, 13430 7155 16384, 13420 7178 16384, 13410 7196 16384, 13405 7201 16384, 13390 7213 16384</inkml:trace>
  <inkml:trace contextRef="#ctx0" brushRef="#br0">14297 6558 16384, 14303 6569 16384, 14316 6651 16384, 14307 6799 16384, 14260 6931 16384, 14187 7054 16384, 14118 7127 16384, 14066 7140 16384, 14016 7118 16384, 13969 7045 16384, 13935 6915 16384, 13956 6741 16384, 14053 6620 16384, 14172 6558 16384, 14320 6512 16384, 14473 6517 16384, 14586 6614 16384, 14631 6808 16384, 14629 7028 16384, 14620 7142 16384, 14609 7200 16384, 14603 7213 16384</inkml:trace>
  <inkml:trace contextRef="#ctx0" brushRef="#br0">15134 6660 16384, 15113 6616 16384, 15116 6583 16384, 15145 6550 16384, 15201 6519 16384, 15277 6512 16384, 15357 6545 16384, 15412 6619 16384, 15417 6712 16384, 15374 6806 16384, 15303 6890 16384, 15236 6938 16384, 15202 6950 16384, 15190 6940 16384, 15193 6923 16384, 15225 6906 16384, 15289 6896 16384, 15372 6903 16384, 15450 6947 16384, 15488 7014 16384, 15485 7073 16384, 15450 7123 16384, 15388 7171 16384, 15310 7202 16384, 15222 7213 16384, 15142 7196 16384, 15108 7174 16384</inkml:trace>
  <inkml:trace contextRef="#ctx0" brushRef="#br0">15641 6648 16384, 15638 6645 16384, 15630 6640 16384, 15633 6643 16384, 15636 6651 16384, 15638 6662 16384, 15641 6675 16384, 15641 6696 16384, 15638 6726 16384, 15633 6769 16384, 15625 6817 16384, 15620 6873 16384, 15614 6927 16384, 15614 6977 16384, 15614 7026 16384, 15620 7066 16384, 15628 7101 16384, 15641 7130 16384, 15662 7157 16384, 15681 7178 16384, 15703 7194 16384, 15727 7205 16384, 15748 7210 16384, 15772 7213 16384, 15799 7208 16384, 15826 7200 16384, 15852 7184 16384, 15879 7165 16384, 15906 7143 16384, 15930 7125 16384, 15952 7106 16384, 15968 7087 16384, 15981 7071 16384, 15989 7058 16384, 15994 7050 16384</inkml:trace>
  <inkml:trace contextRef="#ctx0" brushRef="#br0">15911 6522 16384, 15909 6522 16384, 15903 6522 16384, 15901 6525 16384, 15901 6530 16384, 15903 6538 16384, 15909 6552 16384, 15911 6568 16384, 15914 6584 16384, 15917 6600 16384, 15917 6619 16384, 15917 6635 16384, 15917 6648 16384, 15917 6659 16384, 15919 6670 16384, 15919 6678 16384, 15925 6680 16384, 15925 6683 16384</inkml:trace>
  <inkml:trace contextRef="#ctx0" brushRef="#br0">15978 6512 16384, 15973 6512 16384, 15970 6514 16384, 15970 6517 16384, 15976 6528 16384, 15984 6541 16384, 15994 6562 16384, 16000 6584 16384, 16002 6608 16384, 16005 6632 16384, 16005 6651 16384, 16005 6670 16384, 16008 6683 16384, 16010 6691 16384, 16010 6699 16384, 16013 6702 16384</inkml:trace>
  <inkml:trace contextRef="#ctx0" brushRef="#br0">16188 6584 16384, 16175 6597 16384, 16160 6652 16384, 16144 6743 16384, 16139 6859 16384, 16153 6999 16384, 16179 7091 16384, 16215 7127 16384, 16235 7135 16384</inkml:trace>
  <inkml:trace contextRef="#ctx0" brushRef="#br0">16385 6659 16384, 16419 6656 16384, 16492 6648 16384, 16563 6633 16384, 16612 6623 16384, 16627 6621 16384</inkml:trace>
  <inkml:trace contextRef="#ctx0" brushRef="#br0">16408 6797 16384, 16404 6797 16384, 16472 6794 16384, 16563 6780 16384, 16643 6768 16384, 16702 6759 16384, 16734 6756 16384, 16738 6756 16384</inkml:trace>
  <inkml:trace contextRef="#ctx0" brushRef="#br0">16562 6662 16384, 16558 6661 16384, 16558 6665 16384, 16583 6701 16384, 16620 6790 16384, 16636 6902 16384, 16629 7014 16384, 16601 7098 16384, 16570 7135 16384, 16543 7140 16384, 16511 7124 16384, 16477 7095 16384, 16461 7063 16384, 16466 7041 16384, 16494 7029 16384, 16544 7020 16384, 16616 7021 16384, 16699 7042 16384, 16761 7067 16384, 16801 7085 16384, 16833 7096 16384, 16841 7097 16384</inkml:trace>
  <inkml:trace contextRef="#ctx0" brushRef="#br0">17119 6512 16384, 17140 6521 16384, 17197 6537 16384, 17252 6551 16384, 17292 6567 16384, 17309 6586 16384</inkml:trace>
  <inkml:trace contextRef="#ctx0" brushRef="#br0">16975 6851 16384, 16967 6851 16384, 16974 6845 16384, 17017 6818 16384, 17092 6772 16384, 17175 6729 16384, 17258 6708 16384, 17332 6710 16384, 17389 6747 16384, 17421 6818 16384, 17427 6929 16384, 17408 7023 16384, 17365 7097 16384, 17313 7162 16384, 17273 7202 16384, 17255 7213 16384</inkml:trace>
  <inkml:trace contextRef="#ctx0" brushRef="#br0">17556 6610 16384, 17553 6610 16384, 17589 6607 16384, 17683 6597 16384, 17799 6581 16384, 17929 6563 16384, 18065 6549 16384, 18175 6542 16384, 18240 6542 16384, 18255 6547 16384, 18245 6555 16384, 18191 6591 16384, 18101 6649 16384, 18007 6727 16384, 17934 6831 16384, 17918 6921 16384, 17932 7014 16384, 17974 7090 16384, 18039 7147 16384, 18112 7173 16384, 18193 7182 16384, 18253 7171 16384</inkml:trace>
  <inkml:trace contextRef="#ctx0" brushRef="#br0">18388 6521 16384, 18384 6521 16384, 18381 6523 16384, 18381 6562 16384, 18388 6667 16384, 18400 6828 16384, 18422 6998 16384, 18452 7122 16384, 18489 7184 16384, 18523 7203 16384, 18551 7198 16384, 18583 7156 16384, 18620 7070 16384, 18670 6998 16384</inkml:trace>
  <inkml:trace contextRef="#ctx0" brushRef="#br0">18903 6675 16384, 18916 6683 16384, 18964 6718 16384, 19013 6780 16384, 19050 6854 16384, 19070 6915 16384, 19077 6955 16384, 19079 6973 16384, 19082 6973 16384</inkml:trace>
  <inkml:trace contextRef="#ctx0" brushRef="#br0">19257 6513 16384, 19253 6512 16384, 19244 6512 16384, 19240 6530 16384, 19233 6598 16384, 19219 6702 16384, 19209 6840 16384, 19211 7004 16384, 19240 7109 16384, 19291 7176 16384, 19364 7210 16384, 19436 7213 16384, 19509 7183 16384, 19591 7132 16384, 19664 7076 16384, 19719 7027 16384, 19729 7017 16384</inkml:trace>
  <inkml:trace contextRef="#ctx0" brushRef="#br0">19860 6628 16384, 19857 6628 16384, 19860 6627 16384, 19895 6621 16384, 19974 6607 16384, 20070 6583 16384, 20155 6562 16384, 20230 6548 16384, 20285 6540 16384, 20313 6535 16384</inkml:trace>
  <inkml:trace contextRef="#ctx0" brushRef="#br0">19856 6836 16384, 19873 6831 16384, 19944 6819 16384, 20045 6785 16384, 20152 6744 16384, 20251 6719 16384, 20321 6709 16384, 20354 6705 16384, 20359 6705 16384</inkml:trace>
  <inkml:trace contextRef="#ctx0" brushRef="#br0">20011 6512 16384, 20039 6527 16384, 20105 6580 16384, 20157 6649 16384, 20197 6722 16384, 20219 6792 16384, 20227 6847 16384, 20229 6890 16384, 20218 6918 16384, 20198 6935 16384, 20167 6938 16384</inkml:trace>
  <inkml:trace contextRef="#ctx0" brushRef="#br0">19929 7057 16384, 19922 7066 16384, 19931 7099 16384, 19989 7144 16384, 20061 7177 16384, 20132 7200 16384, 20195 7212 16384, 20250 7213 16384, 20302 7210 16384</inkml:trace>
  <inkml:trace contextRef="#ctx0" brushRef="#br0">20526 6528 16384, 20522 6542 16384, 20513 6625 16384, 20493 6790 16384, 20486 6984 16384, 20499 7116 16384, 20532 7173 16384, 20571 7197 16384</inkml:trace>
  <inkml:trace contextRef="#ctx0" brushRef="#br0">20779 6709 16384, 20781 6700 16384, 20866 6675 16384, 20929 6670 16384, 20983 6672 16384, 21030 6676 16384, 21052 6690 16384, 21048 6733 16384</inkml:trace>
  <inkml:trace contextRef="#ctx0" brushRef="#br0">20889 7023 16384, 20889 7033 16384, 20956 7126 16384, 21015 7153 16384, 21082 7167 16384, 21154 7156 16384, 21187 7143 16384</inkml:trace>
  <inkml:trace contextRef="#ctx0" brushRef="#br0">21668 6628 16384, 21666 6628 16384, 21668 6627 16384, 21703 6621 16384, 21782 6607 16384, 21879 6583 16384, 21963 6562 16384, 22039 6548 16384, 22094 6540 16384, 22122 6535 16384</inkml:trace>
  <inkml:trace contextRef="#ctx0" brushRef="#br0">21664 6836 16384, 21681 6831 16384, 21753 6819 16384, 21854 6785 16384, 21960 6744 16384, 22060 6719 16384, 22130 6709 16384, 22162 6705 16384, 22168 6705 16384</inkml:trace>
  <inkml:trace contextRef="#ctx0" brushRef="#br0">21820 6512 16384, 21848 6527 16384, 21914 6580 16384, 21966 6649 16384, 22005 6722 16384, 22028 6792 16384, 22036 6847 16384, 22037 6890 16384, 22026 6918 16384, 22007 6935 16384, 21976 6938 16384</inkml:trace>
  <inkml:trace contextRef="#ctx0" brushRef="#br0">21737 7057 16384, 21730 7066 16384, 21740 7099 16384, 21797 7144 16384, 21869 7177 16384, 21941 7200 16384, 22004 7212 16384, 22058 7213 16384, 22110 7210 16384</inkml:trace>
  <inkml:trace contextRef="#ctx0" brushRef="#br0">22296 6655 16384, 22294 6651 16384, 22312 6651 16384, 22382 6655 16384, 22491 6657 16384, 22612 6649 16384, 22727 6640 16384, 22816 6634 16384, 22867 6629 16384</inkml:trace>
  <inkml:trace contextRef="#ctx0" brushRef="#br0">22609 6512 16384, 22600 6513 16384, 22583 6522 16384, 22581 6569 16384, 22553 6669 16384, 22506 6776 16384, 22477 6846 16384, 22473 6887 16384, 22479 6899 16384, 22494 6900 16384, 22527 6893 16384, 22580 6874 16384, 22651 6862 16384, 22727 6876 16384, 22792 6912 16384, 22841 6967 16384, 22875 7035 16384, 22881 7104 16384, 22858 7151 16384, 22813 7192 16384, 22752 7213 16384, 22683 7213 16384, 22643 7203 16384</inkml:trace>
  <inkml:trace contextRef="#ctx0" brushRef="#br0">23019 7040 16384, 23009 7040 16384, 23007 7037 16384, 23009 7035 16384, 23017 7027 16384, 23029 7015 16384, 23049 7001 16384, 23075 6984 16384, 23105 6964 16384, 23141 6947 16384, 23178 6932 16384, 23215 6922 16384, 23251 6922 16384, 23285 6925 16384, 23310 6935 16384, 23332 6949 16384, 23346 6966 16384, 23351 6986 16384, 23354 7008 16384, 23346 7030 16384, 23337 7049 16384, 23320 7069 16384, 23298 7086 16384, 23278 7096 16384</inkml:trace>
  <inkml:trace contextRef="#ctx0" brushRef="#br0">23183 6827 16384, 23183 6830 16384, 23185 6832 16384, 23188 6835 16384, 23190 6837 16384, 23195 6839 16384, 23198 6839 16384, 23200 6842 16384, 23202 6842 16384, 23200 6844 16384, 23195 6844 16384, 23190 6844 16384</inkml:trace>
  <inkml:trace contextRef="#ctx0" brushRef="#br0">23063 6859 16384, 23058 6864 16384, 23053 6881 16384, 23066 6903 16384, 23080 6940 16384, 23093 6981 16384, 23110 7027 16384, 23124 7074 16384, 23136 7111 16384, 23146 7145 16384, 23158 7174 16384, 23168 7191 16384, 23178 7203 16384, 23185 7213 16384</inkml:trace>
  <inkml:trace contextRef="#ctx0" brushRef="#br0">23819 6512 16384, 23810 6512 16384, 23798 6524 16384, 23755 6580 16384, 23680 6663 16384, 23612 6734 16384, 23561 6791 16384, 23526 6828 16384, 23499 6859 16384, 23483 6876 16384, 23480 6880 16384, 23485 6888 16384, 23507 6907 16384, 23548 6938 16384, 23612 6982 16384, 23693 7045 16384, 23777 7107 16384, 23838 7151 16384, 23884 7185 16384, 23909 7205 16384, 23920 7213 16384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8013 16384, 2140 8022 16384, 2158 8048 16384, 2167 8074 16384, 2167 8083 16384, 2167 8101 16384, 2158 8118 16384, 2140 8136 16384, 2114 8144 16384, 2096 8144 16384, 2070 8144 16384, 2044 8144 16384, 2026 8136 16384, 2018 8118 16384, 2018 8101 16384, 2018 8057 16384, 2035 8030 16384, 2053 8004 16384, 2079 7987 16384, 2105 7978 16384, 2123 7969 16384, 2149 7969 16384, 2175 7969 16384, 2184 7969 16384, 2202 7987 16384, 2210 7995 16384, 2210 8022 16384, 2202 8030 16384, 2184 8048 16384, 2167 8065 16384, 2140 8074 16384, 2105 8092 16384, 2070 8101 16384, 2035 8101 16384, 2009 8092 16384, 2000 8083 16384, 2000 8065 16384, 2000 8048 16384, 2018 8030 16384, 2026 8022 16384, 2044 8004 16384, 2079 7995 16384, 2105 7987 16384, 2123 7987 16384, 2149 7987 16384, 2167 7987 16384, 2184 8013 16384, 2193 8039 16384, 2193 8057 16384, 2193 8074 16384, 2184 8092 16384, 2167 8109 16384, 2158 8118 16384, 2149 8118 16384, 2140 8118 16384, 2132 8109 16384, 2132 8101 16384, 2132 8083 16384, 2132 8074 16384, 2132 8065 16384, 2140 8048 16384, 2149 8039 16384, 2158 8030 16384, 2167 8030 16384, 2167 8039 16384, 2158 8057 16384, 2158 8065 16384, 2149 8065 16384, 2140 8074 16384, 2132 8083 16384, 2123 8083 16384, 2114 8083 16384, 2114 8074 16384, 2123 8057 16384, 2140 8039 16384, 2149 8030 16384, 2158 8022 16384, 2149 8039 16384, 2123 8057 16384, 2096 8074 16384, 2070 8083 16384, 2044 8101 16384, 2035 8101 16384, 2044 8092 16384, 2070 8074 16384, 2079 8065 16384, 2105 8048 16384, 2123 8030 16384, 2158 8004 16384, 2167 7987 16384, 2167 7978 16384, 2158 7978 16384, 2140 7995 16384, 2123 8013 16384, 2105 8030 16384, 2096 8048 16384, 2088 8057 16384</inkml:trace>
  <inkml:trace contextRef="#ctx0" brushRef="#br0">2689 8387 16384, 2694 8395 16384, 2706 8407 16384, 2722 8407 16384, 2750 8395 16384, 2778 8371 16384, 2806 8335 16384, 2846 8283 16384, 2874 8231 16384, 2910 8171 16384, 2946 8099 16384, 2970 8027 16384, 3002 7946 16384, 3026 7866 16384, 3046 7802 16384, 3058 7750 16384, 3062 7718 16384, 3062 7706 16384, 3058 7706 16384, 3046 7710 16384, 3030 7726 16384, 3018 7746 16384, 3002 7778 16384, 2990 7822 16384, 2978 7882 16384, 2966 7950 16384, 2958 8031 16384, 2958 8131 16384, 2966 8231 16384, 2978 8303 16384, 2998 8347 16384, 3026 8371 16384, 3050 8379 16384, 3078 8383 16384, 3106 8383 16384, 3126 8375 16384</inkml:trace>
  <inkml:trace contextRef="#ctx0" brushRef="#br0">2818 7950 16384, 2802 7958 16384, 2778 7962 16384, 2786 7962 16384, 2806 7954 16384, 2830 7946 16384, 2858 7938 16384, 2898 7930 16384, 2946 7922 16384, 2998 7918 16384, 3054 7914 16384, 3098 7910 16384, 3134 7906 16384</inkml:trace>
  <inkml:trace contextRef="#ctx0" brushRef="#br0">3996 7753 16384, 4002 7764 16384, 4015 7846 16384, 4006 7993 16384, 3959 8126 16384, 3886 8249 16384, 3817 8322 16384, 3765 8335 16384, 3715 8312 16384, 3668 8240 16384, 3635 8109 16384, 3655 7935 16384, 3752 7814 16384, 3871 7753 16384, 4019 7706 16384, 4172 7712 16384, 4286 7809 16384, 4330 8003 16384, 4329 8223 16384, 4319 8337 16384, 4308 8394 16384, 4302 8407 16384</inkml:trace>
  <inkml:trace contextRef="#ctx0" brushRef="#br0">4856 7779 16384, 4843 7791 16384, 4829 7847 16384, 4812 7937 16384, 4807 8053 16384, 4821 8193 16384, 4847 8285 16384, 4883 8321 16384, 4903 8330 16384</inkml:trace>
  <inkml:trace contextRef="#ctx0" brushRef="#br0">5053 7853 16384, 5087 7851 16384, 5160 7842 16384, 5231 7827 16384, 5281 7817 16384, 5295 7816 16384</inkml:trace>
  <inkml:trace contextRef="#ctx0" brushRef="#br0">5076 7991 16384, 5072 7991 16384, 5140 7988 16384, 5231 7975 16384, 5312 7962 16384, 5370 7954 16384, 5402 7950 16384, 5406 7950 16384</inkml:trace>
  <inkml:trace contextRef="#ctx0" brushRef="#br0">5230 7857 16384, 5226 7856 16384, 5226 7859 16384, 5251 7895 16384, 5288 7985 16384, 5304 8096 16384, 5297 8208 16384, 5269 8293 16384, 5238 8330 16384, 5211 8335 16384, 5179 8319 16384, 5145 8289 16384, 5129 8258 16384, 5134 8235 16384, 5163 8223 16384, 5212 8214 16384, 5284 8216 16384, 5367 8237 16384, 5430 8262 16384, 5469 8279 16384, 5502 8290 16384, 5509 8291 16384</inkml:trace>
  <inkml:trace contextRef="#ctx0" brushRef="#br0">5787 7706 16384, 5808 7715 16384, 5865 7732 16384, 5920 7745 16384, 5960 7761 16384, 5977 7780 16384</inkml:trace>
  <inkml:trace contextRef="#ctx0" brushRef="#br0">5643 8045 16384, 5635 8045 16384, 5642 8040 16384, 5685 8013 16384, 5760 7967 16384, 5843 7924 16384, 5926 7902 16384, 6000 7905 16384, 6057 7941 16384, 6089 8013 16384, 6095 8124 16384, 6076 8217 16384, 6033 8291 16384, 5981 8356 16384, 5941 8397 16384, 5923 8407 16384</inkml:trace>
  <inkml:trace contextRef="#ctx0" brushRef="#br0">6224 7805 16384, 6221 7805 16384, 6257 7802 16384, 6351 7792 16384, 6467 7776 16384, 6597 7758 16384, 6733 7743 16384, 6843 7737 16384, 6908 7737 16384, 6923 7742 16384, 6913 7750 16384, 6859 7785 16384, 6769 7844 16384, 6675 7921 16384, 6602 8025 16384, 6586 8116 16384, 6600 8208 16384, 6642 8284 16384, 6707 8341 16384, 6780 8367 16384, 6861 8377 16384, 6921 8365 16384</inkml:trace>
  <inkml:trace contextRef="#ctx0" brushRef="#br0">7056 7716 16384, 7052 7716 16384, 7049 7717 16384, 7049 7756 16384, 7056 7861 16384, 7068 8022 16384, 7090 8192 16384, 7120 8316 16384, 7157 8378 16384, 7191 8398 16384, 7219 8392 16384, 7251 8350 16384, 7288 8265 16384, 7338 8192 16384</inkml:trace>
  <inkml:trace contextRef="#ctx0" brushRef="#br0">7572 7870 16384, 7584 7877 16384, 7632 7912 16384, 7681 7974 16384, 7719 8049 16384, 7738 8109 16384, 7745 8150 16384, 7747 8167 16384, 7750 8167 16384</inkml:trace>
  <inkml:trace contextRef="#ctx0" brushRef="#br0">7925 7707 16384, 7921 7706 16384, 7912 7706 16384, 7908 7724 16384, 7901 7793 16384, 7887 7897 16384, 7877 8035 16384, 7880 8198 16384, 7908 8304 16384, 7959 8370 16384, 8032 8405 16384, 8104 8407 16384, 8177 8378 16384, 8259 8326 16384, 8332 8271 16384, 8388 8221 16384, 8398 8211 16384</inkml:trace>
  <inkml:trace contextRef="#ctx0" brushRef="#br0">8528 7822 16384, 8525 7822 16384, 8528 7821 16384, 8563 7815 16384, 8642 7801 16384, 8738 7777 16384, 8823 7756 16384, 8898 7742 16384, 8953 7734 16384, 8981 7730 16384</inkml:trace>
  <inkml:trace contextRef="#ctx0" brushRef="#br0">8524 8030 16384, 8541 8026 16384, 8612 8013 16384, 8713 7980 16384, 8820 7939 16384, 8919 7914 16384, 8990 7904 16384, 9022 7900 16384, 9027 7900 16384</inkml:trace>
  <inkml:trace contextRef="#ctx0" brushRef="#br0">8680 7706 16384, 8708 7721 16384, 8774 7775 16384, 8825 7843 16384, 8865 7916 16384, 8887 7987 16384, 8896 8041 16384, 8897 8085 16384, 8886 8113 16384, 8866 8130 16384, 8835 8132 16384</inkml:trace>
  <inkml:trace contextRef="#ctx0" brushRef="#br0">8597 8252 16384, 8590 8260 16384, 8600 8294 16384, 8657 8339 16384, 8729 8371 16384, 8800 8395 16384, 8863 8406 16384, 8918 8407 16384, 8970 8405 16384</inkml:trace>
  <inkml:trace contextRef="#ctx0" brushRef="#br0">9715 7710 16384, 9715 7708 16384, 9715 7706 16384, 9713 7706 16384, 9706 7710 16384, 9702 7717 16384, 9695 7725 16384, 9687 7738 16384, 9678 7755 16384, 9659 7798 16384, 9653 7815 16384, 9648 7832 16384, 9636 7875 16384, 9618 7945 16384, 9612 7997 16384, 9610 8055 16384, 9612 8140 16384, 9618 8198 16384, 9629 8253 16384, 9651 8315 16384, 9661 8352 16384, 9674 8378 16384, 9691 8399 16384, 9698 8407 16384</inkml:trace>
  <inkml:trace contextRef="#ctx0" brushRef="#br0">9975 7902 16384, 9975 7899 16384, 9975 7904 16384, 9975 7915 16384, 9975 7932 16384, 9975 7959 16384, 9973 7998 16384, 9970 8036 16384, 9970 8075 16384, 9970 8107 16384, 9970 8135 16384, 9970 8160 16384, 9970 8176 16384, 9970 8193 16384, 9970 8204 16384, 9970 8209 16384, 9970 8215 16384</inkml:trace>
  <inkml:trace contextRef="#ctx0" brushRef="#br0">9882 7989 16384, 9874 7989 16384, 9882 7995 16384, 9890 8003 16384, 9904 8014 16384, 9923 8028 16384, 9948 8042 16384, 9975 8058 16384, 10005 8072 16384, 10027 8080 16384, 10047 8091 16384, 10063 8102 16384, 10077 8113 16384, 10088 8124 16384, 10093 8135 16384, 10099 8143 16384, 10102 8149 16384, 10102 8151 16384, 10104 8154 16384</inkml:trace>
  <inkml:trace contextRef="#ctx0" brushRef="#br0">10102 7932 16384, 10096 7935 16384, 10082 7957 16384, 10071 7970 16384, 10052 7987 16384, 10033 8009 16384, 10008 8036 16384, 9978 8066 16384, 9951 8099 16384, 9920 8132 16384, 9898 8157 16384, 9876 8182 16384, 9860 8198 16384, 9854 8209 16384, 9852 8215 16384</inkml:trace>
  <inkml:trace contextRef="#ctx0" brushRef="#br0">10276 7706 16384, 10278 7706 16384, 10278 7708 16384, 10281 7708 16384, 10283 7711 16384, 10298 7728 16384, 10308 7751 16384, 10319 7786 16384, 10326 7829 16384, 10334 7874 16384, 10346 7954 16384, 10349 7982 16384, 10351 8009 16384, 10354 8062 16384, 10354 8142 16384, 10351 8187 16384, 10344 8232 16384, 10336 8275 16384, 10329 8307 16384, 10319 8350 16384, 10308 8372 16384, 10298 8390 16384, 10293 8395 16384, 10278 8407 16384</inkml:trace>
  <inkml:trace contextRef="#ctx0" brushRef="#br0">11185 7753 16384, 11191 7764 16384, 11204 7846 16384, 11195 7993 16384, 11148 8126 16384, 11075 8249 16384, 11006 8322 16384, 10954 8335 16384, 10904 8312 16384, 10857 8240 16384, 10823 8109 16384, 10844 7935 16384, 10941 7814 16384, 11060 7753 16384, 11208 7706 16384, 11361 7712 16384, 11474 7809 16384, 11519 8003 16384, 11517 8223 16384, 11508 8337 16384, 11497 8394 16384, 11491 8407 16384</inkml:trace>
  <inkml:trace contextRef="#ctx0" brushRef="#br0">11996 7745 16384, 12006 7740 16384, 12079 7727 16384, 12201 7710 16384, 12323 7715 16384, 12430 7757 16384, 12506 7811 16384, 12536 7857 16384, 12532 7895 16384, 12487 7944 16384, 12471 7959 16384</inkml:trace>
  <inkml:trace contextRef="#ctx0" brushRef="#br0">12014 8131 16384, 12011 8144 16384, 12030 8209 16384, 12088 8293 16384, 12169 8354 16384, 12258 8391 16384, 12351 8402 16384, 12449 8403 16384, 12549 8392 16384, 12646 8369 16384, 12698 8350 16384</inkml:trace>
  <inkml:trace contextRef="#ctx0" brushRef="#br0">12824 7737 16384, 12833 7739 16384, 12880 7769 16384, 12948 7837 16384, 13006 7896 16384, 13051 7945 16384, 13091 7979 16384, 13098 7984 16384</inkml:trace>
  <inkml:trace contextRef="#ctx0" brushRef="#br0">13329 7787 16384, 13323 7787 16384, 13286 7805 16384, 13229 7860 16384, 13139 7952 16384, 13063 8048 16384, 13013 8148 16384, 12998 8228 16384, 13017 8281 16384, 13065 8326 16384, 13133 8360 16384, 13207 8372 16384, 13295 8376 16384, 13385 8369 16384, 13465 8354 16384, 13526 8339 16384</inkml:trace>
  <inkml:trace contextRef="#ctx0" brushRef="#br0">13652 7839 16384, 13669 7831 16384, 13721 7818 16384, 13790 7806 16384, 13854 7801 16384, 13904 7800 16384, 13932 7797 16384, 13936 7796 16384</inkml:trace>
  <inkml:trace contextRef="#ctx0" brushRef="#br0">13839 7706 16384, 13835 7707 16384, 13817 7755 16384, 13795 7839 16384, 13742 7951 16384, 13694 8047 16384, 13671 8107 16384, 13671 8126 16384</inkml:trace>
  <inkml:trace contextRef="#ctx0" brushRef="#br0">14096 7780 16384, 14114 7783 16384, 14158 7814 16384, 14212 7857 16384, 14247 7904 16384, 14268 7944 16384, 14273 7979 16384, 14268 8008 16384, 14248 8026 16384</inkml:trace>
  <inkml:trace contextRef="#ctx0" brushRef="#br0">14005 8010 16384, 14002 8016 16384, 14025 8121 16384, 14035 8199 16384, 14016 8284 16384, 13980 8359 16384, 13945 8398 16384, 13906 8407 16384, 13869 8385 16384, 13837 8336 16384, 13829 8306 16384, 13845 8296 16384, 13887 8289 16384, 13959 8285 16384, 14062 8299 16384, 14153 8333 16384, 14210 8358 16384, 14253 8372 16384, 14286 8375 16384</inkml:trace>
  <inkml:trace contextRef="#ctx0" brushRef="#br0">14424 7767 16384, 14413 7766 16384, 14425 7766 16384, 14470 7762 16384, 14544 7741 16384, 14626 7715 16384, 14692 7706 16384, 14723 7716 16384, 14727 7747 16384, 14696 7811 16384, 14630 7904 16384, 14544 7999 16384, 14466 8074 16384, 14422 8114 16384, 14412 8127 16384, 14438 8118 16384, 14494 8082 16384, 14579 8031 16384, 14688 7998 16384, 14784 7994 16384, 14854 8015 16384, 14898 8056 16384, 14911 8127 16384, 14894 8212 16384, 14846 8286 16384, 14784 8344 16384, 14719 8392 16384, 14662 8407 16384, 14623 8393 16384, 14595 8356 16384, 14587 8297 16384, 14612 8265 16384, 14658 8249 16384, 14721 8241 16384, 14778 8245 16384, 14817 8256 16384, 14841 8264 16384</inkml:trace>
  <inkml:trace contextRef="#ctx0" brushRef="#br0">15415 7842 16384, 15412 7840 16384, 15404 7834 16384, 15407 7837 16384, 15410 7845 16384, 15412 7856 16384, 15415 7869 16384, 15415 7891 16384, 15412 7920 16384, 15407 7963 16384, 15399 8011 16384, 15394 8067 16384, 15388 8121 16384, 15388 8172 16384, 15388 8220 16384, 15394 8260 16384, 15402 8295 16384, 15415 8324 16384, 15436 8351 16384, 15455 8373 16384, 15477 8389 16384, 15501 8399 16384, 15522 8405 16384, 15546 8407 16384, 15573 8402 16384, 15600 8394 16384, 15627 8378 16384, 15653 8359 16384, 15680 8338 16384, 15704 8319 16384, 15726 8300 16384, 15742 8282 16384, 15755 8266 16384, 15763 8252 16384, 15768 8244 16384</inkml:trace>
  <inkml:trace contextRef="#ctx0" brushRef="#br0">15685 7717 16384, 15683 7717 16384, 15677 7717 16384, 15675 7719 16384, 15675 7725 16384, 15677 7733 16384, 15683 7746 16384, 15685 7762 16384, 15688 7778 16384, 15691 7794 16384, 15691 7813 16384, 15691 7829 16384, 15691 7842 16384, 15691 7853 16384, 15694 7864 16384, 15694 7872 16384, 15699 7875 16384, 15699 7877 16384</inkml:trace>
  <inkml:trace contextRef="#ctx0" brushRef="#br0">15752 7706 16384, 15747 7706 16384, 15744 7709 16384, 15744 7711 16384, 15750 7722 16384, 15758 7735 16384, 15768 7757 16384, 15774 7778 16384, 15777 7802 16384, 15779 7826 16384, 15779 7845 16384, 15779 7864 16384, 15782 7877 16384, 15785 7885 16384, 15785 7893 16384, 15787 7896 16384</inkml:trace>
  <inkml:trace contextRef="#ctx0" brushRef="#br0">15926 8169 16384, 15913 8160 16384, 15917 8154 16384, 15929 8145 16384, 15947 8133 16384, 15968 8121 16384, 15998 8106 16384, 16028 8088 16384, 16064 8073 16384, 16097 8064 16384, 16137 8055 16384, 16170 8052 16384, 16206 8055 16384, 16239 8064 16384, 16263 8079 16384, 16281 8100 16384, 16293 8124 16384, 16299 8151 16384, 16296 8184 16384, 16287 8218 16384, 16272 8248 16384, 16257 8278 16384, 16239 8311 16384, 16218 8332 16384, 16200 8356 16384, 16179 8377 16384</inkml:trace>
  <inkml:trace contextRef="#ctx0" brushRef="#br0">16430 7879 16384, 16426 7878 16384, 16434 7878 16384, 16492 7872 16384, 16593 7863 16384, 16702 7860 16384, 16814 7856 16384, 16898 7851 16384, 16945 7848 16384, 16960 7846 16384</inkml:trace>
  <inkml:trace contextRef="#ctx0" brushRef="#br0">16738 7708 16384, 16736 7706 16384, 16756 7720 16384, 16790 7771 16384, 16809 7862 16384, 16805 7967 16384, 16786 8074 16384, 16762 8135 16384, 16737 8173 16384, 16710 8190 16384, 16683 8189 16384, 16657 8167 16384, 16642 8125 16384, 16645 8086 16384, 16667 8051 16384, 16707 8022 16384, 16752 8016 16384, 16792 8036 16384, 16812 8090 16384, 16811 8166 16384, 16787 8251 16384, 16749 8329 16384, 16718 8379 16384, 16698 8406 16384, 16689 8407 16384</inkml:trace>
  <inkml:trace contextRef="#ctx0" brushRef="#br0">17238 7706 16384, 17259 7715 16384, 17316 7732 16384, 17372 7745 16384, 17411 7761 16384, 17428 7780 16384</inkml:trace>
  <inkml:trace contextRef="#ctx0" brushRef="#br0">17095 8045 16384, 17086 8045 16384, 17093 8040 16384, 17136 8013 16384, 17211 7967 16384, 17295 7924 16384, 17377 7902 16384, 17451 7905 16384, 17508 7941 16384, 17541 8013 16384, 17546 8124 16384, 17527 8217 16384, 17484 8291 16384, 17432 8356 16384, 17392 8397 16384, 17374 8407 16384</inkml:trace>
  <inkml:trace contextRef="#ctx0" brushRef="#br0">17683 7932 16384, 17672 7930 16384, 17675 7930 16384, 17695 7930 16384, 17735 7920 16384, 17803 7896 16384, 17887 7874 16384, 17965 7865 16384, 18033 7870 16384, 18081 7904 16384, 18111 7969 16384, 18124 8057 16384, 18124 8150 16384, 18111 8240 16384, 18085 8323 16384, 18058 8379 16384, 18041 8405 16384, 18026 8407 16384, 18006 8382 16384, 17974 8325 16384</inkml:trace>
  <inkml:trace contextRef="#ctx0" brushRef="#br0">18004 7706 16384, 18005 7719 16384, 17992 7787 16384, 17945 7926 16384, 17883 8100 16384, 17827 8246 16384, 17798 8322 16384, 17789 8362 16384, 17787 8367 16384</inkml:trace>
  <inkml:trace contextRef="#ctx0" brushRef="#br0">18125 7799 16384, 18117 7798 16384, 18129 7810 16384, 18164 7856 16384, 18212 7949 16384, 18246 8056 16384, 18264 8130 16384, 18279 8172 16384, 18288 8195 16384</inkml:trace>
  <inkml:trace contextRef="#ctx0" brushRef="#br0">18422 7716 16384, 18418 7716 16384, 18415 7717 16384, 18415 7756 16384, 18422 7861 16384, 18434 8022 16384, 18455 8192 16384, 18485 8316 16384, 18523 8378 16384, 18556 8398 16384, 18585 8392 16384, 18616 8350 16384, 18654 8265 16384, 18703 8192 16384</inkml:trace>
  <inkml:trace contextRef="#ctx0" brushRef="#br0">18937 7870 16384, 18950 7877 16384, 18997 7912 16384, 19047 7974 16384, 19084 8049 16384, 19104 8109 16384, 19111 8150 16384, 19113 8167 16384, 19116 8167 16384</inkml:trace>
  <inkml:trace contextRef="#ctx0" brushRef="#br0">19604 7753 16384, 19610 7764 16384, 19623 7846 16384, 19614 7993 16384, 19567 8126 16384, 19494 8249 16384, 19425 8322 16384, 19373 8335 16384, 19323 8312 16384, 19276 8240 16384, 19242 8109 16384, 19263 7935 16384, 19360 7814 16384, 19479 7753 16384, 19627 7706 16384, 19780 7712 16384, 19893 7809 16384, 19938 8003 16384, 19936 8223 16384, 19927 8337 16384, 19916 8394 16384, 19910 8407 16384</inkml:trace>
  <inkml:trace contextRef="#ctx0" brushRef="#br0">20426 7932 16384, 20415 7930 16384, 20418 7930 16384, 20438 7930 16384, 20478 7920 16384, 20546 7896 16384, 20630 7874 16384, 20708 7865 16384, 20776 7870 16384, 20824 7904 16384, 20854 7969 16384, 20867 8057 16384, 20867 8150 16384, 20854 8240 16384, 20828 8323 16384, 20801 8379 16384, 20784 8405 16384, 20769 8407 16384, 20749 8382 16384, 20717 8325 16384</inkml:trace>
  <inkml:trace contextRef="#ctx0" brushRef="#br0">20747 7706 16384, 20748 7719 16384, 20735 7787 16384, 20688 7926 16384, 20626 8100 16384, 20570 8246 16384, 20541 8322 16384, 20532 8362 16384, 20530 8367 16384</inkml:trace>
  <inkml:trace contextRef="#ctx0" brushRef="#br0">20868 7799 16384, 20860 7798 16384, 20872 7810 16384, 20907 7856 16384, 20955 7949 16384, 20989 8056 16384, 21007 8130 16384, 21022 8172 16384, 21031 8195 16384</inkml:trace>
  <inkml:trace contextRef="#ctx0" brushRef="#br0">21172 7877 16384, 21163 7880 16384, 21158 7880 16384, 21158 7883 16384, 21166 7883 16384, 21184 7886 16384, 21207 7886 16384, 21239 7880 16384, 21282 7868 16384, 21331 7857 16384, 21387 7845 16384, 21439 7839 16384, 21494 7833 16384, 21546 7828 16384, 21589 7825 16384, 21627 7822 16384, 21659 7819 16384, 21685 7819 16384, 21703 7816 16384, 21717 7816 16384, 21723 7813 16384</inkml:trace>
  <inkml:trace contextRef="#ctx0" brushRef="#br0">21459 7718 16384, 21456 7718 16384, 21453 7715 16384, 21462 7718 16384, 21474 7726 16384, 21488 7741 16384, 21503 7764 16384, 21514 7796 16384, 21523 7836 16384, 21526 7874 16384, 21526 7894 16384, 21523 7955 16384, 21517 7990 16384, 21508 8025 16384, 21500 8057 16384, 21494 8068 16384, 21476 8097 16384, 21462 8115 16384, 21445 8129 16384, 21430 8135 16384, 21413 8138 16384, 21395 8138 16384, 21378 8135 16384, 21363 8126 16384, 21355 8115 16384, 21343 8100 16384, 21337 8086 16384, 21334 8074 16384, 21337 8062 16384, 21343 8054 16384, 21352 8045 16384, 21360 8039 16384, 21372 8036 16384, 21387 8036 16384, 21404 8039 16384, 21421 8042 16384, 21436 8048 16384, 21450 8060 16384, 21462 8071 16384, 21471 8089 16384, 21476 8109 16384, 21476 8138 16384, 21474 8167 16384, 21468 8196 16384, 21459 8228 16384, 21447 8257 16384, 21433 8283 16384, 21418 8312 16384, 21401 8338 16384, 21381 8361 16384, 21366 8381 16384, 21352 8396 16384, 21340 8405 16384, 21334 8407 16384</inkml:trace>
  <inkml:trace contextRef="#ctx0" brushRef="#br0">21746 7715 16384, 21743 7715 16384, 21740 7715 16384, 21743 7720 16384, 21749 7729 16384, 21758 7747 16384, 21766 7767 16384, 21769 7793 16384, 21772 7819 16384, 21772 7842 16384, 21772 7860 16384, 21775 7874 16384, 21775 7883 16384, 21775 7891 16384, 21775 7894 16384, 21775 7897 16384</inkml:trace>
  <inkml:trace contextRef="#ctx0" brushRef="#br0">21807 7706 16384, 21807 7709 16384, 21807 7715 16384, 21810 7729 16384, 21816 7755 16384, 21821 7778 16384, 21830 7804 16384, 21836 7831 16384, 21842 7845 16384, 21845 7860 16384, 21850 7871 16384, 21853 7880 16384, 21853 7889 16384, 21856 7894 16384, 21856 7897 16384</inkml:trace>
  <inkml:trace contextRef="#ctx0" brushRef="#br0">21987 7949 16384, 21985 7951 16384, 21982 7954 16384, 21992 7954 16384, 22010 7954 16384, 22035 7949 16384, 22073 7941 16384, 22115 7934 16384, 22158 7929 16384, 22208 7926 16384, 22261 7926 16384, 22306 7926 16384, 22348 7931 16384, 22383 7939 16384, 22413 7951 16384, 22436 7972 16384, 22453 7999 16384, 22461 8037 16384, 22461 8082 16384, 22458 8132 16384, 22451 8182 16384, 22438 8232 16384, 22426 8277 16384, 22416 8307 16384, 22408 8332 16384, 22401 8350 16384, 22396 8360 16384, 22388 8365 16384, 22381 8365 16384, 22373 8357 16384, 22366 8342 16384, 22361 8320 16384, 22353 8290 16384, 22348 8270 16384</inkml:trace>
  <inkml:trace contextRef="#ctx0" brushRef="#br0">22323 7749 16384, 22321 7751 16384, 22316 7754 16384, 22316 7764 16384, 22313 7776 16384, 22306 7801 16384, 22291 7841 16384, 22271 7921 16384, 22261 7959 16384, 22241 8049 16384, 22218 8139 16384, 22200 8217 16384, 22188 8275 16384, 22183 8295 16384, 22175 8325 16384, 22168 8347 16384, 22165 8352 16384</inkml:trace>
  <inkml:trace contextRef="#ctx0" brushRef="#br0">22456 7846 16384, 22453 7846 16384, 22443 7844 16384, 22443 7841 16384, 22446 7844 16384, 22453 7846 16384, 22461 7856 16384, 22481 7891 16384, 22496 7936 16384, 22506 7967 16384, 22519 8027 16384, 22521 8059 16384, 22529 8122 16384, 22534 8149 16384, 22539 8162 16384, 22549 8182 16384, 22556 8192 16384, 22561 8197 16384</inkml:trace>
  <inkml:trace contextRef="#ctx0" brushRef="#br0">22566 7889 16384, 22566 7894 16384, 22566 7896 16384, 22571 7906 16384, 22579 7924 16384, 22589 7941 16384, 22596 7961 16384, 22604 7979 16384, 22609 7994 16384, 22611 8004 16384, 22611 8012 16384, 22611 8014 16384, 22614 8017 16384</inkml:trace>
  <inkml:trace contextRef="#ctx0" brushRef="#br0">22659 7911 16384, 22659 7921 16384, 22661 7934 16384, 22666 7951 16384, 22671 7974 16384, 22676 7994 16384, 22679 8004 16384, 22684 8009 16384</inkml:trace>
  <inkml:trace contextRef="#ctx0" brushRef="#br0">22810 8162 16384, 22815 8166 16384, 22819 8171 16384, 22828 8184 16384, 22850 8211 16384, 22877 8242 16384, 22900 8282 16384, 22922 8318 16384, 22940 8345 16384, 22962 8367 16384, 22980 8385 16384, 22993 8394 16384, 23002 8399 16384, 23011 8407 16384, 23016 8407 16384</inkml:trace>
  <inkml:trace contextRef="#ctx0" brushRef="#br0">23169 7842 16384, 23166 7840 16384, 23158 7834 16384, 23161 7837 16384, 23163 7845 16384, 23166 7856 16384, 23169 7869 16384, 23169 7891 16384, 23166 7920 16384, 23161 7963 16384, 23153 8011 16384, 23147 8067 16384, 23142 8121 16384, 23142 8172 16384, 23142 8220 16384, 23147 8260 16384, 23155 8295 16384, 23169 8324 16384, 23190 8351 16384, 23209 8373 16384, 23230 8389 16384, 23254 8399 16384, 23276 8405 16384, 23300 8407 16384, 23327 8402 16384, 23353 8394 16384, 23380 8378 16384, 23407 8359 16384, 23434 8338 16384, 23458 8319 16384, 23479 8300 16384, 23495 8282 16384, 23509 8266 16384, 23517 8252 16384, 23522 8244 16384</inkml:trace>
  <inkml:trace contextRef="#ctx0" brushRef="#br0">23439 7717 16384, 23436 7717 16384, 23431 7717 16384, 23428 7719 16384, 23428 7725 16384, 23431 7733 16384, 23436 7746 16384, 23439 7762 16384, 23442 7778 16384, 23444 7794 16384, 23444 7813 16384, 23444 7829 16384, 23444 7842 16384, 23444 7853 16384, 23447 7864 16384, 23447 7872 16384, 23452 7875 16384, 23452 7877 16384</inkml:trace>
  <inkml:trace contextRef="#ctx0" brushRef="#br0">23506 7706 16384, 23501 7706 16384, 23498 7709 16384, 23498 7711 16384, 23503 7722 16384, 23511 7735 16384, 23522 7757 16384, 23527 7778 16384, 23530 7802 16384, 23533 7826 16384, 23533 7845 16384, 23533 7864 16384, 23535 7877 16384, 23538 7885 16384, 23538 7893 16384, 23541 7896 16384</inkml:trace>
  <inkml:trace contextRef="#ctx0" brushRef="#br0">23806 8167 16384, 23806 8165 16384, 23808 8159 16384, 23810 8159 16384, 23823 8154 16384, 23840 8152 16384, 23859 8148 16384, 23878 8144 16384, 23897 8142 16384, 23914 8140 16384, 23933 8135 16384, 23952 8131 16384, 23964 8129 16384, 23977 8125 16384, 23985 8125 16384, 23990 8123 16384</inkml:trace>
  <inkml:trace contextRef="#ctx0" brushRef="#br0">23781 8022 16384, 23783 8026 16384, 23787 8036 16384, 23796 8051 16384, 23802 8072 16384, 23808 8100 16384, 23810 8131 16384, 23813 8167 16384, 23813 8203 16384, 23810 8239 16384, 23808 8273 16384, 23802 8302 16384, 23794 8327 16384, 23785 8348 16384, 23775 8365 16384, 23766 8378 16384, 23758 8391 16384, 23743 8401 16384, 23728 8405 16384, 23713 8407 16384, 23703 8405 16384, 23688 8397 16384, 23678 8384 16384, 23671 8367 16384, 23667 8353 16384, 23667 8338 16384, 23671 8327 16384, 23680 8319 16384, 23692 8313 16384, 23709 8308 16384, 23728 8304 16384, 23751 8302 16384, 23777 8302 16384, 23806 8302 16384, 23836 8304 16384, 23861 8308 16384, 23882 8313 16384, 23905 8319 16384, 23920 8325 16384, 23935 8334 16384, 23948 8340 16384, 23954 8344 16384, 23958 8348 16384, 23960 8351 16384, 23960 8353 16384</inkml:trace>
  <inkml:trace contextRef="#ctx0" brushRef="#br0">24267 7706 16384, 24289 7715 16384, 24346 7732 16384, 24401 7745 16384, 24440 7761 16384, 24458 7780 16384</inkml:trace>
  <inkml:trace contextRef="#ctx0" brushRef="#br0">24124 8045 16384, 24116 8045 16384, 24123 8040 16384, 24166 8013 16384, 24240 7967 16384, 24324 7924 16384, 24407 7902 16384, 24481 7905 16384, 24538 7941 16384, 24570 8013 16384, 24576 8124 16384, 24557 8217 16384, 24513 8291 16384, 24462 8356 16384, 24421 8397 16384, 24404 8407 16384</inkml:trace>
  <inkml:trace contextRef="#ctx0" brushRef="#br0">24767 7710 16384, 24767 7706 16384, 24766 7726 16384, 24750 7793 16384, 24716 7922 16384, 24702 8077 16384, 24707 8234 16384, 24734 8339 16384, 24770 8386 16384, 24804 8407 16384, 24838 8399 16384, 24846 8391 16384</inkml:trace>
  <inkml:trace contextRef="#ctx0" brushRef="#br0">24949 7905 16384, 24954 7905 16384, 25003 7907 16384, 25098 7899 16384, 25194 7889 16384, 25282 7890 16384, 25347 7901 16384, 25378 7909 16384, 25385 7914 16384</inkml:trace>
  <inkml:trace contextRef="#ctx0" brushRef="#br0">25209 7726 16384, 25227 7747 16384, 25261 7830 16384, 25269 7973 16384, 25241 8133 16384, 25205 8258 16384, 25177 8319 16384, 25165 8349 16384</inkml:trace>
  <inkml:trace contextRef="#ctx0" brushRef="#br0">25787 7718 16384, 25788 7709 16384, 25788 7706 16384, 25782 7726 16384, 25748 7798 16384, 25670 7954 16384, 25581 8146 16384, 25526 8284 16384, 25511 8358 16384, 25511 8392 16384, 25516 8407 16384, 25526 8400 16384, 25555 8347 16384, 25595 8252 16384, 25651 8133 16384, 25718 8041 16384, 25762 8013 16384, 25788 8005 16384, 25801 8024 16384, 25810 8079 16384, 25821 8167 16384, 25840 8262 16384, 25873 8331 16384, 25915 8365 16384, 25968 8384 16384, 26022 8386 16384, 26052 8379 16384</inkml:trace>
  <inkml:trace contextRef="#ctx0" brushRef="#br0">26178 7819 16384, 26181 7818 16384, 26240 7814 16384, 26351 7799 16384, 26444 7783 16384, 26528 7775 16384, 26577 7771 16384, 26586 7771 16384, 26584 7771 16384</inkml:trace>
  <inkml:trace contextRef="#ctx0" brushRef="#br0">26388 7706 16384, 26374 7719 16384, 26374 7746 16384, 26365 7809 16384, 26336 7883 16384, 26309 7944 16384, 26302 7975 16384, 26313 7982 16384, 26338 7983 16384, 26380 7982 16384, 26444 7980 16384, 26515 7998 16384, 26569 8032 16384, 26599 8074 16384, 26605 8115 16384, 26589 8161 16384, 26554 8202 16384, 26512 8233 16384, 26490 8243 16384</inkml:trace>
  <inkml:trace contextRef="#ctx0" brushRef="#br0">26566 7938 16384, 26535 7942 16384, 26496 7971 16384, 26448 8029 16384, 26394 8110 16384, 26351 8202 16384, 26338 8290 16384, 26361 8356 16384, 26413 8391 16384, 26481 8407 16384, 26558 8401 16384, 26638 8372 16384, 26678 8357 16384</inkml:trace>
  <inkml:trace contextRef="#ctx0" brushRef="#br0">27161 7803 16384, 27155 7803 16384, 27168 7796 16384, 27212 7778 16384, 27279 7748 16384, 27340 7728 16384, 27387 7719 16384, 27422 7725 16384, 27445 7762 16384, 27449 7854 16384, 27428 8002 16384, 27388 8153 16384, 27337 8262 16384, 27287 8324 16384, 27246 8354 16384, 27209 8349 16384, 27177 8319 16384, 27158 8270 16384, 27167 8198 16384, 27215 8131 16384, 27309 8087 16384, 27446 8067 16384, 27587 8063 16384, 27708 8079 16384, 27797 8104 16384, 27847 8121 16384, 27857 8127 16384, 27854 8127 16384</inkml:trace>
  <inkml:trace contextRef="#ctx0" brushRef="#br0">27720 7790 16384, 27735 7876 16384, 27746 8030 16384, 27720 8182 16384, 27678 8304 16384, 27642 8380 16384, 27637 8394 16384</inkml:trace>
  <inkml:trace contextRef="#ctx0" brushRef="#br0">27990 7843 16384, 27983 7843 16384, 28024 7835 16384, 28092 7818 16384, 28176 7797 16384, 28249 7788 16384, 28307 7789 16384, 28342 7791 16384</inkml:trace>
  <inkml:trace contextRef="#ctx0" brushRef="#br0">28169 7706 16384, 28163 7707 16384, 28163 7723 16384, 28167 7781 16384, 28139 7913 16384, 28104 8080 16384, 28081 8235 16384, 28071 8329 16384, 28073 8382 16384, 28081 8407 16384</inkml:trace>
  <inkml:trace contextRef="#ctx0" brushRef="#br0">28275 7994 16384, 28275 7984 16384, 28328 7972 16384, 28384 7961 16384, 28442 7956 16384, 28485 7963 16384, 28510 7982 16384, 28518 8008 16384, 28507 8046 16384</inkml:trace>
  <inkml:trace contextRef="#ctx0" brushRef="#br0">28336 8253 16384, 28334 8257 16384, 28368 8314 16384, 28420 8339 16384, 28474 8356 16384, 28534 8360 16384, 28604 8339 16384</inkml:trace>
  <inkml:trace contextRef="#ctx0" brushRef="#br0">28735 7879 16384, 28730 7878 16384, 28738 7878 16384, 28796 7872 16384, 28897 7863 16384, 29006 7860 16384, 29118 7856 16384, 29202 7851 16384, 29249 7848 16384, 29264 7846 16384</inkml:trace>
  <inkml:trace contextRef="#ctx0" brushRef="#br0">29042 7708 16384, 29040 7706 16384, 29060 7720 16384, 29094 7771 16384, 29113 7862 16384, 29110 7967 16384, 29090 8074 16384, 29066 8135 16384, 29041 8173 16384, 29015 8190 16384, 28987 8189 16384, 28962 8167 16384, 28946 8125 16384, 28950 8086 16384, 28971 8051 16384, 29011 8022 16384, 29057 8016 16384, 29096 8036 16384, 29117 8090 16384, 29116 8166 16384, 29091 8251 16384, 29053 8329 16384, 29022 8379 16384, 29003 8406 16384, 28993 8407 16384</inkml:trace>
  <inkml:trace contextRef="#ctx0" brushRef="#br0">29751 7930 16384, 29744 7930 16384, 29741 7930 16384, 29754 7930 16384, 29794 7927 16384, 29876 7914 16384, 29990 7900 16384, 30116 7887 16384, 30241 7873 16384, 30345 7864 16384, 30409 7864 16384, 30431 7862 16384</inkml:trace>
  <inkml:trace contextRef="#ctx0" brushRef="#br0">30216 7745 16384, 30226 7765 16384, 30258 7837 16384, 30270 7929 16384, 30262 8024 16384, 30246 8095 16384, 30231 8135 16384, 30219 8148 16384, 30206 8147 16384, 30194 8137 16384</inkml:trace>
  <inkml:trace contextRef="#ctx0" brushRef="#br0">29984 7759 16384, 29983 7762 16384, 29986 7800 16384, 29981 7899 16384, 29963 8024 16384, 29955 8153 16384, 29967 8240 16384, 29999 8296 16384, 30043 8342 16384, 30096 8364 16384, 30157 8369 16384, 30227 8364 16384, 30290 8357 16384, 30346 8355 16384, 30390 8348 16384, 30427 8341 16384, 30443 8337 16384</inkml:trace>
  <inkml:trace contextRef="#ctx0" brushRef="#br0">30581 8169 16384, 30569 8160 16384, 30572 8154 16384, 30584 8145 16384, 30602 8133 16384, 30624 8121 16384, 30654 8106 16384, 30684 8088 16384, 30720 8073 16384, 30753 8064 16384, 30792 8055 16384, 30826 8052 16384, 30862 8055 16384, 30895 8064 16384, 30919 8079 16384, 30937 8100 16384, 30949 8124 16384, 30955 8151 16384, 30952 8184 16384, 30943 8218 16384, 30928 8248 16384, 30913 8278 16384, 30895 8311 16384, 30874 8332 16384, 30856 8356 16384, 30835 8377 16384</inkml:trace>
  <inkml:trace contextRef="#ctx0" brushRef="#br0">31091 7930 16384, 31084 7930 16384, 31081 7930 16384, 31094 7930 16384, 31134 7927 16384, 31216 7914 16384, 31330 7900 16384, 31455 7887 16384, 31581 7873 16384, 31685 7864 16384, 31749 7864 16384, 31771 7862 16384</inkml:trace>
  <inkml:trace contextRef="#ctx0" brushRef="#br0">31556 7745 16384, 31566 7765 16384, 31598 7837 16384, 31610 7929 16384, 31601 8024 16384, 31585 8095 16384, 31571 8135 16384, 31558 8148 16384, 31546 8147 16384, 31534 8137 16384</inkml:trace>
  <inkml:trace contextRef="#ctx0" brushRef="#br0">31324 7759 16384, 31323 7762 16384, 31325 7800 16384, 31321 7899 16384, 31303 8024 16384, 31295 8153 16384, 31307 8240 16384, 31339 8296 16384, 31383 8342 16384, 31436 8364 16384, 31497 8369 16384, 31567 8364 16384, 31630 8357 16384, 31686 8355 16384, 31730 8348 16384, 31767 8341 16384, 31783 8337 16384</inkml:trace>
  <inkml:trace contextRef="#ctx0" brushRef="#br0">32185 7718 16384, 32187 7709 16384, 32187 7706 16384, 32180 7726 16384, 32146 7798 16384, 32068 7954 16384, 31979 8146 16384, 31925 8284 16384, 31909 8358 16384, 31909 8392 16384, 31914 8407 16384, 31925 8400 16384, 31953 8347 16384, 31993 8252 16384, 32049 8133 16384, 32117 8041 16384, 32160 8013 16384, 32187 8005 16384, 32199 8024 16384, 32209 8079 16384, 32219 8167 16384, 32238 8262 16384, 32271 8331 16384, 32313 8365 16384, 32366 8384 16384, 32421 8386 16384, 32450 8379 16384</inkml:trace>
  <inkml:trace contextRef="#ctx0" brushRef="#br0">32938 7753 16384, 32944 7764 16384, 32957 7846 16384, 32948 7993 16384, 32901 8126 16384, 32828 8249 16384, 32759 8322 16384, 32707 8335 16384, 32657 8312 16384, 32610 8240 16384, 32576 8109 16384, 32597 7935 16384, 32694 7814 16384, 32813 7753 16384, 32961 7706 16384, 33114 7712 16384, 33228 7809 16384, 33272 8003 16384, 33270 8223 16384, 33261 8337 16384, 33250 8394 16384, 33244 8407 16384</inkml:trace>
  <inkml:trace contextRef="#ctx0" brushRef="#br0">33798 7779 16384, 33785 7791 16384, 33770 7847 16384, 33754 7937 16384, 33749 8053 16384, 33763 8193 16384, 33789 8285 16384, 33825 8321 16384, 33845 8330 16384</inkml:trace>
  <inkml:trace contextRef="#ctx0" brushRef="#br0">33995 7853 16384, 34029 7851 16384, 34102 7842 16384, 34173 7827 16384, 34222 7817 16384, 34237 7816 16384</inkml:trace>
  <inkml:trace contextRef="#ctx0" brushRef="#br0">34018 7991 16384, 34014 7991 16384, 34082 7988 16384, 34173 7975 16384, 34253 7962 16384, 34312 7954 16384, 34344 7950 16384, 34348 7950 16384</inkml:trace>
  <inkml:trace contextRef="#ctx0" brushRef="#br0">34172 7857 16384, 34168 7856 16384, 34168 7859 16384, 34193 7895 16384, 34230 7985 16384, 34246 8096 16384, 34239 8208 16384, 34211 8293 16384, 34180 8330 16384, 34153 8335 16384, 34121 8319 16384, 34087 8289 16384, 34071 8258 16384, 34076 8235 16384, 34104 8223 16384, 34154 8214 16384, 34226 8216 16384, 34309 8237 16384, 34371 8262 16384, 34411 8279 16384, 34443 8290 16384, 34451 8291 16384</inkml:trace>
  <inkml:trace contextRef="#ctx0" brushRef="#br0">34853 7718 16384, 34855 7709 16384, 34855 7706 16384, 34848 7726 16384, 34814 7798 16384, 34736 7954 16384, 34647 8146 16384, 34593 8284 16384, 34577 8358 16384, 34577 8392 16384, 34582 8407 16384, 34593 8400 16384, 34621 8347 16384, 34661 8252 16384, 34717 8133 16384, 34784 8041 16384, 34828 8013 16384, 34855 8005 16384, 34867 8024 16384, 34876 8079 16384, 34887 8167 16384, 34906 8262 16384, 34939 8331 16384, 34981 8365 16384, 35034 8384 16384, 35088 8386 16384, 35118 8379 16384</inkml:trace>
  <inkml:trace contextRef="#ctx0" brushRef="#br0">35249 7879 16384, 35244 7878 16384, 35253 7878 16384, 35310 7872 16384, 35411 7863 16384, 35521 7860 16384, 35632 7856 16384, 35716 7851 16384, 35763 7848 16384, 35779 7846 16384</inkml:trace>
  <inkml:trace contextRef="#ctx0" brushRef="#br0">35557 7708 16384, 35554 7706 16384, 35575 7720 16384, 35608 7771 16384, 35628 7862 16384, 35624 7967 16384, 35605 8074 16384, 35581 8135 16384, 35555 8173 16384, 35529 8190 16384, 35501 8189 16384, 35476 8167 16384, 35461 8125 16384, 35464 8086 16384, 35486 8051 16384, 35525 8022 16384, 35571 8016 16384, 35611 8036 16384, 35631 8090 16384, 35630 8166 16384, 35606 8251 16384, 35568 8329 16384, 35536 8379 16384, 35517 8406 16384, 35507 8407 16384</inkml:trace>
  <inkml:trace contextRef="#ctx0" brushRef="#br0">36057 7706 16384, 36078 7715 16384, 36135 7732 16384, 36190 7745 16384, 36230 7761 16384, 36247 7780 16384</inkml:trace>
  <inkml:trace contextRef="#ctx0" brushRef="#br0">35913 8045 16384, 35905 8045 16384, 35912 8040 16384, 35955 8013 16384, 36030 7967 16384, 36113 7924 16384, 36196 7902 16384, 36270 7905 16384, 36327 7941 16384, 36359 8013 16384, 36365 8124 16384, 36346 8217 16384, 36303 8291 16384, 36251 8356 16384, 36211 8397 16384, 36193 8407 16384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9130 16384, 2140 9139 16384, 2158 9165 16384, 2167 9191 16384, 2167 9200 16384, 2167 9218 16384, 2158 9235 16384, 2140 9253 16384, 2114 9262 16384, 2096 9262 16384, 2070 9262 16384, 2044 9262 16384, 2026 9253 16384, 2018 9235 16384, 2018 9218 16384, 2018 9174 16384, 2035 9148 16384, 2053 9121 16384, 2079 9104 16384, 2105 9095 16384, 2123 9086 16384, 2149 9086 16384, 2175 9086 16384, 2184 9086 16384, 2202 9104 16384, 2210 9113 16384, 2210 9139 16384, 2202 9148 16384, 2184 9165 16384, 2167 9183 16384, 2140 9191 16384, 2105 9209 16384, 2070 9218 16384, 2035 9218 16384, 2009 9209 16384, 2000 9200 16384, 2000 9183 16384, 2000 9165 16384, 2018 9148 16384, 2026 9139 16384, 2044 9121 16384, 2079 9113 16384, 2105 9104 16384, 2123 9104 16384, 2149 9104 16384, 2167 9104 16384, 2184 9130 16384, 2193 9156 16384, 2193 9174 16384, 2193 9191 16384, 2184 9209 16384, 2167 9227 16384, 2158 9235 16384, 2149 9235 16384, 2140 9235 16384, 2132 9227 16384, 2132 9218 16384, 2132 9200 16384, 2132 9191 16384, 2132 9183 16384, 2140 9165 16384, 2149 9156 16384, 2158 9148 16384, 2167 9148 16384, 2167 9156 16384, 2158 9174 16384, 2158 9183 16384, 2149 9183 16384, 2140 9191 16384, 2132 9200 16384, 2123 9200 16384, 2114 9200 16384, 2114 9191 16384, 2123 9174 16384, 2140 9156 16384, 2149 9148 16384, 2158 9139 16384, 2149 9156 16384, 2123 9174 16384, 2096 9191 16384, 2070 9200 16384, 2044 9218 16384, 2035 9218 16384, 2044 9209 16384, 2070 9191 16384, 2079 9183 16384, 2105 9165 16384, 2123 9148 16384, 2158 9121 16384, 2167 9104 16384, 2167 9095 16384, 2158 9095 16384, 2140 9113 16384, 2123 9130 16384, 2105 9148 16384, 2096 9165 16384, 2088 9174 16384</inkml:trace>
  <inkml:trace contextRef="#ctx0" brushRef="#br0">2992 9010 16384, 2992 8978 16384, 2992 8965 16384, 2989 8945 16384, 2983 8920 16384, 2970 8884 16384, 2951 8859 16384, 2931 8836 16384, 2909 8823 16384, 2883 8826 16384, 2860 8839 16384, 2835 8862 16384, 2806 8894 16384, 2783 8933 16384, 2761 8974 16384, 2751 9013 16384, 2754 9045 16384, 2767 9077 16384, 2783 9097 16384, 2803 9113 16384, 2825 9122 16384, 2851 9129 16384, 2880 9129 16384, 2909 9122 16384, 2938 9106 16384, 2960 9084 16384, 2986 9052 16384, 3005 9019 16384, 3018 8984 16384, 3025 8949 16384, 3028 8920 16384, 3028 8897 16384, 3028 8887 16384, 3025 8887 16384, 3021 8891 16384, 3015 8904 16384, 3012 8926 16384, 3005 8958 16384, 2999 9000 16384, 2992 9055 16384, 2986 9126 16384, 2973 9213 16384, 2960 9296 16384, 2947 9370 16384, 2931 9431 16384, 2918 9473 16384, 2902 9502 16384, 2883 9518 16384, 2867 9525 16384, 2841 9525 16384, 2812 9518 16384, 2783 9502 16384, 2751 9486 16384, 2725 9457 16384, 2709 9428 16384, 2696 9396 16384, 2693 9373 16384, 2700 9357 16384, 2716 9344 16384, 2735 9335 16384, 2764 9319 16384, 2803 9303 16384, 2844 9290 16384, 2893 9280 16384, 2944 9277 16384, 2992 9277 16384, 3031 9280 16384, 3066 9283 16384, 3089 9287 16384, 3105 9290 16384, 3121 9293 16384, 3131 9293 16384</inkml:trace>
  <inkml:trace contextRef="#ctx0" brushRef="#br0">3494 8827 16384, 3494 8825 16384, 3494 8823 16384, 3492 8823 16384, 3485 8827 16384, 3481 8834 16384, 3475 8842 16384, 3466 8855 16384, 3458 8872 16384, 3438 8915 16384, 3432 8932 16384, 3428 8949 16384, 3415 8992 16384, 3398 9063 16384, 3391 9114 16384, 3389 9172 16384, 3391 9257 16384, 3398 9315 16384, 3408 9371 16384, 3430 9433 16384, 3441 9469 16384, 3453 9495 16384, 3470 9516 16384, 3477 9525 16384</inkml:trace>
  <inkml:trace contextRef="#ctx0" brushRef="#br0">3728 9505 16384, 3732 9513 16384, 3744 9525 16384, 3760 9525 16384, 3788 9513 16384, 3816 9489 16384, 3844 9452 16384, 3884 9400 16384, 3912 9348 16384, 3948 9288 16384, 3984 9216 16384, 4008 9144 16384, 4040 9064 16384, 4064 8983 16384, 4085 8919 16384, 4097 8867 16384, 4101 8835 16384, 4101 8823 16384, 4097 8823 16384, 4085 8827 16384, 4068 8843 16384, 4056 8863 16384, 4040 8895 16384, 4028 8939 16384, 4016 9000 16384, 4004 9068 16384, 3996 9148 16384, 3996 9248 16384, 4004 9348 16384, 4016 9420 16384, 4036 9465 16384, 4064 9489 16384, 4089 9497 16384, 4117 9501 16384, 4145 9501 16384, 4165 9493 16384</inkml:trace>
  <inkml:trace contextRef="#ctx0" brushRef="#br0">3856 9068 16384, 3840 9076 16384, 3816 9080 16384, 3824 9080 16384, 3844 9072 16384, 3868 9064 16384, 3896 9056 16384, 3936 9048 16384, 3984 9040 16384, 4036 9036 16384, 4093 9032 16384, 4137 9028 16384, 4173 9024 16384</inkml:trace>
  <inkml:trace contextRef="#ctx0" brushRef="#br0">4441 8823 16384, 4444 8823 16384, 4444 8826 16384, 4446 8826 16384, 4449 8828 16384, 4464 8846 16384, 4474 8868 16384, 4484 8903 16384, 4491 8946 16384, 4499 8991 16384, 4511 9071 16384, 4514 9099 16384, 4516 9126 16384, 4519 9179 16384, 4519 9259 16384, 4516 9304 16384, 4509 9349 16384, 4501 9392 16384, 4494 9424 16384, 4484 9467 16384, 4474 9490 16384, 4464 9507 16384, 4459 9512 16384, 4444 9525 16384</inkml:trace>
  <inkml:trace contextRef="#ctx0" brushRef="#br0">4991 9090 16384, 4988 9090 16384, 4988 9092 16384, 4994 9095 16384, 5001 9095 16384, 5017 9097 16384, 5042 9097 16384, 5093 9095 16384, 5132 9090 16384, 5172 9087 16384, 5213 9084 16384, 5267 9084 16384, 5295 9090 16384, 5318 9095 16384, 5331 9100 16384</inkml:trace>
  <inkml:trace contextRef="#ctx0" brushRef="#br0">4999 9263 16384, 4996 9263 16384, 4999 9263 16384, 5004 9263 16384, 5022 9263 16384, 5073 9263 16384, 5091 9261 16384, 5129 9258 16384, 5147 9258 16384, 5188 9256 16384, 5226 9253 16384, 5264 9251 16384, 5300 9248 16384, 5326 9248 16384, 5346 9245 16384, 5364 9245 16384, 5374 9245 16384</inkml:trace>
  <inkml:trace contextRef="#ctx0" brushRef="#br0">5751 9171 16384, 5749 9171 16384, 5748 9173 16384, 5746 9173 16384, 5748 9175 16384, 5754 9178 16384, 5764 9180 16384, 5778 9181 16384, 5796 9181 16384, 5819 9178 16384, 5845 9175 16384, 5877 9170 16384, 5907 9166 16384, 5936 9166 16384, 5966 9166 16384, 5989 9166 16384, 6011 9168 16384, 6031 9170 16384, 6047 9171 16384, 6062 9173 16384, 6075 9173 16384, 6090 9171 16384, 6097 9170 16384</inkml:trace>
  <inkml:trace contextRef="#ctx0" brushRef="#br0">6290 9036 16384, 6283 9026 16384, 6268 9006 16384, 6256 8971 16384, 6259 8918 16384, 6287 8871 16384, 6335 8834 16384, 6396 8823 16384, 6454 8853 16384, 6497 8934 16384, 6515 9070 16384, 6503 9216 16384, 6467 9309 16384, 6409 9385 16384, 6377 9420 16384, 6347 9447 16384, 6303 9481 16384, 6284 9488 16384, 6299 9484 16384, 6345 9483 16384, 6413 9489 16384, 6494 9504 16384, 6569 9518 16384, 6626 9525 16384, 6669 9522 16384, 6681 9519 16384</inkml:trace>
  <inkml:trace contextRef="#ctx0" brushRef="#br0">6969 9505 16384, 6973 9513 16384, 6985 9525 16384, 7001 9525 16384, 7029 9513 16384, 7057 9489 16384, 7085 9452 16384, 7125 9400 16384, 7153 9348 16384, 7189 9288 16384, 7225 9216 16384, 7249 9144 16384, 7281 9064 16384, 7305 8983 16384, 7326 8919 16384, 7338 8867 16384, 7342 8835 16384, 7342 8823 16384, 7338 8823 16384, 7326 8827 16384, 7309 8843 16384, 7297 8863 16384, 7281 8895 16384, 7269 8939 16384, 7257 9000 16384, 7245 9068 16384, 7237 9148 16384, 7237 9248 16384, 7245 9348 16384, 7257 9420 16384, 7277 9465 16384, 7305 9489 16384, 7330 9497 16384, 7358 9501 16384, 7386 9501 16384, 7406 9493 16384</inkml:trace>
  <inkml:trace contextRef="#ctx0" brushRef="#br0">7097 9068 16384, 7081 9076 16384, 7057 9080 16384, 7065 9080 16384, 7085 9072 16384, 7109 9064 16384, 7137 9056 16384, 7177 9048 16384, 7225 9040 16384, 7277 9036 16384, 7334 9032 16384, 7378 9028 16384, 7414 9024 16384</inkml:trace>
  <inkml:trace contextRef="#ctx0" brushRef="#br0">7567 8794 16384, 7560 8779 16384, 7561 8769 16384, 7570 8758 16384, 7588 8748 16384, 7612 8746 16384, 7638 8757 16384, 7656 8780 16384, 7657 8810 16384, 7643 8840 16384, 7621 8867 16384, 7599 8883 16384, 7589 8886 16384, 7585 8883 16384, 7586 8878 16384, 7596 8872 16384, 7616 8869 16384, 7643 8871 16384, 7668 8885 16384, 7680 8907 16384, 7679 8926 16384, 7668 8942 16384, 7648 8957 16384, 7623 8967 16384, 7595 8970 16384, 7569 8965 16384, 7558 8958 16384</inkml:trace>
  <inkml:trace contextRef="#ctx0" brushRef="#br0">8057 9167 16384, 8052 9167 16384, 8054 9167 16384, 8058 9167 16384, 8065 9166 16384, 8073 9166 16384, 8080 9165 16384, 8092 9165 16384, 8107 9163 16384, 8124 9162 16384, 8145 9162 16384, 8164 9161 16384, 8186 9161 16384, 8210 9160 16384, 8231 9160 16384, 8253 9161 16384, 8278 9162 16384, 8300 9165 16384, 8324 9166 16384, 8347 9167 16384, 8367 9169 16384, 8387 9169 16384, 8402 9169 16384, 8414 9169 16384, 8422 9170 16384, 8428 9170 16384, 8434 9170 16384, 8436 9170 16384, 8438 9167 16384</inkml:trace>
  <inkml:trace contextRef="#ctx0" brushRef="#br0">8252 9006 16384, 8252 9008 16384, 8251 9009 16384, 8251 9012 16384, 8251 9017 16384, 8251 9025 16384, 8252 9035 16384, 8253 9050 16384, 8254 9067 16384, 8254 9088 16384, 8256 9111 16384, 8254 9137 16384, 8253 9162 16384, 8251 9188 16384, 8248 9216 16384, 8247 9239 16384, 8247 9262 16384, 8247 9282 16384, 8247 9298 16384, 8247 9313 16384, 8248 9324 16384, 8249 9333 16384, 8251 9339 16384, 8252 9341 16384</inkml:trace>
  <inkml:trace contextRef="#ctx0" brushRef="#br0">9263 9011 16384, 9269 8990 16384, 9275 8973 16384, 9285 8928 16384, 9269 8857 16384, 9218 8823 16384, 9147 8829 16384, 9077 8859 16384, 9023 8907 16384, 8992 8978 16384, 8985 9059 16384, 9013 9119 16384, 9068 9155 16384, 9141 9168 16384, 9208 9149 16384, 9270 9100 16384, 9316 9042 16384, 9335 8994 16384, 9334 8984 16384, 9321 8992 16384, 9299 9037 16384, 9259 9136 16384, 9203 9289 16384, 9165 9427 16384, 9158 9501 16384, 9177 9525 16384</inkml:trace>
  <inkml:trace contextRef="#ctx0" brushRef="#br0">9660 9505 16384, 9664 9513 16384, 9676 9525 16384, 9692 9525 16384, 9720 9513 16384, 9748 9489 16384, 9776 9452 16384, 9817 9400 16384, 9845 9348 16384, 9881 9288 16384, 9917 9216 16384, 9941 9144 16384, 9973 9064 16384, 9997 8983 16384, 10017 8919 16384, 10029 8867 16384, 10033 8835 16384, 10033 8823 16384, 10029 8823 16384, 10017 8827 16384, 10001 8843 16384, 9989 8863 16384, 9973 8895 16384, 9961 8939 16384, 9949 9000 16384, 9937 9068 16384, 9929 9148 16384, 9929 9248 16384, 9937 9348 16384, 9949 9420 16384, 9969 9465 16384, 9997 9489 16384, 10021 9497 16384, 10049 9501 16384, 10077 9501 16384, 10097 9493 16384</inkml:trace>
  <inkml:trace contextRef="#ctx0" brushRef="#br0">9788 9068 16384, 9772 9076 16384, 9748 9080 16384, 9756 9080 16384, 9776 9072 16384, 9800 9064 16384, 9829 9056 16384, 9869 9048 16384, 9917 9040 16384, 9969 9036 16384, 10025 9032 16384, 10069 9028 16384, 10105 9024 16384</inkml:trace>
  <inkml:trace contextRef="#ctx0" brushRef="#br0">10253 8814 16384, 10251 8811 16384, 10246 8804 16384, 10243 8793 16384, 10243 8776 16384, 10253 8761 16384, 10268 8749 16384, 10287 8746 16384, 10306 8756 16384, 10320 8782 16384, 10325 8825 16384, 10321 8872 16384, 10310 8902 16384, 10292 8926 16384, 10281 8937 16384, 10272 8946 16384, 10258 8957 16384, 10252 8959 16384, 10256 8957 16384, 10271 8957 16384, 10293 8959 16384, 10319 8964 16384, 10343 8968 16384, 10361 8970 16384, 10375 8970 16384, 10379 8969 16384</inkml:trace>
  <inkml:trace contextRef="#ctx0" brushRef="#br0">10755 9171 16384, 10754 9171 16384, 10752 9173 16384, 10750 9173 16384, 10752 9175 16384, 10759 9178 16384, 10769 9180 16384, 10782 9181 16384, 10800 9181 16384, 10823 9178 16384, 10850 9175 16384, 10881 9170 16384, 10911 9166 16384, 10941 9166 16384, 10970 9166 16384, 10994 9166 16384, 11015 9168 16384, 11035 9170 16384, 11052 9171 16384, 11066 9173 16384, 11080 9173 16384, 11095 9171 16384, 11101 9170 16384</inkml:trace>
  <inkml:trace contextRef="#ctx0" brushRef="#br0">11696 8839 16384, 11686 8842 16384, 11678 8853 16384, 11680 8888 16384, 11688 8950 16384, 11698 9016 16384, 11711 9061 16384, 11720 9074 16384</inkml:trace>
  <inkml:trace contextRef="#ctx0" brushRef="#br0">11705 8823 16384, 11707 8824 16384, 11746 8828 16384, 11817 8828 16384, 11869 8828 16384, 11911 8833 16384, 11944 8857 16384, 11962 8892 16384, 11970 8935 16384, 11966 9007 16384, 11948 9112 16384, 11918 9239 16384, 11889 9354 16384, 11877 9424 16384, 11877 9470 16384, 11885 9507 16384, 11890 9525 16384</inkml:trace>
  <inkml:trace contextRef="#ctx0" brushRef="#br0">12546 8854 16384, 12555 8856 16384, 12602 8886 16384, 12671 8954 16384, 12728 9013 16384, 12774 9062 16384, 12813 9097 16384, 12821 9101 16384</inkml:trace>
  <inkml:trace contextRef="#ctx0" brushRef="#br0">13051 8904 16384, 13045 8904 16384, 13008 8922 16384, 12951 8977 16384, 12861 9069 16384, 12786 9165 16384, 12736 9265 16384, 12721 9345 16384, 12739 9398 16384, 12787 9444 16384, 12855 9477 16384, 12930 9489 16384, 13018 9494 16384, 13107 9486 16384, 13187 9471 16384, 13248 9456 16384</inkml:trace>
  <inkml:trace contextRef="#ctx0" brushRef="#br0">13379 8996 16384, 13374 8995 16384, 13383 8995 16384, 13440 8989 16384, 13541 8980 16384, 13650 8977 16384, 13762 8973 16384, 13846 8968 16384, 13893 8965 16384, 13909 8964 16384</inkml:trace>
  <inkml:trace contextRef="#ctx0" brushRef="#br0">13686 8826 16384, 13684 8823 16384, 13704 8838 16384, 13738 8888 16384, 13757 8979 16384, 13754 9084 16384, 13734 9191 16384, 13710 9252 16384, 13685 9290 16384, 13659 9307 16384, 13631 9306 16384, 13606 9284 16384, 13590 9242 16384, 13594 9203 16384, 13616 9168 16384, 13655 9139 16384, 13701 9133 16384, 13740 9153 16384, 13761 9208 16384, 13760 9283 16384, 13736 9368 16384, 13697 9447 16384, 13666 9496 16384, 13647 9523 16384, 13637 9525 16384</inkml:trace>
  <inkml:trace contextRef="#ctx0" brushRef="#br0">14047 8884 16384, 14036 8883 16384, 14048 8883 16384, 14093 8879 16384, 14167 8858 16384, 14249 8832 16384, 14315 8823 16384, 14346 8834 16384, 14350 8865 16384, 14319 8928 16384, 14253 9022 16384, 14167 9116 16384, 14089 9191 16384, 14045 9232 16384, 14035 9245 16384, 14061 9235 16384, 14117 9199 16384, 14202 9149 16384, 14311 9115 16384, 14407 9111 16384, 14477 9132 16384, 14521 9173 16384, 14534 9245 16384, 14517 9329 16384, 14469 9403 16384, 14407 9461 16384, 14342 9509 16384, 14285 9525 16384, 14246 9510 16384, 14218 9473 16384, 14210 9414 16384, 14235 9382 16384, 14281 9366 16384, 14344 9359 16384, 14401 9363 16384, 14440 9373 16384, 14464 9381 16384</inkml:trace>
  <inkml:trace contextRef="#ctx0" brushRef="#br0">14660 8854 16384, 14670 8856 16384, 14716 8886 16384, 14785 8954 16384, 14842 9013 16384, 14888 9062 16384, 14927 9097 16384, 14935 9101 16384</inkml:trace>
  <inkml:trace contextRef="#ctx0" brushRef="#br0">15165 8904 16384, 15159 8904 16384, 15123 8922 16384, 15065 8977 16384, 14976 9069 16384, 14900 9165 16384, 14850 9265 16384, 14835 9345 16384, 14853 9398 16384, 14901 9444 16384, 14970 9477 16384, 15044 9489 16384, 15132 9494 16384, 15221 9486 16384, 15301 9471 16384, 15362 9456 16384</inkml:trace>
  <inkml:trace contextRef="#ctx0" brushRef="#br0">15488 9279 16384, 15493 9284 16384, 15497 9288 16384, 15506 9301 16384, 15528 9328 16384, 15555 9359 16384, 15578 9400 16384, 15600 9435 16384, 15618 9462 16384, 15640 9484 16384, 15658 9502 16384, 15671 9511 16384, 15680 9516 16384, 15689 9525 16384, 15694 9525 16384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10324 16384, 2140 10333 16384, 2158 10359 16384, 2167 10386 16384, 2167 10395 16384, 2167 10412 16384, 2158 10430 16384, 2140 10447 16384, 2114 10456 16384, 2096 10456 16384, 2070 10456 16384, 2044 10456 16384, 2026 10447 16384, 2018 10430 16384, 2018 10412 16384, 2018 10368 16384, 2035 10342 16384, 2053 10316 16384, 2079 10298 16384, 2105 10289 16384, 2123 10281 16384, 2149 10281 16384, 2175 10281 16384, 2184 10281 16384, 2202 10298 16384, 2210 10307 16384, 2210 10333 16384, 2202 10342 16384, 2184 10359 16384, 2167 10377 16384, 2140 10386 16384, 2105 10403 16384, 2070 10412 16384, 2035 10412 16384, 2009 10403 16384, 2000 10395 16384, 2000 10377 16384, 2000 10359 16384, 2018 10342 16384, 2026 10333 16384, 2044 10316 16384, 2079 10307 16384, 2105 10298 16384, 2123 10298 16384, 2149 10298 16384, 2167 10298 16384, 2184 10324 16384, 2193 10351 16384, 2193 10368 16384, 2193 10386 16384, 2184 10403 16384, 2167 10421 16384, 2158 10430 16384, 2149 10430 16384, 2140 10430 16384, 2132 10421 16384, 2132 10412 16384, 2132 10395 16384, 2132 10386 16384, 2132 10377 16384, 2140 10359 16384, 2149 10351 16384, 2158 10342 16384, 2167 10342 16384, 2167 10351 16384, 2158 10368 16384, 2158 10377 16384, 2149 10377 16384, 2140 10386 16384, 2132 10395 16384, 2123 10395 16384, 2114 10395 16384, 2114 10386 16384, 2123 10368 16384, 2140 10351 16384, 2149 10342 16384, 2158 10333 16384, 2149 10351 16384, 2123 10368 16384, 2096 10386 16384, 2070 10395 16384, 2044 10412 16384, 2035 10412 16384, 2044 10403 16384, 2070 10386 16384, 2079 10377 16384, 2105 10359 16384, 2123 10342 16384, 2158 10316 16384, 2167 10298 16384, 2167 10289 16384, 2158 10289 16384, 2140 10307 16384, 2123 10324 16384, 2105 10342 16384, 2096 10359 16384, 2088 10368 16384</inkml:trace>
  <inkml:trace contextRef="#ctx0" brushRef="#br0">2992 10204 16384, 2992 10172 16384, 2992 10159 16384, 2989 10140 16384, 2983 10114 16384, 2970 10079 16384, 2951 10053 16384, 2931 10030 16384, 2909 10018 16384, 2883 10021 16384, 2860 10034 16384, 2835 10056 16384, 2806 10088 16384, 2783 10127 16384, 2761 10169 16384, 2751 10207 16384, 2754 10240 16384, 2767 10272 16384, 2783 10291 16384, 2803 10307 16384, 2825 10317 16384, 2851 10323 16384, 2880 10323 16384, 2909 10317 16384, 2938 10301 16384, 2960 10278 16384, 2986 10246 16384, 3005 10214 16384, 3018 10178 16384, 3025 10143 16384, 3028 10114 16384, 3028 10092 16384, 3028 10082 16384, 3025 10082 16384, 3021 10085 16384, 3015 10098 16384, 3012 10120 16384, 3005 10153 16384, 2999 10194 16384, 2992 10249 16384, 2986 10320 16384, 2973 10407 16384, 2960 10491 16384, 2947 10565 16384, 2931 10626 16384, 2918 10668 16384, 2902 10696 16384, 2883 10713 16384, 2867 10719 16384, 2841 10719 16384, 2812 10713 16384, 2783 10696 16384, 2751 10680 16384, 2725 10651 16384, 2709 10622 16384, 2696 10590 16384, 2693 10568 16384, 2700 10552 16384, 2716 10539 16384, 2735 10529 16384, 2764 10513 16384, 2803 10497 16384, 2844 10484 16384, 2893 10474 16384, 2944 10471 16384, 2992 10471 16384, 3031 10474 16384, 3066 10478 16384, 3089 10481 16384, 3105 10484 16384, 3121 10487 16384, 3131 10487 16384</inkml:trace>
  <inkml:trace contextRef="#ctx0" brushRef="#br0">3317 9969 16384, 3314 9961 16384, 3312 9961 16384, 3312 9956 16384, 3314 9953 16384, 3319 9953 16384, 3327 9951 16384, 3332 9953 16384, 3337 9956 16384, 3342 9961 16384, 3345 9966 16384, 3345 9971 16384, 3342 9976 16384, 3337 9984 16384, 3330 9989 16384, 3319 9995 16384, 3309 9997 16384, 3299 9997 16384, 3291 9997 16384, 3288 9995 16384, 3288 9989 16384, 3288 9984 16384, 3291 9979 16384, 3299 9971 16384, 3306 9966 16384, 3317 9961 16384, 3327 9956 16384, 3337 9953 16384, 3348 9953 16384, 3355 9953 16384, 3361 9956 16384, 3361 9958 16384, 3358 9964 16384, 3353 9969 16384, 3348 9976 16384, 3337 9984 16384, 3324 9989 16384, 3314 9997 16384, 3304 10000 16384, 3296 10002 16384, 3293 10002 16384, 3293 10000 16384, 3296 9995 16384, 3301 9989 16384, 3306 9982 16384, 3317 9974 16384, 3324 9966 16384, 3335 9958 16384, 3348 9951 16384, 3358 9945 16384, 3366 9943 16384, 3371 9940 16384, 3373 9943 16384, 3373 9948 16384, 3371 9956 16384, 3366 9964 16384, 3358 9969 16384, 3350 9976 16384, 3345 9984 16384, 3337 9989 16384, 3330 9995 16384, 3324 9997 16384, 3319 9997 16384, 3317 9997 16384, 3317 9995 16384, 3317 9992 16384, 3322 9989 16384, 3324 9987 16384, 3332 9982 16384, 3337 9979 16384, 3345 9976 16384, 3350 9974 16384, 3358 9971 16384, 3361 9969 16384, 3363 9969 16384, 3363 9971 16384, 3361 9976 16384, 3355 9982 16384, 3350 9987 16384, 3342 9992 16384, 3337 9997 16384, 3332 10000 16384, 3330 10000 16384, 3327 10000 16384, 3330 9997 16384, 3332 9995 16384, 3335 9989 16384, 3337 9987 16384, 3342 9984 16384, 3345 9984 16384, 3350 9982 16384, 3353 9982 16384, 3355 9984 16384, 3358 9989 16384, 3358 9997 16384, 3355 10002 16384, 3353 10007 16384, 3350 10013 16384, 3345 10015 16384, 3340 10015 16384, 3335 10015 16384, 3330 10015 16384, 3327 10013 16384, 3322 10007 16384, 3322 10005 16384, 3322 10000 16384, 3324 9995 16384, 3327 9989 16384, 3332 9984 16384, 3340 9979 16384, 3348 9974 16384, 3353 9971 16384, 3363 9971 16384, 3371 9971 16384, 3379 9971 16384, 3381 9974 16384, 3384 9976 16384, 3379 9982 16384, 3371 9989 16384, 3363 9997 16384, 3353 10005 16384, 3342 10015 16384, 3332 10023 16384, 3322 10028 16384, 3317 10028 16384, 3317 10023 16384, 3319 10018 16384, 3322 10010 16384, 3327 10002 16384, 3332 9992 16384, 3340 9982 16384, 3348 9969 16384, 3355 9956 16384, 3366 9948 16384, 3373 9943 16384, 3379 9940 16384, 3384 9943 16384, 3384 9948 16384, 3384 9953 16384, 3381 9961 16384, 3376 9969 16384, 3368 9976 16384, 3363 9984 16384, 3355 9989 16384, 3348 9997 16384, 3340 10002 16384, 3332 10007 16384, 3327 10007 16384, 3324 10007 16384, 3322 10005 16384, 3322 10000 16384, 3322 9997 16384, 3324 9992 16384, 3324 9987 16384, 3327 9982 16384, 3330 9974 16384, 3332 9969 16384, 3335 9964 16384, 3335 9961 16384, 3335 9964 16384, 3335 9966 16384, 3337 9971 16384, 3340 9974 16384, 3342 9979 16384, 3348 9982 16384, 3350 9984 16384, 3355 9984 16384, 3358 9987 16384, 3363 9987 16384, 3366 9987 16384, 3371 9989 16384, 3376 9992 16384, 3381 10000 16384, 3384 10013 16384, 3389 10028 16384, 3392 10051 16384, 3392 10077 16384, 3392 10100 16384, 3386 10118 16384, 3384 10131 16384, 3379 10144 16384, 3371 10152 16384, 3366 10160 16384, 3363 10165 16384</inkml:trace>
  <inkml:trace contextRef="#ctx0" brushRef="#br0">3623 10022 16384, 3623 10020 16384, 3623 10018 16384, 3621 10018 16384, 3614 10022 16384, 3610 10028 16384, 3604 10037 16384, 3595 10050 16384, 3586 10067 16384, 3567 10109 16384, 3561 10127 16384, 3556 10144 16384, 3544 10186 16384, 3527 10257 16384, 3520 10308 16384, 3518 10366 16384, 3520 10452 16384, 3527 10509 16384, 3537 10565 16384, 3559 10627 16384, 3569 10663 16384, 3582 10689 16384, 3599 10710 16384, 3606 10719 16384</inkml:trace>
  <inkml:trace contextRef="#ctx0" brushRef="#br0">3857 10699 16384, 3861 10707 16384, 3873 10719 16384, 3889 10719 16384, 3917 10707 16384, 3945 10683 16384, 3973 10647 16384, 4013 10595 16384, 4041 10543 16384, 4077 10483 16384, 4113 10410 16384, 4137 10338 16384, 4169 10258 16384, 4193 10178 16384, 4213 10114 16384, 4225 10062 16384, 4229 10030 16384, 4229 10018 16384, 4225 10018 16384, 4213 10022 16384, 4197 10038 16384, 4185 10058 16384, 4169 10090 16384, 4157 10134 16384, 4145 10194 16384, 4133 10262 16384, 4125 10342 16384, 4125 10442 16384, 4133 10543 16384, 4145 10615 16384, 4165 10659 16384, 4193 10683 16384, 4217 10691 16384, 4245 10695 16384, 4273 10695 16384, 4293 10687 16384</inkml:trace>
  <inkml:trace contextRef="#ctx0" brushRef="#br0">3985 10262 16384, 3969 10270 16384, 3945 10274 16384, 3953 10274 16384, 3973 10266 16384, 3997 10258 16384, 4025 10250 16384, 4065 10242 16384, 4113 10234 16384, 4165 10230 16384, 4221 10226 16384, 4265 10222 16384, 4301 10218 16384</inkml:trace>
  <inkml:trace contextRef="#ctx0" brushRef="#br0">4570 10018 16384, 4572 10018 16384, 4572 10020 16384, 4575 10020 16384, 4577 10023 16384, 4592 10040 16384, 4602 10063 16384, 4612 10098 16384, 4620 10140 16384, 4627 10185 16384, 4640 10266 16384, 4642 10293 16384, 4645 10321 16384, 4647 10373 16384, 4647 10453 16384, 4645 10499 16384, 4637 10544 16384, 4630 10586 16384, 4622 10619 16384, 4612 10661 16384, 4602 10684 16384, 4592 10701 16384, 4587 10706 16384, 4572 10719 16384</inkml:trace>
  <inkml:trace contextRef="#ctx0" brushRef="#br0">5120 10284 16384, 5117 10284 16384, 5117 10286 16384, 5122 10289 16384, 5130 10289 16384, 5145 10292 16384, 5171 10292 16384, 5222 10289 16384, 5260 10284 16384, 5301 10281 16384, 5342 10279 16384, 5396 10279 16384, 5424 10284 16384, 5447 10289 16384, 5460 10294 16384</inkml:trace>
  <inkml:trace contextRef="#ctx0" brushRef="#br0">5127 10458 16384, 5125 10458 16384, 5127 10458 16384, 5133 10458 16384, 5150 10458 16384, 5202 10458 16384, 5219 10455 16384, 5258 10453 16384, 5276 10453 16384, 5317 10450 16384, 5355 10447 16384, 5393 10445 16384, 5429 10442 16384, 5455 10442 16384, 5475 10440 16384, 5493 10440 16384, 5503 10440 16384</inkml:trace>
  <inkml:trace contextRef="#ctx0" brushRef="#br0">5880 10366 16384, 5878 10366 16384, 5877 10367 16384, 5875 10367 16384, 5877 10369 16384, 5883 10372 16384, 5893 10374 16384, 5906 10376 16384, 5925 10376 16384, 5948 10372 16384, 5974 10369 16384, 6006 10364 16384, 6035 10361 16384, 6065 10361 16384, 6095 10361 16384, 6118 10361 16384, 6140 10362 16384, 6159 10364 16384, 6176 10366 16384, 6191 10367 16384, 6204 10367 16384, 6219 10366 16384, 6226 10364 16384</inkml:trace>
  <inkml:trace contextRef="#ctx0" brushRef="#br0">6668 10019 16384, 6664 10018 16384, 6647 10034 16384, 6601 10097 16384, 6538 10207 16384, 6482 10349 16384, 6445 10501 16384, 6449 10607 16384, 6488 10669 16384, 6538 10707 16384, 6597 10719 16384, 6655 10703 16384, 6710 10656 16384, 6746 10594 16384, 6750 10516 16384, 6723 10438 16384, 6674 10389 16384, 6613 10372 16384, 6544 10377 16384, 6490 10395 16384, 6463 10412 16384</inkml:trace>
  <inkml:trace contextRef="#ctx0" brushRef="#br0">7098 10699 16384, 7102 10707 16384, 7114 10719 16384, 7130 10719 16384, 7158 10707 16384, 7186 10683 16384, 7214 10647 16384, 7254 10595 16384, 7282 10543 16384, 7318 10483 16384, 7354 10410 16384, 7378 10338 16384, 7410 10258 16384, 7434 10178 16384, 7454 10114 16384, 7466 10062 16384, 7470 10030 16384, 7470 10018 16384, 7466 10018 16384, 7454 10022 16384, 7438 10038 16384, 7426 10058 16384, 7410 10090 16384, 7398 10134 16384, 7386 10194 16384, 7374 10262 16384, 7366 10342 16384, 7366 10442 16384, 7374 10543 16384, 7386 10615 16384, 7406 10659 16384, 7434 10683 16384, 7458 10691 16384, 7486 10695 16384, 7514 10695 16384, 7534 10687 16384</inkml:trace>
  <inkml:trace contextRef="#ctx0" brushRef="#br0">7226 10262 16384, 7210 10270 16384, 7186 10274 16384, 7194 10274 16384, 7214 10266 16384, 7238 10258 16384, 7266 10250 16384, 7306 10242 16384, 7354 10234 16384, 7406 10230 16384, 7462 10226 16384, 7506 10222 16384, 7542 10218 16384</inkml:trace>
  <inkml:trace contextRef="#ctx0" brushRef="#br0">7691 10008 16384, 7689 10005 16384, 7684 9999 16384, 7680 9988 16384, 7681 9971 16384, 7690 9956 16384, 7705 9944 16384, 7725 9940 16384, 7743 9950 16384, 7757 9976 16384, 7763 10019 16384, 7759 10066 16384, 7747 10096 16384, 7729 10120 16384, 7718 10131 16384, 7709 10140 16384, 7695 10151 16384, 7689 10153 16384, 7694 10152 16384, 7708 10151 16384, 7730 10154 16384, 7756 10158 16384, 7780 10163 16384, 7798 10165 16384, 7812 10164 16384, 7816 10163 16384</inkml:trace>
  <inkml:trace contextRef="#ctx0" brushRef="#br0">8193 10362 16384, 8188 10362 16384, 8190 10362 16384, 8194 10362 16384, 8201 10360 16384, 8209 10360 16384, 8217 10359 16384, 8228 10359 16384, 8243 10358 16384, 8260 10356 16384, 8281 10356 16384, 8300 10355 16384, 8322 10355 16384, 8346 10354 16384, 8367 10354 16384, 8389 10355 16384, 8414 10356 16384, 8436 10359 16384, 8460 10360 16384, 8483 10362 16384, 8503 10363 16384, 8523 10363 16384, 8538 10363 16384, 8550 10363 16384, 8558 10364 16384, 8564 10364 16384, 8570 10364 16384, 8572 10364 16384, 8574 10362 16384</inkml:trace>
  <inkml:trace contextRef="#ctx0" brushRef="#br0">8388 10201 16384, 8388 10202 16384, 8387 10203 16384, 8387 10206 16384, 8387 10211 16384, 8387 10219 16384, 8388 10230 16384, 8389 10244 16384, 8391 10261 16384, 8391 10282 16384, 8392 10305 16384, 8391 10332 16384, 8389 10356 16384, 8387 10383 16384, 8384 10410 16384, 8383 10434 16384, 8383 10456 16384, 8383 10477 16384, 8383 10493 16384, 8383 10507 16384, 8384 10519 16384, 8385 10528 16384, 8387 10533 16384, 8388 10536 16384</inkml:trace>
  <inkml:trace contextRef="#ctx0" brushRef="#br0">9330 10018 16384, 9326 10019 16384, 9329 10054 16384, 9327 10164 16384, 9307 10337 16384, 9284 10498 16384, 9268 10611 16384, 9262 10687 16384, 9275 10719 16384</inkml:trace>
  <inkml:trace contextRef="#ctx0" brushRef="#br0">10143 10121 16384, 10138 10091 16384, 10112 10057 16384, 10069 10023 16384, 10015 10018 16384, 9951 10040 16384, 9894 10080 16384, 9869 10131 16384, 9865 10198 16384, 9891 10281 16384, 9946 10361 16384, 10025 10446 16384, 10098 10515 16384, 10148 10570 16384, 10172 10623 16384, 10164 10665 16384, 10130 10700 16384, 10081 10716 16384, 10014 10719 16384, 9957 10708 16384, 9924 10674 16384, 9917 10606 16384, 9934 10538 16384, 9968 10481 16384, 10014 10419 16384, 10065 10339 16384, 10113 10248 16384, 10141 10184 16384, 10143 10166 16384, 10130 10151 16384, 10110 10132 16384, 10099 10114 16384, 10092 10102 16384</inkml:trace>
  <inkml:trace contextRef="#ctx0" brushRef="#br0">10519 10699 16384, 10523 10707 16384, 10535 10719 16384, 10551 10719 16384, 10579 10707 16384, 10607 10683 16384, 10635 10647 16384, 10675 10595 16384, 10703 10543 16384, 10739 10483 16384, 10775 10410 16384, 10799 10338 16384, 10831 10258 16384, 10856 10178 16384, 10876 10114 16384, 10888 10062 16384, 10892 10030 16384, 10892 10018 16384, 10888 10018 16384, 10876 10022 16384, 10860 10038 16384, 10848 10058 16384, 10831 10090 16384, 10819 10134 16384, 10807 10194 16384, 10795 10262 16384, 10787 10342 16384, 10787 10442 16384, 10795 10543 16384, 10807 10615 16384, 10827 10659 16384, 10856 10683 16384, 10880 10691 16384, 10908 10695 16384, 10936 10695 16384, 10956 10687 16384</inkml:trace>
  <inkml:trace contextRef="#ctx0" brushRef="#br0">10647 10262 16384, 10631 10270 16384, 10607 10274 16384, 10615 10274 16384, 10635 10266 16384, 10659 10258 16384, 10687 10250 16384, 10727 10242 16384, 10775 10234 16384, 10827 10230 16384, 10884 10226 16384, 10928 10222 16384, 10964 10218 16384</inkml:trace>
  <inkml:trace contextRef="#ctx0" brushRef="#br0">11466 10284 16384, 11464 10284 16384, 11464 10286 16384, 11469 10289 16384, 11477 10289 16384, 11492 10292 16384, 11518 10292 16384, 11569 10289 16384, 11607 10284 16384, 11648 10281 16384, 11689 10279 16384, 11742 10279 16384, 11770 10284 16384, 11793 10289 16384, 11806 10294 16384</inkml:trace>
  <inkml:trace contextRef="#ctx0" brushRef="#br0">11474 10458 16384, 11472 10458 16384, 11474 10458 16384, 11479 10458 16384, 11497 10458 16384, 11548 10458 16384, 11566 10455 16384, 11604 10453 16384, 11622 10453 16384, 11663 10450 16384, 11701 10447 16384, 11740 10445 16384, 11776 10442 16384, 11801 10442 16384, 11822 10440 16384, 11839 10440 16384, 11850 10440 16384</inkml:trace>
  <inkml:trace contextRef="#ctx0" brushRef="#br0">12226 10366 16384, 12225 10366 16384, 12223 10367 16384, 12222 10367 16384, 12223 10369 16384, 12230 10372 16384, 12240 10374 16384, 12253 10376 16384, 12271 10376 16384, 12294 10372 16384, 12321 10369 16384, 12352 10364 16384, 12382 10361 16384, 12412 10361 16384, 12442 10361 16384, 12465 10361 16384, 12486 10362 16384, 12506 10364 16384, 12523 10366 16384, 12538 10367 16384, 12551 10367 16384, 12566 10366 16384, 12572 10364 16384</inkml:trace>
  <inkml:trace contextRef="#ctx0" brushRef="#br0">13015 10019 16384, 13011 10018 16384, 12993 10034 16384, 12947 10097 16384, 12884 10207 16384, 12829 10349 16384, 12791 10501 16384, 12795 10607 16384, 12834 10669 16384, 12884 10707 16384, 12943 10719 16384, 13001 10703 16384, 13056 10656 16384, 13093 10594 16384, 13097 10516 16384, 13070 10438 16384, 13020 10389 16384, 12960 10372 16384, 12891 10377 16384, 12837 10395 16384, 12810 10412 16384</inkml:trace>
  <inkml:trace contextRef="#ctx0" brushRef="#br0">13444 10699 16384, 13448 10707 16384, 13460 10719 16384, 13476 10719 16384, 13504 10707 16384, 13532 10683 16384, 13560 10647 16384, 13600 10595 16384, 13629 10543 16384, 13665 10483 16384, 13701 10410 16384, 13725 10338 16384, 13757 10258 16384, 13781 10178 16384, 13801 10114 16384, 13813 10062 16384, 13817 10030 16384, 13817 10018 16384, 13813 10018 16384, 13801 10022 16384, 13785 10038 16384, 13773 10058 16384, 13757 10090 16384, 13745 10134 16384, 13733 10194 16384, 13721 10262 16384, 13713 10342 16384, 13713 10442 16384, 13721 10543 16384, 13733 10615 16384, 13753 10659 16384, 13781 10683 16384, 13805 10691 16384, 13833 10695 16384, 13861 10695 16384, 13881 10687 16384</inkml:trace>
  <inkml:trace contextRef="#ctx0" brushRef="#br0">13572 10262 16384, 13556 10270 16384, 13532 10274 16384, 13540 10274 16384, 13560 10266 16384, 13584 10258 16384, 13613 10250 16384, 13653 10242 16384, 13701 10234 16384, 13753 10230 16384, 13809 10226 16384, 13853 10222 16384, 13889 10218 16384</inkml:trace>
  <inkml:trace contextRef="#ctx0" brushRef="#br0">14249 10022 16384, 14249 10020 16384, 14249 10018 16384, 14247 10018 16384, 14240 10022 16384, 14236 10028 16384, 14229 10037 16384, 14221 10050 16384, 14212 10067 16384, 14193 10109 16384, 14187 10127 16384, 14182 10144 16384, 14170 10186 16384, 14152 10257 16384, 14146 10308 16384, 14144 10366 16384, 14146 10452 16384, 14152 10509 16384, 14163 10565 16384, 14185 10627 16384, 14195 10663 16384, 14208 10689 16384, 14225 10710 16384, 14232 10719 16384</inkml:trace>
  <inkml:trace contextRef="#ctx0" brushRef="#br0">14482 10699 16384, 14486 10707 16384, 14498 10719 16384, 14514 10719 16384, 14543 10707 16384, 14571 10683 16384, 14599 10647 16384, 14639 10595 16384, 14667 10543 16384, 14703 10483 16384, 14739 10410 16384, 14763 10338 16384, 14795 10258 16384, 14819 10178 16384, 14839 10114 16384, 14851 10062 16384, 14855 10030 16384, 14855 10018 16384, 14851 10018 16384, 14839 10022 16384, 14823 10038 16384, 14811 10058 16384, 14795 10090 16384, 14783 10134 16384, 14771 10194 16384, 14759 10262 16384, 14751 10342 16384, 14751 10442 16384, 14759 10543 16384, 14771 10615 16384, 14791 10659 16384, 14819 10683 16384, 14843 10691 16384, 14871 10695 16384, 14899 10695 16384, 14919 10687 16384</inkml:trace>
  <inkml:trace contextRef="#ctx0" brushRef="#br0">14611 10262 16384, 14595 10270 16384, 14571 10274 16384, 14579 10274 16384, 14599 10266 16384, 14623 10258 16384, 14651 10250 16384, 14691 10242 16384, 14739 10234 16384, 14791 10230 16384, 14847 10226 16384, 14891 10222 16384, 14927 10218 16384</inkml:trace>
  <inkml:trace contextRef="#ctx0" brushRef="#br0">15432 10366 16384, 15431 10366 16384, 15429 10367 16384, 15427 10367 16384, 15429 10369 16384, 15436 10372 16384, 15446 10374 16384, 15459 10376 16384, 15477 10376 16384, 15500 10372 16384, 15527 10369 16384, 15558 10364 16384, 15588 10361 16384, 15618 10361 16384, 15647 10361 16384, 15671 10361 16384, 15692 10362 16384, 15712 10364 16384, 15729 10366 16384, 15743 10367 16384, 15757 10367 16384, 15772 10366 16384, 15778 10364 16384</inkml:trace>
  <inkml:trace contextRef="#ctx0" brushRef="#br0">16337 10166 16384, 16316 10122 16384, 16319 10089 16384, 16347 10055 16384, 16404 10025 16384, 16480 10018 16384, 16560 10051 16384, 16615 10125 16384, 16619 10218 16384, 16577 10312 16384, 16505 10396 16384, 16439 10444 16384, 16405 10456 16384, 16393 10446 16384, 16396 10429 16384, 16428 10412 16384, 16492 10402 16384, 16575 10409 16384, 16653 10453 16384, 16691 10520 16384, 16688 10579 16384, 16653 10629 16384, 16590 10677 16384, 16513 10708 16384, 16425 10719 16384, 16344 10702 16384, 16311 10680 16384</inkml:trace>
  <inkml:trace contextRef="#ctx0" brushRef="#br0">16992 10018 16384, 16994 10018 16384, 16994 10020 16384, 16997 10020 16384, 16999 10023 16384, 17014 10040 16384, 17024 10063 16384, 17034 10098 16384, 17042 10140 16384, 17049 10185 16384, 17062 10266 16384, 17064 10293 16384, 17067 10321 16384, 17069 10373 16384, 17069 10453 16384, 17067 10499 16384, 17059 10544 16384, 17052 10586 16384, 17044 10619 16384, 17034 10661 16384, 17024 10684 16384, 17014 10701 16384, 17009 10706 16384, 16994 10719 16384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11519 16384, 2140 11528 16384, 2158 11554 16384, 2167 11580 16384, 2167 11589 16384, 2167 11606 16384, 2158 11624 16384, 2140 11642 16384, 2114 11650 16384, 2096 11650 16384, 2070 11650 16384, 2044 11650 16384, 2026 11642 16384, 2018 11624 16384, 2018 11606 16384, 2018 11563 16384, 2035 11536 16384, 2053 11510 16384, 2079 11492 16384, 2105 11484 16384, 2123 11475 16384, 2149 11475 16384, 2175 11475 16384, 2184 11475 16384, 2202 11492 16384, 2210 11501 16384, 2210 11528 16384, 2202 11536 16384, 2184 11554 16384, 2167 11571 16384, 2140 11580 16384, 2105 11598 16384, 2070 11606 16384, 2035 11606 16384, 2009 11598 16384, 2000 11589 16384, 2000 11571 16384, 2000 11554 16384, 2018 11536 16384, 2026 11528 16384, 2044 11510 16384, 2079 11501 16384, 2105 11492 16384, 2123 11492 16384, 2149 11492 16384, 2167 11492 16384, 2184 11519 16384, 2193 11545 16384, 2193 11563 16384, 2193 11580 16384, 2184 11598 16384, 2167 11615 16384, 2158 11624 16384, 2149 11624 16384, 2140 11624 16384, 2132 11615 16384, 2132 11606 16384, 2132 11589 16384, 2132 11580 16384, 2132 11571 16384, 2140 11554 16384, 2149 11545 16384, 2158 11536 16384, 2167 11536 16384, 2167 11545 16384, 2158 11563 16384, 2158 11571 16384, 2149 11571 16384, 2140 11580 16384, 2132 11589 16384, 2123 11589 16384, 2114 11589 16384, 2114 11580 16384, 2123 11563 16384, 2140 11545 16384, 2149 11536 16384, 2158 11528 16384, 2149 11545 16384, 2123 11563 16384, 2096 11580 16384, 2070 11589 16384, 2044 11606 16384, 2035 11606 16384, 2044 11598 16384, 2070 11580 16384, 2079 11571 16384, 2105 11554 16384, 2123 11536 16384, 2158 11510 16384, 2167 11492 16384, 2167 11484 16384, 2158 11484 16384, 2140 11501 16384, 2123 11519 16384, 2105 11536 16384, 2096 11554 16384, 2088 11563 16384</inkml:trace>
  <inkml:trace contextRef="#ctx0" brushRef="#br0">2992 11399 16384, 2992 11366 16384, 2992 11353 16384, 2989 11334 16384, 2983 11308 16384, 2970 11273 16384, 2951 11247 16384, 2931 11225 16384, 2909 11212 16384, 2883 11215 16384, 2860 11228 16384, 2835 11250 16384, 2806 11283 16384, 2783 11321 16384, 2761 11363 16384, 2751 11402 16384, 2754 11434 16384, 2767 11466 16384, 2783 11485 16384, 2803 11501 16384, 2825 11511 16384, 2851 11518 16384, 2880 11518 16384, 2909 11511 16384, 2938 11495 16384, 2960 11473 16384, 2986 11440 16384, 3005 11408 16384, 3018 11373 16384, 3025 11337 16384, 3028 11308 16384, 3028 11286 16384, 3028 11276 16384, 3025 11276 16384, 3021 11279 16384, 3015 11292 16384, 3012 11315 16384, 3005 11347 16384, 2999 11389 16384, 2992 11444 16384, 2986 11514 16384, 2973 11601 16384, 2960 11685 16384, 2947 11759 16384, 2931 11820 16384, 2918 11862 16384, 2902 11891 16384, 2883 11907 16384, 2867 11913 16384, 2841 11913 16384, 2812 11907 16384, 2783 11891 16384, 2751 11875 16384, 2725 11846 16384, 2709 11817 16384, 2696 11785 16384, 2693 11762 16384, 2700 11746 16384, 2716 11733 16384, 2735 11724 16384, 2764 11707 16384, 2803 11691 16384, 2844 11678 16384, 2893 11669 16384, 2944 11666 16384, 2992 11666 16384, 3031 11669 16384, 3066 11672 16384, 3089 11675 16384, 3105 11678 16384, 3121 11682 16384, 3131 11682 16384</inkml:trace>
  <inkml:trace contextRef="#ctx0" brushRef="#br0">3317 11163 16384, 3314 11155 16384, 3312 11155 16384, 3312 11150 16384, 3314 11148 16384, 3319 11148 16384, 3327 11145 16384, 3332 11148 16384, 3337 11150 16384, 3342 11155 16384, 3345 11161 16384, 3345 11166 16384, 3342 11171 16384, 3337 11179 16384, 3330 11184 16384, 3319 11189 16384, 3309 11191 16384, 3299 11191 16384, 3291 11191 16384, 3288 11189 16384, 3288 11184 16384, 3288 11179 16384, 3291 11173 16384, 3299 11166 16384, 3306 11161 16384, 3317 11155 16384, 3327 11150 16384, 3337 11148 16384, 3348 11148 16384, 3355 11148 16384, 3361 11150 16384, 3361 11153 16384, 3358 11158 16384, 3353 11163 16384, 3348 11171 16384, 3337 11179 16384, 3324 11184 16384, 3314 11191 16384, 3304 11194 16384, 3296 11197 16384, 3293 11197 16384, 3293 11194 16384, 3296 11189 16384, 3301 11184 16384, 3306 11176 16384, 3317 11168 16384, 3324 11161 16384, 3335 11153 16384, 3348 11145 16384, 3358 11140 16384, 3366 11137 16384, 3371 11135 16384, 3373 11137 16384, 3373 11142 16384, 3371 11150 16384, 3366 11158 16384, 3358 11163 16384, 3350 11171 16384, 3345 11179 16384, 3337 11184 16384, 3330 11189 16384, 3324 11191 16384, 3319 11191 16384, 3317 11191 16384, 3317 11189 16384, 3317 11186 16384, 3322 11184 16384, 3324 11181 16384, 3332 11176 16384, 3337 11173 16384, 3345 11171 16384, 3350 11168 16384, 3358 11166 16384, 3361 11163 16384, 3363 11163 16384, 3363 11166 16384, 3361 11171 16384, 3355 11176 16384, 3350 11181 16384, 3342 11186 16384, 3337 11191 16384, 3332 11194 16384, 3330 11194 16384, 3327 11194 16384, 3330 11191 16384, 3332 11189 16384, 3335 11184 16384, 3337 11181 16384, 3342 11179 16384, 3345 11179 16384, 3350 11176 16384, 3353 11176 16384, 3355 11179 16384, 3358 11184 16384, 3358 11191 16384, 3355 11197 16384, 3353 11202 16384, 3350 11207 16384, 3345 11210 16384, 3340 11210 16384, 3335 11210 16384, 3330 11210 16384, 3327 11207 16384, 3322 11202 16384, 3322 11199 16384, 3322 11194 16384, 3324 11189 16384, 3327 11184 16384, 3332 11179 16384, 3340 11173 16384, 3348 11168 16384, 3353 11166 16384, 3363 11166 16384, 3371 11166 16384, 3379 11166 16384, 3381 11168 16384, 3384 11171 16384, 3379 11176 16384, 3371 11184 16384, 3363 11191 16384, 3353 11199 16384, 3342 11210 16384, 3332 11217 16384, 3322 11222 16384, 3317 11222 16384, 3317 11217 16384, 3319 11212 16384, 3322 11204 16384, 3327 11197 16384, 3332 11186 16384, 3340 11176 16384, 3348 11163 16384, 3355 11150 16384, 3366 11142 16384, 3373 11137 16384, 3379 11135 16384, 3384 11137 16384, 3384 11142 16384, 3384 11148 16384, 3381 11155 16384, 3376 11163 16384, 3368 11171 16384, 3363 11179 16384, 3355 11184 16384, 3348 11191 16384, 3340 11197 16384, 3332 11202 16384, 3327 11202 16384, 3324 11202 16384, 3322 11199 16384, 3322 11194 16384, 3322 11191 16384, 3324 11186 16384, 3324 11181 16384, 3327 11176 16384, 3330 11168 16384, 3332 11163 16384, 3335 11158 16384, 3335 11155 16384, 3335 11158 16384, 3335 11161 16384, 3337 11166 16384, 3340 11168 16384, 3342 11173 16384, 3348 11176 16384, 3350 11179 16384, 3355 11179 16384, 3358 11181 16384, 3363 11181 16384, 3366 11181 16384, 3371 11184 16384, 3376 11186 16384, 3381 11194 16384, 3384 11207 16384, 3389 11222 16384, 3392 11246 16384, 3392 11271 16384, 3392 11295 16384, 3386 11313 16384, 3384 11326 16384, 3379 11339 16384, 3371 11346 16384, 3366 11354 16384, 3363 11359 16384</inkml:trace>
  <inkml:trace contextRef="#ctx0" brushRef="#br0">3623 11216 16384, 3623 11214 16384, 3623 11212 16384, 3621 11212 16384, 3614 11216 16384, 3610 11223 16384, 3604 11231 16384, 3595 11244 16384, 3586 11261 16384, 3567 11304 16384, 3561 11321 16384, 3556 11338 16384, 3544 11381 16384, 3527 11451 16384, 3520 11503 16384, 3518 11560 16384, 3520 11646 16384, 3527 11704 16384, 3537 11759 16384, 3559 11821 16384, 3569 11858 16384, 3582 11883 16384, 3599 11905 16384, 3606 11913 16384</inkml:trace>
  <inkml:trace contextRef="#ctx0" brushRef="#br0">3857 11893 16384, 3861 11901 16384, 3873 11913 16384, 3889 11913 16384, 3917 11901 16384, 3945 11877 16384, 3973 11841 16384, 4013 11789 16384, 4041 11737 16384, 4077 11677 16384, 4113 11605 16384, 4137 11533 16384, 4169 11452 16384, 4193 11372 16384, 4213 11308 16384, 4225 11256 16384, 4229 11224 16384, 4229 11212 16384, 4225 11212 16384, 4213 11216 16384, 4197 11232 16384, 4185 11252 16384, 4169 11284 16384, 4157 11328 16384, 4145 11388 16384, 4133 11456 16384, 4125 11537 16384, 4125 11637 16384, 4133 11737 16384, 4145 11809 16384, 4165 11853 16384, 4193 11877 16384, 4217 11885 16384, 4245 11889 16384, 4273 11889 16384, 4293 11881 16384</inkml:trace>
  <inkml:trace contextRef="#ctx0" brushRef="#br0">3985 11456 16384, 3969 11464 16384, 3945 11468 16384, 3953 11468 16384, 3973 11460 16384, 3997 11452 16384, 4025 11444 16384, 4065 11436 16384, 4113 11428 16384, 4165 11424 16384, 4221 11420 16384, 4265 11416 16384, 4301 11412 16384</inkml:trace>
  <inkml:trace contextRef="#ctx0" brushRef="#br0">4570 11212 16384, 4572 11212 16384, 4572 11214 16384, 4575 11214 16384, 4577 11217 16384, 4592 11234 16384, 4602 11257 16384, 4612 11292 16384, 4620 11335 16384, 4627 11380 16384, 4640 11460 16384, 4642 11487 16384, 4645 11515 16384, 4647 11568 16384, 4647 11648 16384, 4645 11693 16384, 4637 11738 16384, 4630 11781 16384, 4622 11813 16384, 4612 11856 16384, 4602 11878 16384, 4592 11896 16384, 4587 11901 16384, 4572 11913 16384</inkml:trace>
  <inkml:trace contextRef="#ctx0" brushRef="#br0">5120 11478 16384, 5117 11478 16384, 5117 11481 16384, 5122 11483 16384, 5130 11483 16384, 5145 11486 16384, 5171 11486 16384, 5222 11483 16384, 5260 11478 16384, 5301 11476 16384, 5342 11473 16384, 5396 11473 16384, 5424 11478 16384, 5447 11483 16384, 5460 11489 16384</inkml:trace>
  <inkml:trace contextRef="#ctx0" brushRef="#br0">5127 11652 16384, 5125 11652 16384, 5127 11652 16384, 5133 11652 16384, 5150 11652 16384, 5202 11652 16384, 5219 11650 16384, 5258 11647 16384, 5276 11647 16384, 5317 11644 16384, 5355 11642 16384, 5393 11639 16384, 5429 11637 16384, 5455 11637 16384, 5475 11634 16384, 5493 11634 16384, 5503 11634 16384</inkml:trace>
  <inkml:trace contextRef="#ctx0" brushRef="#br0">6197 11231 16384, 6190 11217 16384, 6178 11217 16384, 6157 11241 16384, 6123 11299 16384, 6084 11400 16384, 6058 11538 16384, 6052 11703 16384, 6074 11809 16384, 6122 11876 16384, 6186 11910 16384, 6248 11913 16384, 6309 11874 16384, 6360 11794 16384, 6391 11674 16384, 6400 11543 16384, 6378 11451 16384, 6333 11384 16384, 6279 11328 16384, 6221 11261 16384, 6181 11215 16384, 6166 11212 16384, 6164 11237 16384</inkml:trace>
  <inkml:trace contextRef="#ctx0" brushRef="#br0">7310 11259 16384, 7316 11270 16384, 7329 11352 16384, 7319 11499 16384, 7273 11632 16384, 7200 11755 16384, 7131 11828 16384, 7079 11841 16384, 7028 11818 16384, 6982 11745 16384, 6948 11615 16384, 6969 11441 16384, 7066 11320 16384, 7185 11259 16384, 7333 11212 16384, 7486 11217 16384, 7599 11314 16384, 7644 11509 16384, 7642 11729 16384, 7633 11842 16384, 7622 11900 16384, 7616 11913 16384</inkml:trace>
  <inkml:trace contextRef="#ctx0" brushRef="#br0">8121 11243 16384, 8130 11244 16384, 8177 11275 16384, 8245 11343 16384, 8303 11402 16384, 8348 11451 16384, 8388 11485 16384, 8395 11490 16384</inkml:trace>
  <inkml:trace contextRef="#ctx0" brushRef="#br0">8626 11293 16384, 8620 11293 16384, 8583 11311 16384, 8526 11366 16384, 8436 11458 16384, 8361 11554 16384, 8311 11654 16384, 8295 11734 16384, 8314 11787 16384, 8362 11832 16384, 8430 11866 16384, 8504 11878 16384, 8592 11882 16384, 8682 11875 16384, 8762 11860 16384, 8823 11844 16384</inkml:trace>
  <inkml:trace contextRef="#ctx0" brushRef="#br0">8953 11328 16384, 8950 11328 16384, 8953 11327 16384, 8988 11321 16384, 9067 11307 16384, 9164 11283 16384, 9248 11262 16384, 9324 11248 16384, 9378 11240 16384, 9406 11236 16384</inkml:trace>
  <inkml:trace contextRef="#ctx0" brushRef="#br0">8949 11536 16384, 8966 11532 16384, 9037 11519 16384, 9138 11485 16384, 9245 11445 16384, 9345 11420 16384, 9415 11410 16384, 9447 11405 16384, 9453 11405 16384</inkml:trace>
  <inkml:trace contextRef="#ctx0" brushRef="#br0">9105 11212 16384, 9133 11227 16384, 9199 11281 16384, 9251 11349 16384, 9290 11422 16384, 9312 11492 16384, 9321 11547 16384, 9322 11591 16384, 9311 11619 16384, 9291 11636 16384, 9260 11638 16384</inkml:trace>
  <inkml:trace contextRef="#ctx0" brushRef="#br0">9022 11758 16384, 9015 11766 16384, 9025 11800 16384, 9082 11845 16384, 9154 11877 16384, 9225 11901 16384, 9288 11912 16384, 9343 11913 16384, 9395 11911 16384</inkml:trace>
  <inkml:trace contextRef="#ctx0" brushRef="#br0">10058 11893 16384, 10062 11901 16384, 10074 11913 16384, 10090 11913 16384, 10118 11901 16384, 10146 11877 16384, 10174 11841 16384, 10214 11789 16384, 10242 11737 16384, 10278 11677 16384, 10314 11605 16384, 10339 11533 16384, 10371 11452 16384, 10395 11372 16384, 10415 11308 16384, 10427 11256 16384, 10431 11224 16384, 10431 11212 16384, 10427 11212 16384, 10415 11216 16384, 10399 11232 16384, 10387 11252 16384, 10371 11284 16384, 10359 11328 16384, 10347 11388 16384, 10335 11456 16384, 10327 11537 16384, 10327 11637 16384, 10335 11737 16384, 10347 11809 16384, 10367 11853 16384, 10395 11877 16384, 10419 11885 16384, 10447 11889 16384, 10475 11889 16384, 10495 11881 16384</inkml:trace>
  <inkml:trace contextRef="#ctx0" brushRef="#br0">10186 11456 16384, 10170 11464 16384, 10146 11468 16384, 10154 11468 16384, 10174 11460 16384, 10198 11452 16384, 10226 11444 16384, 10266 11436 16384, 10314 11428 16384, 10367 11424 16384, 10423 11420 16384, 10467 11416 16384, 10503 11412 16384</inkml:trace>
  <inkml:trace contextRef="#ctx0" brushRef="#br0">11006 11478 16384, 11003 11478 16384, 11003 11481 16384, 11008 11483 16384, 11016 11483 16384, 11031 11486 16384, 11057 11486 16384, 11108 11483 16384, 11146 11478 16384, 11187 11476 16384, 11228 11473 16384, 11282 11473 16384, 11310 11478 16384, 11333 11483 16384, 11345 11489 16384</inkml:trace>
  <inkml:trace contextRef="#ctx0" brushRef="#br0">11013 11652 16384, 11011 11652 16384, 11013 11652 16384, 11018 11652 16384, 11036 11652 16384, 11087 11652 16384, 11105 11650 16384, 11144 11647 16384, 11161 11647 16384, 11202 11644 16384, 11241 11642 16384, 11279 11639 16384, 11315 11637 16384, 11340 11637 16384, 11361 11634 16384, 11379 11634 16384, 11389 11634 16384</inkml:trace>
  <inkml:trace contextRef="#ctx0" brushRef="#br0">12082 11231 16384, 12076 11217 16384, 12064 11217 16384, 12043 11241 16384, 12009 11299 16384, 11970 11400 16384, 11944 11538 16384, 11937 11703 16384, 11959 11809 16384, 12007 11876 16384, 12072 11910 16384, 12134 11913 16384, 12195 11874 16384, 12246 11794 16384, 12277 11674 16384, 12285 11543 16384, 12263 11451 16384, 12219 11384 16384, 12164 11328 16384, 12106 11261 16384, 12067 11215 16384, 12052 11212 16384, 12050 11237 16384</inkml:trace>
  <inkml:trace contextRef="#ctx0" brushRef="#br0">12547 11738 16384, 12547 11741 16384, 12547 11757 16384, 12556 11774 16384, 12564 11796 16384, 12572 11819 16384, 12581 11838 16384, 12586 11858 16384, 12589 11880 16384, 12592 11894 16384, 12592 11908 16384, 12595 11913 16384</inkml:trace>
  <inkml:trace contextRef="#ctx0" brushRef="#br0">12866 11361 16384, 12845 11317 16384, 12848 11283 16384, 12877 11250 16384, 12933 11219 16384, 13009 11212 16384, 13090 11245 16384, 13144 11320 16384, 13149 11412 16384, 13106 11506 16384, 13035 11590 16384, 12968 11639 16384, 12935 11651 16384, 12923 11640 16384, 12926 11623 16384, 12957 11607 16384, 13021 11596 16384, 13105 11604 16384, 13182 11648 16384, 13220 11714 16384, 13217 11774 16384, 13182 11824 16384, 13120 11871 16384, 13043 11903 16384, 12954 11913 16384, 12874 11897 16384, 12841 11874 16384</inkml:trace>
  <inkml:trace contextRef="#ctx0" brushRef="#br0">13995 11423 16384, 13988 11409 16384, 13991 11409 16384, 14027 11411 16384, 14100 11411 16384, 14186 11408 16384, 14261 11405 16384, 14308 11405 16384, 14324 11411 16384</inkml:trace>
  <inkml:trace contextRef="#ctx0" brushRef="#br0">14019 11215 16384, 14010 11212 16384, 14019 11221 16384, 14037 11259 16384, 14041 11356 16384, 14024 11530 16384, 13995 11688 16384, 13960 11801 16384, 13924 11876 16384, 13893 11912 16384, 13856 11913 16384, 13813 11882 16384, 13772 11818 16384, 13753 11767 16384, 13766 11755 16384, 13805 11740 16384, 13877 11732 16384, 13979 11757 16384, 14096 11810 16384, 14186 11858 16384, 14241 11887 16384, 14269 11901 16384, 14284 11905 16384</inkml:trace>
  <inkml:trace contextRef="#ctx0" brushRef="#br0">14490 11212 16384, 14490 11216 16384, 14484 11267 16384, 14466 11362 16384, 14450 11458 16384, 14453 11538 16384, 14472 11582 16384, 14502 11597 16384, 14537 11597 16384, 14580 11561 16384</inkml:trace>
  <inkml:trace contextRef="#ctx0" brushRef="#br0">14822 11223 16384, 14828 11250 16384, 14848 11308 16384, 14866 11382 16384, 14868 11497 16384, 14848 11632 16384, 14816 11751 16384, 14778 11843 16384, 14751 11895 16384, 14738 11913 16384</inkml:trace>
  <inkml:trace contextRef="#ctx0" brushRef="#br0">14994 11668 16384, 14998 11672 16384, 15003 11677 16384, 15012 11690 16384, 15034 11717 16384, 15061 11748 16384, 15083 11788 16384, 15106 11824 16384, 15123 11851 16384, 15146 11873 16384, 15164 11891 16384, 15177 11900 16384, 15186 11904 16384, 15195 11913 16384, 15199 11913 16384</inkml:trace>
  <inkml:trace contextRef="#ctx0" brushRef="#br0">15346 11214 16384, 15336 11217 16384, 15326 11220 16384, 15341 11222 16384, 15374 11230 16384, 15397 11237 16384, 15443 11253 16384, 15464 11261 16384, 15482 11266 16384, 15551 11276 16384, 15602 11281 16384, 15651 11284 16384, 15725 11289 16384, 15766 11289 16384, 15799 11294 16384, 15812 11299 16384, 15809 11304 16384, 15804 11309 16384, 15797 11314 16384, 15776 11325 16384, 15728 11342 16384, 15687 11355 16384, 15643 11373 16384, 15592 11391 16384, 15538 11412 16384, 15464 11447 16384, 15418 11470 16384, 15390 11491 16384, 15354 11511 16384, 15344 11522 16384, 15341 11534 16384, 15349 11540 16384, 15369 11545 16384, 15413 11545 16384, 15448 11545 16384, 15469 11542 16384, 15489 11540 16384, 15564 11527 16384, 15615 11517 16384, 15661 11509 16384, 15694 11501 16384, 15728 11499 16384, 15733 11499 16384, 15738 11499 16384, 15728 11504 16384, 15710 11514 16384, 15681 11529 16384, 15651 11552 16384, 15615 11578 16384, 15566 11627 16384, 15538 11665 16384, 15528 11683 16384, 15520 11701 16384, 15507 11757 16384, 15507 11790 16384, 15512 11821 16384, 15538 11862 16384, 15559 11880 16384, 15582 11898 16384, 15600 11903 16384, 15612 11908 16384, 15641 11913 16384, 15692 11911 16384, 15722 11895 16384, 15751 11875 16384</inkml:trace>
  <inkml:trace contextRef="#ctx0" brushRef="#br0">15856 11217 16384, 15853 11214 16384, 15856 11217 16384, 15861 11222 16384, 15863 11232 16384, 15866 11237 16384, 15868 11253 16384, 15873 11281 16384, 15876 11299 16384, 15884 11327 16384, 15884 11332 16384, 15886 11340 16384, 15891 11353 16384, 15894 11358 16384</inkml:trace>
  <inkml:trace contextRef="#ctx0" brushRef="#br0">15950 11212 16384, 15948 11212 16384, 15948 11214 16384, 15950 11222 16384, 15955 11237 16384, 15971 11276 16384, 15973 11289 16384, 15978 11304 16384, 15989 11348 16384, 15994 11365 16384, 15999 11378 16384, 16007 11391 16384</inkml:trace>
  <inkml:trace contextRef="#ctx0" brushRef="#br0">16284 11212 16384, 16306 11221 16384, 16363 11238 16384, 16418 11251 16384, 16457 11267 16384, 16475 11286 16384</inkml:trace>
  <inkml:trace contextRef="#ctx0" brushRef="#br0">16141 11551 16384, 16133 11551 16384, 16140 11546 16384, 16183 11519 16384, 16257 11473 16384, 16341 11429 16384, 16424 11408 16384, 16498 11411 16384, 16555 11447 16384, 16587 11519 16384, 16592 11630 16384, 16574 11723 16384, 16530 11797 16384, 16479 11862 16384, 16438 11903 16384, 16421 11913 16384</inkml:trace>
  <inkml:trace contextRef="#ctx0" brushRef="#br0">16790 11234 16384, 16788 11223 16384, 16788 11220 16384, 16785 11220 16384, 16785 11217 16384, 16785 11220 16384, 16785 11226 16384, 16779 11237 16384, 16774 11256 16384, 16763 11283 16384, 16755 11322 16384, 16744 11371 16384, 16735 11435 16384, 16730 11506 16384, 16721 11583 16384, 16719 11663 16384, 16721 11737 16384, 16727 11798 16384, 16733 11845 16384, 16741 11883 16384, 16746 11900 16384, 16755 11911 16384, 16760 11913 16384</inkml:trace>
  <inkml:trace contextRef="#ctx0" brushRef="#br0">16909 11443 16384, 16911 11443 16384, 16925 11440 16384, 16933 11443 16384, 16964 11448 16384, 16999 11448 16384, 17035 11448 16384, 17074 11448 16384, 17109 11448 16384, 17145 11448 16384, 17181 11448 16384, 17211 11454 16384, 17241 11459 16384, 17269 11462 16384, 17291 11465 16384, 17313 11465 16384, 17321 11462 16384</inkml:trace>
  <inkml:trace contextRef="#ctx0" brushRef="#br0">17142 11272 16384, 17118 11286 16384, 17115 11292 16384, 17123 11311 16384, 17137 11336 16384, 17145 11369 16384, 17151 11410 16384, 17151 11459 16384, 17145 11517 16384, 17134 11581 16384, 17123 11644 16384, 17112 11707 16384, 17101 11757 16384, 17093 11792 16384, 17087 11814 16384, 17085 11831 16384, 17082 11845 16384</inkml:trace>
  <inkml:trace contextRef="#ctx0" brushRef="#br0">17280 11242 16384, 17280 11239 16384, 17283 11231 16384, 17285 11234 16384, 17291 11239 16384, 17296 11248 16384, 17299 11253 16384, 17305 11267 16384, 17307 11272 16384, 17310 11294 16384, 17313 11305 16384, 17316 11314 16384, 17316 11322 16384, 17318 11325 16384, 17318 11327 16384, 17321 11330 16384, 17321 11327 16384</inkml:trace>
  <inkml:trace contextRef="#ctx0" brushRef="#br0">17351 11212 16384, 17354 11217 16384, 17360 11226 16384, 17368 11239 16384, 17373 11259 16384, 17379 11281 16384, 17382 11297 16384, 17387 11314 16384, 17390 11322 16384, 17396 11327 16384, 17401 11330 16384, 17404 11330 16384</inkml:trace>
  <inkml:trace contextRef="#ctx0" brushRef="#br0">17806 11224 16384, 17808 11215 16384, 17808 11212 16384, 17801 11232 16384, 17767 11304 16384, 17689 11460 16384, 17600 11651 16384, 17546 11790 16384, 17530 11864 16384, 17530 11898 16384, 17535 11913 16384, 17546 11906 16384, 17574 11853 16384, 17614 11757 16384, 17670 11639 16384, 17737 11547 16384, 17781 11519 16384, 17808 11511 16384, 17820 11530 16384, 17829 11584 16384, 17840 11673 16384, 17859 11768 16384, 17892 11837 16384, 17934 11871 16384, 17987 11890 16384, 18041 11892 16384, 18071 11885 16384</inkml:trace>
  <inkml:trace contextRef="#ctx0" brushRef="#br0">18214 11321 16384, 18203 11321 16384, 18213 11316 16384, 18262 11299 16384, 18334 11265 16384, 18415 11232 16384, 18474 11213 16384, 18494 11212 16384, 18490 11229 16384, 18450 11290 16384, 18380 11405 16384, 18294 11557 16384, 18222 11722 16384, 18197 11834 16384, 18217 11877 16384, 18257 11907 16384, 18314 11913 16384, 18390 11869 16384, 18485 11776 16384, 18594 11653 16384, 18686 11534 16384, 18749 11425 16384, 18779 11373 16384, 18782 11368 16384, 18778 11373 16384, 18752 11422 16384, 18715 11512 16384, 18680 11638 16384, 18667 11774 16384, 18698 11849 16384, 18755 11887 16384, 18827 11898 16384, 18862 11887 16384</inkml:trace>
  <inkml:trace contextRef="#ctx0" brushRef="#br0">19127 11673 16384, 19127 11671 16384, 19130 11665 16384, 19132 11665 16384, 19144 11660 16384, 19161 11658 16384, 19180 11654 16384, 19199 11650 16384, 19218 11648 16384, 19235 11646 16384, 19254 11641 16384, 19273 11637 16384, 19286 11635 16384, 19298 11631 16384, 19307 11631 16384, 19311 11629 16384</inkml:trace>
  <inkml:trace contextRef="#ctx0" brushRef="#br0">19102 11528 16384, 19104 11532 16384, 19108 11542 16384, 19117 11557 16384, 19123 11578 16384, 19130 11606 16384, 19132 11637 16384, 19134 11673 16384, 19134 11709 16384, 19132 11745 16384, 19130 11778 16384, 19123 11808 16384, 19115 11833 16384, 19106 11854 16384, 19096 11871 16384, 19087 11884 16384, 19079 11897 16384, 19064 11907 16384, 19049 11911 16384, 19035 11913 16384, 19024 11911 16384, 19009 11903 16384, 18999 11890 16384, 18993 11873 16384, 18988 11859 16384, 18988 11844 16384, 18993 11833 16384, 19001 11825 16384, 19014 11819 16384, 19030 11814 16384, 19049 11810 16384, 19073 11808 16384, 19098 11808 16384, 19127 11808 16384, 19157 11810 16384, 19182 11814 16384, 19203 11819 16384, 19227 11825 16384, 19241 11831 16384, 19256 11840 16384, 19269 11846 16384, 19275 11850 16384, 19279 11854 16384, 19281 11856 16384, 19281 11859 16384</inkml:trace>
  <inkml:trace contextRef="#ctx0" brushRef="#br0">19589 11212 16384, 19610 11221 16384, 19667 11238 16384, 19722 11251 16384, 19762 11267 16384, 19779 11286 16384</inkml:trace>
  <inkml:trace contextRef="#ctx0" brushRef="#br0">19445 11551 16384, 19437 11551 16384, 19444 11546 16384, 19487 11519 16384, 19561 11473 16384, 19645 11429 16384, 19728 11408 16384, 19802 11411 16384, 19859 11447 16384, 19891 11519 16384, 19897 11630 16384, 19878 11723 16384, 19835 11797 16384, 19783 11862 16384, 19743 11903 16384, 19725 11913 16384</inkml:trace>
  <inkml:trace contextRef="#ctx0" brushRef="#br0">20075 11288 16384, 20071 11286 16384, 20063 11305 16384, 20050 11370 16384, 20031 11497 16384, 20023 11653 16384, 20034 11766 16384, 20061 11821 16384, 20094 11840 16384</inkml:trace>
  <inkml:trace contextRef="#ctx0" brushRef="#br0">20232 11425 16384, 20293 11426 16384, 20381 11426 16384, 20465 11424 16384, 20543 11419 16384, 20594 11419 16384, 20613 11424 16384</inkml:trace>
  <inkml:trace contextRef="#ctx0" brushRef="#br0">20427 11299 16384, 20447 11345 16384, 20477 11438 16384, 20487 11559 16384, 20476 11678 16384, 20450 11765 16384, 20426 11809 16384, 20405 11815 16384, 20377 11803 16384, 20345 11768 16384, 20320 11723 16384, 20313 11687 16384, 20330 11666 16384, 20375 11649 16384, 20443 11638 16384, 20526 11648 16384, 20595 11680 16384, 20651 11718 16384, 20689 11743 16384, 20711 11753 16384, 20722 11758 16384, 20725 11758 16384</inkml:trace>
  <inkml:trace contextRef="#ctx0" brushRef="#br0">21207 11309 16384, 21202 11309 16384, 21214 11302 16384, 21258 11284 16384, 21325 11254 16384, 21386 11234 16384, 21433 11225 16384, 21469 11231 16384, 21491 11268 16384, 21495 11360 16384, 21474 11508 16384, 21434 11658 16384, 21383 11768 16384, 21334 11830 16384, 21292 11860 16384, 21255 11854 16384, 21223 11825 16384, 21204 11776 16384, 21213 11704 16384, 21261 11637 16384, 21355 11593 16384, 21493 11573 16384, 21633 11569 16384, 21754 11585 16384, 21843 11610 16384, 21893 11627 16384, 21903 11633 16384, 21900 11633 16384</inkml:trace>
  <inkml:trace contextRef="#ctx0" brushRef="#br0">21767 11296 16384, 21781 11382 16384, 21792 11536 16384, 21767 11688 16384, 21724 11810 16384, 21689 11886 16384, 21683 11900 16384</inkml:trace>
  <inkml:trace contextRef="#ctx0" brushRef="#br0">22060 11382 16384, 22060 11380 16384, 22068 11380 16384, 22091 11382 16384, 22144 11380 16384, 22191 11368 16384, 22236 11357 16384, 22284 11349 16384, 22328 11343 16384, 22348 11340 16384, 22387 11338 16384, 22421 11338 16384, 22435 11338 16384, 22457 11335 16384, 22465 11335 16384</inkml:trace>
  <inkml:trace contextRef="#ctx0" brushRef="#br0">22029 11536 16384, 22041 11533 16384, 22052 11533 16384, 22085 11533 16384, 22136 11525 16384, 22189 11517 16384, 22247 11508 16384, 22306 11500 16384, 22368 11494 16384, 22423 11489 16384, 22471 11486 16384, 22507 11486 16384, 22538 11483 16384, 22558 11483 16384, 22566 11480 16384, 22572 11477 16384</inkml:trace>
  <inkml:trace contextRef="#ctx0" brushRef="#br0">22242 11259 16384, 22245 11259 16384, 22247 11262 16384, 22267 11282 16384, 22289 11312 16384, 22312 11349 16384, 22326 11394 16384, 22334 11416 16384, 22340 11435 16384, 22359 11497 16384, 22370 11536 16384, 22376 11567 16384, 22379 11592 16384, 22379 11626 16384, 22376 11639 16384, 22376 11645 16384, 22365 11662 16384, 22359 11667 16384, 22345 11673 16384, 22337 11676 16384, 22326 11676 16384</inkml:trace>
  <inkml:trace contextRef="#ctx0" brushRef="#br0">22108 11732 16384, 22091 11754 16384, 22088 11793 16384, 22094 11807 16384, 22110 11827 16384, 22133 11846 16384, 22155 11869 16384, 22183 11883 16384, 22231 11902 16384, 22264 11911 16384, 22300 11913 16384, 22340 11913 16384, 22376 11905 16384, 22395 11899 16384</inkml:trace>
  <inkml:trace contextRef="#ctx0" brushRef="#br0">22563 11226 16384, 22560 11229 16384, 22558 11237 16384, 22563 11251 16384, 22572 11265 16384, 22580 11279 16384, 22586 11287 16384, 22586 11296 16384, 22588 11299 16384</inkml:trace>
  <inkml:trace contextRef="#ctx0" brushRef="#br0">22602 11212 16384, 22599 11217 16384, 22599 11220 16384, 22602 11231 16384, 22608 11243 16384, 22613 11257 16384, 22622 11273 16384, 22625 11282 16384</inkml:trace>
  <inkml:trace contextRef="#ctx0" brushRef="#br0">23113 11259 16384, 23118 11270 16384, 23132 11352 16384, 23122 11499 16384, 23076 11632 16384, 23003 11755 16384, 22934 11828 16384, 22882 11841 16384, 22831 11818 16384, 22784 11745 16384, 22751 11615 16384, 22771 11441 16384, 22868 11320 16384, 22988 11259 16384, 23135 11212 16384, 23288 11217 16384, 23402 11314 16384, 23447 11509 16384, 23445 11729 16384, 23436 11842 16384, 23424 11900 16384, 23419 11913 16384</inkml:trace>
  <inkml:trace contextRef="#ctx0" brushRef="#br0">24166 11423 16384, 24159 11409 16384, 24162 11409 16384, 24198 11411 16384, 24271 11411 16384, 24357 11408 16384, 24432 11405 16384, 24479 11405 16384, 24495 11411 16384</inkml:trace>
  <inkml:trace contextRef="#ctx0" brushRef="#br0">24190 11215 16384, 24181 11212 16384, 24190 11221 16384, 24207 11259 16384, 24211 11356 16384, 24195 11530 16384, 24166 11688 16384, 24131 11801 16384, 24095 11876 16384, 24064 11912 16384, 24027 11913 16384, 23984 11882 16384, 23943 11818 16384, 23924 11767 16384, 23937 11755 16384, 23976 11740 16384, 24048 11732 16384, 24150 11757 16384, 24267 11810 16384, 24357 11858 16384, 24412 11887 16384, 24440 11901 16384, 24455 11905 16384</inkml:trace>
  <inkml:trace contextRef="#ctx0" brushRef="#br0">24773 11212 16384, 24794 11221 16384, 24851 11238 16384, 24906 11251 16384, 24946 11267 16384, 24963 11286 16384</inkml:trace>
  <inkml:trace contextRef="#ctx0" brushRef="#br0">24629 11551 16384, 24621 11551 16384, 24628 11546 16384, 24671 11519 16384, 24746 11473 16384, 24829 11429 16384, 24912 11408 16384, 24986 11411 16384, 25043 11447 16384, 25075 11519 16384, 25081 11630 16384, 25062 11723 16384, 25019 11797 16384, 24967 11862 16384, 24927 11903 16384, 24909 11913 16384</inkml:trace>
  <inkml:trace contextRef="#ctx0" brushRef="#br0">25248 11228 16384, 25243 11242 16384, 25234 11326 16384, 25215 11491 16384, 25207 11684 16384, 25221 11816 16384, 25254 11873 16384, 25293 11897 16384</inkml:trace>
  <inkml:trace contextRef="#ctx0" brushRef="#br0">25501 11410 16384, 25502 11401 16384, 25588 11375 16384, 25651 11371 16384, 25705 11372 16384, 25751 11377 16384, 25774 11390 16384, 25769 11434 16384</inkml:trace>
  <inkml:trace contextRef="#ctx0" brushRef="#br0">25610 11723 16384, 25610 11734 16384, 25678 11826 16384, 25736 11853 16384, 25804 11867 16384, 25876 11856 16384, 25909 11843 16384</inkml:trace>
  <inkml:trace contextRef="#ctx0" brushRef="#br0">26386 11345 16384, 26403 11337 16384, 26455 11324 16384, 26524 11312 16384, 26587 11307 16384, 26638 11306 16384, 26666 11303 16384, 26669 11302 16384</inkml:trace>
  <inkml:trace contextRef="#ctx0" brushRef="#br0">26573 11212 16384, 26569 11213 16384, 26551 11261 16384, 26529 11345 16384, 26475 11457 16384, 26427 11553 16384, 26405 11613 16384, 26405 11632 16384</inkml:trace>
  <inkml:trace contextRef="#ctx0" brushRef="#br0">26830 11286 16384, 26848 11289 16384, 26892 11320 16384, 26945 11363 16384, 26980 11410 16384, 27001 11450 16384, 27007 11485 16384, 27001 11514 16384, 26982 11532 16384</inkml:trace>
  <inkml:trace contextRef="#ctx0" brushRef="#br0">26738 11516 16384, 26736 11522 16384, 26759 11627 16384, 26768 11705 16384, 26750 11790 16384, 26714 11865 16384, 26679 11904 16384, 26639 11913 16384, 26603 11891 16384, 26571 11842 16384, 26563 11812 16384, 26578 11801 16384, 26621 11795 16384, 26693 11791 16384, 26796 11805 16384, 26887 11839 16384, 26944 11864 16384, 26987 11878 16384, 27020 11881 16384</inkml:trace>
  <inkml:trace contextRef="#ctx0" brushRef="#br0">27157 11273 16384, 27147 11272 16384, 27159 11272 16384, 27204 11268 16384, 27278 11247 16384, 27360 11221 16384, 27426 11212 16384, 27457 11222 16384, 27461 11253 16384, 27430 11317 16384, 27364 11410 16384, 27278 11505 16384, 27200 11580 16384, 27156 11620 16384, 27146 11633 16384, 27172 11624 16384, 27227 11588 16384, 27313 11537 16384, 27422 11504 16384, 27518 11500 16384, 27588 11520 16384, 27632 11562 16384, 27645 11633 16384, 27628 11718 16384, 27580 11792 16384, 27518 11850 16384, 27453 11898 16384, 27396 11913 16384, 27357 11899 16384, 27329 11862 16384, 27321 11803 16384, 27345 11771 16384, 27392 11755 16384, 27454 11747 16384, 27511 11751 16384, 27550 11762 16384, 27575 11769 16384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2000 12406 16384, 15072 12406 16384</inkml:trace>
  <inkml:trace contextRef="#ctx0" brushRef="#br0">2000 13336 16384, 15072 13336 16384</inkml:trace>
  <inkml:trace contextRef="#ctx0" brushRef="#br0">2000 14267 16384, 15072 14267 16384</inkml:trace>
  <inkml:trace contextRef="#ctx0" brushRef="#br0">2000 15197 16384, 15072 15197 16384</inkml:trace>
  <inkml:trace contextRef="#ctx0" brushRef="#br0">2000 12406 16384, 2000 15197 16384</inkml:trace>
  <inkml:trace contextRef="#ctx0" brushRef="#br0">4048 12406 16384, 4048 15197 16384</inkml:trace>
  <inkml:trace contextRef="#ctx0" brushRef="#br0">4092 12406 16384, 4092 15197 16384</inkml:trace>
  <inkml:trace contextRef="#ctx0" brushRef="#br0">4940 12406 16384, 4940 15197 16384</inkml:trace>
  <inkml:trace contextRef="#ctx0" brushRef="#br0">8991 12406 16384, 8991 15197 16384</inkml:trace>
  <inkml:trace contextRef="#ctx0" brushRef="#br0">9883 12406 16384, 9883 15197 16384</inkml:trace>
  <inkml:trace contextRef="#ctx0" brushRef="#br0">14180 12406 16384, 14180 15197 16384</inkml:trace>
  <inkml:trace contextRef="#ctx0" brushRef="#br0">15072 12406 16384, 15072 15197 16384</inkml:trace>
  <inkml:trace contextRef="#ctx0" brushRef="#br0">2842 13129 16384, 2846 13136 16384, 2855 13145 16384, 2867 13145 16384, 2889 13136 16384, 2911 13117 16384, 2933 13089 16384, 2964 13048 16384, 2986 13007 16384, 3014 12960 16384, 3043 12904 16384, 3061 12848 16384, 3086 12785 16384, 3105 12723 16384, 3121 12673 16384, 3130 12632 16384, 3133 12607 16384, 3133 12598 16384, 3130 12598 16384, 3121 12601 16384, 3108 12613 16384, 3099 12629 16384, 3086 12654 16384, 3077 12688 16384, 3068 12735 16384, 3058 12788 16384, 3052 12851 16384, 3052 12929 16384, 3058 13007 16384, 3068 13064 16384, 3083 13098 16384, 3105 13117 16384, 3124 13123 16384, 3146 13126 16384, 3168 13126 16384, 3183 13120 16384</inkml:trace>
  <inkml:trace contextRef="#ctx0" brushRef="#br0">2943 12788 16384, 2930 12795 16384, 2911 12798 16384, 2918 12798 16384, 2933 12792 16384, 2952 12785 16384, 2974 12779 16384, 3005 12773 16384, 3043 12767 16384, 3083 12763 16384, 3127 12760 16384, 3161 12757 16384, 3190 12754 16384</inkml:trace>
  <inkml:trace contextRef="#ctx0" brushRef="#br0">4295 12680 16384, 4678 12680 16384, 4678 13063 16384, 4295 13063 16384, 4295 12680 16384</inkml:trace>
  <inkml:trace contextRef="#ctx0" brushRef="#br0">6935 12612 16384, 6929 12602 16384, 6920 12602 16384, 6904 12620 16384, 6877 12666 16384, 6847 12744 16384, 6827 12852 16384, 6822 12981 16384, 6839 13064 16384, 6876 13116 16384, 6927 13142 16384, 6975 13145 16384, 7023 13114 16384, 7063 13052 16384, 7086 12959 16384, 7093 12856 16384, 7076 12784 16384, 7041 12732 16384, 6999 12688 16384, 6953 12636 16384, 6923 12600 16384, 6911 12598 16384, 6909 12618 16384</inkml:trace>
  <inkml:trace contextRef="#ctx0" brushRef="#br0">9237 12680 16384, 9620 12680 16384, 9620 13063 16384, 9237 13063 16384, 9237 12680 16384</inkml:trace>
  <inkml:trace contextRef="#ctx0" brushRef="#br0">11895 12714 16384, 11879 12679 16384, 11881 12653 16384, 11903 12627 16384, 11947 12604 16384, 12006 12598 16384, 12069 12624 16384, 12112 12682 16384, 12115 12754 16384, 12082 12828 16384, 12027 12893 16384, 11974 12931 16384, 11948 12940 16384, 11939 12932 16384, 11941 12919 16384, 11966 12906 16384, 12016 12897 16384, 12081 12903 16384, 12141 12938 16384, 12171 12990 16384, 12169 13036 16384, 12141 13075 16384, 12093 13112 16384, 12033 13137 16384, 11964 13145 16384, 11901 13132 16384, 11875 13114 16384</inkml:trace>
  <inkml:trace contextRef="#ctx0" brushRef="#br0">14426 12680 16384, 14809 12680 16384, 14809 13063 16384, 14426 13063 16384, 14426 12680 16384</inkml:trace>
  <inkml:trace contextRef="#ctx0" brushRef="#br0">2500 13674 16384, 2500 13648 16384, 2500 13638 16384, 2498 13623 16384, 2493 13603 16384, 2483 13576 16384, 2468 13556 16384, 2453 13538 16384, 2435 13528 16384, 2415 13530 16384, 2398 13541 16384, 2378 13558 16384, 2355 13583 16384, 2337 13613 16384, 2320 13646 16384, 2312 13676 16384, 2315 13701 16384, 2325 13726 16384, 2337 13741 16384, 2352 13754 16384, 2370 13761 16384, 2390 13766 16384, 2413 13766 16384, 2435 13761 16384, 2458 13749 16384, 2475 13731 16384, 2495 13706 16384, 2511 13681 16384, 2521 13653 16384, 2526 13626 16384, 2528 13603 16384, 2528 13586 16384, 2528 13578 16384, 2526 13578 16384, 2523 13581 16384, 2518 13591 16384, 2516 13608 16384, 2511 13633 16384, 2506 13666 16384, 2500 13709 16384, 2495 13764 16384, 2485 13832 16384, 2475 13897 16384, 2465 13955 16384, 2453 14002 16384, 2443 14035 16384, 2430 14058 16384, 2415 14070 16384, 2403 14075 16384, 2383 14075 16384, 2360 14070 16384, 2337 14058 16384, 2312 14045 16384, 2292 14022 16384, 2280 14000 16384, 2270 13975 16384, 2267 13957 16384, 2272 13945 16384, 2285 13935 16384, 2300 13927 16384, 2322 13915 16384, 2352 13902 16384, 2385 13892 16384, 2423 13884 16384, 2463 13882 16384, 2500 13882 16384, 2531 13884 16384, 2558 13887 16384, 2576 13889 16384, 2588 13892 16384, 2601 13894 16384, 2608 13894 16384</inkml:trace>
  <inkml:trace contextRef="#ctx0" brushRef="#br0">2753 13490 16384, 2751 13484 16384, 2749 13484 16384, 2749 13480 16384, 2751 13478 16384, 2755 13478 16384, 2761 13476 16384, 2765 13478 16384, 2770 13480 16384, 2774 13484 16384, 2776 13488 16384, 2776 13492 16384, 2774 13496 16384, 2770 13502 16384, 2763 13506 16384, 2755 13510 16384, 2747 13512 16384, 2739 13512 16384, 2733 13512 16384, 2731 13510 16384, 2731 13506 16384, 2731 13502 16384, 2733 13498 16384, 2739 13492 16384, 2745 13488 16384, 2753 13484 16384, 2761 13480 16384, 2770 13478 16384, 2778 13478 16384, 2784 13478 16384, 2788 13480 16384, 2788 13482 16384, 2786 13486 16384, 2782 13490 16384, 2778 13496 16384, 2770 13502 16384, 2759 13506 16384, 2751 13512 16384, 2743 13514 16384, 2737 13516 16384, 2735 13516 16384, 2735 13514 16384, 2737 13510 16384, 2741 13506 16384, 2745 13500 16384, 2753 13494 16384, 2759 13488 16384, 2768 13482 16384, 2778 13476 16384, 2786 13472 16384, 2792 13470 16384, 2796 13468 16384, 2798 13470 16384, 2798 13474 16384, 2796 13480 16384, 2792 13486 16384, 2786 13490 16384, 2780 13496 16384, 2776 13502 16384, 2770 13506 16384, 2763 13510 16384, 2759 13512 16384, 2755 13512 16384, 2753 13512 16384, 2753 13510 16384, 2753 13508 16384, 2757 13506 16384, 2759 13504 16384, 2765 13500 16384, 2770 13498 16384, 2776 13496 16384, 2780 13494 16384, 2786 13492 16384, 2788 13490 16384, 2790 13490 16384, 2790 13492 16384, 2788 13496 16384, 2784 13500 16384, 2780 13504 16384, 2774 13508 16384, 2770 13512 16384, 2765 13514 16384, 2763 13514 16384, 2761 13514 16384, 2763 13512 16384, 2765 13510 16384, 2768 13506 16384, 2770 13504 16384, 2774 13502 16384, 2776 13502 16384, 2780 13500 16384, 2782 13500 16384, 2784 13502 16384, 2786 13506 16384, 2786 13512 16384, 2784 13516 16384, 2782 13520 16384, 2780 13524 16384, 2776 13526 16384, 2772 13526 16384, 2768 13526 16384, 2763 13526 16384, 2761 13524 16384, 2757 13520 16384, 2757 13518 16384, 2757 13514 16384, 2759 13510 16384, 2761 13506 16384, 2765 13502 16384, 2772 13498 16384, 2778 13494 16384, 2782 13492 16384, 2790 13492 16384, 2796 13492 16384, 2802 13492 16384, 2804 13494 16384, 2806 13496 16384, 2802 13500 16384, 2796 13506 16384, 2790 13512 16384, 2782 13518 16384, 2774 13526 16384, 2765 13532 16384, 2757 13536 16384, 2753 13536 16384, 2753 13532 16384, 2755 13528 16384, 2757 13522 16384, 2761 13516 16384, 2765 13508 16384, 2772 13500 16384, 2778 13490 16384, 2784 13480 16384, 2792 13474 16384, 2798 13470 16384, 2802 13468 16384, 2806 13470 16384, 2806 13474 16384, 2806 13478 16384, 2804 13484 16384, 2800 13490 16384, 2794 13496 16384, 2790 13502 16384, 2784 13506 16384, 2778 13512 16384, 2772 13516 16384, 2765 13520 16384, 2761 13520 16384, 2759 13520 16384, 2757 13518 16384, 2757 13514 16384, 2757 13512 16384, 2759 13508 16384, 2759 13504 16384, 2761 13500 16384, 2763 13494 16384, 2765 13490 16384, 2768 13486 16384, 2768 13484 16384, 2768 13486 16384, 2768 13488 16384, 2770 13492 16384, 2772 13494 16384, 2774 13498 16384, 2778 13500 16384, 2780 13502 16384, 2784 13502 16384, 2786 13504 16384, 2790 13504 16384, 2792 13504 16384, 2796 13506 16384, 2800 13508 16384, 2804 13514 16384, 2806 13524 16384, 2810 13536 16384, 2812 13554 16384, 2812 13574 16384, 2812 13593 16384, 2808 13607 16384, 2806 13617 16384, 2802 13627 16384, 2796 13633 16384, 2792 13639 16384, 2790 13643 16384</inkml:trace>
  <inkml:trace contextRef="#ctx0" brushRef="#br0">2992 13531 16384, 2992 13530 16384, 2992 13528 16384, 2991 13528 16384, 2986 13531 16384, 2982 13536 16384, 2977 13543 16384, 2970 13553 16384, 2964 13566 16384, 2949 13600 16384, 2944 13613 16384, 2940 13626 16384, 2930 13660 16384, 2917 13715 16384, 2912 13755 16384, 2910 13800 16384, 2912 13867 16384, 2917 13912 16384, 2925 13955 16384, 2942 14003 16384, 2950 14032 16384, 2960 14052 16384, 2974 14068 16384, 2979 14075 16384</inkml:trace>
  <inkml:trace contextRef="#ctx0" brushRef="#br0">3174 14060 16384, 3178 14066 16384, 3187 14075 16384, 3200 14075 16384, 3221 14066 16384, 3243 14047 16384, 3265 14019 16384, 3296 13978 16384, 3318 13938 16384, 3346 13891 16384, 3375 13834 16384, 3393 13778 16384, 3418 13716 16384, 3437 13653 16384, 3453 13603 16384, 3462 13562 16384, 3465 13537 16384, 3465 13528 16384, 3462 13528 16384, 3453 13531 16384, 3440 13544 16384, 3431 13559 16384, 3418 13584 16384, 3409 13619 16384, 3400 13666 16384, 3390 13719 16384, 3384 13781 16384, 3384 13859 16384, 3390 13938 16384, 3400 13994 16384, 3415 14028 16384, 3437 14047 16384, 3456 14053 16384, 3478 14056 16384, 3500 14056 16384, 3515 14050 16384</inkml:trace>
  <inkml:trace contextRef="#ctx0" brushRef="#br0">3275 13719 16384, 3262 13725 16384, 3243 13728 16384, 3250 13728 16384, 3265 13722 16384, 3284 13716 16384, 3306 13709 16384, 3337 13703 16384, 3375 13697 16384, 3415 13694 16384, 3459 13691 16384, 3493 13687 16384, 3522 13684 16384</inkml:trace>
  <inkml:trace contextRef="#ctx0" brushRef="#br0">3731 13528 16384, 3733 13528 16384, 3733 13530 16384, 3735 13530 16384, 3737 13532 16384, 3748 13546 16384, 3756 13563 16384, 3764 13591 16384, 3770 13624 16384, 3776 13659 16384, 3786 13721 16384, 3788 13743 16384, 3789 13764 16384, 3791 13805 16384, 3791 13868 16384, 3789 13903 16384, 3784 13938 16384, 3778 13972 16384, 3772 13997 16384, 3764 14030 16384, 3756 14048 16384, 3748 14061 16384, 3745 14065 16384, 3733 14075 16384</inkml:trace>
  <inkml:trace contextRef="#ctx0" brushRef="#br0">4353 13800 16384, 4352 13800 16384, 4351 13801 16384, 4349 13801 16384, 4351 13802 16384, 4356 13805 16384, 4364 13806 16384, 4374 13807 16384, 4388 13807 16384, 4406 13805 16384, 4427 13802 16384, 4451 13798 16384, 4475 13796 16384, 4498 13796 16384, 4521 13796 16384, 4539 13796 16384, 4556 13797 16384, 4571 13798 16384, 4584 13800 16384, 4596 13801 16384, 4606 13801 16384, 4618 13800 16384, 4623 13798 16384</inkml:trace>
  <inkml:trace contextRef="#ctx0" brushRef="#br0">6935 13543 16384, 6929 13532 16384, 6920 13532 16384, 6904 13551 16384, 6877 13596 16384, 6847 13674 16384, 6827 13782 16384, 6822 13911 16384, 6839 13994 16384, 6876 14046 16384, 6927 14072 16384, 6975 14075 16384, 7023 14045 16384, 7063 13982 16384, 7086 13889 16384, 7093 13786 16384, 7076 13714 16384, 7041 13662 16384, 6999 13618 16384, 6953 13567 16384, 6923 13531 16384, 6911 13528 16384, 6909 13548 16384</inkml:trace>
  <inkml:trace contextRef="#ctx0" brushRef="#br0">9282 13796 16384, 9278 13796 16384, 9280 13796 16384, 9283 13796 16384, 9288 13795 16384, 9294 13795 16384, 9300 13794 16384, 9310 13794 16384, 9321 13793 16384, 9334 13792 16384, 9350 13792 16384, 9366 13791 16384, 9383 13791 16384, 9401 13790 16384, 9418 13790 16384, 9435 13791 16384, 9455 13792 16384, 9472 13794 16384, 9490 13795 16384, 9509 13796 16384, 9524 13797 16384, 9539 13797 16384, 9551 13797 16384, 9561 13797 16384, 9567 13798 16384, 9572 13798 16384, 9576 13798 16384, 9578 13798 16384, 9579 13796 16384</inkml:trace>
  <inkml:trace contextRef="#ctx0" brushRef="#br0">9434 13671 16384, 9434 13672 16384, 9433 13673 16384, 9433 13675 16384, 9433 13679 16384, 9433 13685 16384, 9434 13693 16384, 9435 13705 16384, 9436 13718 16384, 9436 13734 16384, 9437 13753 16384, 9436 13773 16384, 9435 13792 16384, 9433 13813 16384, 9431 13834 16384, 9430 13853 16384, 9430 13870 16384, 9430 13886 16384, 9430 13898 16384, 9430 13910 16384, 9431 13919 16384, 9432 13926 16384, 9433 13930 16384, 9434 13932 16384</inkml:trace>
  <inkml:trace contextRef="#ctx0" brushRef="#br0">12000 13543 16384, 11995 13532 16384, 11986 13532 16384, 11970 13551 16384, 11943 13596 16384, 11913 13674 16384, 11893 13782 16384, 11887 13911 16384, 11905 13994 16384, 11942 14046 16384, 11992 14072 16384, 12040 14075 16384, 12088 14045 16384, 12128 13982 16384, 12152 13889 16384, 12159 13786 16384, 12142 13714 16384, 12107 13662 16384, 12064 13618 16384, 12019 13567 16384, 11988 13531 16384, 11976 13528 16384, 11975 13548 16384</inkml:trace>
  <inkml:trace contextRef="#ctx0" brushRef="#br0">14485 13800 16384, 14483 13800 16384, 14482 13801 16384, 14481 13801 16384, 14482 13802 16384, 14487 13805 16384, 14495 13806 16384, 14505 13807 16384, 14519 13807 16384, 14538 13805 16384, 14558 13802 16384, 14583 13798 16384, 14606 13796 16384, 14629 13796 16384, 14652 13796 16384, 14670 13796 16384, 14687 13797 16384, 14703 13798 16384, 14716 13800 16384, 14727 13801 16384, 14738 13801 16384, 14749 13800 16384, 14754 13798 16384</inkml:trace>
  <inkml:trace contextRef="#ctx0" brushRef="#br0">2551 14604 16384, 2551 14579 16384, 2551 14569 16384, 2548 14554 16384, 2543 14533 16384, 2533 14506 16384, 2518 14486 16384, 2503 14468 16384, 2485 14458 16384, 2465 14461 16384, 2448 14471 16384, 2428 14488 16384, 2405 14513 16384, 2388 14544 16384, 2370 14576 16384, 2362 14606 16384, 2365 14631 16384, 2375 14656 16384, 2388 14672 16384, 2403 14684 16384, 2420 14692 16384, 2440 14697 16384, 2463 14697 16384, 2485 14692 16384, 2508 14679 16384, 2526 14661 16384, 2546 14636 16384, 2561 14611 16384, 2571 14584 16384, 2576 14556 16384, 2578 14533 16384, 2578 14516 16384, 2578 14508 16384, 2576 14508 16384, 2573 14511 16384, 2568 14521 16384, 2566 14539 16384, 2561 14564 16384, 2556 14596 16384, 2551 14639 16384, 2546 14694 16384, 2536 14762 16384, 2526 14827 16384, 2516 14885 16384, 2503 14933 16384, 2493 14965 16384, 2480 14988 16384, 2465 15000 16384, 2453 15005 16384, 2433 15005 16384, 2410 15000 16384, 2388 14988 16384, 2362 14975 16384, 2342 14953 16384, 2330 14930 16384, 2320 14905 16384, 2317 14887 16384, 2322 14875 16384, 2335 14865 16384, 2350 14857 16384, 2373 14845 16384, 2403 14832 16384, 2435 14822 16384, 2473 14815 16384, 2513 14812 16384, 2551 14812 16384, 2581 14815 16384, 2608 14817 16384, 2626 14820 16384, 2639 14822 16384, 2651 14825 16384, 2659 14825 16384</inkml:trace>
  <inkml:trace contextRef="#ctx0" brushRef="#br0">2942 14462 16384, 2942 14460 16384, 2942 14458 16384, 2940 14458 16384, 2935 14462 16384, 2932 14467 16384, 2927 14473 16384, 2920 14483 16384, 2914 14497 16384, 2899 14530 16384, 2894 14543 16384, 2890 14557 16384, 2880 14590 16384, 2867 14645 16384, 2862 14685 16384, 2860 14730 16384, 2862 14797 16384, 2867 14842 16384, 2875 14885 16384, 2892 14934 16384, 2900 14962 16384, 2910 14982 16384, 2924 14999 16384, 2929 15005 16384</inkml:trace>
  <inkml:trace contextRef="#ctx0" brushRef="#br0">3124 14990 16384, 3127 14996 16384, 3137 15005 16384, 3149 15005 16384, 3171 14996 16384, 3193 14977 16384, 3215 14949 16384, 3246 14908 16384, 3268 14868 16384, 3296 14821 16384, 3324 14765 16384, 3343 14708 16384, 3368 14646 16384, 3387 14583 16384, 3403 14533 16384, 3412 14493 16384, 3415 14468 16384, 3415 14458 16384, 3412 14458 16384, 3403 14461 16384, 3390 14474 16384, 3381 14489 16384, 3368 14514 16384, 3359 14549 16384, 3349 14596 16384, 3340 14649 16384, 3334 14711 16384, 3334 14790 16384, 3340 14868 16384, 3349 14924 16384, 3365 14958 16384, 3387 14977 16384, 3406 14983 16384, 3428 14987 16384, 3449 14987 16384, 3465 14980 16384</inkml:trace>
  <inkml:trace contextRef="#ctx0" brushRef="#br0">3224 14649 16384, 3212 14655 16384, 3193 14658 16384, 3199 14658 16384, 3215 14652 16384, 3234 14646 16384, 3256 14640 16384, 3287 14633 16384, 3324 14627 16384, 3365 14624 16384, 3409 14621 16384, 3443 14618 16384, 3471 14615 16384</inkml:trace>
  <inkml:trace contextRef="#ctx0" brushRef="#br0">3681 14458 16384, 3683 14458 16384, 3683 14460 16384, 3685 14460 16384, 3686 14462 16384, 3698 14476 16384, 3706 14493 16384, 3714 14521 16384, 3720 14554 16384, 3726 14589 16384, 3735 14652 16384, 3737 14673 16384, 3739 14695 16384, 3741 14736 16384, 3741 14798 16384, 3739 14833 16384, 3733 14869 16384, 3728 14902 16384, 3722 14927 16384, 3714 14960 16384, 3706 14978 16384, 3698 14992 16384, 3694 14996 16384, 3683 15005 16384</inkml:trace>
  <inkml:trace contextRef="#ctx0" brushRef="#br0">4295 14540 16384, 4678 14540 16384, 4678 14923 16384, 4295 14923 16384, 4295 14540 16384</inkml:trace>
  <inkml:trace contextRef="#ctx0" brushRef="#br0">5108 14549 16384, 5106 14549 16384, 5108 14548 16384, 5135 14544 16384, 5196 14533 16384, 5272 14514 16384, 5338 14498 16384, 5397 14487 16384, 5439 14480 16384, 5461 14477 16384</inkml:trace>
  <inkml:trace contextRef="#ctx0" brushRef="#br0">5104 14711 16384, 5118 14708 16384, 5173 14698 16384, 5252 14672 16384, 5335 14640 16384, 5413 14620 16384, 5468 14612 16384, 5493 14609 16384, 5497 14609 16384</inkml:trace>
  <inkml:trace contextRef="#ctx0" brushRef="#br0">5226 14458 16384, 5248 14470 16384, 5299 14512 16384, 5340 14565 16384, 5370 14622 16384, 5388 14677 16384, 5394 14720 16384, 5396 14754 16384, 5387 14776 16384, 5372 14789 16384, 5347 14791 16384</inkml:trace>
  <inkml:trace contextRef="#ctx0" brushRef="#br0">5161 14884 16384, 5156 14890 16384, 5164 14917 16384, 5208 14952 16384, 5264 14977 16384, 5320 14996 16384, 5369 15004 16384, 5412 15005 16384, 5452 15003 16384</inkml:trace>
  <inkml:trace contextRef="#ctx0" brushRef="#br0">5704 14818 16384, 5704 14816 16384, 5706 14811 16384, 5708 14811 16384, 5718 14808 16384, 5731 14806 16384, 5746 14803 16384, 5760 14800 16384, 5775 14798 16384, 5788 14797 16384, 5803 14793 16384, 5818 14790 16384, 5828 14788 16384, 5838 14785 16384, 5844 14785 16384, 5847 14783 16384</inkml:trace>
  <inkml:trace contextRef="#ctx0" brushRef="#br0">5685 14704 16384, 5686 14708 16384, 5690 14716 16384, 5696 14727 16384, 5701 14744 16384, 5706 14765 16384, 5708 14790 16384, 5709 14818 16384, 5709 14846 16384, 5708 14874 16384, 5706 14900 16384, 5701 14923 16384, 5695 14943 16384, 5688 14959 16384, 5680 14972 16384, 5673 14982 16384, 5667 14992 16384, 5655 15000 16384, 5644 15004 16384, 5632 15005 16384, 5624 15004 16384, 5612 14997 16384, 5604 14987 16384, 5599 14974 16384, 5596 14963 16384, 5596 14951 16384, 5599 14943 16384, 5606 14936 16384, 5616 14931 16384, 5629 14928 16384, 5644 14925 16384, 5662 14923 16384, 5681 14923 16384, 5704 14923 16384, 5727 14925 16384, 5747 14928 16384, 5764 14931 16384, 5782 14936 16384, 5793 14941 16384, 5805 14948 16384, 5815 14953 16384, 5820 14956 16384, 5823 14959 16384, 5824 14961 16384, 5824 14963 16384</inkml:trace>
  <inkml:trace contextRef="#ctx0" brushRef="#br0">6211 14458 16384, 6203 14458 16384, 6194 14468 16384, 6160 14512 16384, 6102 14576 16384, 6048 14632 16384, 6009 14676 16384, 5982 14705 16384, 5961 14729 16384, 5948 14743 16384, 5946 14746 16384, 5950 14752 16384, 5967 14767 16384, 5999 14791 16384, 6048 14825 16384, 6112 14875 16384, 6177 14923 16384, 6225 14957 16384, 6261 14983 16384, 6281 14999 16384, 6289 15005 16384</inkml:trace>
  <inkml:trace contextRef="#ctx0" brushRef="#br0">6425 14459 16384, 6422 14458 16384, 6415 14458 16384, 6412 14473 16384, 6406 14526 16384, 6395 14607 16384, 6388 14715 16384, 6390 14842 16384, 6412 14924 16384, 6452 14977 16384, 6509 15003 16384, 6565 15005 16384, 6622 14982 16384, 6686 14942 16384, 6743 14899 16384, 6786 14860 16384, 6794 14852 16384</inkml:trace>
  <inkml:trace contextRef="#ctx0" brushRef="#br0">7001 14818 16384, 7001 14816 16384, 7003 14811 16384, 7004 14811 16384, 7014 14808 16384, 7027 14806 16384, 7042 14803 16384, 7057 14800 16384, 7072 14798 16384, 7085 14797 16384, 7100 14793 16384, 7114 14790 16384, 7124 14788 16384, 7134 14785 16384, 7141 14785 16384, 7144 14783 16384</inkml:trace>
  <inkml:trace contextRef="#ctx0" brushRef="#br0">6981 14704 16384, 6983 14708 16384, 6986 14716 16384, 6993 14727 16384, 6998 14744 16384, 7003 14765 16384, 7004 14790 16384, 7006 14818 16384, 7006 14846 16384, 7004 14874 16384, 7003 14900 16384, 6998 14923 16384, 6991 14943 16384, 6984 14959 16384, 6976 14972 16384, 6970 14982 16384, 6963 14992 16384, 6952 15000 16384, 6940 15004 16384, 6929 15005 16384, 6920 15004 16384, 6909 14997 16384, 6901 14987 16384, 6896 14974 16384, 6892 14963 16384, 6892 14951 16384, 6896 14943 16384, 6902 14936 16384, 6912 14931 16384, 6925 14928 16384, 6940 14925 16384, 6958 14923 16384, 6978 14923 16384, 7001 14923 16384, 7024 14925 16384, 7044 14928 16384, 7060 14931 16384, 7078 14936 16384, 7090 14941 16384, 7101 14948 16384, 7111 14953 16384, 7116 14956 16384, 7119 14959 16384, 7121 14961 16384, 7121 14963 16384</inkml:trace>
  <inkml:trace contextRef="#ctx0" brushRef="#br0">7361 14458 16384, 7377 14466 16384, 7422 14478 16384, 7465 14489 16384, 7495 14501 16384, 7509 14516 16384</inkml:trace>
  <inkml:trace contextRef="#ctx0" brushRef="#br0">7249 14723 16384, 7242 14723 16384, 7248 14719 16384, 7281 14698 16384, 7339 14662 16384, 7405 14628 16384, 7469 14611 16384, 7527 14613 16384, 7571 14642 16384, 7597 14698 16384, 7601 14784 16384, 7586 14857 16384, 7552 14915 16384, 7512 14965 16384, 7481 14997 16384, 7467 15005 16384</inkml:trace>
  <inkml:trace contextRef="#ctx0" brushRef="#br0">7977 14730 16384, 7976 14730 16384, 7974 14731 16384, 7973 14731 16384, 7974 14732 16384, 7979 14735 16384, 7987 14736 16384, 7998 14738 16384, 8012 14738 16384, 8030 14735 16384, 8050 14732 16384, 8075 14729 16384, 8098 14726 16384, 8121 14726 16384, 8145 14726 16384, 8163 14726 16384, 8179 14727 16384, 8195 14729 16384, 8208 14730 16384, 8219 14731 16384, 8230 14731 16384, 8241 14730 16384, 8247 14729 16384</inkml:trace>
  <inkml:trace contextRef="#ctx0" brushRef="#br0">8437 14471 16384, 8429 14473 16384, 8423 14481 16384, 8425 14509 16384, 8430 14557 16384, 8438 14609 16384, 8449 14643 16384, 8456 14654 16384</inkml:trace>
  <inkml:trace contextRef="#ctx0" brushRef="#br0">8444 14458 16384, 8446 14459 16384, 8476 14462 16384, 8531 14462 16384, 8572 14462 16384, 8605 14466 16384, 8630 14484 16384, 8645 14512 16384, 8651 14545 16384, 8648 14602 16384, 8633 14683 16384, 8610 14782 16384, 8588 14872 16384, 8578 14927 16384, 8578 14963 16384, 8585 14992 16384, 8589 15005 16384</inkml:trace>
  <inkml:trace contextRef="#ctx0" brushRef="#br0">9237 14540 16384, 9620 14540 16384, 9620 14923 16384, 9237 14923 16384, 9237 14540 16384</inkml:trace>
  <inkml:trace contextRef="#ctx0" brushRef="#br0">10050 14549 16384, 10048 14549 16384, 10050 14548 16384, 10077 14544 16384, 10139 14533 16384, 10214 14514 16384, 10280 14498 16384, 10339 14487 16384, 10382 14480 16384, 10404 14477 16384</inkml:trace>
  <inkml:trace contextRef="#ctx0" brushRef="#br0">10047 14711 16384, 10060 14708 16384, 10116 14698 16384, 10195 14672 16384, 10278 14640 16384, 10355 14620 16384, 10410 14612 16384, 10435 14609 16384, 10440 14609 16384</inkml:trace>
  <inkml:trace contextRef="#ctx0" brushRef="#br0">10168 14458 16384, 10190 14470 16384, 10242 14512 16384, 10282 14565 16384, 10313 14622 16384, 10330 14677 16384, 10337 14720 16384, 10338 14754 16384, 10329 14776 16384, 10314 14789 16384, 10290 14791 16384</inkml:trace>
  <inkml:trace contextRef="#ctx0" brushRef="#br0">10104 14884 16384, 10098 14890 16384, 10106 14917 16384, 10151 14952 16384, 10207 14977 16384, 10262 14996 16384, 10312 15004 16384, 10354 15005 16384, 10395 15003 16384</inkml:trace>
  <inkml:trace contextRef="#ctx0" brushRef="#br0">10647 14818 16384, 10647 14816 16384, 10648 14811 16384, 10650 14811 16384, 10660 14808 16384, 10673 14806 16384, 10688 14803 16384, 10703 14800 16384, 10717 14798 16384, 10731 14797 16384, 10745 14793 16384, 10760 14790 16384, 10770 14788 16384, 10780 14785 16384, 10787 14785 16384, 10790 14783 16384</inkml:trace>
  <inkml:trace contextRef="#ctx0" brushRef="#br0">10627 14704 16384, 10629 14708 16384, 10632 14716 16384, 10639 14727 16384, 10643 14744 16384, 10648 14765 16384, 10650 14790 16384, 10652 14818 16384, 10652 14846 16384, 10650 14874 16384, 10648 14900 16384, 10643 14923 16384, 10637 14943 16384, 10630 14959 16384, 10622 14972 16384, 10615 14982 16384, 10609 14992 16384, 10597 15000 16384, 10586 15004 16384, 10574 15005 16384, 10566 15004 16384, 10555 14997 16384, 10546 14987 16384, 10541 14974 16384, 10538 14963 16384, 10538 14951 16384, 10541 14943 16384, 10548 14936 16384, 10558 14931 16384, 10571 14928 16384, 10586 14925 16384, 10604 14923 16384, 10624 14923 16384, 10647 14923 16384, 10670 14925 16384, 10689 14928 16384, 10706 14931 16384, 10724 14936 16384, 10736 14941 16384, 10747 14948 16384, 10757 14953 16384, 10762 14956 16384, 10765 14959 16384, 10767 14961 16384, 10767 14963 16384</inkml:trace>
  <inkml:trace contextRef="#ctx0" brushRef="#br0">11153 14458 16384, 11146 14458 16384, 11136 14468 16384, 11103 14512 16384, 11044 14576 16384, 10991 14632 16384, 10951 14676 16384, 10924 14705 16384, 10903 14729 16384, 10890 14743 16384, 10888 14746 16384, 10892 14752 16384, 10909 14767 16384, 10942 14791 16384, 10991 14825 16384, 11055 14875 16384, 11120 14923 16384, 11168 14957 16384, 11203 14983 16384, 11223 14999 16384, 11231 15005 16384</inkml:trace>
  <inkml:trace contextRef="#ctx0" brushRef="#br0">11330 14579 16384, 11330 14577 16384, 11341 14568 16384, 11354 14564 16384, 11373 14559 16384, 11397 14553 16384, 11420 14547 16384, 11461 14538 16384, 11485 14536 16384, 11511 14531 16384, 11530 14529 16384, 11548 14527 16384, 11560 14527 16384, 11567 14527 16384</inkml:trace>
  <inkml:trace contextRef="#ctx0" brushRef="#br0">11470 14458 16384, 11468 14458 16384, 11464 14458 16384, 11461 14462 16384, 11459 14475 16384, 11455 14490 16384, 11451 14512 16384, 11442 14542 16384, 11431 14581 16384, 11425 14605 16384, 11420 14631 16384, 11410 14689 16384, 11392 14777 16384, 11384 14835 16384, 11382 14878 16384, 11380 14934 16384, 11382 14960 16384, 11384 14982 16384, 11386 14988 16384, 11388 14999 16384, 11395 15003 16384, 11399 15005 16384</inkml:trace>
  <inkml:trace contextRef="#ctx0" brushRef="#br0">11509 14723 16384, 11515 14710 16384, 11526 14702 16384, 11554 14693 16384, 11565 14689 16384, 11586 14684 16384, 11599 14682 16384, 11625 14684 16384, 11644 14689 16384, 11660 14693 16384, 11672 14699 16384, 11685 14706 16384, 11694 14710 16384, 11698 14717 16384, 11698 14723 16384</inkml:trace>
  <inkml:trace contextRef="#ctx0" brushRef="#br0">11545 14848 16384, 11532 14859 16384, 11526 14874 16384, 11532 14887 16384, 11545 14898 16384, 11560 14908 16384, 11573 14919 16384, 11591 14934 16384, 11610 14949 16384, 11627 14960 16384, 11649 14971 16384, 11668 14975 16384, 11690 14977 16384, 11709 14971 16384, 11733 14960 16384</inkml:trace>
  <inkml:trace contextRef="#ctx0" brushRef="#br0">11778 14493 16384, 11776 14499 16384, 11782 14516 16384, 11787 14536 16384, 11791 14551 16384, 11791 14557 16384, 11795 14575 16384, 11800 14585 16384, 11804 14590 16384, 11808 14590 16384</inkml:trace>
  <inkml:trace contextRef="#ctx0" brushRef="#br0">11843 14493 16384, 11845 14493 16384, 11847 14499 16384, 11851 14510 16384, 11856 14531 16384, 11860 14557 16384, 11864 14579 16384, 11871 14592 16384</inkml:trace>
  <inkml:trace contextRef="#ctx0" brushRef="#br0">11975 14466 16384, 11972 14466 16384, 11969 14467 16384, 11969 14498 16384, 11975 14579 16384, 11984 14705 16384, 12001 14837 16384, 12024 14934 16384, 12053 14983 16384, 12080 14998 16384, 12102 14994 16384, 12127 14960 16384, 12156 14894 16384, 12194 14837 16384</inkml:trace>
  <inkml:trace contextRef="#ctx0" brushRef="#br0">12377 14586 16384, 12386 14592 16384, 12424 14619 16384, 12462 14668 16384, 12491 14726 16384, 12507 14773 16384, 12512 14804 16384, 12514 14818 16384, 12516 14818 16384</inkml:trace>
  <inkml:trace contextRef="#ctx0" brushRef="#br0">13023 14624 16384, 13017 14617 16384, 13006 14601 16384, 12996 14573 16384, 12998 14532 16384, 13020 14495 16384, 13057 14467 16384, 13105 14458 16384, 13150 14481 16384, 13184 14545 16384, 13198 14650 16384, 13188 14765 16384, 13161 14837 16384, 13116 14897 16384, 13090 14924 16384, 13067 14945 16384, 13033 14972 16384, 13018 14977 16384, 13030 14974 16384, 13066 14973 16384, 13119 14978 16384, 13182 14990 16384, 13240 15000 16384, 13285 15005 16384, 13318 15003 16384, 13328 15001 16384</inkml:trace>
  <inkml:trace contextRef="#ctx0" brushRef="#br0">13703 14473 16384, 13698 14462 16384, 13688 14462 16384, 13672 14481 16384, 13646 14526 16384, 13615 14605 16384, 13595 14712 16384, 13590 14842 16384, 13607 14924 16384, 13644 14976 16384, 13695 15003 16384, 13743 15005 16384, 13791 14975 16384, 13831 14912 16384, 13855 14819 16384, 13861 14716 16384, 13844 14645 16384, 13810 14593 16384, 13767 14549 16384, 13722 14497 16384, 13691 14461 16384, 13679 14458 16384, 13678 14478 16384</inkml:trace>
  <inkml:trace contextRef="#ctx0" brushRef="#br0">14426 14540 16384, 14809 14540 16384, 14809 14923 16384, 14426 14923 16384, 14426 14540 16384</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15819 16384, 2140 15828 16384, 2158 15855 16384, 2167 15881 16384, 2167 15890 16384, 2167 15907 16384, 2158 15925 16384, 2140 15942 16384, 2114 15951 16384, 2096 15951 16384, 2070 15951 16384, 2044 15951 16384, 2026 15942 16384, 2018 15925 16384, 2018 15907 16384, 2018 15863 16384, 2035 15837 16384, 2053 15811 16384, 2079 15793 16384, 2105 15784 16384, 2123 15776 16384, 2149 15776 16384, 2175 15776 16384, 2184 15776 16384, 2202 15793 16384, 2210 15802 16384, 2210 15828 16384, 2202 15837 16384, 2184 15855 16384, 2167 15872 16384, 2140 15881 16384, 2105 15898 16384, 2070 15907 16384, 2035 15907 16384, 2009 15898 16384, 2000 15890 16384, 2000 15872 16384, 2000 15855 16384, 2018 15837 16384, 2026 15828 16384, 2044 15811 16384, 2079 15802 16384, 2105 15793 16384, 2123 15793 16384, 2149 15793 16384, 2167 15793 16384, 2184 15819 16384, 2193 15846 16384, 2193 15863 16384, 2193 15881 16384, 2184 15898 16384, 2167 15916 16384, 2158 15925 16384, 2149 15925 16384, 2140 15925 16384, 2132 15916 16384, 2132 15907 16384, 2132 15890 16384, 2132 15881 16384, 2132 15872 16384, 2140 15855 16384, 2149 15846 16384, 2158 15837 16384, 2167 15837 16384, 2167 15846 16384, 2158 15863 16384, 2158 15872 16384, 2149 15872 16384, 2140 15881 16384, 2132 15890 16384, 2123 15890 16384, 2114 15890 16384, 2114 15881 16384, 2123 15863 16384, 2140 15846 16384, 2149 15837 16384, 2158 15828 16384, 2149 15846 16384, 2123 15863 16384, 2096 15881 16384, 2070 15890 16384, 2044 15907 16384, 2035 15907 16384, 2044 15898 16384, 2070 15881 16384, 2079 15872 16384, 2105 15855 16384, 2123 15837 16384, 2158 15811 16384, 2167 15793 16384, 2167 15784 16384, 2158 15784 16384, 2140 15802 16384, 2123 15819 16384, 2105 15837 16384, 2096 15855 16384, 2088 15863 16384</inkml:trace>
  <inkml:trace contextRef="#ctx0" brushRef="#br0">2803 15724 16384, 2796 15710 16384, 2799 15710 16384, 2835 15711 16384, 2908 15711 16384, 2994 15709 16384, 3069 15706 16384, 3116 15706 16384, 3132 15711 16384</inkml:trace>
  <inkml:trace contextRef="#ctx0" brushRef="#br0">2827 15515 16384, 2818 15513 16384, 2827 15522 16384, 2845 15560 16384, 2849 15656 16384, 2833 15831 16384, 2803 15988 16384, 2768 16101 16384, 2732 16176 16384, 2701 16213 16384, 2665 16214 16384, 2622 16183 16384, 2580 16119 16384, 2561 16068 16384, 2575 16055 16384, 2614 16041 16384, 2685 16033 16384, 2787 16058 16384, 2904 16111 16384, 2994 16159 16384, 3049 16187 16384, 3077 16202 16384, 3092 16206 16384</inkml:trace>
  <inkml:trace contextRef="#ctx0" brushRef="#br0">3271 15976 16384, 3259 15967 16384, 3262 15961 16384, 3274 15952 16384, 3292 15940 16384, 3313 15928 16384, 3343 15913 16384, 3373 15895 16384, 3409 15879 16384, 3443 15870 16384, 3482 15861 16384, 3515 15858 16384, 3551 15861 16384, 3584 15870 16384, 3608 15886 16384, 3626 15907 16384, 3638 15931 16384, 3644 15958 16384, 3641 15991 16384, 3632 16024 16384, 3617 16054 16384, 3602 16084 16384, 3584 16118 16384, 3563 16139 16384, 3545 16163 16384, 3524 16184 16384</inkml:trace>
  <inkml:trace contextRef="#ctx0" brushRef="#br0">3774 15611 16384, 3771 15611 16384, 3806 15608 16384, 3900 15598 16384, 4017 15582 16384, 4147 15564 16384, 4283 15550 16384, 4393 15543 16384, 4458 15543 16384, 4472 15548 16384, 4463 15556 16384, 4409 15592 16384, 4318 15650 16384, 4224 15728 16384, 4151 15832 16384, 4135 15922 16384, 4150 16015 16384, 4192 16091 16384, 4257 16148 16384, 4330 16174 16384, 4411 16183 16384, 4471 16172 16384</inkml:trace>
  <inkml:trace contextRef="#ctx0" brushRef="#br0">4599 15969 16384, 4603 15973 16384, 4607 15977 16384, 4616 15991 16384, 4639 16018 16384, 4666 16049 16384, 4688 16089 16384, 4710 16125 16384, 4728 16152 16384, 4750 16174 16384, 4768 16192 16384, 4782 16201 16384, 4791 16205 16384, 4799 16214 16384, 4804 16214 16384</inkml:trace>
  <inkml:trace contextRef="#ctx0" brushRef="#br0">5056 15603 16384, 5048 15580 16384, 5056 15573 16384, 5071 15558 16384, 5086 15546 16384, 5105 15531 16384, 5123 15516 16384, 5135 15513 16384, 5142 15516 16384, 5146 15524 16384, 5146 15539 16384, 5146 15558 16384, 5146 15591 16384, 5142 15625 16384, 5142 15663 16384, 5142 15704 16384, 5146 15730 16384, 5161 15745 16384, 5180 15753 16384, 5206 15753 16384, 5236 15745 16384, 5262 15734 16384, 5288 15715 16384, 5311 15693 16384, 5333 15659 16384, 5348 15633 16384, 5363 15606 16384, 5371 15576 16384, 5375 15554 16384, 5375 15539 16384, 5375 15528 16384, 5371 15531 16384, 5367 15543 16384, 5363 15561 16384, 5356 15591 16384, 5352 15633 16384, 5345 15678 16384, 5341 15734 16384, 5333 15805 16384, 5326 15884 16384, 5315 15963 16384, 5303 16034 16384, 5288 16094 16384, 5270 16135 16384, 5255 16169 16384, 5240 16192 16384, 5225 16207 16384, 5198 16214 16384, 5168 16214 16384, 5146 16210 16384, 5123 16203 16384, 5101 16188 16384, 5086 16162 16384, 5075 16128 16384, 5075 16098 16384, 5078 16072 16384, 5093 16049 16384, 5120 16034 16384, 5153 16019 16384, 5195 16000 16384, 5236 15985 16384, 5292 15974 16384, 5341 15966 16384, 5390 15966 16384, 5427 15966 16384, 5461 15966 16384, 5484 15966 16384, 5499 15966 16384, 5510 15966 16384, 5514 15970 16384</inkml:trace>
  <inkml:trace contextRef="#ctx0" brushRef="#br0">6006 15779 16384, 6003 15779 16384, 6003 15782 16384, 6009 15784 16384, 6016 15784 16384, 6032 15787 16384, 6057 15787 16384, 6108 15784 16384, 6147 15779 16384, 6187 15776 16384, 6228 15774 16384, 6282 15774 16384, 6310 15779 16384, 6333 15784 16384, 6346 15789 16384</inkml:trace>
  <inkml:trace contextRef="#ctx0" brushRef="#br0">6014 15953 16384, 6011 15953 16384, 6014 15953 16384, 6019 15953 16384, 6037 15953 16384, 6088 15953 16384, 6106 15950 16384, 6144 15948 16384, 6162 15948 16384, 6203 15945 16384, 6241 15943 16384, 6279 15940 16384, 6315 15937 16384, 6341 15937 16384, 6361 15935 16384, 6379 15935 16384, 6389 15935 16384</inkml:trace>
  <inkml:trace contextRef="#ctx0" brushRef="#br0">7192 15699 16384, 7192 15667 16384, 7192 15654 16384, 7189 15635 16384, 7183 15609 16384, 7170 15574 16384, 7151 15548 16384, 7131 15525 16384, 7109 15513 16384, 7083 15516 16384, 7060 15529 16384, 7035 15551 16384, 7006 15583 16384, 6983 15622 16384, 6961 15664 16384, 6951 15702 16384, 6954 15735 16384, 6967 15767 16384, 6983 15786 16384, 7002 15802 16384, 7025 15812 16384, 7051 15818 16384, 7080 15818 16384, 7109 15812 16384, 7138 15796 16384, 7160 15773 16384, 7186 15741 16384, 7205 15709 16384, 7218 15673 16384, 7225 15638 16384, 7228 15609 16384, 7228 15587 16384, 7228 15577 16384, 7225 15577 16384, 7221 15580 16384, 7215 15593 16384, 7212 15616 16384, 7205 15648 16384, 7199 15690 16384, 7192 15744 16384, 7186 15815 16384, 7173 15902 16384, 7160 15986 16384, 7147 16060 16384, 7131 16121 16384, 7118 16163 16384, 7102 16192 16384, 7083 16208 16384, 7067 16214 16384, 7041 16214 16384, 7012 16208 16384, 6983 16192 16384, 6951 16175 16384, 6925 16147 16384, 6909 16118 16384, 6896 16085 16384, 6893 16063 16384, 6900 16047 16384, 6916 16034 16384, 6935 16024 16384, 6964 16008 16384, 7002 15992 16384, 7044 15979 16384, 7093 15970 16384, 7144 15966 16384, 7192 15966 16384, 7231 15970 16384, 7266 15973 16384, 7289 15976 16384, 7305 15979 16384, 7321 15982 16384, 7331 15982 16384</inkml:trace>
  <inkml:trace contextRef="#ctx0" brushRef="#br0">7694 15517 16384, 7694 15515 16384, 7694 15513 16384, 7692 15513 16384, 7685 15517 16384, 7681 15523 16384, 7675 15532 16384, 7666 15545 16384, 7658 15562 16384, 7638 15605 16384, 7632 15622 16384, 7628 15639 16384, 7615 15682 16384, 7598 15752 16384, 7591 15803 16384, 7589 15861 16384, 7591 15947 16384, 7598 16004 16384, 7608 16060 16384, 7630 16122 16384, 7640 16158 16384, 7653 16184 16384, 7670 16206 16384, 7677 16214 16384</inkml:trace>
  <inkml:trace contextRef="#ctx0" brushRef="#br0">7928 16194 16384, 7932 16202 16384, 7944 16214 16384, 7960 16214 16384, 7988 16202 16384, 8016 16178 16384, 8044 16142 16384, 8084 16090 16384, 8112 16038 16384, 8148 15978 16384, 8184 15905 16384, 8208 15833 16384, 8240 15753 16384, 8264 15673 16384, 8284 15609 16384, 8296 15557 16384, 8300 15525 16384, 8300 15513 16384, 8296 15513 16384, 8284 15517 16384, 8268 15533 16384, 8256 15553 16384, 8240 15585 16384, 8228 15629 16384, 8216 15689 16384, 8204 15757 16384, 8196 15837 16384, 8196 15937 16384, 8204 16038 16384, 8216 16110 16384, 8236 16154 16384, 8264 16178 16384, 8288 16186 16384, 8316 16190 16384, 8345 16190 16384, 8365 16182 16384</inkml:trace>
  <inkml:trace contextRef="#ctx0" brushRef="#br0">8056 15757 16384, 8040 15765 16384, 8016 15769 16384, 8024 15769 16384, 8044 15761 16384, 8068 15753 16384, 8096 15745 16384, 8136 15737 16384, 8184 15729 16384, 8236 15725 16384, 8292 15721 16384, 8337 15717 16384, 8373 15713 16384</inkml:trace>
  <inkml:trace contextRef="#ctx0" brushRef="#br0">8641 15513 16384, 8643 15513 16384, 8643 15515 16384, 8646 15515 16384, 8648 15518 16384, 8664 15535 16384, 8674 15558 16384, 8684 15593 16384, 8691 15635 16384, 8699 15680 16384, 8711 15761 16384, 8714 15788 16384, 8716 15816 16384, 8719 15868 16384, 8719 15949 16384, 8716 15994 16384, 8709 16039 16384, 8701 16081 16384, 8694 16114 16384, 8684 16156 16384, 8674 16179 16384, 8664 16197 16384, 8658 16202 16384, 8643 16214 16384</inkml:trace>
  <inkml:trace contextRef="#ctx0" brushRef="#br0">9550 15559 16384, 9556 15570 16384, 9569 15652 16384, 9560 15800 16384, 9513 15932 16384, 9440 16055 16384, 9371 16128 16384, 9319 16141 16384, 9269 16119 16384, 9222 16046 16384, 9188 15916 16384, 9209 15742 16384, 9306 15621 16384, 9425 15559 16384, 9573 15513 16384, 9726 15518 16384, 9840 15615 16384, 9884 15809 16384, 9882 16029 16384, 9873 16143 16384, 9862 16201 16384, 9856 16214 16384</inkml:trace>
  <inkml:trace contextRef="#ctx0" brushRef="#br0">10584 15565 16384, 10581 15565 16384, 10577 15572 16384, 10577 15575 16384, 10574 15588 16384, 10570 15609 16384, 10560 15629 16384, 10543 15656 16384, 10523 15686 16384, 10503 15720 16384, 10473 15757 16384, 10446 15794 16384, 10422 15821 16384, 10398 15848 16384, 10378 15872 16384, 10371 15882 16384, 10361 15895 16384</inkml:trace>
  <inkml:trace contextRef="#ctx0" brushRef="#br0">10523 15585 16384, 10527 15575 16384, 10530 15572 16384, 10537 15572 16384, 10550 15568 16384, 10574 15568 16384, 10597 15568 16384, 10621 15568 16384, 10651 15572 16384, 10678 15575 16384, 10709 15582 16384, 10739 15592 16384, 10773 15599 16384, 10800 15609 16384, 10823 15619 16384, 10840 15629 16384, 10854 15639 16384, 10860 15649 16384, 10860 15663 16384, 10857 15683 16384, 10847 15706 16384, 10834 15737 16384, 10813 15774 16384, 10790 15818 16384, 10759 15872 16384, 10729 15929 16384, 10692 15993 16384, 10662 16051 16384, 10638 16094 16384, 10614 16131 16384, 10601 16158 16384, 10594 16175 16384, 10587 16192 16384, 10581 16206 16384, 10577 16209 16384</inkml:trace>
  <inkml:trace contextRef="#ctx0" brushRef="#br0">10918 15534 16384, 10918 15531 16384, 10918 15528 16384, 10921 15534 16384, 10925 15545 16384, 10931 15555 16384, 10935 15568 16384, 10938 15585 16384, 10941 15602 16384, 10941 15619 16384, 10945 15632 16384, 10948 15642 16384, 10948 15649 16384, 10952 15653 16384, 10955 15653 16384, 10958 15653 16384</inkml:trace>
  <inkml:trace contextRef="#ctx0" brushRef="#br0">10979 15518 16384, 10985 15521 16384, 10995 15528 16384, 11009 15538 16384, 11026 15555 16384, 11033 15568 16384, 11039 15585 16384, 11046 15602 16384, 11053 15612 16384, 11056 15626 16384, 11059 15636 16384, 11063 15642 16384, 11063 15646 16384</inkml:trace>
  <inkml:trace contextRef="#ctx0" brushRef="#br0">11243 15520 16384, 11227 15513 16384, 11239 15513 16384, 11258 15513 16384, 11284 15516 16384, 11323 15520 16384, 11365 15520 16384, 11414 15520 16384, 11464 15520 16384, 11509 15520 16384, 11555 15520 16384, 11597 15520 16384, 11628 15520 16384, 11639 15520 16384</inkml:trace>
  <inkml:trace contextRef="#ctx0" brushRef="#br0">11197 15692 16384, 11193 15692 16384, 11189 15692 16384, 11197 15692 16384, 11220 15692 16384, 11254 15692 16384, 11304 15692 16384, 11357 15684 16384, 11410 15680 16384, 11464 15677 16384, 11525 15677 16384, 11578 15673 16384, 11628 15673 16384, 11670 15680 16384, 11692 15692 16384, 11708 15707 16384, 11719 15730 16384, 11715 15757 16384, 11700 15799 16384, 11673 15852 16384, 11650 15905 16384, 11616 15970 16384, 11578 16035 16384, 11548 16084 16384, 11513 16126 16384, 11490 16161 16384, 11471 16184 16384, 11448 16203 16384, 11433 16214 16384</inkml:trace>
  <inkml:trace contextRef="#ctx0" brushRef="#br0">11871 15564 16384, 11845 15564 16384, 11851 15564 16384, 11876 15569 16384, 11918 15569 16384, 11964 15569 16384, 12026 15564 16384, 12093 15549 16384, 12175 15533 16384, 12248 15523 16384, 12325 15513 16384, 12397 15513 16384, 12449 15528 16384, 12495 15549 16384, 12521 15585 16384, 12526 15621 16384, 12526 15672 16384, 12511 15734 16384, 12480 15791 16384, 12439 15858 16384, 12392 15925 16384, 12341 15987 16384, 12289 16049 16384, 12243 16106 16384, 12201 16147 16384, 12175 16173 16384, 12150 16199 16384, 12129 16209 16384, 12119 16214 16384</inkml:trace>
  <inkml:trace contextRef="#ctx0" brushRef="#br0">12705 15589 16384, 12700 15586 16384, 12693 15605 16384, 12680 15671 16384, 12661 15798 16384, 12653 15954 16384, 12663 16067 16384, 12691 16121 16384, 12724 16140 16384</inkml:trace>
  <inkml:trace contextRef="#ctx0" brushRef="#br0">12862 15725 16384, 12922 15727 16384, 13010 15727 16384, 13095 15724 16384, 13172 15719 16384, 13223 15719 16384, 13242 15724 16384</inkml:trace>
  <inkml:trace contextRef="#ctx0" brushRef="#br0">13057 15599 16384, 13077 15646 16384, 13107 15738 16384, 13116 15860 16384, 13106 15979 16384, 13079 16065 16384, 13056 16109 16384, 13034 16115 16384, 13007 16104 16384, 12975 16069 16384, 12950 16024 16384, 12943 15988 16384, 12959 15967 16384, 13004 15950 16384, 13072 15938 16384, 13155 15949 16384, 13224 15981 16384, 13280 16019 16384, 13318 16044 16384, 13341 16054 16384, 13352 16058 16384, 13354 16058 16384</inkml:trace>
  <inkml:trace contextRef="#ctx0" brushRef="#br0">13838 15522 16384, 13835 15522 16384, 13831 15524 16384, 13831 15563 16384, 13838 15668 16384, 13851 15829 16384, 13872 15999 16384, 13902 16123 16384, 13939 16185 16384, 13973 16204 16384, 14001 16199 16384, 14033 16157 16384, 14070 16071 16384, 14120 15999 16384</inkml:trace>
  <inkml:trace contextRef="#ctx0" brushRef="#br0">14354 15676 16384, 14366 15684 16384, 14414 15719 16384, 14463 15781 16384, 14501 15855 16384, 14520 15916 16384, 14527 15956 16384, 14529 15974 16384, 14533 15974 16384</inkml:trace>
  <inkml:trace contextRef="#ctx0" brushRef="#br0">14670 15738 16384, 14659 15737 16384, 14662 15737 16384, 14682 15737 16384, 14722 15726 16384, 14790 15702 16384, 14874 15681 16384, 14951 15672 16384, 15020 15677 16384, 15068 15710 16384, 15097 15776 16384, 15110 15864 16384, 15110 15956 16384, 15097 16047 16384, 15072 16130 16384, 15045 16186 16384, 15028 16211 16384, 15013 16214 16384, 14993 16189 16384, 14961 16131 16384</inkml:trace>
  <inkml:trace contextRef="#ctx0" brushRef="#br0">14990 15513 16384, 14992 15526 16384, 14978 15594 16384, 14931 15733 16384, 14870 15907 16384, 14814 16052 16384, 14784 16129 16384, 14775 16169 16384, 14774 16174 16384</inkml:trace>
  <inkml:trace contextRef="#ctx0" brushRef="#br0">15112 15606 16384, 15104 15605 16384, 15116 15617 16384, 15151 15662 16384, 15199 15756 16384, 15232 15863 16384, 15251 15936 16384, 15265 15979 16384, 15275 16002 16384</inkml:trace>
  <inkml:trace contextRef="#ctx0" brushRef="#br0">16114 15559 16384, 16119 15570 16384, 16132 15652 16384, 16123 15800 16384, 16077 15932 16384, 16004 16055 16384, 15935 16128 16384, 15882 16141 16384, 15832 16119 16384, 15785 16046 16384, 15752 15916 16384, 15772 15742 16384, 15869 15621 16384, 15989 15559 16384, 16136 15513 16384, 16289 15518 16384, 16403 15615 16384, 16448 15809 16384, 16446 16029 16384, 16437 16143 16384, 16425 16201 16384, 16420 16214 16384</inkml:trace>
  <inkml:trace contextRef="#ctx0" brushRef="#br0">17167 15724 16384, 17160 15710 16384, 17163 15710 16384, 17199 15711 16384, 17272 15711 16384, 17358 15709 16384, 17433 15706 16384, 17480 15706 16384, 17496 15711 16384</inkml:trace>
  <inkml:trace contextRef="#ctx0" brushRef="#br0">17191 15515 16384, 17182 15513 16384, 17191 15522 16384, 17208 15560 16384, 17212 15656 16384, 17196 15831 16384, 17167 15988 16384, 17132 16101 16384, 17096 16176 16384, 17065 16213 16384, 17028 16214 16384, 16985 16183 16384, 16944 16119 16384, 16925 16068 16384, 16938 16055 16384, 16977 16041 16384, 17048 16033 16384, 17151 16058 16384, 17268 16111 16384, 17358 16159 16384, 17413 16187 16384, 17441 16202 16384, 17456 16206 16384</inkml:trace>
  <inkml:trace contextRef="#ctx0" brushRef="#br0">17774 15513 16384, 17795 15522 16384, 17852 15538 16384, 17907 15552 16384, 17947 15568 16384, 17964 15587 16384</inkml:trace>
  <inkml:trace contextRef="#ctx0" brushRef="#br0">17630 15852 16384, 17622 15852 16384, 17629 15846 16384, 17672 15819 16384, 17747 15773 16384, 17830 15730 16384, 17913 15709 16384, 17987 15711 16384, 18044 15748 16384, 18076 15819 16384, 18082 15930 16384, 18063 16023 16384, 18020 16098 16384, 17968 16163 16384, 17928 16203 16384, 17910 16214 16384</inkml:trace>
  <inkml:trace contextRef="#ctx0" brushRef="#br0">18249 15529 16384, 18244 15543 16384, 18235 15626 16384, 18216 15791 16384, 18208 15985 16384, 18222 16117 16384, 18255 16174 16384, 18294 16198 16384</inkml:trace>
  <inkml:trace contextRef="#ctx0" brushRef="#br0">18502 15710 16384, 18503 15701 16384, 18589 15676 16384, 18652 15671 16384, 18706 15673 16384, 18752 15677 16384, 18775 15691 16384, 18770 15734 16384</inkml:trace>
  <inkml:trace contextRef="#ctx0" brushRef="#br0">18611 16024 16384, 18611 16034 16384, 18679 16127 16384, 18737 16154 16384, 18805 16168 16384, 18877 16157 16384, 18910 16144 16384</inkml:trace>
  <inkml:trace contextRef="#ctx0" brushRef="#br0">19387 15645 16384, 19404 15638 16384, 19456 15624 16384, 19525 15613 16384, 19588 15608 16384, 19639 15606 16384, 19666 15604 16384, 19670 15602 16384</inkml:trace>
  <inkml:trace contextRef="#ctx0" brushRef="#br0">19574 15513 16384, 19570 15514 16384, 19552 15562 16384, 19530 15645 16384, 19476 15757 16384, 19428 15854 16384, 19406 15913 16384, 19406 15933 16384</inkml:trace>
  <inkml:trace contextRef="#ctx0" brushRef="#br0">19830 15587 16384, 19849 15589 16384, 19893 15621 16384, 19946 15664 16384, 19981 15710 16384, 20002 15751 16384, 20007 15786 16384, 20002 15815 16384, 19983 15833 16384</inkml:trace>
  <inkml:trace contextRef="#ctx0" brushRef="#br0">19739 15817 16384, 19737 15822 16384, 19760 15928 16384, 19769 16006 16384, 19751 16090 16384, 19715 16166 16384, 19680 16205 16384, 19640 16214 16384, 19604 16192 16384, 19571 16142 16384, 19564 16113 16384, 19579 16102 16384, 19622 16096 16384, 19694 16092 16384, 19797 16106 16384, 19888 16140 16384, 19945 16165 16384, 19988 16179 16384, 20021 16182 16384</inkml:trace>
  <inkml:trace contextRef="#ctx0" brushRef="#br0">20186 15513 16384, 20186 15516 16384, 20180 15568 16384, 20162 15662 16384, 20147 15758 16384, 20149 15839 16384, 20169 15883 16384, 20198 15898 16384, 20234 15898 16384, 20276 15862 16384</inkml:trace>
  <inkml:trace contextRef="#ctx0" brushRef="#br0">20518 15524 16384, 20524 15551 16384, 20545 15609 16384, 20563 15683 16384, 20564 15798 16384, 20545 15932 16384, 20513 16052 16384, 20474 16144 16384, 20448 16196 16384, 20435 16214 16384</inkml:trace>
  <inkml:trace contextRef="#ctx0" brushRef="#br0">20690 15969 16384, 20695 15973 16384, 20699 15977 16384, 20708 15991 16384, 20731 16018 16384, 20757 16049 16384, 20780 16089 16384, 20802 16125 16384, 20820 16152 16384, 20842 16174 16384, 20860 16192 16384, 20873 16201 16384, 20882 16205 16384, 20891 16214 16384, 20896 16214 16384</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16937 16384, 2140 16945 16384, 2158 16972 16384, 2167 16998 16384, 2167 17007 16384, 2167 17024 16384, 2158 17042 16384, 2140 17059 16384, 2114 17068 16384, 2096 17068 16384, 2070 17068 16384, 2044 17068 16384, 2026 17059 16384, 2018 17042 16384, 2018 17024 16384, 2018 16981 16384, 2035 16954 16384, 2053 16928 16384, 2079 16910 16384, 2105 16902 16384, 2123 16893 16384, 2149 16893 16384, 2175 16893 16384, 2184 16893 16384, 2202 16910 16384, 2210 16919 16384, 2210 16945 16384, 2202 16954 16384, 2184 16972 16384, 2167 16989 16384, 2140 16998 16384, 2105 17016 16384, 2070 17024 16384, 2035 17024 16384, 2009 17016 16384, 2000 17007 16384, 2000 16989 16384, 2000 16972 16384, 2018 16954 16384, 2026 16945 16384, 2044 16928 16384, 2079 16919 16384, 2105 16910 16384, 2123 16910 16384, 2149 16910 16384, 2167 16910 16384, 2184 16937 16384, 2193 16963 16384, 2193 16981 16384, 2193 16998 16384, 2184 17016 16384, 2167 17033 16384, 2158 17042 16384, 2149 17042 16384, 2140 17042 16384, 2132 17033 16384, 2132 17024 16384, 2132 17007 16384, 2132 16998 16384, 2132 16989 16384, 2140 16972 16384, 2149 16963 16384, 2158 16954 16384, 2167 16954 16384, 2167 16963 16384, 2158 16981 16384, 2158 16989 16384, 2149 16989 16384, 2140 16998 16384, 2132 17007 16384, 2123 17007 16384, 2114 17007 16384, 2114 16998 16384, 2123 16981 16384, 2140 16963 16384, 2149 16954 16384, 2158 16945 16384, 2149 16963 16384, 2123 16981 16384, 2096 16998 16384, 2070 17007 16384, 2044 17024 16384, 2035 17024 16384, 2044 17016 16384, 2070 16998 16384, 2079 16989 16384, 2105 16972 16384, 2123 16954 16384, 2158 16928 16384, 2167 16910 16384, 2167 16902 16384, 2158 16902 16384, 2140 16919 16384, 2123 16937 16384, 2105 16954 16384, 2096 16972 16384, 2088 16981 16384</inkml:trace>
  <inkml:trace contextRef="#ctx0" brushRef="#br0">2771 16634 16384, 2771 16632 16384, 2771 16630 16384, 2769 16630 16384, 2763 16634 16384, 2759 16640 16384, 2752 16649 16384, 2744 16662 16384, 2735 16679 16384, 2716 16722 16384, 2709 16739 16384, 2705 16756 16384, 2692 16799 16384, 2675 16869 16384, 2669 16921 16384, 2667 16978 16384, 2669 17064 16384, 2675 17122 16384, 2686 17177 16384, 2707 17239 16384, 2718 17276 16384, 2731 17301 16384, 2748 17323 16384, 2754 17331 16384</inkml:trace>
  <inkml:trace contextRef="#ctx0" brushRef="#br0">3032 16825 16384, 3032 16823 16384, 3032 16828 16384, 3032 16839 16384, 3032 16856 16384, 3032 16883 16384, 3029 16922 16384, 3027 16960 16384, 3027 16998 16384, 3027 17031 16384, 3027 17059 16384, 3027 17083 16384, 3027 17100 16384, 3027 17116 16384, 3027 17127 16384, 3027 17133 16384, 3027 17138 16384</inkml:trace>
  <inkml:trace contextRef="#ctx0" brushRef="#br0">2939 16913 16384, 2930 16913 16384, 2939 16919 16384, 2947 16927 16384, 2961 16938 16384, 2980 16952 16384, 3005 16965 16384, 3032 16982 16384, 3062 16996 16384, 3084 17004 16384, 3103 17015 16384, 3120 17026 16384, 3134 17037 16384, 3145 17048 16384, 3150 17059 16384, 3156 17067 16384, 3158 17072 16384, 3158 17075 16384, 3161 17078 16384</inkml:trace>
  <inkml:trace contextRef="#ctx0" brushRef="#br0">3158 16856 16384, 3153 16858 16384, 3139 16880 16384, 3128 16894 16384, 3109 16911 16384, 3090 16932 16384, 3065 16960 16384, 3035 16990 16384, 3007 17023 16384, 2977 17056 16384, 2955 17081 16384, 2933 17105 16384, 2917 17122 16384, 2911 17133 16384, 2908 17138 16384</inkml:trace>
  <inkml:trace contextRef="#ctx0" brushRef="#br0">3333 16630 16384, 3335 16630 16384, 3335 16632 16384, 3338 16632 16384, 3340 16635 16384, 3355 16652 16384, 3365 16675 16384, 3375 16710 16384, 3383 16753 16384, 3390 16798 16384, 3403 16878 16384, 3405 16905 16384, 3408 16933 16384, 3410 16986 16384, 3410 17066 16384, 3408 17111 16384, 3400 17156 16384, 3393 17198 16384, 3385 17231 16384, 3375 17274 16384, 3365 17296 16384, 3355 17314 16384, 3350 17319 16384, 3335 17331 16384</inkml:trace>
  <inkml:trace contextRef="#ctx0" brushRef="#br0">4242 16676 16384, 4248 16688 16384, 4261 16770 16384, 4251 16917 16384, 4205 17050 16384, 4132 17173 16384, 4063 17245 16384, 4011 17259 16384, 3960 17236 16384, 3914 17163 16384, 3880 17033 16384, 3901 16859 16384, 3998 16738 16384, 4117 16676 16384, 4264 16630 16384, 4417 16635 16384, 4531 16732 16384, 4576 16926 16384, 4574 17147 16384, 4565 17260 16384, 4554 17318 16384, 4548 17331 16384</inkml:trace>
  <inkml:trace contextRef="#ctx0" brushRef="#br0">5053 16669 16384, 5063 16664 16384, 5135 16651 16384, 5257 16634 16384, 5379 16638 16384, 5487 16681 16384, 5563 16735 16384, 5593 16781 16384, 5588 16819 16384, 5544 16868 16384, 5528 16882 16384</inkml:trace>
  <inkml:trace contextRef="#ctx0" brushRef="#br0">5070 17055 16384, 5067 17068 16384, 5086 17133 16384, 5145 17216 16384, 5226 17278 16384, 5314 17315 16384, 5408 17326 16384, 5506 17327 16384, 5606 17316 16384, 5702 17292 16384, 5755 17273 16384</inkml:trace>
  <inkml:trace contextRef="#ctx0" brushRef="#br0">5881 16661 16384, 5890 16662 16384, 5937 16693 16384, 6005 16761 16384, 6063 16820 16384, 6108 16868 16384, 6147 16903 16384, 6155 16908 16384</inkml:trace>
  <inkml:trace contextRef="#ctx0" brushRef="#br0">6385 16711 16384, 6379 16711 16384, 6343 16729 16384, 6285 16784 16384, 6196 16876 16384, 6120 16971 16384, 6070 17071 16384, 6055 17152 16384, 6073 17205 16384, 6122 17250 16384, 6190 17284 16384, 6264 17296 16384, 6352 17300 16384, 6441 17293 16384, 6522 17277 16384, 6582 17262 16384</inkml:trace>
  <inkml:trace contextRef="#ctx0" brushRef="#br0">6709 16763 16384, 6726 16755 16384, 6778 16742 16384, 6847 16730 16384, 6910 16725 16384, 6961 16723 16384, 6988 16721 16384, 6992 16720 16384</inkml:trace>
  <inkml:trace contextRef="#ctx0" brushRef="#br0">6896 16630 16384, 6892 16631 16384, 6874 16679 16384, 6852 16763 16384, 6798 16874 16384, 6750 16971 16384, 6728 17031 16384, 6728 17050 16384</inkml:trace>
  <inkml:trace contextRef="#ctx0" brushRef="#br0">7152 16704 16384, 7171 16707 16384, 7215 16738 16384, 7268 16781 16384, 7303 16828 16384, 7324 16868 16384, 7329 16903 16384, 7324 16932 16384, 7305 16950 16384</inkml:trace>
  <inkml:trace contextRef="#ctx0" brushRef="#br0">7061 16934 16384, 7059 16940 16384, 7082 17045 16384, 7091 17123 16384, 7073 17208 16384, 7037 17283 16384, 7001 17322 16384, 6962 17331 16384, 6926 17309 16384, 6893 17260 16384, 6886 17230 16384, 6901 17219 16384, 6944 17213 16384, 7016 17209 16384, 7119 17223 16384, 7210 17257 16384, 7267 17282 16384, 7310 17296 16384, 7342 17299 16384</inkml:trace>
  <inkml:trace contextRef="#ctx0" brushRef="#br0">7480 16691 16384, 7470 16689 16384, 7482 16689 16384, 7527 16686 16384, 7601 16665 16384, 7683 16639 16384, 7749 16630 16384, 7780 16640 16384, 7784 16671 16384, 7753 16735 16384, 7687 16828 16384, 7601 16923 16384, 7523 16998 16384, 7479 17038 16384, 7469 17051 16384, 7495 17042 16384, 7550 17006 16384, 7636 16955 16384, 7745 16922 16384, 7841 16918 16384, 7911 16938 16384, 7955 16980 16384, 7968 17051 16384, 7951 17135 16384, 7903 17209 16384, 7841 17268 16384, 7776 17316 16384, 7719 17331 16384, 7680 17317 16384, 7652 17279 16384, 7644 17221 16384, 7668 17189 16384, 7715 17173 16384, 7777 17165 16384, 7834 17169 16384, 7873 17180 16384, 7898 17187 16384</inkml:trace>
  <inkml:trace contextRef="#ctx0" brushRef="#br0">8472 16766 16384, 8469 16764 16384, 8461 16758 16384, 8464 16761 16384, 8466 16769 16384, 8469 16780 16384, 8472 16793 16384, 8472 16815 16384, 8469 16844 16384, 8464 16887 16384, 8456 16935 16384, 8450 16991 16384, 8445 17045 16384, 8445 17096 16384, 8445 17144 16384, 8450 17184 16384, 8458 17219 16384, 8472 17248 16384, 8493 17275 16384, 8512 17296 16384, 8533 17313 16384, 8557 17323 16384, 8579 17329 16384, 8603 17331 16384, 8630 17326 16384, 8657 17318 16384, 8683 17302 16384, 8710 17283 16384, 8737 17262 16384, 8761 17243 16384, 8782 17224 16384, 8798 17205 16384, 8812 17189 16384, 8820 17176 16384, 8825 17168 16384</inkml:trace>
  <inkml:trace contextRef="#ctx0" brushRef="#br0">8742 16640 16384, 8740 16640 16384, 8734 16640 16384, 8731 16643 16384, 8731 16649 16384, 8734 16657 16384, 8740 16670 16384, 8742 16686 16384, 8745 16702 16384, 8748 16718 16384, 8748 16737 16384, 8748 16753 16384, 8748 16766 16384, 8748 16777 16384, 8750 16788 16384, 8750 16796 16384, 8756 16798 16384, 8756 16801 16384</inkml:trace>
  <inkml:trace contextRef="#ctx0" brushRef="#br0">8809 16630 16384, 8804 16630 16384, 8801 16632 16384, 8801 16635 16384, 8806 16646 16384, 8814 16659 16384, 8825 16681 16384, 8831 16702 16384, 8833 16726 16384, 8836 16750 16384, 8836 16769 16384, 8836 16788 16384, 8839 16801 16384, 8841 16809 16384, 8841 16817 16384, 8844 16820 16384</inkml:trace>
  <inkml:trace contextRef="#ctx0" brushRef="#br0">8982 17093 16384, 8970 17084 16384, 8973 17078 16384, 8985 17069 16384, 9003 17057 16384, 9024 17045 16384, 9055 17030 16384, 9085 17012 16384, 9121 16997 16384, 9154 16988 16384, 9193 16979 16384, 9226 16976 16384, 9263 16979 16384, 9296 16988 16384, 9320 17003 16384, 9338 17024 16384, 9350 17048 16384, 9356 17075 16384, 9353 17108 16384, 9344 17141 16384, 9329 17172 16384, 9314 17202 16384, 9296 17235 16384, 9275 17256 16384, 9257 17280 16384, 9235 17301 16384</inkml:trace>
  <inkml:trace contextRef="#ctx0" brushRef="#br0">9487 16803 16384, 9482 16802 16384, 9491 16802 16384, 9548 16796 16384, 9649 16787 16384, 9759 16784 16384, 9870 16780 16384, 9954 16775 16384, 10001 16772 16384, 10017 16770 16384</inkml:trace>
  <inkml:trace contextRef="#ctx0" brushRef="#br0">9795 16632 16384, 9792 16630 16384, 9813 16644 16384, 9846 16695 16384, 9866 16786 16384, 9862 16890 16384, 9843 16997 16384, 9819 17059 16384, 9793 17097 16384, 9767 17114 16384, 9739 17113 16384, 9714 17091 16384, 9699 17049 16384, 9702 17009 16384, 9724 16975 16384, 9763 16946 16384, 9809 16940 16384, 9849 16960 16384, 9869 17014 16384, 9868 17090 16384, 9844 17175 16384, 9805 17253 16384, 9774 17302 16384, 9755 17330 16384, 9745 17331 16384</inkml:trace>
  <inkml:trace contextRef="#ctx0" brushRef="#br0">10295 16630 16384, 10316 16639 16384, 10373 16655 16384, 10428 16669 16384, 10468 16685 16384, 10485 16704 16384</inkml:trace>
  <inkml:trace contextRef="#ctx0" brushRef="#br0">10151 16969 16384, 10143 16969 16384, 10150 16964 16384, 10193 16937 16384, 10267 16891 16384, 10351 16847 16384, 10434 16826 16384, 10508 16828 16384, 10565 16865 16384, 10597 16937 16384, 10603 17047 16384, 10584 17141 16384, 10541 17215 16384, 10489 17280 16384, 10449 17320 16384, 10431 17331 16384</inkml:trace>
  <inkml:trace contextRef="#ctx0" brushRef="#br0">10740 16856 16384, 10729 16854 16384, 10732 16854 16384, 10752 16854 16384, 10792 16844 16384, 10860 16820 16384, 10944 16798 16384, 11022 16789 16384, 11090 16794 16384, 11138 16828 16384, 11167 16893 16384, 11181 16981 16384, 11181 17073 16384, 11167 17164 16384, 11142 17247 16384, 11115 17303 16384, 11098 17329 16384, 11083 17331 16384, 11063 17306 16384, 11031 17248 16384</inkml:trace>
  <inkml:trace contextRef="#ctx0" brushRef="#br0">11060 16630 16384, 11062 16643 16384, 11048 16711 16384, 11002 16850 16384, 10940 17024 16384, 10884 17170 16384, 10855 17246 16384, 10845 17286 16384, 10844 17291 16384</inkml:trace>
  <inkml:trace contextRef="#ctx0" brushRef="#br0">11182 16723 16384, 11174 16722 16384, 11186 16734 16384, 11221 16779 16384, 11269 16873 16384, 11302 16980 16384, 11321 17053 16384, 11336 17096 16384, 11345 17119 16384</inkml:trace>
  <inkml:trace contextRef="#ctx0" brushRef="#br0">11478 16640 16384, 11475 16640 16384, 11471 16641 16384, 11471 16680 16384, 11478 16785 16384, 11491 16946 16384, 11512 17116 16384, 11542 17240 16384, 11579 17302 16384, 11613 17322 16384, 11641 17316 16384, 11673 17274 16384, 11710 17189 16384, 11760 17116 16384</inkml:trace>
  <inkml:trace contextRef="#ctx0" brushRef="#br0">11994 16794 16384, 12006 16801 16384, 12054 16836 16384, 12104 16898 16384, 12141 16973 16384, 12160 17033 16384, 12167 17074 16384, 12169 17091 16384, 12173 17091 16384</inkml:trace>
  <inkml:trace contextRef="#ctx0" brushRef="#br0">12661 16676 16384, 12667 16688 16384, 12680 16770 16384, 12670 16917 16384, 12624 17050 16384, 12551 17173 16384, 12482 17245 16384, 12430 17259 16384, 12379 17236 16384, 12333 17163 16384, 12299 17033 16384, 12320 16859 16384, 12417 16738 16384, 12536 16676 16384, 12683 16630 16384, 12836 16635 16384, 12950 16732 16384, 12995 16926 16384, 12993 17147 16384, 12984 17260 16384, 12973 17318 16384, 12967 17331 16384</inkml:trace>
  <inkml:trace contextRef="#ctx0" brushRef="#br0">13483 16856 16384, 13472 16854 16384, 13475 16854 16384, 13495 16854 16384, 13535 16844 16384, 13603 16820 16384, 13687 16798 16384, 13765 16789 16384, 13833 16794 16384, 13881 16828 16384, 13910 16893 16384, 13924 16981 16384, 13924 17073 16384, 13910 17164 16384, 13885 17247 16384, 13858 17303 16384, 13841 17329 16384, 13826 17331 16384, 13806 17306 16384, 13774 17248 16384</inkml:trace>
  <inkml:trace contextRef="#ctx0" brushRef="#br0">13803 16630 16384, 13805 16643 16384, 13791 16711 16384, 13745 16850 16384, 13683 17024 16384, 13627 17170 16384, 13598 17246 16384, 13588 17286 16384, 13587 17291 16384</inkml:trace>
  <inkml:trace contextRef="#ctx0" brushRef="#br0">13925 16723 16384, 13917 16722 16384, 13929 16734 16384, 13964 16779 16384, 14012 16873 16384, 14045 16980 16384, 14064 17053 16384, 14079 17096 16384, 14088 17119 16384</inkml:trace>
  <inkml:trace contextRef="#ctx0" brushRef="#br0">14229 16801 16384, 14220 16804 16384, 14214 16804 16384, 14214 16807 16384, 14223 16807 16384, 14240 16809 16384, 14264 16809 16384, 14295 16804 16384, 14339 16792 16384, 14388 16781 16384, 14443 16769 16384, 14495 16763 16384, 14551 16757 16384, 14603 16752 16384, 14646 16749 16384, 14684 16746 16384, 14716 16743 16384, 14742 16743 16384, 14759 16740 16384, 14774 16740 16384, 14780 16737 16384</inkml:trace>
  <inkml:trace contextRef="#ctx0" brushRef="#br0">14516 16641 16384, 14513 16641 16384, 14510 16638 16384, 14519 16641 16384, 14530 16650 16384, 14545 16665 16384, 14559 16688 16384, 14571 16720 16384, 14580 16760 16384, 14582 16798 16384, 14582 16818 16384, 14580 16879 16384, 14574 16914 16384, 14565 16949 16384, 14556 16981 16384, 14551 16992 16384, 14533 17021 16384, 14519 17038 16384, 14501 17053 16384, 14487 17059 16384, 14469 17062 16384, 14452 17062 16384, 14435 17059 16384, 14420 17050 16384, 14411 17038 16384, 14400 17024 16384, 14394 17010 16384, 14391 16998 16384, 14394 16986 16384, 14400 16978 16384, 14408 16969 16384, 14417 16963 16384, 14429 16960 16384, 14443 16960 16384, 14461 16963 16384, 14478 16966 16384, 14493 16972 16384, 14507 16983 16384, 14519 16995 16384, 14527 17012 16384, 14533 17033 16384, 14533 17062 16384, 14530 17091 16384, 14524 17120 16384, 14516 17152 16384, 14504 17181 16384, 14490 17207 16384, 14475 17236 16384, 14458 17262 16384, 14437 17285 16384, 14423 17305 16384, 14408 17320 16384, 14397 17328 16384, 14391 17331 16384</inkml:trace>
  <inkml:trace contextRef="#ctx0" brushRef="#br0">14803 16638 16384, 14800 16638 16384, 14797 16638 16384, 14800 16644 16384, 14806 16653 16384, 14814 16670 16384, 14823 16691 16384, 14826 16717 16384, 14829 16743 16384, 14829 16766 16384, 14829 16783 16384, 14832 16798 16384, 14832 16807 16384, 14832 16815 16384, 14832 16818 16384, 14832 16821 16384</inkml:trace>
  <inkml:trace contextRef="#ctx0" brushRef="#br0">14864 16630 16384, 14864 16633 16384, 14864 16638 16384, 14867 16653 16384, 14872 16679 16384, 14878 16702 16384, 14887 16728 16384, 14893 16754 16384, 14898 16769 16384, 14901 16783 16384, 14907 16795 16384, 14910 16804 16384, 14910 16812 16384, 14913 16818 16384, 14913 16821 16384</inkml:trace>
  <inkml:trace contextRef="#ctx0" brushRef="#br0">15091 16706 16384, 15087 16703 16384, 15080 16723 16384, 15067 16788 16384, 15047 16915 16384, 15039 17071 16384, 15050 17184 16384, 15077 17239 16384, 15110 17258 16384</inkml:trace>
  <inkml:trace contextRef="#ctx0" brushRef="#br0">15248 16843 16384, 15309 16844 16384, 15397 16844 16384, 15481 16841 16384, 15559 16837 16384, 15610 16837 16384, 15629 16841 16384</inkml:trace>
  <inkml:trace contextRef="#ctx0" brushRef="#br0">15443 16717 16384, 15464 16763 16384, 15493 16856 16384, 15503 16977 16384, 15492 17096 16384, 15466 17183 16384, 15442 17227 16384, 15421 17233 16384, 15393 17221 16384, 15361 17186 16384, 15336 17141 16384, 15329 17105 16384, 15346 17084 16384, 15391 17067 16384, 15459 17055 16384, 15542 17066 16384, 15611 17098 16384, 15667 17136 16384, 15705 17161 16384, 15728 17171 16384, 15738 17176 16384, 15741 17176 16384</inkml:trace>
  <inkml:trace contextRef="#ctx0" brushRef="#br0">15867 17086 16384, 15871 17090 16384, 15876 17095 16384, 15885 17108 16384, 15907 17135 16384, 15934 17166 16384, 15956 17206 16384, 15979 17242 16384, 15996 17269 16384, 16019 17291 16384, 16037 17309 16384, 16050 17318 16384, 16059 17322 16384, 16068 17331 16384, 16072 17331 16384</inkml:trace>
  <inkml:trace contextRef="#ctx0" brushRef="#br0">16324 16720 16384, 16317 16697 16384, 16324 16690 16384, 16339 16675 16384, 16354 16664 16384, 16373 16649 16384, 16392 16634 16384, 16403 16630 16384, 16411 16634 16384, 16414 16641 16384, 16414 16656 16384, 16414 16675 16384, 16414 16709 16384, 16411 16742 16384, 16411 16780 16384, 16411 16821 16384, 16414 16847 16384, 16429 16862 16384, 16448 16870 16384, 16474 16870 16384, 16504 16862 16384, 16531 16851 16384, 16557 16832 16384, 16579 16810 16384, 16602 16776 16384, 16617 16750 16384, 16632 16724 16384, 16639 16694 16384, 16643 16671 16384, 16643 16656 16384, 16643 16645 16384, 16639 16649 16384, 16636 16660 16384, 16632 16679 16384, 16624 16709 16384, 16621 16750 16384, 16613 16795 16384, 16609 16851 16384, 16602 16922 16384, 16594 17001 16384, 16583 17080 16384, 16572 17151 16384, 16557 17211 16384, 16538 17253 16384, 16523 17286 16384, 16508 17309 16384, 16493 17324 16384, 16467 17331 16384, 16437 17331 16384, 16414 17328 16384, 16392 17320 16384, 16369 17305 16384, 16354 17279 16384, 16343 17245 16384, 16343 17215 16384, 16347 17189 16384, 16362 17166 16384, 16388 17151 16384, 16422 17136 16384, 16463 17117 16384, 16504 17102 16384, 16561 17091 16384, 16609 17084 16384, 16658 17084 16384, 16696 17084 16384, 16729 17084 16384, 16752 17084 16384, 16767 17084 16384, 16778 17084 16384, 16782 17087 16384</inkml:trace>
  <inkml:trace contextRef="#ctx0" brushRef="#br0">17274 16896 16384, 17272 16896 16384, 17272 16899 16384, 17277 16901 16384, 17285 16901 16384, 17300 16904 16384, 17326 16904 16384, 17377 16901 16384, 17415 16896 16384, 17456 16894 16384, 17497 16891 16384, 17550 16891 16384, 17579 16896 16384, 17602 16901 16384, 17614 16906 16384</inkml:trace>
  <inkml:trace contextRef="#ctx0" brushRef="#br0">17282 17070 16384, 17280 17070 16384, 17282 17070 16384, 17287 17070 16384, 17305 17070 16384, 17356 17070 16384, 17374 17067 16384, 17412 17065 16384, 17430 17065 16384, 17471 17062 16384, 17510 17060 16384, 17548 17057 16384, 17584 17055 16384, 17609 17055 16384, 17630 17052 16384, 17648 17052 16384, 17658 17052 16384</inkml:trace>
  <inkml:trace contextRef="#ctx0" brushRef="#br0">18461 16816 16384, 18461 16784 16384, 18461 16771 16384, 18458 16752 16384, 18451 16726 16384, 18438 16691 16384, 18419 16665 16384, 18400 16643 16384, 18377 16630 16384, 18351 16633 16384, 18329 16646 16384, 18303 16668 16384, 18274 16701 16384, 18252 16739 16384, 18229 16781 16384, 18219 16820 16384, 18223 16852 16384, 18235 16884 16384, 18252 16903 16384, 18271 16919 16384, 18293 16929 16384, 18319 16935 16384, 18348 16935 16384, 18377 16929 16384, 18406 16913 16384, 18429 16890 16384, 18454 16858 16384, 18474 16826 16384, 18486 16791 16384, 18493 16755 16384, 18496 16726 16384, 18496 16704 16384, 18496 16694 16384, 18493 16694 16384, 18490 16697 16384, 18483 16710 16384, 18480 16733 16384, 18474 16765 16384, 18467 16807 16384, 18461 16861 16384, 18454 16932 16384, 18441 17019 16384, 18429 17103 16384, 18416 17177 16384, 18400 17238 16384, 18387 17280 16384, 18371 17309 16384, 18351 17325 16384, 18335 17331 16384, 18310 17331 16384, 18281 17325 16384, 18252 17309 16384, 18219 17293 16384, 18194 17264 16384, 18178 17235 16384, 18165 17203 16384, 18161 17180 16384, 18168 17164 16384, 18184 17151 16384, 18203 17141 16384, 18232 17125 16384, 18271 17109 16384, 18313 17096 16384, 18361 17087 16384, 18412 17083 16384, 18461 17083 16384, 18499 17087 16384, 18535 17090 16384, 18557 17093 16384, 18573 17096 16384, 18589 17100 16384, 18599 17100 16384</inkml:trace>
  <inkml:trace contextRef="#ctx0" brushRef="#br0">18962 16634 16384, 18962 16632 16384, 18962 16630 16384, 18960 16630 16384, 18954 16634 16384, 18950 16640 16384, 18943 16649 16384, 18935 16662 16384, 18926 16679 16384, 18907 16722 16384, 18900 16739 16384, 18896 16756 16384, 18883 16799 16384, 18866 16869 16384, 18860 16921 16384, 18858 16978 16384, 18860 17064 16384, 18866 17122 16384, 18877 17177 16384, 18898 17239 16384, 18909 17276 16384, 18922 17301 16384, 18939 17323 16384, 18945 17331 16384</inkml:trace>
  <inkml:trace contextRef="#ctx0" brushRef="#br0">19196 17311 16384, 19200 17319 16384, 19212 17331 16384, 19228 17331 16384, 19256 17319 16384, 19284 17295 16384, 19312 17259 16384, 19352 17207 16384, 19380 17155 16384, 19417 17095 16384, 19453 17023 16384, 19477 16950 16384, 19509 16870 16384, 19533 16790 16384, 19553 16726 16384, 19565 16674 16384, 19569 16642 16384, 19569 16630 16384, 19565 16630 16384, 19553 16634 16384, 19537 16650 16384, 19525 16670 16384, 19509 16702 16384, 19497 16746 16384, 19485 16806 16384, 19473 16874 16384, 19465 16954 16384, 19465 17055 16384, 19473 17155 16384, 19485 17227 16384, 19505 17271 16384, 19533 17295 16384, 19557 17303 16384, 19585 17307 16384, 19613 17307 16384, 19633 17299 16384</inkml:trace>
  <inkml:trace contextRef="#ctx0" brushRef="#br0">19324 16874 16384, 19308 16882 16384, 19284 16886 16384, 19292 16886 16384, 19312 16878 16384, 19336 16870 16384, 19364 16862 16384, 19405 16854 16384, 19453 16846 16384, 19505 16842 16384, 19561 16838 16384, 19605 16834 16384, 19641 16830 16384</inkml:trace>
  <inkml:trace contextRef="#ctx0" brushRef="#br0">19909 16630 16384, 19912 16630 16384, 19912 16632 16384, 19914 16632 16384, 19917 16635 16384, 19932 16652 16384, 19942 16675 16384, 19952 16710 16384, 19959 16753 16384, 19967 16798 16384, 19980 16878 16384, 19982 16905 16384, 19985 16933 16384, 19987 16986 16384, 19987 17066 16384, 19985 17111 16384, 19977 17156 16384, 19969 17198 16384, 19962 17231 16384, 19952 17274 16384, 19942 17296 16384, 19932 17314 16384, 19927 17319 16384, 19912 17331 16384</inkml:trace>
  <inkml:trace contextRef="#ctx0" brushRef="#br0">20457 16661 16384, 20466 16662 16384, 20513 16693 16384, 20581 16761 16384, 20639 16820 16384, 20684 16868 16384, 20723 16903 16384, 20731 16908 16384</inkml:trace>
  <inkml:trace contextRef="#ctx0" brushRef="#br0">20961 16711 16384, 20955 16711 16384, 20919 16729 16384, 20861 16784 16384, 20772 16876 16384, 20696 16971 16384, 20646 17071 16384, 20631 17152 16384, 20649 17205 16384, 20698 17250 16384, 20766 17284 16384, 20840 17296 16384, 20928 17300 16384, 21017 17293 16384, 21098 17277 16384, 21158 17262 16384</inkml:trace>
  <inkml:trace contextRef="#ctx0" brushRef="#br0">21761 16720 16384, 21754 16697 16384, 21761 16690 16384, 21776 16675 16384, 21791 16664 16384, 21810 16649 16384, 21829 16634 16384, 21840 16630 16384, 21847 16634 16384, 21851 16641 16384, 21851 16656 16384, 21851 16675 16384, 21851 16709 16384, 21847 16742 16384, 21847 16780 16384, 21847 16821 16384, 21851 16847 16384, 21866 16862 16384, 21885 16870 16384, 21911 16870 16384, 21941 16862 16384, 21967 16851 16384, 21994 16832 16384, 22016 16810 16384, 22039 16776 16384, 22054 16750 16384, 22069 16724 16384, 22076 16694 16384, 22080 16671 16384, 22080 16656 16384, 22080 16645 16384, 22076 16649 16384, 22072 16660 16384, 22069 16679 16384, 22061 16709 16384, 22057 16750 16384, 22050 16795 16384, 22046 16851 16384, 22039 16922 16384, 22031 17001 16384, 22020 17080 16384, 22009 17151 16384, 21994 17211 16384, 21975 17253 16384, 21960 17286 16384, 21945 17309 16384, 21930 17324 16384, 21904 17331 16384, 21874 17331 16384, 21851 17328 16384, 21829 17320 16384, 21806 17305 16384, 21791 17279 16384, 21780 17245 16384, 21780 17215 16384, 21784 17189 16384, 21799 17166 16384, 21825 17151 16384, 21859 17136 16384, 21900 17117 16384, 21941 17102 16384, 21997 17091 16384, 22046 17084 16384, 22095 17084 16384, 22132 17084 16384, 22166 17084 16384, 22189 17084 16384, 22204 17084 16384, 22215 17084 16384, 22219 17087 16384</inkml:trace>
  <inkml:trace contextRef="#ctx0" brushRef="#br0">22711 16896 16384, 22709 16896 16384, 22709 16899 16384, 22714 16901 16384, 22721 16901 16384, 22737 16904 16384, 22762 16904 16384, 22813 16901 16384, 22852 16896 16384, 22893 16894 16384, 22934 16891 16384, 22987 16891 16384, 23015 16896 16384, 23038 16901 16384, 23051 16906 16384</inkml:trace>
  <inkml:trace contextRef="#ctx0" brushRef="#br0">22719 17070 16384, 22716 17070 16384, 22719 17070 16384, 22724 17070 16384, 22742 17070 16384, 22793 17070 16384, 22811 17067 16384, 22849 17065 16384, 22867 17065 16384, 22908 17062 16384, 22946 17060 16384, 22985 17057 16384, 23020 17055 16384, 23046 17055 16384, 23066 17052 16384, 23084 17052 16384, 23094 17052 16384</inkml:trace>
  <inkml:trace contextRef="#ctx0" brushRef="#br0">23927 16936 16384, 23932 16922 16384, 23932 16873 16384, 23927 16837 16384, 23918 16787 16384, 23900 16738 16384, 23869 16688 16384, 23837 16657 16384, 23815 16639 16384, 23783 16634 16384, 23747 16630 16384, 23716 16634 16384, 23675 16648 16384, 23635 16675 16384, 23608 16715 16384, 23576 16769 16384, 23545 16837 16384, 23532 16922 16384, 23527 17021 16384, 23532 17129 16384, 23545 17205 16384, 23567 17259 16384, 23599 17295 16384, 23630 17313 16384, 23662 17327 16384, 23707 17331 16384, 23743 17327 16384, 23779 17309 16384, 23815 17273 16384, 23846 17219 16384, 23878 17151 16384, 23909 17066 16384, 23927 16967 16384, 23941 16868 16384, 23945 16792 16384, 23950 16747 16384, 23950 16724 16384, 23950 16720 16384, 23950 16724 16384, 23945 16738 16384, 23936 16765 16384, 23932 16810 16384, 23927 16868 16384, 23927 16931 16384, 23932 17003 16384, 23945 17079 16384, 23963 17147 16384, 23986 17187 16384, 24013 17210 16384, 24035 17228 16384, 24062 17237 16384, 24089 17237 16384, 24107 17228 16384</inkml:trace>
  <inkml:trace contextRef="#ctx0" brushRef="#br0">24902 16676 16384, 24907 16688 16384, 24920 16770 16384, 24911 16917 16384, 24864 17050 16384, 24791 17173 16384, 24722 17245 16384, 24670 17259 16384, 24620 17236 16384, 24573 17163 16384, 24540 17033 16384, 24560 16859 16384, 24657 16738 16384, 24777 16676 16384, 24924 16630 16384, 25077 16635 16384, 25191 16732 16384, 25236 16926 16384, 25234 17147 16384, 25224 17260 16384, 25213 17318 16384, 25208 17331 16384</inkml:trace>
  <inkml:trace contextRef="#ctx0" brushRef="#br0">25713 16669 16384, 25722 16664 16384, 25795 16651 16384, 25917 16634 16384, 26039 16638 16384, 26146 16681 16384, 26222 16735 16384, 26253 16781 16384, 26248 16819 16384, 26203 16868 16384, 26188 16882 16384</inkml:trace>
  <inkml:trace contextRef="#ctx0" brushRef="#br0">25730 17055 16384, 25727 17068 16384, 25746 17133 16384, 25804 17216 16384, 25885 17278 16384, 25974 17315 16384, 26067 17326 16384, 26165 17327 16384, 26265 17316 16384, 26362 17292 16384, 26414 17273 16384</inkml:trace>
  <inkml:trace contextRef="#ctx0" brushRef="#br0">26692 16630 16384, 26713 16639 16384, 26770 16655 16384, 26826 16669 16384, 26865 16685 16384, 26882 16704 16384</inkml:trace>
  <inkml:trace contextRef="#ctx0" brushRef="#br0">26548 16969 16384, 26540 16969 16384, 26547 16964 16384, 26590 16937 16384, 26665 16891 16384, 26749 16847 16384, 26831 16826 16384, 26905 16828 16384, 26962 16865 16384, 26995 16937 16384, 27000 17047 16384, 26981 17141 16384, 26938 17215 16384, 26886 17280 16384, 26846 17320 16384, 26828 17331 16384</inkml:trace>
  <inkml:trace contextRef="#ctx0" brushRef="#br0">27129 16729 16384, 27126 16729 16384, 27162 16725 16384, 27256 16716 16384, 27372 16699 16384, 27502 16682 16384, 27638 16667 16384, 27748 16661 16384, 27813 16661 16384, 27828 16665 16384, 27818 16674 16384, 27765 16709 16384, 27674 16767 16384, 27580 16845 16384, 27507 16949 16384, 27491 17040 16384, 27505 17132 16384, 27547 17208 16384, 27612 17265 16384, 27685 17291 16384, 27766 17300 16384, 27826 17289 16384</inkml:trace>
  <inkml:trace contextRef="#ctx0" brushRef="#br0">28230 16642 16384, 28231 16633 16384, 28231 16630 16384, 28225 16650 16384, 28191 16722 16384, 28113 16878 16384, 28024 17069 16384, 27970 17208 16384, 27954 17281 16384, 27954 17316 16384, 27959 17331 16384, 27970 17323 16384, 27998 17270 16384, 28038 17175 16384, 28094 17057 16384, 28161 16965 16384, 28205 16937 16384, 28231 16929 16384, 28244 16948 16384, 28253 17002 16384, 28264 17091 16384, 28283 17186 16384, 28316 17255 16384, 28358 17289 16384, 28411 17308 16384, 28465 17309 16384, 28495 17303 16384</inkml:trace>
  <inkml:trace contextRef="#ctx0" brushRef="#br0">28983 16676 16384, 28989 16688 16384, 29002 16770 16384, 28993 16917 16384, 28946 17050 16384, 28873 17173 16384, 28804 17245 16384, 28752 17259 16384, 28701 17236 16384, 28655 17163 16384, 28621 17033 16384, 28642 16859 16384, 28739 16738 16384, 28858 16676 16384, 29006 16630 16384, 29159 16635 16384, 29272 16732 16384, 29317 16926 16384, 29315 17147 16384, 29306 17260 16384, 29295 17318 16384, 29289 17331 16384</inkml:trace>
  <inkml:trace contextRef="#ctx0" brushRef="#br0">29805 16856 16384, 29794 16854 16384, 29797 16854 16384, 29817 16854 16384, 29857 16844 16384, 29925 16820 16384, 30009 16798 16384, 30087 16789 16384, 30155 16794 16384, 30203 16828 16384, 30232 16893 16384, 30246 16981 16384, 30246 17073 16384, 30232 17164 16384, 30207 17247 16384, 30180 17303 16384, 30163 17329 16384, 30148 17331 16384, 30128 17306 16384, 30096 17248 16384</inkml:trace>
  <inkml:trace contextRef="#ctx0" brushRef="#br0">30126 16630 16384, 30127 16643 16384, 30114 16711 16384, 30067 16850 16384, 30005 17024 16384, 29949 17170 16384, 29920 17246 16384, 29910 17286 16384, 29909 17291 16384</inkml:trace>
  <inkml:trace contextRef="#ctx0" brushRef="#br0">30247 16723 16384, 30239 16722 16384, 30251 16734 16384, 30286 16779 16384, 30334 16873 16384, 30367 16980 16384, 30386 17053 16384, 30401 17096 16384, 30410 17119 16384</inkml:trace>
  <inkml:trace contextRef="#ctx0" brushRef="#br0">30551 16801 16384, 30542 16804 16384, 30536 16804 16384, 30536 16807 16384, 30545 16807 16384, 30563 16809 16384, 30586 16809 16384, 30618 16804 16384, 30661 16792 16384, 30710 16781 16384, 30765 16769 16384, 30818 16763 16384, 30873 16757 16384, 30925 16752 16384, 30968 16749 16384, 31006 16746 16384, 31038 16743 16384, 31064 16743 16384, 31081 16740 16384, 31096 16740 16384, 31102 16737 16384</inkml:trace>
  <inkml:trace contextRef="#ctx0" brushRef="#br0">30838 16641 16384, 30835 16641 16384, 30832 16638 16384, 30841 16641 16384, 30852 16650 16384, 30867 16665 16384, 30881 16688 16384, 30893 16720 16384, 30902 16760 16384, 30905 16798 16384, 30905 16818 16384, 30902 16879 16384, 30896 16914 16384, 30887 16949 16384, 30879 16981 16384, 30873 16992 16384, 30855 17021 16384, 30841 17038 16384, 30823 17053 16384, 30809 17059 16384, 30792 17062 16384, 30774 17062 16384, 30757 17059 16384, 30742 17050 16384, 30734 17038 16384, 30722 17024 16384, 30716 17010 16384, 30713 16998 16384, 30716 16986 16384, 30722 16978 16384, 30731 16969 16384, 30739 16963 16384, 30751 16960 16384, 30765 16960 16384, 30783 16963 16384, 30800 16966 16384, 30815 16972 16384, 30829 16983 16384, 30841 16995 16384, 30850 17012 16384, 30855 17033 16384, 30855 17062 16384, 30852 17091 16384, 30847 17120 16384, 30838 17152 16384, 30826 17181 16384, 30812 17207 16384, 30797 17236 16384, 30780 17262 16384, 30760 17285 16384, 30745 17305 16384, 30731 17320 16384, 30719 17328 16384, 30713 17331 16384</inkml:trace>
  <inkml:trace contextRef="#ctx0" brushRef="#br0">31125 16638 16384, 31122 16638 16384, 31119 16638 16384, 31122 16644 16384, 31128 16653 16384, 31137 16670 16384, 31145 16691 16384, 31148 16717 16384, 31151 16743 16384, 31151 16766 16384, 31151 16783 16384, 31154 16798 16384, 31154 16807 16384, 31154 16815 16384, 31154 16818 16384, 31154 16821 16384</inkml:trace>
  <inkml:trace contextRef="#ctx0" brushRef="#br0">31186 16630 16384, 31186 16633 16384, 31186 16638 16384, 31189 16653 16384, 31194 16679 16384, 31200 16702 16384, 31209 16728 16384, 31215 16754 16384, 31221 16769 16384, 31223 16783 16384, 31229 16795 16384, 31232 16804 16384, 31232 16812 16384, 31235 16818 16384, 31235 16821 16384</inkml:trace>
  <inkml:trace contextRef="#ctx0" brushRef="#br0">31402 16646 16384, 31397 16660 16384, 31388 16744 16384, 31369 16909 16384, 31361 17102 16384, 31375 17234 16384, 31408 17291 16384, 31447 17315 16384</inkml:trace>
  <inkml:trace contextRef="#ctx0" brushRef="#br0">31655 16828 16384, 31657 16819 16384, 31742 16793 16384, 31805 16789 16384, 31859 16790 16384, 31905 16795 16384, 31928 16808 16384, 31923 16852 16384</inkml:trace>
  <inkml:trace contextRef="#ctx0" brushRef="#br0">31765 17141 16384, 31765 17151 16384, 31832 17244 16384, 31890 17271 16384, 31958 17285 16384, 32030 17274 16384, 32063 17261 16384</inkml:trace>
  <inkml:trace contextRef="#ctx0" brushRef="#br0">32557 16739 16384, 32546 16739 16384, 32555 16734 16384, 32604 16717 16384, 32676 16683 16384, 32757 16650 16384, 32817 16631 16384, 32837 16630 16384, 32832 16647 16384, 32793 16708 16384, 32722 16823 16384, 32636 16974 16384, 32564 17140 16384, 32540 17252 16384, 32560 17295 16384, 32600 17325 16384, 32656 17331 16384, 32733 17287 16384, 32828 17193 16384, 32937 17071 16384, 33029 16951 16384, 33091 16843 16384, 33122 16791 16384, 33125 16786 16384, 33120 16791 16384, 33094 16840 16384, 33058 16930 16384, 33022 17056 16384, 33010 17192 16384, 33041 17267 16384, 33097 17305 16384, 33169 17316 16384, 33205 17305 16384</inkml:trace>
  <inkml:trace contextRef="#ctx0" brushRef="#br0">33331 16661 16384, 33340 16662 16384, 33387 16693 16384, 33455 16761 16384, 33513 16820 16384, 33558 16868 16384, 33598 16903 16384, 33605 16908 16384</inkml:trace>
  <inkml:trace contextRef="#ctx0" brushRef="#br0">33835 16711 16384, 33829 16711 16384, 33793 16729 16384, 33735 16784 16384, 33646 16876 16384, 33570 16971 16384, 33520 17071 16384, 33505 17152 16384, 33523 17205 16384, 33572 17250 16384, 33640 17284 16384, 33714 17296 16384, 33802 17300 16384, 33892 17293 16384, 33972 17277 16384, 34032 17262 16384</inkml:trace>
  <inkml:trace contextRef="#ctx0" brushRef="#br0">34207 16631 16384, 34203 16630 16384, 34194 16630 16384, 34190 16648 16384, 34183 16717 16384, 34169 16820 16384, 34159 16958 16384, 34162 17122 16384, 34190 17227 16384, 34241 17294 16384, 34314 17328 16384, 34386 17331 16384, 34459 17301 16384, 34541 17250 16384, 34614 17195 16384, 34670 17145 16384, 34680 17135 16384</inkml:trace>
  <inkml:trace contextRef="#ctx0" brushRef="#br0">35145 16630 16384, 35136 16630 16384, 35124 16642 16384, 35081 16698 16384, 35006 16781 16384, 34937 16852 16384, 34886 16909 16384, 34851 16946 16384, 34825 16977 16384, 34808 16995 16384, 34806 16999 16384, 34811 17007 16384, 34833 17025 16384, 34874 17056 16384, 34937 17101 16384, 35019 17164 16384, 35102 17225 16384, 35164 17270 16384, 35210 17303 16384, 35235 17323 16384, 35246 17331 16384</inkml:trace>
  <inkml:trace contextRef="#ctx0" brushRef="#br0">35372 17086 16384, 35376 17090 16384, 35381 17095 16384, 35390 17108 16384, 35412 17135 16384, 35439 17166 16384, 35461 17206 16384, 35484 17242 16384, 35501 17269 16384, 35524 17291 16384, 35542 17309 16384, 35555 17318 16384, 35564 17322 16384, 35573 17331 16384, 35577 17331 16384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2140 18054 16384, 2140 18063 16384, 2158 18089 16384, 2167 18115 16384, 2167 18124 16384, 2167 18142 16384, 2158 18159 16384, 2140 18177 16384, 2114 18185 16384, 2096 18185 16384, 2070 18185 16384, 2044 18185 16384, 2026 18177 16384, 2018 18159 16384, 2018 18142 16384, 2018 18098 16384, 2035 18071 16384, 2053 18045 16384, 2079 18028 16384, 2105 18019 16384, 2123 18010 16384, 2149 18010 16384, 2175 18010 16384, 2184 18010 16384, 2202 18028 16384, 2210 18036 16384, 2210 18063 16384, 2202 18071 16384, 2184 18089 16384, 2167 18106 16384, 2140 18115 16384, 2105 18133 16384, 2070 18142 16384, 2035 18142 16384, 2009 18133 16384, 2000 18124 16384, 2000 18106 16384, 2000 18089 16384, 2018 18071 16384, 2026 18063 16384, 2044 18045 16384, 2079 18036 16384, 2105 18028 16384, 2123 18028 16384, 2149 18028 16384, 2167 18028 16384, 2184 18054 16384, 2193 18080 16384, 2193 18098 16384, 2193 18115 16384, 2184 18133 16384, 2167 18150 16384, 2158 18159 16384, 2149 18159 16384, 2140 18159 16384, 2132 18150 16384, 2132 18142 16384, 2132 18124 16384, 2132 18115 16384, 2132 18106 16384, 2140 18089 16384, 2149 18080 16384, 2158 18071 16384, 2167 18071 16384, 2167 18080 16384, 2158 18098 16384, 2158 18106 16384, 2149 18106 16384, 2140 18115 16384, 2132 18124 16384, 2123 18124 16384, 2114 18124 16384, 2114 18115 16384, 2123 18098 16384, 2140 18080 16384, 2149 18071 16384, 2158 18063 16384, 2149 18080 16384, 2123 18098 16384, 2096 18115 16384, 2070 18124 16384, 2044 18142 16384, 2035 18142 16384, 2044 18133 16384, 2070 18115 16384, 2079 18106 16384, 2105 18089 16384, 2123 18071 16384, 2158 18045 16384, 2167 18028 16384, 2167 18019 16384, 2158 18019 16384, 2140 18036 16384, 2123 18054 16384, 2105 18071 16384, 2096 18089 16384, 2088 18098 16384</inkml:trace>
  <inkml:trace contextRef="#ctx0" brushRef="#br0">2561 17786 16384, 2571 17781 16384, 2644 17768 16384, 2765 17751 16384, 2887 17756 16384, 2995 17798 16384, 3071 17852 16384, 3101 17898 16384, 3096 17936 16384, 3052 17985 16384, 3036 18000 16384</inkml:trace>
  <inkml:trace contextRef="#ctx0" brushRef="#br0">2579 18172 16384, 2575 18185 16384, 2594 18250 16384, 2653 18334 16384, 2734 18395 16384, 2823 18432 16384, 2916 18443 16384, 3014 18445 16384, 3114 18433 16384, 3210 18410 16384, 3263 18391 16384</inkml:trace>
  <inkml:trace contextRef="#ctx0" brushRef="#br0">3555 17747 16384, 3552 17747 16384, 3556 17768 16384, 3567 17856 16384, 3564 18017 16384, 3549 18196 16384, 3532 18327 16384, 3524 18404 16384, 3529 18445 16384, 3533 18448 16384</inkml:trace>
  <inkml:trace contextRef="#ctx0" brushRef="#br0">3394 18083 16384, 3389 18071 16384, 3399 18044 16384, 3447 17996 16384, 3510 17944 16384, 3555 17914 16384, 3576 17908 16384, 3577 17927 16384, 3555 18001 16384, 3510 18129 16384, 3459 18247 16384, 3434 18308 16384, 3438 18318 16384, 3463 18307 16384, 3513 18253 16384, 3591 18133 16384, 3700 17980 16384, 3800 17899 16384, 3857 17875 16384, 3886 17874 16384, 3901 17899 16384, 3904 17978 16384, 3893 18117 16384, 3888 18247 16384, 3903 18319 16384, 3939 18354 16384, 3991 18364 16384, 4041 18359 16384</inkml:trace>
  <inkml:trace contextRef="#ctx0" brushRef="#br0">4173 17990 16384, 4170 17992 16384, 4168 17995 16384, 4178 17995 16384, 4195 17995 16384, 4220 17990 16384, 4258 17982 16384, 4300 17975 16384, 4343 17970 16384, 4393 17967 16384, 4446 17967 16384, 4491 17967 16384, 4533 17972 16384, 4568 17980 16384, 4598 17992 16384, 4621 18013 16384, 4639 18040 16384, 4646 18078 16384, 4646 18123 16384, 4644 18173 16384, 4636 18223 16384, 4624 18273 16384, 4611 18318 16384, 4601 18348 16384, 4593 18373 16384, 4586 18391 16384, 4581 18401 16384, 4573 18406 16384, 4566 18406 16384, 4558 18398 16384, 4551 18383 16384, 4546 18361 16384, 4538 18331 16384, 4533 18311 16384</inkml:trace>
  <inkml:trace contextRef="#ctx0" brushRef="#br0">4508 17790 16384, 4506 17792 16384, 4501 17795 16384, 4501 17805 16384, 4498 17817 16384, 4491 17842 16384, 4476 17882 16384, 4456 17962 16384, 4446 18000 16384, 4426 18090 16384, 4403 18180 16384, 4385 18258 16384, 4373 18316 16384, 4368 18336 16384, 4360 18366 16384, 4353 18388 16384, 4350 18393 16384</inkml:trace>
  <inkml:trace contextRef="#ctx0" brushRef="#br0">4641 17887 16384, 4639 17887 16384, 4629 17885 16384, 4629 17882 16384, 4631 17885 16384, 4639 17887 16384, 4646 17897 16384, 4666 17932 16384, 4681 17977 16384, 4691 18008 16384, 4704 18068 16384, 4706 18100 16384, 4714 18163 16384, 4719 18190 16384, 4724 18203 16384, 4734 18223 16384, 4741 18233 16384, 4746 18238 16384</inkml:trace>
  <inkml:trace contextRef="#ctx0" brushRef="#br0">4751 17930 16384, 4751 17935 16384, 4751 17937 16384, 4756 17947 16384, 4764 17965 16384, 4774 17982 16384, 4781 18003 16384, 4789 18020 16384, 4794 18035 16384, 4796 18045 16384, 4796 18053 16384, 4796 18055 16384, 4799 18058 16384</inkml:trace>
  <inkml:trace contextRef="#ctx0" brushRef="#br0">4844 17952 16384, 4844 17962 16384, 4846 17975 16384, 4852 17992 16384, 4857 18015 16384, 4862 18035 16384, 4864 18045 16384, 4869 18050 16384</inkml:trace>
  <inkml:trace contextRef="#ctx0" brushRef="#br0">5372 17896 16384, 5351 17852 16384, 5354 17818 16384, 5383 17785 16384, 5439 17755 16384, 5515 17747 16384, 5595 17780 16384, 5650 17855 16384, 5654 17947 16384, 5612 18042 16384, 5540 18125 16384, 5474 18174 16384, 5440 18186 16384, 5428 18175 16384, 5431 18158 16384, 5463 18142 16384, 5527 18131 16384, 5610 18139 16384, 5688 18183 16384, 5726 18250 16384, 5723 18309 16384, 5688 18359 16384, 5625 18406 16384, 5548 18438 16384, 5460 18448 16384, 5379 18432 16384, 5346 18409 16384</inkml:trace>
  <inkml:trace contextRef="#ctx0" brushRef="#br0">5852 17786 16384, 5861 17781 16384, 5934 17768 16384, 6056 17751 16384, 6178 17756 16384, 6286 17798 16384, 6362 17852 16384, 6392 17898 16384, 6387 17936 16384, 6343 17985 16384, 6327 18000 16384</inkml:trace>
  <inkml:trace contextRef="#ctx0" brushRef="#br0">5869 18172 16384, 5866 18185 16384, 5885 18250 16384, 5944 18334 16384, 6025 18395 16384, 6113 18432 16384, 6207 18443 16384, 6305 18445 16384, 6405 18433 16384, 6501 18410 16384, 6553 18391 16384</inkml:trace>
  <inkml:trace contextRef="#ctx0" brushRef="#br0">6720 17763 16384, 6716 17777 16384, 6707 17861 16384, 6687 18026 16384, 6680 18219 16384, 6693 18351 16384, 6726 18408 16384, 6765 18432 16384</inkml:trace>
  <inkml:trace contextRef="#ctx0" brushRef="#br0">6974 17945 16384, 6975 17936 16384, 7060 17910 16384, 7123 17906 16384, 7177 17907 16384, 7224 17912 16384, 7246 17925 16384, 7242 17969 16384</inkml:trace>
  <inkml:trace contextRef="#ctx0" brushRef="#br0">7083 18258 16384, 7083 18269 16384, 7150 18362 16384, 7209 18389 16384, 7276 18402 16384, 7348 18392 16384, 7381 18378 16384</inkml:trace>
  <inkml:trace contextRef="#ctx0" brushRef="#br0">7858 17880 16384, 7875 17872 16384, 7927 17859 16384, 7996 17847 16384, 8060 17842 16384, 8111 17841 16384, 8138 17838 16384, 8142 17837 16384</inkml:trace>
  <inkml:trace contextRef="#ctx0" brushRef="#br0">8046 17747 16384, 8042 17748 16384, 8024 17796 16384, 8001 17880 16384, 7948 17992 16384, 7900 18088 16384, 7878 18148 16384, 7878 18167 16384</inkml:trace>
  <inkml:trace contextRef="#ctx0" brushRef="#br0">8302 17821 16384, 8320 17824 16384, 8365 17855 16384, 8418 17898 16384, 8453 17945 16384, 8474 17985 16384, 8479 18020 16384, 8474 18049 16384, 8454 18067 16384</inkml:trace>
  <inkml:trace contextRef="#ctx0" brushRef="#br0">8211 18052 16384, 8208 18057 16384, 8232 18162 16384, 8241 18240 16384, 8223 18325 16384, 8186 18400 16384, 8151 18439 16384, 8112 18448 16384, 8076 18426 16384, 8043 18377 16384, 8035 18347 16384, 8051 18337 16384, 8094 18330 16384, 8165 18326 16384, 8268 18340 16384, 8359 18374 16384, 8417 18399 16384, 8460 18413 16384, 8492 18416 16384</inkml:trace>
  <inkml:trace contextRef="#ctx0" brushRef="#br0">8630 17808 16384, 8620 17807 16384, 8631 17807 16384, 8677 17803 16384, 8751 17782 16384, 8832 17756 16384, 8898 17747 16384, 8930 17757 16384, 8934 17788 16384, 8902 17852 16384, 8836 17945 16384, 8751 18040 16384, 8673 18115 16384, 8629 18155 16384, 8618 18168 16384, 8644 18159 16384, 8700 18123 16384, 8786 18072 16384, 8895 18039 16384, 8991 18035 16384, 9061 18056 16384, 9105 18097 16384, 9118 18168 16384, 9101 18253 16384, 9053 18327 16384, 8991 18385 16384, 8926 18433 16384, 8869 18448 16384, 8830 18434 16384, 8801 18397 16384, 8793 18338 16384, 8818 18306 16384, 8865 18290 16384, 8927 18283 16384, 8984 18286 16384, 9023 18297 16384, 9048 18305 16384</inkml:trace>
  <inkml:trace contextRef="#ctx0" brushRef="#br0">9606 17794 16384, 9611 17805 16384, 9625 17887 16384, 9615 18034 16384, 9569 18167 16384, 9496 18290 16384, 9427 18363 16384, 9375 18376 16384, 9324 18353 16384, 9277 18281 16384, 9244 18150 16384, 9264 17976 16384, 9361 17855 16384, 9481 17794 16384, 9628 17747 16384, 9781 17753 16384, 9895 17850 16384, 9940 18044 16384, 9938 18264 16384, 9929 18378 16384, 9917 18435 16384, 9912 18448 16384</inkml:trace>
  <inkml:trace contextRef="#ctx0" brushRef="#br0">10118 17823 16384, 10114 17821 16384, 10107 17840 16384, 10093 17905 16384, 10074 18032 16384, 10066 18188 16384, 10077 18301 16384, 10104 18356 16384, 10137 18375 16384</inkml:trace>
  <inkml:trace contextRef="#ctx0" brushRef="#br0">10275 17960 16384, 10336 17961 16384, 10424 17961 16384, 10508 17959 16384, 10586 17954 16384, 10637 17954 16384, 10656 17959 16384</inkml:trace>
  <inkml:trace contextRef="#ctx0" brushRef="#br0">10470 17834 16384, 10491 17880 16384, 10520 17973 16384, 10530 18094 16384, 10519 18213 16384, 10493 18300 16384, 10469 18344 16384, 10448 18350 16384, 10420 18338 16384, 10388 18303 16384, 10363 18258 16384, 10356 18223 16384, 10373 18201 16384, 10418 18185 16384, 10486 18173 16384, 10569 18183 16384, 10638 18215 16384, 10694 18253 16384, 10732 18278 16384, 10755 18288 16384, 10765 18293 16384, 10768 18293 16384</inkml:trace>
  <inkml:trace contextRef="#ctx0" brushRef="#br0">11259 17918 16384, 11250 17921 16384, 11245 17921 16384, 11245 17924 16384, 11253 17924 16384, 11271 17927 16384, 11294 17927 16384, 11326 17921 16384, 11369 17909 16384, 11419 17898 16384, 11474 17886 16384, 11526 17880 16384, 11581 17875 16384, 11633 17869 16384, 11677 17866 16384, 11714 17863 16384, 11746 17860 16384, 11772 17860 16384, 11790 17857 16384, 11804 17857 16384, 11810 17854 16384</inkml:trace>
  <inkml:trace contextRef="#ctx0" brushRef="#br0">11546 17759 16384, 11543 17759 16384, 11540 17756 16384, 11549 17759 16384, 11561 17767 16384, 11575 17782 16384, 11590 17805 16384, 11601 17837 16384, 11610 17877 16384, 11613 17915 16384, 11613 17935 16384, 11610 17996 16384, 11604 18031 16384, 11595 18066 16384, 11587 18098 16384, 11581 18109 16384, 11564 18138 16384, 11549 18156 16384, 11532 18170 16384, 11517 18176 16384, 11500 18179 16384, 11482 18179 16384, 11465 18176 16384, 11450 18167 16384, 11442 18156 16384, 11430 18141 16384, 11424 18127 16384, 11421 18115 16384, 11424 18104 16384, 11430 18095 16384, 11439 18086 16384, 11448 18080 16384, 11459 18077 16384, 11474 18077 16384, 11491 18080 16384, 11508 18083 16384, 11523 18089 16384, 11537 18101 16384, 11549 18112 16384, 11558 18130 16384, 11564 18150 16384, 11564 18179 16384, 11561 18208 16384, 11555 18237 16384, 11546 18269 16384, 11535 18298 16384, 11520 18324 16384, 11506 18353 16384, 11488 18379 16384, 11468 18402 16384, 11453 18422 16384, 11439 18437 16384, 11427 18446 16384, 11421 18448 16384</inkml:trace>
  <inkml:trace contextRef="#ctx0" brushRef="#br0">11833 17756 16384, 11830 17756 16384, 11827 17756 16384, 11830 17761 16384, 11836 17770 16384, 11845 17788 16384, 11853 17808 16384, 11856 17834 16384, 11859 17860 16384, 11859 17883 16384, 11859 17901 16384, 11862 17915 16384, 11862 17924 16384, 11862 17932 16384, 11862 17935 16384, 11862 17938 16384</inkml:trace>
  <inkml:trace contextRef="#ctx0" brushRef="#br0">11894 17747 16384, 11894 17750 16384, 11894 17756 16384, 11897 17770 16384, 11903 17796 16384, 11908 17819 16384, 11917 17846 16384, 11923 17872 16384, 11929 17886 16384, 11932 17901 16384, 11937 17912 16384, 11940 17921 16384, 11940 17930 16384, 11943 17935 16384, 11943 17938 16384</inkml:trace>
  <inkml:trace contextRef="#ctx0" brushRef="#br0">12311 17958 16384, 12305 17945 16384, 12307 17945 16384, 12344 17946 16384, 12416 17946 16384, 12502 17943 16384, 12578 17940 16384, 12625 17940 16384, 12641 17946 16384</inkml:trace>
  <inkml:trace contextRef="#ctx0" brushRef="#br0">12336 17750 16384, 12326 17747 16384, 12336 17756 16384, 12353 17794 16384, 12357 17891 16384, 12341 18065 16384, 12311 18223 16384, 12277 18336 16384, 12240 18411 16384, 12209 18447 16384, 12173 18448 16384, 12130 18418 16384, 12088 18353 16384, 12070 18302 16384, 12083 18290 16384, 12122 18275 16384, 12193 18267 16384, 12295 18293 16384, 12412 18345 16384, 12502 18393 16384, 12557 18422 16384, 12586 18436 16384, 12600 18440 16384</inkml:trace>
  <inkml:trace contextRef="#ctx0" brushRef="#br0">12807 17747 16384, 12807 17751 16384, 12800 17802 16384, 12782 17897 16384, 12767 17993 16384, 12770 18073 16384, 12789 18117 16384, 12818 18132 16384, 12854 18132 16384, 12896 18096 16384</inkml:trace>
  <inkml:trace contextRef="#ctx0" brushRef="#br0">13138 17758 16384, 13145 17785 16384, 13165 17843 16384, 13183 17917 16384, 13184 18032 16384, 13165 18167 16384, 13133 18286 16384, 13095 18378 16384, 13068 18431 16384, 13055 18448 16384</inkml:trace>
  <inkml:trace contextRef="#ctx0" brushRef="#br0">13311 18203 16384, 13315 18207 16384, 13320 18212 16384, 13328 18225 16384, 13351 18252 16384, 13378 18283 16384, 13400 18323 16384, 13422 18359 16384, 13440 18386 16384, 13462 18408 16384, 13480 18426 16384, 13494 18435 16384, 13503 18440 16384, 13511 18448 16384, 13516 18448 16384</inkml:trace>
  <inkml:trace contextRef="#ctx0" brushRef="#br0">13647 18095 16384, 13646 18095 16384, 13644 18097 16384, 13642 18097 16384, 13644 18099 16384, 13650 18102 16384, 13660 18104 16384, 13674 18105 16384, 13692 18105 16384, 13715 18102 16384, 13741 18099 16384, 13773 18094 16384, 13803 18090 16384, 13832 18090 16384, 13862 18090 16384, 13885 18090 16384, 13907 18092 16384, 13927 18094 16384, 13943 18095 16384, 13958 18097 16384, 13971 18097 16384, 13986 18095 16384, 13993 18094 16384</inkml:trace>
  <inkml:trace contextRef="#ctx0" brushRef="#br0">14237 17763 16384, 14227 17766 16384, 14219 17777 16384, 14221 17812 16384, 14229 17874 16384, 14239 17940 16384, 14252 17985 16384, 14261 17998 16384</inkml:trace>
  <inkml:trace contextRef="#ctx0" brushRef="#br0">14246 17747 16384, 14248 17748 16384, 14287 17752 16384, 14358 17752 16384, 14410 17752 16384, 14452 17757 16384, 14485 17781 16384, 14503 17815 16384, 14511 17859 16384, 14507 17931 16384, 14489 18036 16384, 14459 18162 16384, 14430 18278 16384, 14418 18348 16384, 14418 18394 16384, 14426 18431 16384, 14431 18448 16384</inkml:trace>
  <inkml:trace contextRef="#ctx0" brushRef="#br0">15384 17916 16384, 15386 17908 16384, 15386 17905 16384, 15384 17905 16384, 15380 17908 16384, 15373 17914 16384, 15364 17921 16384, 15348 17930 16384, 15328 17939 16384, 15305 17951 16384, 15280 17966 16384, 15255 17980 16384, 15232 17994 16384, 15209 18008 16384, 15186 18024 16384, 15166 18041 16384, 15148 18057 16384, 15141 18064 16384, 15130 18078 16384, 15123 18091 16384, 15119 18100 16384, 15119 18107 16384, 15121 18110 16384, 15130 18117 16384, 15139 18123 16384, 15155 18130 16384, 15175 18139 16384, 15198 18148 16384, 15223 18158 16384, 15248 18173 16384, 15277 18187 16384, 15305 18203 16384, 15332 18219 16384, 15357 18235 16384, 15378 18250 16384, 15396 18262 16384, 15411 18271 16384, 15423 18280 16384, 15432 18285 16384, 15437 18289 16384, 15439 18291 16384, 15441 18291 16384</inkml:trace>
  <inkml:trace contextRef="#ctx0" brushRef="#br0">16306 18053 16384, 16310 18039 16384, 16310 17990 16384, 16306 17954 16384, 16297 17904 16384, 16279 17855 16384, 16247 17805 16384, 16216 17774 16384, 16193 17756 16384, 16162 17751 16384, 16126 17747 16384, 16095 17751 16384, 16054 17765 16384, 16014 17792 16384, 15987 17832 16384, 15955 17886 16384, 15924 17954 16384, 15910 18039 16384, 15906 18138 16384, 15910 18246 16384, 15924 18323 16384, 15946 18377 16384, 15978 18413 16384, 16009 18430 16384, 16041 18444 16384, 16086 18448 16384, 16122 18444 16384, 16158 18426 16384, 16193 18390 16384, 16225 18336 16384, 16256 18269 16384, 16288 18183 16384, 16306 18084 16384, 16319 17985 16384, 16324 17909 16384, 16328 17864 16384, 16328 17841 16384, 16328 17837 16384, 16328 17841 16384, 16324 17855 16384, 16315 17882 16384, 16310 17927 16384, 16306 17985 16384, 16306 18048 16384, 16310 18120 16384, 16324 18197 16384, 16342 18264 16384, 16364 18305 16384, 16391 18327 16384, 16414 18345 16384, 16441 18354 16384, 16468 18354 16384, 16486 18345 16384</inkml:trace>
  <inkml:trace contextRef="#ctx0" brushRef="#br0">17215 17916 16384, 17217 17908 16384, 17217 17905 16384, 17215 17905 16384, 17211 17908 16384, 17204 17914 16384, 17195 17921 16384, 17179 17930 16384, 17159 17939 16384, 17136 17951 16384, 17111 17966 16384, 17086 17980 16384, 17063 17994 16384, 17040 18008 16384, 17017 18024 16384, 16997 18041 16384, 16979 18057 16384, 16972 18064 16384, 16961 18078 16384, 16954 18091 16384, 16950 18100 16384, 16950 18107 16384, 16952 18110 16384, 16961 18117 16384, 16970 18123 16384, 16986 18130 16384, 17006 18139 16384, 17029 18148 16384, 17054 18158 16384, 17079 18173 16384, 17108 18187 16384, 17136 18203 16384, 17163 18219 16384, 17188 18235 16384, 17209 18250 16384, 17227 18262 16384, 17242 18271 16384, 17254 18280 16384, 17263 18285 16384, 17268 18289 16384, 17270 18291 16384, 17272 18291 16384</inkml:trace>
  <inkml:trace contextRef="#ctx0" brushRef="#br0">17848 17960 16384, 17841 17950 16384, 17826 17930 16384, 17814 17895 16384, 17817 17842 16384, 17845 17794 16384, 17893 17758 16384, 17954 17747 16384, 18012 17777 16384, 18055 17858 16384, 18073 17993 16384, 18061 18140 16384, 18025 18233 16384, 17967 18309 16384, 17935 18344 16384, 17905 18371 16384, 17861 18405 16384, 17843 18412 16384, 17857 18408 16384, 17903 18406 16384, 17971 18413 16384, 18052 18428 16384, 18127 18442 16384, 18184 18448 16384, 18227 18446 16384, 18239 18443 16384</inkml:trace>
  <inkml:trace contextRef="#ctx0" brushRef="#br0">18720 17766 16384, 18713 17752 16384, 18701 17752 16384, 18681 17776 16384, 18647 17834 16384, 18608 17935 16384, 18582 18073 16384, 18575 18239 16384, 18597 18344 16384, 18645 18411 16384, 18710 18445 16384, 18771 18448 16384, 18833 18409 16384, 18884 18329 16384, 18915 18210 16384, 18923 18078 16384, 18901 17986 16384, 18857 17919 16384, 18802 17863 16384, 18744 17796 16384, 18705 17750 16384, 18690 17747 16384, 18688 17773 16384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8329 1018 16384, 8329 1007 16384, 8325 1000 16384, 8300 1061 16384, 8174 1276 16384, 7977 1584 16384, 7791 1868 16384, 7687 2069 16384, 7669 2133 16384, 7708 2165 16384, 7823 2183 16384, 8024 2187 16384, 8293 2183 16384, 8580 2173 16384, 8816 2165 16384, 8970 2162 16384, 9035 2158 16384, 9024 2155 16384</inkml:trace>
  <inkml:trace contextRef="#ctx0" brushRef="#br0">8461 1287 16384, 8447 1312 16384, 8465 1534 16384, 8494 1975 16384, 8497 2352 16384, 8497 2585 16384, 8515 2710 16384, 8526 2761 16384, 8544 2800 16384</inkml:trace>
  <inkml:trace contextRef="#ctx0" brushRef="#br0">10271 1295 16384, 10259 1291 16384, 10271 1291 16384, 10399 1295 16384, 10638 1251 16384, 10870 1188 16384, 11057 1164 16384, 11165 1160 16384, 11201 1164 16384</inkml:trace>
  <inkml:trace contextRef="#ctx0" brushRef="#br0">10686 1016 16384, 10666 1012 16384, 10682 1044 16384, 10750 1172 16384, 10802 1431 16384, 10810 1802 16384, 10786 2229 16384, 10730 2525 16384, 10686 2700 16384, 10646 2768 16384, 10582 2776 16384, 10502 2724 16384, 10431 2596 16384, 10399 2433 16384, 10415 2281 16384, 10506 2145 16384, 10658 2010 16384, 10886 1882 16384, 11169 1806 16384, 11400 1818 16384, 11572 1938 16384, 11692 2181 16384, 11748 2441 16384, 11764 2620 16384, 11748 2740 16384, 11728 2788 16384, 11712 2788 16384</inkml:trace>
  <inkml:trace contextRef="#ctx0" brushRef="#br0">11816 1176 16384, 11828 1192 16384, 11915 1371 16384, 12015 1571 16384, 12059 1706 16384</inkml:trace>
  <inkml:trace contextRef="#ctx0" brushRef="#br0">12771 1000 16384, 12827 1024 16384, 12973 1066 16384, 13115 1101 16384, 13215 1142 16384, 13260 1191 16384</inkml:trace>
  <inkml:trace contextRef="#ctx0" brushRef="#br0">12404 1871 16384, 12383 1871 16384, 12400 1857 16384, 12511 1787 16384, 12702 1669 16384, 12917 1558 16384, 13129 1503 16384, 13319 1510 16384, 13465 1603 16384, 13548 1787 16384, 13562 2072 16384, 13514 2311 16384, 13403 2502 16384, 13271 2668 16384, 13167 2772 16384, 13122 2800 16384</inkml:trace>
  <inkml:trace contextRef="#ctx0" brushRef="#br0">14507 1541 16384, 14490 1507 16384, 14497 1507 16384, 14590 1510 16384, 14776 1510 16384, 14997 1503 16384, 15190 1497 16384, 15310 1497 16384, 15352 1510 16384</inkml:trace>
  <inkml:trace contextRef="#ctx0" brushRef="#br0">14569 1007 16384, 14545 1000 16384, 14569 1024 16384, 14614 1121 16384, 14624 1369 16384, 14583 1817 16384, 14507 2221 16384, 14417 2510 16384, 14324 2703 16384, 14245 2797 16384, 14152 2800 16384, 14041 2721 16384, 13934 2555 16384, 13886 2424 16384, 13921 2393 16384, 14021 2355 16384, 14203 2334 16384, 14466 2400 16384, 14766 2534 16384, 14997 2659 16384, 15138 2731 16384, 15210 2769 16384, 15248 2779 16384</inkml:trace>
  <inkml:trace contextRef="#ctx0" brushRef="#br0">16064 1000 16384, 16120 1024 16384, 16265 1066 16384, 16408 1101 16384, 16508 1142 16384, 16553 1191 16384</inkml:trace>
  <inkml:trace contextRef="#ctx0" brushRef="#br0">15697 1871 16384, 15676 1871 16384, 15693 1857 16384, 15804 1787 16384, 15995 1669 16384, 16210 1558 16384, 16421 1503 16384, 16612 1510 16384, 16758 1603 16384, 16841 1787 16384, 16855 2072 16384, 16806 2311 16384, 16695 2502 16384, 16564 2668 16384, 16460 2772 16384, 16414 2800 16384</inkml:trace>
  <inkml:trace contextRef="#ctx0" brushRef="#br0">17670 1006 16384, 17673 1000 16384, 17654 1083 16384, 17554 1343 16384, 17429 1696 16384, 17352 2088 16384, 17349 2441 16384, 17436 2649 16384, 17570 2755 16384, 17718 2800 16384, 17859 2784 16384, 18007 2697 16384, 18113 2604 16384</inkml:trace>
  <inkml:trace contextRef="#ctx0" brushRef="#br0">17266 1594 16384, 17259 1587 16384, 17371 1571 16384, 17577 1539 16384, 17792 1520 16384, 17949 1520 16384, 18007 1539 16384, 18007 1549 16384</inkml:trace>
  <inkml:trace contextRef="#ctx0" brushRef="#br0">17179 2007 16384, 17426 1947 16384, 17679 1886 16384, 17888 1873 16384, 18010 1873 16384, 18061 1876 16384</inkml:trace>
  <inkml:trace contextRef="#ctx0" brushRef="#br0">19145 1032 16384, 19149 1008 16384, 19149 1000 16384, 19133 1052 16384, 19045 1236 16384, 18845 1636 16384, 18617 2128 16384, 18477 2484 16384, 18437 2672 16384, 18437 2760 16384, 18449 2800 16384, 18477 2780 16384, 18549 2644 16384, 18653 2400 16384, 18797 2096 16384, 18969 1860 16384, 19081 1788 16384, 19149 1768 16384, 19181 1816 16384, 19205 1956 16384, 19233 2184 16384, 19281 2428 16384, 19365 2604 16384, 19473 2692 16384, 19609 2740 16384, 19749 2744 16384, 19825 2728 16384</inkml:trace>
  <inkml:trace contextRef="#ctx0" brushRef="#br0">20149 1397 16384, 20149 1390 16384, 20184 1361 16384, 20227 1347 16384, 20290 1333 16384, 20368 1312 16384, 20446 1291 16384, 20581 1262 16384, 20659 1255 16384, 20744 1241 16384, 20808 1234 16384, 20864 1227 16384, 20907 1227 16384, 20928 1227 16384</inkml:trace>
  <inkml:trace contextRef="#ctx0" brushRef="#br0">20609 1000 16384, 20602 1000 16384, 20588 1000 16384, 20581 1014 16384, 20574 1057 16384, 20560 1106 16384, 20545 1177 16384, 20517 1276 16384, 20482 1404 16384, 20460 1482 16384, 20446 1567 16384, 20411 1758 16384, 20354 2049 16384, 20326 2240 16384, 20319 2382 16384, 20312 2566 16384, 20319 2651 16384, 20326 2722 16384, 20333 2743 16384, 20340 2779 16384, 20361 2793 16384, 20375 2800 16384</inkml:trace>
  <inkml:trace contextRef="#ctx0" brushRef="#br0">20737 1872 16384, 20758 1829 16384, 20793 1801 16384, 20886 1772 16384, 20921 1758 16384, 20992 1744 16384, 21034 1737 16384, 21119 1744 16384, 21183 1758 16384, 21233 1772 16384, 21275 1794 16384, 21318 1815 16384, 21346 1829 16384, 21360 1850 16384, 21360 1872 16384</inkml:trace>
  <inkml:trace contextRef="#ctx0" brushRef="#br0">20857 2283 16384, 20815 2318 16384, 20793 2368 16384, 20815 2410 16384, 20857 2446 16384, 20907 2481 16384, 20949 2517 16384, 21006 2566 16384, 21070 2616 16384, 21127 2651 16384, 21197 2687 16384, 21261 2701 16384, 21332 2708 16384, 21396 2687 16384, 21474 2651 16384</inkml:trace>
  <inkml:trace contextRef="#ctx0" brushRef="#br0">21623 1113 16384, 21616 1135 16384, 21637 1191 16384, 21651 1255 16384, 21665 1305 16384, 21665 1326 16384, 21679 1383 16384, 21693 1418 16384, 21708 1432 16384, 21722 1432 16384</inkml:trace>
  <inkml:trace contextRef="#ctx0" brushRef="#br0">21835 1113 16384, 21842 1113 16384, 21849 1135 16384, 21864 1170 16384, 21878 1241 16384, 21892 1326 16384, 21906 1397 16384, 21927 1439 16384</inkml:trace>
  <inkml:trace contextRef="#ctx0" brushRef="#br0">22270 1025 16384, 22260 1025 16384, 22251 1030 16384, 22251 1130 16384, 22270 1398 16384, 22301 1811 16384, 22356 2248 16384, 22433 2566 16384, 22529 2725 16384, 22615 2775 16384, 22688 2761 16384, 22770 2652 16384, 22865 2434 16384, 22992 2248 16384</inkml:trace>
  <inkml:trace contextRef="#ctx0" brushRef="#br0">23592 1420 16384, 23624 1439 16384, 23747 1530 16384, 23874 1689 16384, 23970 1880 16384, 24020 2034 16384, 24038 2139 16384, 24042 2184 16384, 24051 2184 16384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18920" units="cm"/>
      <inkml:brushProperty name="height" value="0.18920" units="cm"/>
      <inkml:brushProperty name="color" value="#000000"/>
    </inkml:brush>
    <inkml:brush xml:id="br1">
      <inkml:brushProperty name="width" value="0.08600" units="cm"/>
      <inkml:brushProperty name="height" value="0.08600" units="cm"/>
      <inkml:brushProperty name="color" value="#000000"/>
    </inkml:brush>
  </inkml:definitions>
  <inkml:trace contextRef="#ctx0" brushRef="#br0">2011 4205 16384, 2020 4200 16384, 2025 4200 16384, 2034 4200 16384, 2039 4200 16384, 2052 4200 16384, 2077 4200 16384, 2091 4200 16384, 2105 4202 16384, 2118 4205 16384, 2134 4207 16384, 2139 4209 16384, 2139 4211 16384</inkml:trace>
  <inkml:trace contextRef="#ctx0" brushRef="#br0">2000 4205 16384, 2000 4207 16384, 2000 4214 16384, 2000 4223 16384, 2000 4245 16384, 2000 4280 16384, 2002 4343 16384, 2007 4393 16384, 2011 4448 16384, 2014 4507 16384, 2016 4562 16384, 2016 4614 16384, 2020 4659 16384, 2025 4723 16384, 2027 4743 16384, 2030 4759 16384, 2032 4793 16384, 2034 4825 16384, 2036 4850 16384, 2036 4887 16384, 2039 4909 16384, 2039 4930 16384, 2041 4948 16384, 2041 4964 16384, 2041 4975 16384, 2043 4984 16384, 2043 4994 16384, 2043 4998 16384, 2043 5000 16384, 2043 5003 16384, 2043 5005 16384, 2043 5007 16384, 2043 5009 16384, 2043 5012 16384, 2043 5014 16384, 2045 5014 16384, 2048 5014 16384, 2050 5012 16384, 2061 5009 16384, 2068 5009 16384, 2080 5007 16384, 2091 5005 16384, 2100 5005 16384, 2114 5003 16384, 2125 5000 16384, 2136 4996 16384, 2143 4994 16384, 2150 4991 16384, 2155 4989 16384</inkml:trace>
  <inkml:trace contextRef="#ctx0" brushRef="#br0">2494 4200 16384, 2491 4200 16384, 2495 4224 16384, 2507 4326 16384, 2504 4513 16384, 2486 4721 16384, 2467 4873 16384, 2458 4963 16384, 2464 5010 16384, 2468 5014 16384</inkml:trace>
  <inkml:trace contextRef="#ctx0" brushRef="#br0">2307 4590 16384, 2301 4576 16384, 2313 4545 16384, 2369 4489 16384, 2441 4429 16384, 2494 4394 16384, 2518 4387 16384, 2519 4409 16384, 2494 4495 16384, 2441 4644 16384, 2382 4781 16384, 2354 4852 16384, 2358 4862 16384, 2387 4850 16384, 2446 4787 16384, 2536 4648 16384, 2662 4471 16384, 2778 4376 16384, 2844 4349 16384, 2877 4347 16384, 2895 4376 16384, 2898 4468 16384, 2886 4629 16384, 2880 4781 16384, 2897 4864 16384, 2939 4904 16384, 2999 4916 16384, 3058 4910 16384</inkml:trace>
  <inkml:trace contextRef="#ctx0" brushRef="#br0">3213 4211 16384, 3209 4211 16384, 3205 4213 16384, 3205 4259 16384, 3213 4380 16384, 3227 4567 16384, 3252 4764 16384, 3287 4908 16384, 3330 4980 16384, 3369 5003 16384, 3402 4997 16384, 3439 4947 16384, 3482 4849 16384, 3540 4764 16384</inkml:trace>
  <inkml:trace contextRef="#ctx0" brushRef="#br0">3811 4390 16384, 3825 4398 16384, 3881 4439 16384, 3938 4511 16384, 3982 4598 16384, 4004 4668 16384, 4012 4715 16384, 4014 4735 16384, 4019 4735 16384</inkml:trace>
  <inkml:trace contextRef="#ctx0" brushRef="#br0">4173 4205 16384, 4168 4203 16384, 4165 4200 16384, 4168 4200 16384, 4173 4200 16384, 4181 4200 16384, 4188 4200 16384, 4199 4200 16384, 4212 4203 16384, 4227 4203 16384, 4248 4203 16384, 4263 4205 16384, 4279 4205 16384, 4292 4208 16384, 4302 4208 16384, 4310 4210 16384, 4312 4210 16384, 4315 4210 16384, 4318 4210 16384, 4318 4213 16384, 4315 4218 16384, 4315 4221 16384, 4312 4228 16384, 4310 4239 16384, 4310 4249 16384, 4307 4262 16384, 4307 4280 16384, 4305 4303 16384, 4305 4334 16384, 4302 4373 16384, 4302 4414 16384, 4302 4456 16384, 4299 4497 16384, 4299 4536 16384, 4299 4575 16384, 4299 4616 16384, 4302 4657 16384, 4305 4699 16384, 4307 4740 16384, 4307 4758 16384, 4310 4815 16384, 4310 4828 16384, 4310 4869 16384, 4310 4893 16384, 4310 4908 16384, 4310 4921 16384, 4310 4931 16384, 4312 4942 16384, 4312 4952 16384, 4312 4960 16384, 4310 4965 16384, 4310 4968 16384</inkml:trace>
  <inkml:trace contextRef="#ctx0" brushRef="#br0">4217 5006 16384, 4217 5009 16384, 4222 5011 16384, 4230 5014 16384, 4243 5014 16384, 4256 5014 16384, 4268 5014 16384, 4281 5014 16384, 4292 5014 16384, 4299 5014 16384, 4305 5014 16384, 4310 5014 16384</inkml:trace>
  <inkml:trace contextRef="#ctx0" brushRef="#br1">5017 4304 16384, 5008 4278 16384, 5017 4270 16384, 5034 4252 16384, 5052 4239 16384, 5073 4222 16384, 5095 4204 16384, 5108 4200 16384, 5117 4204 16384, 5121 4213 16384, 5121 4230 16384, 5121 4252 16384, 5121 4291 16384, 5117 4331 16384, 5117 4374 16384, 5117 4422 16384, 5121 4452 16384, 5139 4470 16384, 5161 4479 16384, 5191 4479 16384, 5226 4470 16384, 5256 4457 16384, 5287 4435 16384, 5313 4409 16384, 5339 4370 16384, 5356 4339 16384, 5374 4309 16384, 5383 4274 16384, 5387 4248 16384, 5387 4230 16384, 5387 4217 16384, 5383 4222 16384, 5378 4235 16384, 5374 4257 16384, 5365 4291 16384, 5361 4339 16384, 5352 4392 16384, 5348 4457 16384, 5339 4540 16384, 5330 4631 16384, 5317 4722 16384, 5304 4805 16384, 5287 4875 16384, 5265 4923 16384, 5248 4962 16384, 5230 4988 16384, 5213 5005 16384, 5182 5014 16384, 5147 5014 16384, 5121 5010 16384, 5095 5001 16384, 5069 4984 16384, 5052 4953 16384, 5039 4914 16384, 5039 4879 16384, 5043 4849 16384, 5060 4822 16384, 5091 4805 16384, 5130 4788 16384, 5178 4766 16384, 5226 4748 16384, 5291 4735 16384, 5348 4727 16384, 5404 4727 16384, 5448 4727 16384, 5487 4727 16384, 5513 4727 16384, 5531 4727 16384, 5544 4727 16384, 5548 4731 16384</inkml:trace>
  <inkml:trace contextRef="#ctx0" brushRef="#br1">6119 4509 16384, 6117 4509 16384, 6117 4512 16384, 6122 4515 16384, 6131 4515 16384, 6149 4518 16384, 6179 4518 16384, 6238 4515 16384, 6283 4509 16384, 6330 4506 16384, 6377 4503 16384, 6440 4503 16384, 6472 4509 16384, 6499 4515 16384, 6514 4521 16384</inkml:trace>
  <inkml:trace contextRef="#ctx0" brushRef="#br1">6128 4711 16384, 6125 4711 16384, 6128 4711 16384, 6134 4711 16384, 6155 4711 16384, 6214 4711 16384, 6235 4708 16384, 6280 4705 16384, 6300 4705 16384, 6348 4702 16384, 6392 4699 16384, 6437 4696 16384, 6478 4693 16384, 6508 4693 16384, 6532 4690 16384, 6552 4690 16384, 6564 4690 16384</inkml:trace>
  <inkml:trace contextRef="#ctx0" brushRef="#br1">7598 4265 16384, 7592 4252 16384, 7577 4219 16384, 7568 4212 16384, 7555 4206 16384, 7540 4200 16384, 7528 4200 16384, 7515 4200 16384, 7500 4206 16384, 7481 4222 16384, 7466 4240 16384, 7454 4265 16384, 7438 4308 16384, 7423 4357 16384, 7407 4422 16384, 7395 4505 16384, 7386 4595 16384, 7376 4690 16384, 7367 4780 16384, 7364 4844 16384, 7358 4900 16384, 7358 4937 16384, 7358 4962 16384, 7358 4980 16384, 7355 4996 16384, 7349 5008 16384, 7346 5014 16384</inkml:trace>
  <inkml:trace contextRef="#ctx0" brushRef="#br1">7198 4647 16384, 7201 4641 16384, 7216 4622 16384, 7228 4619 16384, 7259 4604 16384, 7290 4582 16384, 7330 4567 16384, 7370 4552 16384, 7413 4545 16384, 7460 4542 16384, 7497 4542 16384, 7531 4545 16384, 7558 4552 16384, 7583 4555 16384, 7602 4561 16384, 7608 4564 16384</inkml:trace>
  <inkml:trace contextRef="#ctx0" brushRef="#br1">8078 4205 16384, 8078 4202 16384, 8078 4200 16384, 8076 4200 16384, 8068 4205 16384, 8063 4212 16384, 8056 4222 16384, 8046 4237 16384, 8036 4257 16384, 8014 4307 16384, 8006 4327 16384, 8001 4346 16384, 7986 4396 16384, 7966 4478 16384, 7959 4538 16384, 7956 4605 16384, 7959 4704 16384, 7966 4771 16384, 7979 4835 16384, 8004 4907 16384, 8016 4949 16384, 8031 4979 16384, 8051 5004 16384, 8058 5014 16384</inkml:trace>
  <inkml:trace contextRef="#ctx0" brushRef="#br1">8284 4417 16384, 8274 4392 16384, 8274 4383 16384, 8289 4368 16384, 8309 4348 16384, 8339 4328 16384, 8378 4309 16384, 8417 4294 16384, 8462 4289 16384, 8536 4299 16384, 8556 4309 16384, 8600 4338 16384, 8635 4387 16384, 8654 4447 16384, 8664 4521 16384, 8664 4590 16384, 8654 4654 16384, 8630 4718 16384, 8605 4772 16384, 8570 4827 16384, 8531 4876 16384, 8491 4920 16384, 8452 4955 16384, 8413 4984 16384, 8358 5009 16384, 8324 5014 16384, 8314 5014 16384</inkml:trace>
  <inkml:trace contextRef="#ctx0" brushRef="#br1">8940 4205 16384, 8931 4200 16384, 8896 4210 16384, 8881 4220 16384, 8852 4244 16384, 8817 4274 16384, 8778 4313 16384, 8738 4358 16384, 8709 4412 16384, 8674 4486 16384, 8654 4560 16384, 8639 4649 16384, 8635 4733 16384, 8644 4802 16384, 8664 4866 16384, 8704 4915 16384, 8743 4945 16384, 8787 4965 16384, 8837 4975 16384, 8881 4975 16384, 8906 4975 16384</inkml:trace>
  <inkml:trace contextRef="#ctx0" brushRef="#br1">9177 4200 16384, 9180 4200 16384, 9180 4203 16384, 9183 4203 16384, 9186 4206 16384, 9203 4226 16384, 9215 4252 16384, 9226 4293 16384, 9235 4342 16384, 9244 4395 16384, 9258 4488 16384, 9261 4520 16384, 9264 4552 16384, 9267 4613 16384, 9267 4706 16384, 9264 4758 16384, 9255 4811 16384, 9247 4860 16384, 9238 4898 16384, 9226 4947 16384, 9215 4973 16384, 9203 4994 16384, 9197 4999 16384, 9180 5014 16384</inkml:trace>
  <inkml:trace contextRef="#ctx0" brushRef="#br1">9843 4358 16384, 9840 4355 16384, 9831 4349 16384, 9834 4352 16384, 9837 4362 16384, 9840 4374 16384, 9843 4390 16384, 9843 4414 16384, 9840 4449 16384, 9834 4498 16384, 9825 4554 16384, 9818 4619 16384, 9812 4682 16384, 9812 4741 16384, 9812 4797 16384, 9818 4843 16384, 9828 4884 16384, 9843 4918 16384, 9868 4949 16384, 9890 4974 16384, 9915 4992 16384, 9943 5005 16384, 9968 5011 16384, 9995 5014 16384, 10027 5008 16384, 10058 4998 16384, 10089 4980 16384, 10120 4958 16384, 10151 4933 16384, 10179 4911 16384, 10204 4890 16384, 10222 4868 16384, 10238 4849 16384, 10247 4834 16384, 10253 4824 16384</inkml:trace>
  <inkml:trace contextRef="#ctx0" brushRef="#br1">10157 4212 16384, 10154 4212 16384, 10148 4212 16384, 10145 4216 16384, 10145 4222 16384, 10148 4231 16384, 10154 4247 16384, 10157 4265 16384, 10160 4284 16384, 10163 4303 16384, 10163 4324 16384, 10163 4343 16384, 10163 4358 16384, 10163 4371 16384, 10166 4383 16384, 10166 4393 16384, 10173 4396 16384, 10173 4399 16384</inkml:trace>
  <inkml:trace contextRef="#ctx0" brushRef="#br1">10235 4200 16384, 10228 4200 16384, 10225 4203 16384, 10225 4206 16384, 10232 4219 16384, 10241 4234 16384, 10253 4259 16384, 10260 4284 16384, 10263 4312 16384, 10266 4340 16384, 10266 4362 16384, 10266 4383 16384, 10269 4399 16384, 10272 4408 16384, 10272 4417 16384, 10275 4421 16384</inkml:trace>
  <inkml:trace contextRef="#ctx0" brushRef="#br1">10583 4735 16384, 10583 4733 16384, 10586 4725 16384, 10588 4725 16384, 10603 4720 16384, 10622 4718 16384, 10644 4713 16384, 10666 4708 16384, 10688 4706 16384, 10708 4703 16384, 10730 4698 16384, 10752 4694 16384, 10767 4691 16384, 10781 4686 16384, 10791 4686 16384, 10796 4684 16384</inkml:trace>
  <inkml:trace contextRef="#ctx0" brushRef="#br1">10554 4566 16384, 10556 4571 16384, 10561 4583 16384, 10571 4601 16384, 10578 4625 16384, 10586 4657 16384, 10588 4694 16384, 10590 4735 16384, 10590 4777 16384, 10588 4818 16384, 10586 4857 16384, 10578 4892 16384, 10568 4921 16384, 10559 4946 16384, 10546 4965 16384, 10537 4980 16384, 10527 4994 16384, 10510 5007 16384, 10493 5012 16384, 10475 5014 16384, 10463 5012 16384, 10446 5002 16384, 10434 4987 16384, 10427 4968 16384, 10422 4950 16384, 10422 4933 16384, 10427 4921 16384, 10436 4911 16384, 10451 4904 16384, 10471 4899 16384, 10493 4894 16384, 10519 4892 16384, 10549 4892 16384, 10583 4892 16384, 10617 4894 16384, 10647 4899 16384, 10671 4904 16384, 10698 4911 16384, 10715 4919 16384, 10732 4928 16384, 10747 4936 16384, 10754 4941 16384, 10759 4946 16384, 10762 4948 16384, 10762 4950 16384</inkml:trace>
  <inkml:trace contextRef="#ctx0" brushRef="#br1">11118 4200 16384, 11143 4211 16384, 11209 4230 16384, 11273 4245 16384, 11319 4264 16384, 11339 4286 16384</inkml:trace>
  <inkml:trace contextRef="#ctx0" brushRef="#br1">10952 4594 16384, 10942 4594 16384, 10950 4587 16384, 11000 4556 16384, 11087 4503 16384, 11184 4453 16384, 11280 4427 16384, 11366 4431 16384, 11432 4473 16384, 11469 4556 16384, 11476 4685 16384, 11454 4793 16384, 11404 4879 16384, 11344 4954 16384, 11297 5001 16384, 11277 5014 16384</inkml:trace>
  <inkml:trace contextRef="#ctx0" brushRef="#br1">12449 4254 16384, 12456 4267 16384, 12471 4362 16384, 12460 4533 16384, 12406 4687 16384, 12322 4830 16384, 12241 4914 16384, 12181 4930 16384, 12122 4904 16384, 12068 4819 16384, 12029 4668 16384, 12053 4466 16384, 12166 4326 16384, 12304 4254 16384, 12475 4200 16384, 12653 4206 16384, 12785 4319 16384, 12837 4544 16384, 12835 4800 16384, 12824 4932 16384, 12811 4999 16384, 12804 5014 16384</inkml:trace>
  <inkml:trace contextRef="#ctx0" brushRef="#br1">13394 4315 16384, 13390 4315 16384, 13432 4311 16384, 13541 4300 16384, 13676 4281 16384, 13826 4260 16384, 13984 4243 16384, 14112 4236 16384, 14187 4236 16384, 14204 4241 16384, 14193 4251 16384, 14131 4292 16384, 14026 4360 16384, 13917 4450 16384, 13832 4570 16384, 13813 4676 16384, 13830 4783 16384, 13879 4871 16384, 13954 4937 16384, 14039 4967 16384, 14133 4978 16384, 14202 4965 16384</inkml:trace>
  <inkml:trace contextRef="#ctx0" brushRef="#br1">14671 4214 16384, 14673 4204 16384, 14673 4200 16384, 14666 4224 16384, 14626 4307 16384, 14535 4488 16384, 14432 4710 16384, 14369 4871 16384, 14351 4956 16384, 14351 4996 16384, 14356 5014 16384, 14369 5005 16384, 14402 4943 16384, 14449 4833 16384, 14514 4696 16384, 14591 4589 16384, 14642 4556 16384, 14673 4547 16384, 14687 4569 16384, 14698 4632 16384, 14711 4735 16384, 14733 4846 16384, 14771 4925 16384, 14819 4965 16384, 14881 4987 16384, 14944 4989 16384, 14979 4981 16384</inkml:trace>
  <inkml:trace contextRef="#ctx0" brushRef="#br1">15776 4205 16384, 15776 4202 16384, 15776 4200 16384, 15774 4200 16384, 15766 4205 16384, 15761 4212 16384, 15754 4222 16384, 15744 4237 16384, 15734 4257 16384, 15712 4307 16384, 15704 4327 16384, 15699 4346 16384, 15684 4396 16384, 15664 4478 16384, 15657 4538 16384, 15654 4605 16384, 15657 4704 16384, 15664 4771 16384, 15677 4835 16384, 15702 4907 16384, 15714 4949 16384, 15729 4979 16384, 15749 5004 16384, 15756 5014 16384</inkml:trace>
  <inkml:trace contextRef="#ctx0" brushRef="#br1">16528 4319 16384, 16537 4298 16384, 16537 4290 16384, 16537 4282 16384, 16528 4270 16384, 16520 4253 16384, 16500 4233 16384, 16471 4212 16384, 16434 4200 16384, 16402 4200 16384, 16361 4204 16384, 16324 4220 16384, 16291 4241 16384, 16250 4274 16384, 16213 4310 16384, 16185 4347 16384, 16164 4388 16384, 16156 4425 16384, 16160 4466 16384, 16172 4511 16384, 16197 4560 16384, 16230 4601 16384, 16262 4650 16384, 16307 4695 16384, 16348 4732 16384, 16393 4764 16384, 16434 4797 16384, 16459 4826 16384, 16487 4854 16384, 16500 4879 16384, 16500 4904 16384, 16492 4924 16384, 16475 4944 16384, 16451 4965 16384, 16422 4981 16384, 16389 4998 16384, 16348 5006 16384, 16303 5010 16384, 16254 5014 16384, 16213 5014 16384, 16168 5010 16384, 16132 4998 16384, 16091 4977 16384, 16074 4961 16384</inkml:trace>
  <inkml:trace contextRef="#ctx0" brushRef="#br1">16811 4811 16384, 16811 4814 16384, 16811 4833 16384, 16821 4853 16384, 16831 4878 16384, 16840 4904 16384, 16850 4927 16384, 16856 4949 16384, 16860 4975 16384, 16863 4991 16384, 16863 5008 16384, 16866 5014 16384</inkml:trace>
  <inkml:trace contextRef="#ctx0" brushRef="#br1">17568 4265 16384, 17561 4252 16384, 17546 4219 16384, 17537 4212 16384, 17524 4206 16384, 17509 4200 16384, 17497 4200 16384, 17484 4200 16384, 17469 4206 16384, 17450 4222 16384, 17435 4240 16384, 17423 4265 16384, 17407 4308 16384, 17392 4357 16384, 17376 4422 16384, 17364 4505 16384, 17355 4595 16384, 17346 4690 16384, 17336 4780 16384, 17333 4844 16384, 17327 4900 16384, 17327 4937 16384, 17327 4962 16384, 17327 4980 16384, 17324 4996 16384, 17318 5008 16384, 17315 5014 16384</inkml:trace>
  <inkml:trace contextRef="#ctx0" brushRef="#br1">17167 4647 16384, 17170 4641 16384, 17185 4622 16384, 17198 4619 16384, 17228 4604 16384, 17259 4582 16384, 17299 4567 16384, 17339 4552 16384, 17383 4545 16384, 17429 4542 16384, 17466 4542 16384, 17500 4545 16384, 17528 4552 16384, 17552 4555 16384, 17571 4561 16384, 17577 4564 16384</inkml:trace>
  <inkml:trace contextRef="#ctx0" brushRef="#br1">18047 4205 16384, 18047 4202 16384, 18047 4200 16384, 18045 4200 16384, 18037 4205 16384, 18032 4212 16384, 18025 4222 16384, 18015 4237 16384, 18005 4257 16384, 17983 4307 16384, 17975 4327 16384, 17970 4346 16384, 17955 4396 16384, 17936 4478 16384, 17928 4538 16384, 17926 4605 16384, 17928 4704 16384, 17936 4771 16384, 17948 4835 16384, 17973 4907 16384, 17985 4949 16384, 18000 4979 16384, 18020 5004 16384, 18027 5014 16384</inkml:trace>
  <inkml:trace contextRef="#ctx0" brushRef="#br1">18799 4319 16384, 18808 4298 16384, 18808 4290 16384, 18808 4282 16384, 18799 4270 16384, 18791 4253 16384, 18771 4233 16384, 18742 4212 16384, 18705 4200 16384, 18673 4200 16384, 18632 4204 16384, 18595 4220 16384, 18562 4241 16384, 18521 4274 16384, 18485 4310 16384, 18456 4347 16384, 18435 4388 16384, 18427 4425 16384, 18431 4466 16384, 18444 4511 16384, 18468 4560 16384, 18501 4601 16384, 18534 4650 16384, 18579 4695 16384, 18619 4732 16384, 18664 4764 16384, 18705 4797 16384, 18730 4826 16384, 18759 4854 16384, 18771 4879 16384, 18771 4904 16384, 18763 4924 16384, 18746 4944 16384, 18722 4965 16384, 18693 4981 16384, 18660 4998 16384, 18619 5006 16384, 18574 5010 16384, 18525 5014 16384, 18485 5014 16384, 18440 5010 16384, 18403 4998 16384, 18362 4977 16384, 18345 4961 16384</inkml:trace>
  <inkml:trace contextRef="#ctx0" brushRef="#br1">19146 4200 16384, 19149 4200 16384, 19149 4203 16384, 19152 4203 16384, 19155 4206 16384, 19172 4226 16384, 19184 4252 16384, 19195 4293 16384, 19204 4342 16384, 19213 4395 16384, 19227 4488 16384, 19230 4520 16384, 19233 4552 16384, 19236 4613 16384, 19236 4706 16384, 19233 4758 16384, 19225 4811 16384, 19216 4860 16384, 19207 4898 16384, 19195 4947 16384, 19184 4973 16384, 19172 4994 16384, 19166 4999 16384, 19149 5014 16384</inkml:trace>
  <inkml:trace contextRef="#ctx0" brushRef="#br1">19512 4200 16384, 19515 4200 16384, 19515 4203 16384, 19518 4203 16384, 19521 4206 16384, 19539 4226 16384, 19550 4252 16384, 19562 4293 16384, 19571 4342 16384, 19579 4395 16384, 19594 4488 16384, 19597 4520 16384, 19600 4552 16384, 19603 4613 16384, 19603 4706 16384, 19600 4758 16384, 19591 4811 16384, 19582 4860 16384, 19573 4898 16384, 19562 4947 16384, 19550 4973 16384, 19539 4994 16384, 19533 4999 16384, 19515 5014 16384</inkml:trace>
  <inkml:trace contextRef="#ctx0" brushRef="#br1">20169 4405 16384, 20151 4408 16384, 20148 4411 16384, 20148 4414 16384, 20154 4417 16384, 20166 4417 16384, 20194 4421 16384, 20222 4421 16384, 20238 4421 16384, 20281 4414 16384, 20328 4411 16384, 20384 4405 16384, 20449 4399 16384, 20505 4399 16384, 20567 4399 16384, 20626 4399 16384, 20682 4399 16384, 20725 4399 16384, 20763 4399 16384, 20781 4399 16384, 20797 4399 16384, 20803 4399 16384, 20797 4399 16384, 20781 4405 16384, 20763 4411 16384, 20735 4421 16384, 20701 4430 16384, 20670 4442 16384, 20632 4458 16384, 20595 4480 16384, 20558 4504 16384, 20520 4536 16384, 20489 4573 16384, 20471 4610 16384, 20449 4647 16384, 20433 4688 16384, 20427 4725 16384, 20424 4762 16384, 20427 4800 16384, 20437 4828 16384, 20455 4859 16384, 20480 4880 16384, 20505 4899 16384, 20536 4918 16384, 20567 4933 16384, 20598 4939 16384, 20629 4943 16384, 20663 4943 16384, 20698 4933 16384, 20735 4924 16384, 20769 4908 16384</inkml:trace>
  <inkml:trace contextRef="#ctx0" brushRef="#br1">20853 4278 16384, 20853 4281 16384, 20847 4290 16384, 20847 4299 16384, 20850 4318 16384, 20856 4337 16384, 20862 4358 16384, 20868 4396 16384, 20868 4417 16384, 20872 4427 16384, 20872 4433 16384, 20875 4445 16384, 20884 4452 16384, 20887 4455 16384</inkml:trace>
  <inkml:trace contextRef="#ctx0" brushRef="#br1">20918 4271 16384, 20918 4275 16384, 20918 4281 16384, 20924 4299 16384, 20927 4324 16384, 20931 4352 16384, 20934 4383 16384, 20937 4396 16384, 20937 4408 16384, 20943 4424 16384, 20952 4436 16384, 20959 4442 16384, 20962 4445 16384</inkml:trace>
  <inkml:trace contextRef="#ctx0" brushRef="#br1">21527 4460 16384, 21518 4460 16384, 21515 4460 16384, 21529 4460 16384, 21576 4457 16384, 21672 4441 16384, 21804 4426 16384, 21949 4410 16384, 22094 4394 16384, 22215 4383 16384, 22289 4383 16384, 22315 4381 16384</inkml:trace>
  <inkml:trace contextRef="#ctx0" brushRef="#br1">22066 4245 16384, 22077 4269 16384, 22114 4352 16384, 22129 4458 16384, 22119 4569 16384, 22100 4652 16384, 22083 4697 16384, 22069 4713 16384, 22055 4712 16384, 22040 4700 16384</inkml:trace>
  <inkml:trace contextRef="#ctx0" brushRef="#br1">21797 4262 16384, 21796 4265 16384, 21798 4309 16384, 21793 4424 16384, 21773 4569 16384, 21763 4719 16384, 21777 4820 16384, 21814 4885 16384, 21865 4938 16384, 21926 4964 16384, 21998 4969 16384, 22079 4964 16384, 22151 4955 16384, 22217 4954 16384, 22268 4945 16384, 22311 4936 16384, 22329 4932 16384</inkml:trace>
  <inkml:trace contextRef="#ctx0" brushRef="#br1">22490 4738 16384, 22476 4727 16384, 22479 4720 16384, 22493 4710 16384, 22514 4696 16384, 22539 4682 16384, 22574 4664 16384, 22609 4643 16384, 22651 4626 16384, 22689 4615 16384, 22735 4605 16384, 22773 4601 16384, 22815 4605 16384, 22853 4615 16384, 22881 4633 16384, 22902 4657 16384, 22916 4685 16384, 22923 4717 16384, 22920 4755 16384, 22909 4794 16384, 22892 4829 16384, 22874 4864 16384, 22853 4902 16384, 22829 4927 16384, 22808 4955 16384, 22784 4979 16384</inkml:trace>
  <inkml:trace contextRef="#ctx0" brushRef="#br1">23076 4401 16384, 23070 4399 16384, 23080 4399 16384, 23147 4392 16384, 23264 4383 16384, 23391 4378 16384, 23520 4374 16384, 23618 4369 16384, 23672 4364 16384, 23690 4363 16384</inkml:trace>
  <inkml:trace contextRef="#ctx0" brushRef="#br1">23432 4203 16384, 23430 4200 16384, 23453 4217 16384, 23492 4275 16384, 23515 4381 16384, 23510 4502 16384, 23488 4627 16384, 23460 4698 16384, 23431 4742 16384, 23400 4762 16384, 23368 4760 16384, 23339 4735 16384, 23321 4686 16384, 23325 4640 16384, 23350 4600 16384, 23396 4567 16384, 23449 4560 16384, 23495 4583 16384, 23519 4646 16384, 23517 4734 16384, 23489 4833 16384, 23445 4923 16384, 23409 4981 16384, 23386 5013 16384, 23375 5014 16384</inkml:trace>
  <inkml:trace contextRef="#ctx0" brushRef="#br1">23850 4271 16384, 23838 4269 16384, 23852 4269 16384, 23904 4265 16384, 23990 4241 16384, 24085 4211 16384, 24162 4200 16384, 24198 4212 16384, 24202 4248 16384, 24166 4322 16384, 24090 4430 16384, 23990 4540 16384, 23900 4627 16384, 23849 4674 16384, 23837 4689 16384, 23867 4678 16384, 23932 4636 16384, 24031 4578 16384, 24157 4539 16384, 24269 4534 16384, 24350 4558 16384, 24401 4606 16384, 24416 4689 16384, 24396 4787 16384, 24341 4873 16384, 24269 4940 16384, 24193 4996 16384, 24127 5014 16384, 24082 4997 16384, 24049 4954 16384, 24040 4886 16384, 24068 4849 16384, 24123 4830 16384, 24195 4821 16384, 24261 4826 16384, 24306 4838 16384, 24335 4847 16384</inkml:trace>
  <inkml:trace contextRef="#ctx0" brushRef="#br1">24981 4460 16384, 24972 4460 16384, 24970 4460 16384, 24984 4460 16384, 25031 4457 16384, 25126 4441 16384, 25258 4426 16384, 25404 4410 16384, 25549 4394 16384, 25670 4383 16384, 25744 4383 16384, 25769 4381 16384</inkml:trace>
  <inkml:trace contextRef="#ctx0" brushRef="#br1">25520 4245 16384, 25532 4269 16384, 25569 4352 16384, 25583 4458 16384, 25573 4569 16384, 25554 4652 16384, 25537 4697 16384, 25523 4713 16384, 25509 4712 16384, 25495 4700 16384</inkml:trace>
  <inkml:trace contextRef="#ctx0" brushRef="#br1">25251 4262 16384, 25250 4265 16384, 25253 4309 16384, 25247 4424 16384, 25227 4569 16384, 25217 4719 16384, 25231 4820 16384, 25268 4885 16384, 25320 4938 16384, 25381 4964 16384, 25452 4969 16384, 25533 4964 16384, 25606 4955 16384, 25671 4954 16384, 25722 4945 16384, 25765 4936 16384, 25784 4932 16384</inkml:trace>
  <inkml:trace contextRef="#ctx0" brushRef="#br1">25944 4738 16384, 25930 4727 16384, 25934 4720 16384, 25948 4710 16384, 25969 4696 16384, 25993 4682 16384, 26028 4664 16384, 26063 4643 16384, 26105 4626 16384, 26143 4615 16384, 26189 4605 16384, 26227 4601 16384, 26269 4605 16384, 26308 4615 16384, 26336 4633 16384, 26357 4657 16384, 26371 4685 16384, 26378 4717 16384, 26374 4755 16384, 26364 4794 16384, 26346 4829 16384, 26329 4864 16384, 26308 4902 16384, 26283 4927 16384, 26262 4955 16384, 26238 4979 16384</inkml:trace>
  <inkml:trace contextRef="#ctx0" brushRef="#br1">26536 4460 16384, 26527 4460 16384, 26524 4460 16384, 26539 4460 16384, 26586 4457 16384, 26681 4441 16384, 26813 4426 16384, 26958 4410 16384, 27104 4394 16384, 27225 4383 16384, 27299 4383 16384, 27324 4381 16384</inkml:trace>
  <inkml:trace contextRef="#ctx0" brushRef="#br1">27075 4245 16384, 27086 4269 16384, 27123 4352 16384, 27138 4458 16384, 27128 4569 16384, 27109 4652 16384, 27092 4697 16384, 27078 4713 16384, 27064 4712 16384, 27049 4700 16384</inkml:trace>
  <inkml:trace contextRef="#ctx0" brushRef="#br1">26806 4262 16384, 26805 4265 16384, 26808 4309 16384, 26802 4424 16384, 26782 4569 16384, 26772 4719 16384, 26786 4820 16384, 26823 4885 16384, 26874 4938 16384, 26936 4964 16384, 27007 4969 16384, 27088 4964 16384, 27160 4955 16384, 27226 4954 16384, 27277 4945 16384, 27320 4936 16384, 27338 4932 16384</inkml:trace>
  <inkml:trace contextRef="#ctx0" brushRef="#br1">27805 4214 16384, 27807 4204 16384, 27807 4200 16384, 27800 4224 16384, 27760 4307 16384, 27669 4488 16384, 27566 4710 16384, 27503 4871 16384, 27485 4956 16384, 27485 4996 16384, 27490 5014 16384, 27503 5005 16384, 27536 4943 16384, 27583 4833 16384, 27648 4696 16384, 27725 4589 16384, 27776 4556 16384, 27807 4547 16384, 27821 4569 16384, 27832 4632 16384, 27845 4735 16384, 27867 4846 16384, 27905 4925 16384, 27953 4965 16384, 28015 4987 16384, 28078 4989 16384, 28113 4981 16384</inkml:trace>
  <inkml:trace contextRef="#ctx0" brushRef="#br1">28320 4288 16384, 28314 4286 16384, 28306 4308 16384, 28291 4383 16384, 28269 4531 16384, 28259 4712 16384, 28272 4843 16384, 28303 4906 16384, 28342 4928 16384</inkml:trace>
  <inkml:trace contextRef="#ctx0" brushRef="#br1">28502 4447 16384, 28572 4448 16384, 28674 4448 16384, 28772 4446 16384, 28862 4440 16384, 28921 4440 16384, 28943 4446 16384</inkml:trace>
  <inkml:trace contextRef="#ctx0" brushRef="#br1">28728 4301 16384, 28752 4355 16384, 28786 4462 16384, 28797 4603 16384, 28785 4741 16384, 28754 4842 16384, 28727 4893 16384, 28702 4900 16384, 28670 4886 16384, 28633 4846 16384, 28604 4793 16384, 28596 4752 16384, 28615 4727 16384, 28668 4708 16384, 28746 4694 16384, 28843 4706 16384, 28923 4744 16384, 28988 4788 16384, 29032 4817 16384, 29058 4828 16384, 29070 4833 16384, 29073 4833 16384</inkml:trace>
  <inkml:trace contextRef="#ctx0" brushRef="#br1">29220 4729 16384, 29225 4734 16384, 29230 4739 16384, 29240 4755 16384, 29266 4786 16384, 29297 4822 16384, 29323 4869 16384, 29349 4910 16384, 29370 4941 16384, 29396 4967 16384, 29417 4988 16384, 29432 4998 16384, 29442 5004 16384, 29453 5014 16384, 29458 5014 16384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1200 5585 16384, 1191 5559 16384, 1200 5550 16384, 1218 5533 16384, 1235 5520 16384, 1257 5502 16384, 1279 5485 16384, 1292 5480 16384, 1300 5485 16384, 1305 5493 16384, 1305 5511 16384, 1305 5533 16384, 1305 5572 16384, 1300 5611 16384, 1300 5654 16384, 1300 5702 16384, 1305 5733 16384, 1322 5750 16384, 1344 5759 16384, 1374 5759 16384, 1409 5750 16384, 1440 5737 16384, 1470 5715 16384, 1496 5689 16384, 1522 5650 16384, 1540 5620 16384, 1557 5589 16384, 1566 5554 16384, 1570 5528 16384, 1570 5511 16384, 1570 5498 16384, 1566 5502 16384, 1561 5515 16384, 1557 5537 16384, 1548 5572 16384, 1544 5620 16384, 1535 5672 16384, 1531 5737 16384, 1522 5820 16384, 1514 5911 16384, 1501 6003 16384, 1487 6085 16384, 1470 6155 16384, 1448 6203 16384, 1431 6242 16384, 1413 6268 16384, 1396 6286 16384, 1366 6294 16384, 1331 6294 16384, 1305 6290 16384, 1279 6281 16384, 1252 6264 16384, 1235 6233 16384, 1222 6194 16384, 1222 6159 16384, 1226 6129 16384, 1244 6103 16384, 1274 6085 16384, 1313 6068 16384, 1361 6046 16384, 1409 6029 16384, 1474 6016 16384, 1531 6007 16384, 1588 6007 16384, 1631 6007 16384, 1670 6007 16384, 1696 6007 16384, 1714 6007 16384, 1727 6007 16384, 1731 6011 16384</inkml:trace>
  <inkml:trace contextRef="#ctx0" brushRef="#br0">2303 5789 16384, 2300 5789 16384, 2300 5792 16384, 2306 5795 16384, 2315 5795 16384, 2332 5798 16384, 2362 5798 16384, 2421 5795 16384, 2466 5789 16384, 2513 5787 16384, 2561 5784 16384, 2623 5784 16384, 2656 5789 16384, 2682 5795 16384, 2697 5801 16384</inkml:trace>
  <inkml:trace contextRef="#ctx0" brushRef="#br0">2312 5991 16384, 2309 5991 16384, 2312 5991 16384, 2318 5991 16384, 2338 5991 16384, 2398 5991 16384, 2418 5988 16384, 2463 5985 16384, 2484 5985 16384, 2531 5982 16384, 2576 5979 16384, 2620 5976 16384, 2662 5973 16384, 2691 5973 16384, 2715 5970 16384, 2736 5970 16384, 2748 5970 16384</inkml:trace>
  <inkml:trace contextRef="#ctx0" brushRef="#br0">3782 5545 16384, 3776 5533 16384, 3760 5499 16384, 3751 5493 16384, 3739 5486 16384, 3723 5480 16384, 3711 5480 16384, 3698 5480 16384, 3683 5486 16384, 3665 5502 16384, 3649 5520 16384, 3637 5545 16384, 3621 5588 16384, 3606 5638 16384, 3591 5702 16384, 3578 5786 16384, 3569 5875 16384, 3560 5971 16384, 3550 6060 16384, 3547 6125 16384, 3541 6180 16384, 3541 6217 16384, 3541 6242 16384, 3541 6260 16384, 3538 6276 16384, 3532 6288 16384, 3529 6294 16384</inkml:trace>
  <inkml:trace contextRef="#ctx0" brushRef="#br0">3381 5927 16384, 3384 5921 16384, 3399 5903 16384, 3412 5900 16384, 3443 5884 16384, 3473 5863 16384, 3513 5847 16384, 3554 5832 16384, 3597 5826 16384, 3643 5823 16384, 3680 5823 16384, 3714 5826 16384, 3742 5832 16384, 3766 5835 16384, 3785 5841 16384, 3791 5844 16384</inkml:trace>
  <inkml:trace contextRef="#ctx0" brushRef="#br0">4056 5424 16384, 4053 5415 16384, 4050 5415 16384, 4050 5409 16384, 4053 5406 16384, 4059 5406 16384, 4068 5403 16384, 4074 5406 16384, 4080 5409 16384, 4085 5415 16384, 4088 5421 16384, 4088 5427 16384, 4085 5433 16384, 4080 5442 16384, 4071 5448 16384, 4059 5454 16384, 4047 5457 16384, 4035 5457 16384, 4026 5457 16384, 4023 5454 16384, 4023 5448 16384, 4023 5442 16384, 4026 5436 16384, 4035 5427 16384, 4044 5421 16384, 4056 5415 16384, 4068 5409 16384, 4080 5406 16384, 4091 5406 16384, 4100 5406 16384, 4106 5409 16384, 4106 5412 16384, 4103 5418 16384, 4097 5424 16384, 4091 5433 16384, 4080 5442 16384, 4065 5448 16384, 4053 5457 16384, 4041 5460 16384, 4032 5463 16384, 4029 5463 16384, 4029 5460 16384, 4032 5454 16384, 4038 5448 16384, 4044 5439 16384, 4056 5430 16384, 4065 5421 16384, 4077 5412 16384, 4091 5403 16384, 4103 5397 16384, 4112 5394 16384, 4118 5391 16384, 4121 5394 16384, 4121 5400 16384, 4118 5409 16384, 4112 5418 16384, 4103 5424 16384, 4094 5433 16384, 4088 5442 16384, 4080 5448 16384, 4071 5454 16384, 4065 5457 16384, 4059 5457 16384, 4056 5457 16384, 4056 5454 16384, 4056 5451 16384, 4062 5448 16384, 4065 5445 16384, 4074 5439 16384, 4080 5436 16384, 4088 5433 16384, 4094 5430 16384, 4103 5427 16384, 4106 5424 16384, 4109 5424 16384, 4109 5427 16384, 4106 5433 16384, 4100 5439 16384, 4094 5445 16384, 4085 5451 16384, 4080 5457 16384, 4074 5460 16384, 4071 5460 16384, 4068 5460 16384, 4071 5457 16384, 4074 5454 16384, 4077 5448 16384, 4080 5445 16384, 4085 5442 16384, 4088 5442 16384, 4094 5439 16384, 4097 5439 16384, 4100 5442 16384, 4103 5448 16384, 4103 5457 16384, 4100 5463 16384, 4097 5469 16384, 4094 5475 16384, 4088 5478 16384, 4083 5478 16384, 4077 5478 16384, 4071 5478 16384, 4068 5475 16384, 4062 5469 16384, 4062 5466 16384, 4062 5460 16384, 4065 5454 16384, 4068 5448 16384, 4074 5442 16384, 4083 5436 16384, 4091 5430 16384, 4097 5427 16384, 4109 5427 16384, 4118 5427 16384, 4127 5427 16384, 4130 5430 16384, 4133 5433 16384, 4127 5439 16384, 4118 5448 16384, 4109 5457 16384, 4097 5466 16384, 4085 5478 16384, 4074 5487 16384, 4062 5493 16384, 4056 5493 16384, 4056 5487 16384, 4059 5481 16384, 4062 5472 16384, 4068 5463 16384, 4074 5451 16384, 4083 5439 16384, 4091 5424 16384, 4100 5409 16384, 4112 5400 16384, 4121 5394 16384, 4127 5391 16384, 4133 5394 16384, 4133 5400 16384, 4133 5406 16384, 4130 5415 16384, 4124 5424 16384, 4115 5433 16384, 4109 5442 16384, 4100 5448 16384, 4091 5457 16384, 4083 5463 16384, 4074 5469 16384, 4068 5469 16384, 4065 5469 16384, 4062 5466 16384, 4062 5460 16384, 4062 5457 16384, 4065 5451 16384, 4065 5445 16384, 4068 5439 16384, 4071 5430 16384, 4074 5424 16384, 4077 5418 16384, 4077 5415 16384, 4077 5418 16384, 4077 5421 16384, 4080 5427 16384, 4083 5430 16384, 4085 5436 16384, 4091 5439 16384, 4094 5442 16384, 4100 5442 16384, 4103 5445 16384, 4109 5445 16384, 4112 5445 16384, 4118 5448 16384, 4124 5451 16384, 4130 5460 16384, 4133 5475 16384, 4139 5493 16384, 4142 5520 16384, 4142 5549 16384, 4142 5576 16384, 4136 5597 16384, 4133 5612 16384, 4127 5627 16384, 4118 5636 16384, 4112 5645 16384, 4109 5651 16384</inkml:trace>
  <inkml:trace contextRef="#ctx0" brushRef="#br0">4411 5485 16384, 4411 5483 16384, 4411 5480 16384, 4408 5480 16384, 4401 5485 16384, 4396 5493 16384, 4388 5503 16384, 4379 5518 16384, 4369 5537 16384, 4346 5587 16384, 4339 5607 16384, 4334 5627 16384, 4319 5676 16384, 4299 5758 16384, 4292 5818 16384, 4289 5885 16384, 4292 5984 16384, 4299 6051 16384, 4311 6116 16384, 4336 6188 16384, 4349 6230 16384, 4364 6260 16384, 4383 6284 16384, 4391 6294 16384</inkml:trace>
  <inkml:trace contextRef="#ctx0" brushRef="#br0">5163 5599 16384, 5171 5579 16384, 5171 5570 16384, 5171 5562 16384, 5163 5550 16384, 5155 5534 16384, 5134 5513 16384, 5106 5493 16384, 5069 5480 16384, 5036 5480 16384, 4995 5484 16384, 4959 5501 16384, 4926 5521 16384, 4885 5554 16384, 4848 5591 16384, 4819 5628 16384, 4799 5668 16384, 4791 5705 16384, 4795 5746 16384, 4807 5791 16384, 4832 5840 16384, 4864 5881 16384, 4897 5930 16384, 4942 5975 16384, 4983 6012 16384, 5028 6045 16384, 5069 6078 16384, 5094 6106 16384, 5122 6135 16384, 5134 6159 16384, 5134 6184 16384, 5126 6204 16384, 5110 6225 16384, 5085 6245 16384, 5057 6262 16384, 5024 6278 16384, 4983 6286 16384, 4938 6290 16384, 4889 6294 16384, 4848 6294 16384, 4803 6290 16384, 4766 6278 16384, 4725 6258 16384, 4709 6241 16384</inkml:trace>
  <inkml:trace contextRef="#ctx0" brushRef="#br0">5510 5480 16384, 5513 5480 16384, 5513 5483 16384, 5515 5483 16384, 5518 5486 16384, 5536 5506 16384, 5547 5533 16384, 5559 5573 16384, 5568 5623 16384, 5577 5675 16384, 5591 5768 16384, 5594 5800 16384, 5597 5832 16384, 5600 5893 16384, 5600 5986 16384, 5597 6039 16384, 5588 6091 16384, 5579 6140 16384, 5571 6178 16384, 5559 6227 16384, 5547 6254 16384, 5536 6274 16384, 5530 6280 16384, 5513 6294 16384</inkml:trace>
  <inkml:trace contextRef="#ctx0" brushRef="#br0">5982 5485 16384, 5982 5483 16384, 5982 5480 16384, 5979 5480 16384, 5972 5485 16384, 5967 5493 16384, 5959 5503 16384, 5950 5518 16384, 5940 5537 16384, 5917 5587 16384, 5910 5607 16384, 5905 5627 16384, 5890 5676 16384, 5870 5758 16384, 5863 5818 16384, 5860 5885 16384, 5863 5984 16384, 5870 6051 16384, 5883 6116 16384, 5907 6188 16384, 5920 6230 16384, 5935 6260 16384, 5955 6284 16384, 5962 6294 16384</inkml:trace>
  <inkml:trace contextRef="#ctx0" brushRef="#br0">6188 5697 16384, 6178 5673 16384, 6178 5663 16384, 6193 5648 16384, 6213 5628 16384, 6242 5609 16384, 6282 5589 16384, 6321 5574 16384, 6366 5569 16384, 6440 5579 16384, 6459 5589 16384, 6504 5618 16384, 6538 5668 16384, 6558 5727 16384, 6568 5801 16384, 6568 5870 16384, 6558 5934 16384, 6533 5998 16384, 6509 6053 16384, 6474 6107 16384, 6435 6156 16384, 6395 6201 16384, 6356 6235 16384, 6316 6265 16384, 6262 6289 16384, 6228 6294 16384, 6218 6294 16384</inkml:trace>
  <inkml:trace contextRef="#ctx0" brushRef="#br0">6844 5485 16384, 6834 5480 16384, 6800 5490 16384, 6785 5500 16384, 6755 5525 16384, 6721 5554 16384, 6681 5594 16384, 6642 5638 16384, 6612 5692 16384, 6578 5766 16384, 6558 5840 16384, 6543 5929 16384, 6538 6013 16384, 6548 6082 16384, 6568 6146 16384, 6607 6196 16384, 6647 6225 16384, 6691 6245 16384, 6741 6255 16384, 6785 6255 16384, 6810 6255 16384</inkml:trace>
  <inkml:trace contextRef="#ctx0" brushRef="#br0">7355 5884 16384, 7353 5884 16384, 7352 5886 16384, 7350 5886 16384, 7352 5888 16384, 7359 5892 16384, 7371 5894 16384, 7386 5896 16384, 7407 5896 16384, 7434 5892 16384, 7465 5888 16384, 7501 5883 16384, 7536 5879 16384, 7570 5879 16384, 7605 5879 16384, 7632 5879 16384, 7657 5881 16384, 7680 5883 16384, 7699 5884 16384, 7716 5886 16384, 7732 5886 16384, 7749 5884 16384, 7757 5883 16384</inkml:trace>
  <inkml:trace contextRef="#ctx0" brushRef="#br0">8818 5599 16384, 8826 5579 16384, 8826 5570 16384, 8826 5562 16384, 8818 5550 16384, 8810 5534 16384, 8789 5513 16384, 8761 5493 16384, 8724 5480 16384, 8691 5480 16384, 8650 5484 16384, 8613 5501 16384, 8581 5521 16384, 8540 5554 16384, 8503 5591 16384, 8474 5628 16384, 8454 5668 16384, 8446 5705 16384, 8450 5746 16384, 8462 5791 16384, 8487 5840 16384, 8519 5881 16384, 8552 5930 16384, 8597 5975 16384, 8638 6012 16384, 8683 6045 16384, 8724 6078 16384, 8748 6106 16384, 8777 6135 16384, 8789 6159 16384, 8789 6184 16384, 8781 6204 16384, 8765 6225 16384, 8740 6245 16384, 8712 6262 16384, 8679 6278 16384, 8638 6286 16384, 8593 6290 16384, 8544 6294 16384, 8503 6294 16384, 8458 6290 16384, 8421 6278 16384, 8380 6258 16384, 8364 6241 16384</inkml:trace>
  <inkml:trace contextRef="#ctx0" brushRef="#br0">9165 5480 16384, 9168 5480 16384, 9168 5483 16384, 9170 5483 16384, 9173 5486 16384, 9191 5506 16384, 9202 5533 16384, 9214 5573 16384, 9223 5623 16384, 9231 5675 16384, 9246 5768 16384, 9249 5800 16384, 9252 5832 16384, 9255 5893 16384, 9255 5986 16384, 9252 6039 16384, 9243 6091 16384, 9234 6140 16384, 9226 6178 16384, 9214 6227 16384, 9202 6254 16384, 9191 6274 16384, 9185 6280 16384, 9168 6294 16384</inkml:trace>
  <inkml:trace contextRef="#ctx0" brushRef="#br0">9806 5880 16384, 9800 5880 16384, 9803 5880 16384, 9807 5880 16384, 9815 5878 16384, 9824 5878 16384, 9833 5877 16384, 9847 5877 16384, 9864 5875 16384, 9883 5874 16384, 9908 5874 16384, 9930 5872 16384, 9956 5872 16384, 9983 5871 16384, 10008 5871 16384, 10034 5872 16384, 10062 5874 16384, 10088 5877 16384, 10116 5878 16384, 10143 5880 16384, 10166 5881 16384, 10188 5881 16384, 10207 5881 16384, 10220 5881 16384, 10229 5883 16384, 10237 5883 16384, 10243 5883 16384, 10246 5883 16384, 10248 5880 16384</inkml:trace>
  <inkml:trace contextRef="#ctx0" brushRef="#br0">10032 5693 16384, 10032 5695 16384, 10031 5696 16384, 10031 5699 16384, 10031 5705 16384, 10031 5714 16384, 10032 5726 16384, 10034 5743 16384, 10035 5763 16384, 10035 5787 16384, 10037 5814 16384, 10035 5845 16384, 10034 5874 16384, 10031 5904 16384, 10027 5936 16384, 10026 5963 16384, 10026 5989 16384, 10026 6013 16384, 10026 6032 16384, 10026 6048 16384, 10027 6062 16384, 10029 6072 16384, 10031 6079 16384, 10032 6082 16384</inkml:trace>
  <inkml:trace contextRef="#ctx0" brushRef="#br0">11282 5545 16384, 11276 5533 16384, 11260 5499 16384, 11251 5493 16384, 11239 5486 16384, 11223 5480 16384, 11211 5480 16384, 11199 5480 16384, 11183 5486 16384, 11165 5502 16384, 11149 5520 16384, 11137 5545 16384, 11121 5588 16384, 11106 5638 16384, 11091 5702 16384, 11078 5786 16384, 11069 5875 16384, 11060 5971 16384, 11051 6060 16384, 11047 6125 16384, 11041 6180 16384, 11041 6217 16384, 11041 6242 16384, 11041 6260 16384, 11038 6276 16384, 11032 6288 16384, 11029 6294 16384</inkml:trace>
  <inkml:trace contextRef="#ctx0" brushRef="#br0">10881 5927 16384, 10884 5921 16384, 10899 5903 16384, 10912 5900 16384, 10943 5884 16384, 10973 5863 16384, 11014 5847 16384, 11054 5832 16384, 11097 5826 16384, 11143 5823 16384, 11180 5823 16384, 11214 5826 16384, 11242 5832 16384, 11266 5835 16384, 11285 5841 16384, 11291 5844 16384</inkml:trace>
  <inkml:trace contextRef="#ctx0" brushRef="#br0">11761 5485 16384, 11761 5483 16384, 11761 5480 16384, 11759 5480 16384, 11751 5485 16384, 11746 5493 16384, 11739 5503 16384, 11729 5518 16384, 11719 5537 16384, 11697 5587 16384, 11689 5607 16384, 11684 5627 16384, 11670 5676 16384, 11650 5758 16384, 11642 5818 16384, 11640 5885 16384, 11642 5984 16384, 11650 6051 16384, 11662 6116 16384, 11687 6188 16384, 11699 6230 16384, 11714 6260 16384, 11734 6284 16384, 11742 6294 16384</inkml:trace>
  <inkml:trace contextRef="#ctx0" brushRef="#br0">12514 5599 16384, 12522 5579 16384, 12522 5570 16384, 12522 5562 16384, 12514 5550 16384, 12505 5534 16384, 12485 5513 16384, 12456 5493 16384, 12420 5480 16384, 12387 5480 16384, 12346 5484 16384, 12309 5501 16384, 12276 5521 16384, 12236 5554 16384, 12199 5591 16384, 12170 5628 16384, 12150 5668 16384, 12141 5705 16384, 12146 5746 16384, 12158 5791 16384, 12182 5840 16384, 12215 5881 16384, 12248 5930 16384, 12293 5975 16384, 12334 6012 16384, 12379 6045 16384, 12420 6078 16384, 12444 6106 16384, 12473 6135 16384, 12485 6159 16384, 12485 6184 16384, 12477 6204 16384, 12460 6225 16384, 12436 6245 16384, 12407 6262 16384, 12375 6278 16384, 12334 6286 16384, 12289 6290 16384, 12240 6294 16384, 12199 6294 16384, 12154 6290 16384, 12117 6278 16384, 12076 6258 16384, 12060 6241 16384</inkml:trace>
  <inkml:trace contextRef="#ctx0" brushRef="#br0">12860 5480 16384, 12863 5480 16384, 12863 5483 16384, 12866 5483 16384, 12869 5486 16384, 12886 5506 16384, 12898 5533 16384, 12910 5573 16384, 12918 5623 16384, 12927 5675 16384, 12942 5768 16384, 12945 5800 16384, 12947 5832 16384, 12950 5893 16384, 12950 5986 16384, 12947 6039 16384, 12939 6091 16384, 12930 6140 16384, 12921 6178 16384, 12910 6227 16384, 12898 6254 16384, 12886 6274 16384, 12881 6280 16384, 12863 6294 16384</inkml:trace>
  <inkml:trace contextRef="#ctx0" brushRef="#br0">13498 5789 16384, 13495 5789 16384, 13495 5792 16384, 13501 5795 16384, 13510 5795 16384, 13528 5798 16384, 13558 5798 16384, 13617 5795 16384, 13662 5789 16384, 13709 5787 16384, 13756 5784 16384, 13819 5784 16384, 13851 5789 16384, 13878 5795 16384, 13893 5801 16384</inkml:trace>
  <inkml:trace contextRef="#ctx0" brushRef="#br0">13507 5991 16384, 13504 5991 16384, 13507 5991 16384, 13513 5991 16384, 13534 5991 16384, 13593 5991 16384, 13614 5988 16384, 13659 5985 16384, 13679 5985 16384, 13727 5982 16384, 13771 5979 16384, 13816 5976 16384, 13857 5973 16384, 13887 5973 16384, 13911 5970 16384, 13931 5970 16384, 13943 5970 16384</inkml:trace>
  <inkml:trace contextRef="#ctx0" brushRef="#br0">14619 5485 16384, 14619 5483 16384, 14619 5480 16384, 14616 5480 16384, 14609 5485 16384, 14604 5493 16384, 14596 5503 16384, 14586 5518 16384, 14576 5537 16384, 14554 5587 16384, 14547 5607 16384, 14542 5627 16384, 14527 5676 16384, 14507 5758 16384, 14499 5818 16384, 14497 5885 16384, 14499 5984 16384, 14507 6051 16384, 14519 6116 16384, 14544 6188 16384, 14557 6230 16384, 14571 6260 16384, 14591 6284 16384, 14599 6294 16384</inkml:trace>
  <inkml:trace contextRef="#ctx0" brushRef="#br0">14958 5653 16384, 14933 5602 16384, 14937 5563 16384, 14970 5524 16384, 15035 5489 16384, 15123 5480 16384, 15217 5519 16384, 15280 5605 16384, 15285 5713 16384, 15236 5822 16384, 15153 5919 16384, 15076 5975 16384, 15037 5990 16384, 15023 5977 16384, 15026 5958 16384, 15063 5938 16384, 15137 5926 16384, 15234 5935 16384, 15324 5986 16384, 15368 6064 16384, 15365 6132 16384, 15324 6190 16384, 15252 6245 16384, 15162 6282 16384, 15060 6294 16384, 14966 6275 16384, 14928 6249 16384</inkml:trace>
  <inkml:trace contextRef="#ctx0" brushRef="#br0">16209 5599 16384, 16218 5579 16384, 16218 5570 16384, 16218 5562 16384, 16209 5550 16384, 16201 5534 16384, 16181 5513 16384, 16152 5493 16384, 16115 5480 16384, 16083 5480 16384, 16042 5484 16384, 16005 5501 16384, 15972 5521 16384, 15931 5554 16384, 15894 5591 16384, 15866 5628 16384, 15845 5668 16384, 15837 5705 16384, 15841 5746 16384, 15853 5791 16384, 15878 5840 16384, 15911 5881 16384, 15943 5930 16384, 15988 5975 16384, 16029 6012 16384, 16074 6045 16384, 16115 6078 16384, 16140 6106 16384, 16168 6135 16384, 16181 6159 16384, 16181 6184 16384, 16173 6204 16384, 16156 6225 16384, 16132 6245 16384, 16103 6262 16384, 16070 6278 16384, 16029 6286 16384, 15984 6290 16384, 15935 6294 16384, 15894 6294 16384, 15849 6290 16384, 15813 6278 16384, 15772 6258 16384, 15755 6241 16384</inkml:trace>
  <inkml:trace contextRef="#ctx0" brushRef="#br0">16417 5470 16384, 16414 5466 16384, 16409 5459 16384, 16404 5446 16384, 16405 5426 16384, 16416 5408 16384, 16433 5395 16384, 16456 5391 16384, 16477 5402 16384, 16494 5432 16384, 16500 5482 16384, 16496 5537 16384, 16482 5571 16384, 16461 5599 16384, 16449 5613 16384, 16438 5623 16384, 16422 5635 16384, 16415 5638 16384, 16420 5636 16384, 16437 5636 16384, 16462 5638 16384, 16492 5644 16384, 16520 5649 16384, 16541 5651 16384, 16557 5650 16384, 16562 5649 16384</inkml:trace>
  <inkml:trace contextRef="#ctx0" brushRef="#br0">16999 5884 16384, 16997 5884 16384, 16995 5886 16384, 16993 5886 16384, 16995 5888 16384, 17003 5892 16384, 17014 5894 16384, 17030 5896 16384, 17051 5896 16384, 17078 5892 16384, 17109 5888 16384, 17145 5883 16384, 17180 5879 16384, 17214 5879 16384, 17249 5879 16384, 17276 5879 16384, 17301 5881 16384, 17324 5883 16384, 17343 5884 16384, 17360 5886 16384, 17375 5886 16384, 17393 5884 16384, 17400 5883 16384</inkml:trace>
  <inkml:trace contextRef="#ctx0" brushRef="#br0">18278 5480 16384, 18273 5482 16384, 18276 5523 16384, 18275 5651 16384, 18251 5851 16384, 18225 6038 16384, 18206 6169 16384, 18200 6257 16384, 18215 6294 16384</inkml:trace>
  <inkml:trace contextRef="#ctx0" brushRef="#br0">19222 5600 16384, 19216 5565 16384, 19185 5527 16384, 19136 5487 16384, 19073 5480 16384, 18998 5506 16384, 18932 5552 16384, 18904 5611 16384, 18899 5690 16384, 18929 5786 16384, 18993 5879 16384, 19084 5978 16384, 19169 6058 16384, 19227 6122 16384, 19256 6182 16384, 19246 6232 16384, 19206 6272 16384, 19150 6291 16384, 19072 6294 16384, 19006 6282 16384, 18968 6242 16384, 18960 6163 16384, 18979 6085 16384, 19019 6018 16384, 19072 5946 16384, 19131 5853 16384, 19187 5747 16384, 19219 5674 16384, 19222 5653 16384, 19206 5635 16384, 19184 5613 16384, 19171 5592 16384, 19163 5578 16384</inkml:trace>
  <inkml:trace contextRef="#ctx0" brushRef="#br0">20139 5599 16384, 20147 5579 16384, 20147 5570 16384, 20147 5562 16384, 20139 5550 16384, 20130 5534 16384, 20110 5513 16384, 20081 5493 16384, 20045 5480 16384, 20012 5480 16384, 19971 5484 16384, 19934 5501 16384, 19901 5521 16384, 19860 5554 16384, 19824 5591 16384, 19795 5628 16384, 19775 5668 16384, 19766 5705 16384, 19770 5746 16384, 19783 5791 16384, 19807 5840 16384, 19840 5881 16384, 19873 5930 16384, 19918 5975 16384, 19959 6012 16384, 20004 6045 16384, 20045 6078 16384, 20069 6106 16384, 20098 6135 16384, 20110 6159 16384, 20110 6184 16384, 20102 6204 16384, 20085 6225 16384, 20061 6245 16384, 20032 6262 16384, 20000 6278 16384, 19959 6286 16384, 19914 6290 16384, 19865 6294 16384, 19824 6294 16384, 19779 6290 16384, 19742 6278 16384, 19701 6258 16384, 19685 6241 16384</inkml:trace>
  <inkml:trace contextRef="#ctx0" brushRef="#br0">20760 5880 16384, 20754 5880 16384, 20757 5880 16384, 20762 5880 16384, 20769 5878 16384, 20778 5878 16384, 20787 5877 16384, 20801 5877 16384, 20818 5875 16384, 20838 5874 16384, 20862 5874 16384, 20885 5872 16384, 20910 5872 16384, 20938 5871 16384, 20962 5871 16384, 20988 5872 16384, 21017 5874 16384, 21042 5877 16384, 21070 5878 16384, 21097 5880 16384, 21120 5881 16384, 21143 5881 16384, 21161 5881 16384, 21174 5881 16384, 21184 5883 16384, 21191 5883 16384, 21197 5883 16384, 21200 5883 16384, 21202 5880 16384</inkml:trace>
  <inkml:trace contextRef="#ctx0" brushRef="#br0">20986 5693 16384, 20986 5695 16384, 20985 5696 16384, 20985 5699 16384, 20985 5705 16384, 20985 5714 16384, 20986 5726 16384, 20988 5743 16384, 20989 5763 16384, 20989 5787 16384, 20991 5814 16384, 20989 5845 16384, 20988 5874 16384, 20985 5904 16384, 20982 5936 16384, 20980 5963 16384, 20980 5989 16384, 20980 6013 16384, 20980 6032 16384, 20980 6048 16384, 20982 6062 16384, 20983 6072 16384, 20985 6079 16384, 20986 6082 16384</inkml:trace>
  <inkml:trace contextRef="#ctx0" brushRef="#br0">22079 5480 16384, 22075 5482 16384, 22078 5523 16384, 22076 5651 16384, 22052 5851 16384, 22027 6038 16384, 22007 6169 16384, 22001 6257 16384, 22016 6294 16384</inkml:trace>
  <inkml:trace contextRef="#ctx0" brushRef="#br0">22738 5487 16384, 22731 5493 16384, 22729 5538 16384, 22708 5648 16384, 22670 5766 16384, 22646 5846 16384, 22637 5892 16384, 22639 5912 16384, 22651 5914 16384, 22670 5910 16384, 22708 5894 16384, 22769 5868 16384, 22843 5856 16384, 22916 5874 16384, 22971 5925 16384, 23003 5999 16384, 23012 6081 16384, 22992 6153 16384, 22938 6219 16384, 22866 6268 16384, 22790 6294 16384, 22713 6288 16384, 22675 6266 16384</inkml:trace>
  <inkml:trace contextRef="#ctx0" brushRef="#br0">22726 5490 16384, 22723 5490 16384, 22733 5490 16384, 22788 5492 16384, 22890 5485 16384, 22995 5480 16384, 23085 5498 16384, 23120 5515 16384</inkml:trace>
  <inkml:trace contextRef="#ctx0" brushRef="#br0">23448 5480 16384, 23451 5480 16384, 23451 5483 16384, 23454 5483 16384, 23457 5486 16384, 23474 5506 16384, 23486 5533 16384, 23498 5573 16384, 23506 5623 16384, 23515 5675 16384, 23530 5768 16384, 23533 5800 16384, 23535 5832 16384, 23538 5893 16384, 23538 5986 16384, 23535 6039 16384, 23527 6091 16384, 23518 6140 16384, 23509 6178 16384, 23498 6227 16384, 23486 6254 16384, 23474 6274 16384, 23469 6280 16384, 23451 6294 16384</inkml:trace>
  <inkml:trace contextRef="#ctx0" brushRef="#br0">23760 5697 16384, 23750 5673 16384, 23750 5663 16384, 23765 5648 16384, 23785 5628 16384, 23815 5609 16384, 23854 5589 16384, 23894 5574 16384, 23938 5569 16384, 24012 5579 16384, 24032 5589 16384, 24076 5618 16384, 24111 5668 16384, 24130 5727 16384, 24140 5801 16384, 24140 5870 16384, 24130 5934 16384, 24106 5998 16384, 24081 6053 16384, 24046 6107 16384, 24007 6156 16384, 23968 6201 16384, 23928 6235 16384, 23889 6265 16384, 23834 6289 16384, 23800 6294 16384, 23790 6294 16384</inkml:trace>
  <inkml:trace contextRef="#ctx0" brushRef="#br0">24416 5485 16384, 24407 5480 16384, 24372 5490 16384, 24357 5500 16384, 24328 5525 16384, 24293 5554 16384, 24254 5594 16384, 24214 5638 16384, 24185 5692 16384, 24150 5766 16384, 24130 5840 16384, 24116 5929 16384, 24111 6013 16384, 24120 6082 16384, 24140 6146 16384, 24180 6196 16384, 24219 6225 16384, 24264 6245 16384, 24313 6255 16384, 24357 6255 16384, 24382 6255 16384</inkml:trace>
  <inkml:trace contextRef="#ctx0" brushRef="#br0">24928 5884 16384, 24926 5884 16384, 24924 5886 16384, 24922 5886 16384, 24924 5888 16384, 24931 5892 16384, 24943 5894 16384, 24958 5896 16384, 24979 5896 16384, 25006 5892 16384, 25037 5888 16384, 25074 5883 16384, 25108 5879 16384, 25143 5879 16384, 25177 5879 16384, 25204 5879 16384, 25229 5881 16384, 25252 5883 16384, 25271 5884 16384, 25289 5886 16384, 25304 5886 16384, 25321 5884 16384, 25329 5883 16384</inkml:trace>
  <inkml:trace contextRef="#ctx0" brushRef="#br0">25960 5727 16384, 25952 5716 16384, 25935 5692 16384, 25921 5652 16384, 25924 5590 16384, 25957 5535 16384, 26012 5493 16384, 26082 5480 16384, 26150 5515 16384, 26200 5609 16384, 26221 5766 16384, 26207 5936 16384, 26166 6044 16384, 26098 6132 16384, 26060 6173 16384, 26026 6205 16384, 25976 6244 16384, 25954 6252 16384, 25971 6247 16384, 26024 6246 16384, 26103 6253 16384, 26197 6271 16384, 26284 6286 16384, 26350 6294 16384, 26400 6291 16384, 26414 6288 16384</inkml:trace>
  <inkml:trace contextRef="#ctx0" brushRef="#br0">27229 5599 16384, 27237 5579 16384, 27237 5570 16384, 27237 5562 16384, 27229 5550 16384, 27221 5534 16384, 27200 5513 16384, 27171 5493 16384, 27135 5480 16384, 27102 5480 16384, 27061 5484 16384, 27024 5501 16384, 26991 5521 16384, 26951 5554 16384, 26914 5591 16384, 26885 5628 16384, 26865 5668 16384, 26856 5705 16384, 26861 5746 16384, 26873 5791 16384, 26897 5840 16384, 26930 5881 16384, 26963 5930 16384, 27008 5975 16384, 27049 6012 16384, 27094 6045 16384, 27135 6078 16384, 27159 6106 16384, 27188 6135 16384, 27200 6159 16384, 27200 6184 16384, 27192 6204 16384, 27176 6225 16384, 27151 6245 16384, 27122 6262 16384, 27090 6278 16384, 27049 6286 16384, 27004 6290 16384, 26955 6294 16384, 26914 6294 16384, 26869 6290 16384, 26832 6278 16384, 26791 6258 16384, 26775 6241 16384</inkml:trace>
  <inkml:trace contextRef="#ctx0" brushRef="#br0">27441 5446 16384, 27434 5430 16384, 27435 5417 16384, 27445 5405 16384, 27466 5394 16384, 27494 5391 16384, 27524 5403 16384, 27545 5431 16384, 27546 5465 16384, 27531 5500 16384, 27504 5531 16384, 27479 5549 16384, 27467 5554 16384, 27462 5550 16384, 27463 5544 16384, 27475 5537 16384, 27499 5533 16384, 27530 5536 16384, 27559 5553 16384, 27573 5577 16384, 27572 5599 16384, 27559 5618 16384, 27536 5635 16384, 27507 5647 16384, 27474 5651 16384, 27444 5645 16384, 27432 5637 16384</inkml:trace>
  <inkml:trace contextRef="#ctx0" brushRef="#br0">28010 5880 16384, 28004 5880 16384, 28007 5880 16384, 28012 5880 16384, 28019 5878 16384, 28029 5878 16384, 28038 5877 16384, 28051 5877 16384, 28068 5875 16384, 28088 5874 16384, 28112 5874 16384, 28135 5872 16384, 28161 5872 16384, 28188 5871 16384, 28212 5871 16384, 28238 5872 16384, 28267 5874 16384, 28293 5877 16384, 28320 5878 16384, 28347 5880 16384, 28370 5881 16384, 28393 5881 16384, 28411 5881 16384, 28425 5881 16384, 28434 5883 16384, 28441 5883 16384, 28447 5883 16384, 28450 5883 16384, 28452 5880 16384</inkml:trace>
  <inkml:trace contextRef="#ctx0" brushRef="#br0">28236 5693 16384, 28236 5695 16384, 28235 5696 16384, 28235 5699 16384, 28235 5705 16384, 28235 5714 16384, 28236 5726 16384, 28238 5743 16384, 28239 5763 16384, 28239 5787 16384, 28241 5814 16384, 28239 5845 16384, 28238 5874 16384, 28235 5904 16384, 28232 5936 16384, 28230 5963 16384, 28230 5989 16384, 28230 6013 16384, 28230 6032 16384, 28230 6048 16384, 28232 6062 16384, 28233 6072 16384, 28235 6079 16384, 28236 6082 16384</inkml:trace>
  <inkml:trace contextRef="#ctx0" brushRef="#br0">29409 5698 16384, 29417 5674 16384, 29424 5654 16384, 29436 5602 16384, 29417 5520 16384, 29358 5480 16384, 29276 5488 16384, 29193 5521 16384, 29132 5577 16384, 29095 5660 16384, 29088 5754 16384, 29120 5824 16384, 29183 5865 16384, 29268 5880 16384, 29346 5858 16384, 29418 5802 16384, 29471 5735 16384, 29493 5679 16384, 29492 5667 16384, 29477 5676 16384, 29452 5729 16384, 29405 5843 16384, 29340 6021 16384, 29296 6181 16384, 29287 6266 16384, 29309 6294 16384</inkml:trace>
  <inkml:trace contextRef="#ctx0" brushRef="#br0">30352 5599 16384, 30360 5579 16384, 30360 5570 16384, 30360 5562 16384, 30352 5550 16384, 30344 5534 16384, 30323 5513 16384, 30295 5493 16384, 30258 5480 16384, 30225 5480 16384, 30184 5484 16384, 30147 5501 16384, 30115 5521 16384, 30074 5554 16384, 30037 5591 16384, 30008 5628 16384, 29988 5668 16384, 29980 5705 16384, 29984 5746 16384, 29996 5791 16384, 30020 5840 16384, 30053 5881 16384, 30086 5930 16384, 30131 5975 16384, 30172 6012 16384, 30217 6045 16384, 30258 6078 16384, 30282 6106 16384, 30311 6135 16384, 30323 6159 16384, 30323 6184 16384, 30315 6204 16384, 30299 6225 16384, 30274 6245 16384, 30245 6262 16384, 30213 6278 16384, 30172 6286 16384, 30127 6290 16384, 30078 6294 16384, 30037 6294 16384, 29992 6290 16384, 29955 6278 16384, 29914 6258 16384, 29898 6241 16384</inkml:trace>
  <inkml:trace contextRef="#ctx0" brushRef="#br0">30559 5470 16384, 30556 5466 16384, 30551 5459 16384, 30546 5446 16384, 30547 5426 16384, 30558 5408 16384, 30576 5395 16384, 30598 5391 16384, 30620 5402 16384, 30636 5432 16384, 30642 5482 16384, 30638 5537 16384, 30625 5571 16384, 30603 5599 16384, 30591 5613 16384, 30580 5623 16384, 30564 5635 16384, 30557 5638 16384, 30563 5636 16384, 30580 5636 16384, 30605 5638 16384, 30635 5644 16384, 30663 5649 16384, 30684 5651 16384, 30700 5650 16384, 30704 5649 16384</inkml:trace>
  <inkml:trace contextRef="#ctx0" brushRef="#br0">31142 5884 16384, 31140 5884 16384, 31138 5886 16384, 31136 5886 16384, 31138 5888 16384, 31145 5892 16384, 31157 5894 16384, 31172 5896 16384, 31193 5896 16384, 31220 5892 16384, 31251 5888 16384, 31287 5883 16384, 31322 5879 16384, 31357 5879 16384, 31391 5879 16384, 31418 5879 16384, 31443 5881 16384, 31466 5883 16384, 31485 5884 16384, 31502 5886 16384, 31518 5886 16384, 31535 5884 16384, 31543 5883 16384</inkml:trace>
  <inkml:trace contextRef="#ctx0" brushRef="#br0">32233 5499 16384, 32222 5502 16384, 32212 5515 16384, 32215 5555 16384, 32223 5628 16384, 32235 5704 16384, 32251 5756 16384, 32261 5772 16384</inkml:trace>
  <inkml:trace contextRef="#ctx0" brushRef="#br0">32243 5480 16384, 32246 5482 16384, 32291 5486 16384, 32373 5486 16384, 32434 5486 16384, 32483 5492 16384, 32521 5519 16384, 32542 5560 16384, 32551 5610 16384, 32546 5694 16384, 32525 5815 16384, 32490 5962 16384, 32457 6097 16384, 32443 6177 16384, 32443 6231 16384, 32453 6274 16384, 32458 6294 16384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7206 16384, 2163 7217 16384, 2183 7247 16384, 2193 7278 16384, 2193 7288 16384, 2193 7308 16384, 2183 7328 16384, 2163 7349 16384, 2132 7359 16384, 2112 7359 16384, 2081 7359 16384, 2051 7359 16384, 2031 7349 16384, 2020 7328 16384, 2020 7308 16384, 2020 7257 16384, 2041 7227 16384, 2061 7196 16384, 2092 7176 16384, 2122 7166 16384, 2142 7155 16384, 2173 7155 16384, 2204 7155 16384, 2214 7155 16384, 2234 7176 16384, 2244 7186 16384, 2244 7217 16384, 2234 7227 16384, 2214 7247 16384, 2193 7267 16384, 2163 7278 16384, 2122 7298 16384, 2081 7308 16384, 2041 7308 16384, 2010 7298 16384, 2000 7288 16384, 2000 7267 16384, 2000 7247 16384, 2020 7227 16384, 2031 7217 16384, 2051 7196 16384, 2092 7186 16384, 2122 7176 16384, 2142 7176 16384, 2173 7176 16384, 2193 7176 16384, 2214 7206 16384, 2224 7237 16384, 2224 7257 16384, 2224 7278 16384, 2214 7298 16384, 2193 7318 16384, 2183 7328 16384, 2173 7328 16384, 2163 7328 16384, 2153 7318 16384, 2153 7308 16384, 2153 7288 16384, 2153 7278 16384, 2153 7267 16384, 2163 7247 16384, 2173 7237 16384, 2183 7227 16384, 2193 7227 16384, 2193 7237 16384, 2183 7257 16384, 2183 7267 16384, 2173 7267 16384, 2163 7278 16384, 2153 7288 16384, 2142 7288 16384, 2132 7288 16384, 2132 7278 16384, 2142 7257 16384, 2163 7237 16384, 2173 7227 16384, 2183 7217 16384, 2173 7237 16384, 2142 7257 16384, 2112 7278 16384, 2081 7288 16384, 2051 7308 16384, 2041 7308 16384, 2051 7298 16384, 2081 7278 16384, 2092 7267 16384, 2122 7247 16384, 2142 7227 16384, 2183 7196 16384, 2193 7176 16384, 2193 7166 16384, 2183 7166 16384, 2163 7186 16384, 2142 7206 16384, 2122 7227 16384, 2112 7247 16384, 2102 7257 16384</inkml:trace>
  <inkml:trace contextRef="#ctx0" brushRef="#br0">2651 6895 16384, 2662 6890 16384, 2747 6875 16384, 2888 6855 16384, 3030 6860 16384, 3155 6910 16384, 3243 6972 16384, 3278 7026 16384, 3272 7070 16384, 3221 7127 16384, 3202 7143 16384</inkml:trace>
  <inkml:trace contextRef="#ctx0" brushRef="#br0">2671 7344 16384, 2668 7358 16384, 2690 7434 16384, 2758 7531 16384, 2852 7603 16384, 2954 7645 16384, 3063 7658 16384, 3177 7660 16384, 3293 7647 16384, 3405 7619 16384, 3465 7597 16384</inkml:trace>
  <inkml:trace contextRef="#ctx0" brushRef="#br0">3804 6850 16384, 3801 6850 16384, 3806 6874 16384, 3818 6977 16384, 3815 7163 16384, 3797 7371 16384, 3777 7523 16384, 3768 7613 16384, 3774 7660 16384, 3779 7664 16384</inkml:trace>
  <inkml:trace contextRef="#ctx0" brushRef="#br0">3618 7240 16384, 3612 7226 16384, 3624 7195 16384, 3679 7139 16384, 3752 7079 16384, 3804 7044 16384, 3828 7037 16384, 3830 7059 16384, 3804 7145 16384, 3752 7294 16384, 3693 7431 16384, 3664 7502 16384, 3669 7512 16384, 3698 7500 16384, 3756 7437 16384, 3846 7299 16384, 3973 7121 16384, 4089 7026 16384, 4155 6999 16384, 4188 6998 16384, 4206 7026 16384, 4209 7118 16384, 4197 7279 16384, 4191 7431 16384, 4208 7514 16384, 4250 7554 16384, 4310 7566 16384, 4369 7560 16384</inkml:trace>
  <inkml:trace contextRef="#ctx0" brushRef="#br0">4521 7132 16384, 4518 7135 16384, 4515 7138 16384, 4527 7138 16384, 4547 7138 16384, 4576 7132 16384, 4620 7123 16384, 4669 7115 16384, 4719 7109 16384, 4777 7106 16384, 4838 7106 16384, 4890 7106 16384, 4940 7112 16384, 4980 7121 16384, 5015 7135 16384, 5041 7158 16384, 5062 7190 16384, 5070 7234 16384, 5070 7286 16384, 5068 7344 16384, 5059 7403 16384, 5044 7461 16384, 5030 7513 16384, 5018 7548 16384, 5009 7577 16384, 5001 7597 16384, 4995 7609 16384, 4986 7615 16384, 4977 7615 16384, 4969 7606 16384, 4960 7589 16384, 4954 7562 16384, 4945 7528 16384, 4940 7504 16384</inkml:trace>
  <inkml:trace contextRef="#ctx0" brushRef="#br0">4911 6900 16384, 4908 6903 16384, 4902 6905 16384, 4902 6917 16384, 4899 6932 16384, 4890 6961 16384, 4873 7007 16384, 4849 7100 16384, 4838 7144 16384, 4815 7248 16384, 4788 7353 16384, 4768 7443 16384, 4754 7510 16384, 4748 7533 16384, 4739 7568 16384, 4730 7594 16384, 4727 7600 16384</inkml:trace>
  <inkml:trace contextRef="#ctx0" brushRef="#br0">5065 7013 16384, 5062 7013 16384, 5050 7010 16384, 5050 7007 16384, 5053 7010 16384, 5062 7013 16384, 5070 7025 16384, 5094 7065 16384, 5111 7118 16384, 5123 7153 16384, 5137 7222 16384, 5140 7260 16384, 5149 7333 16384, 5155 7365 16384, 5161 7379 16384, 5172 7403 16384, 5181 7414 16384, 5187 7420 16384</inkml:trace>
  <inkml:trace contextRef="#ctx0" brushRef="#br0">5193 7062 16384, 5193 7068 16384, 5193 7071 16384, 5198 7083 16384, 5207 7103 16384, 5219 7123 16384, 5227 7147 16384, 5236 7167 16384, 5242 7185 16384, 5245 7196 16384, 5245 7205 16384, 5245 7208 16384, 5248 7211 16384</inkml:trace>
  <inkml:trace contextRef="#ctx0" brushRef="#br0">5300 7089 16384, 5300 7100 16384, 5303 7115 16384, 5309 7135 16384, 5315 7161 16384, 5320 7185 16384, 5323 7196 16384, 5329 7202 16384</inkml:trace>
  <inkml:trace contextRef="#ctx0" brushRef="#br0">6127 6855 16384, 6127 6853 16384, 6127 6850 16384, 6124 6850 16384, 6117 6855 16384, 6112 6863 16384, 6104 6873 16384, 6094 6887 16384, 6084 6907 16384, 6062 6957 16384, 6055 6977 16384, 6050 6997 16384, 6035 7046 16384, 6015 7128 16384, 6008 7188 16384, 6005 7255 16384, 6008 7354 16384, 6015 7421 16384, 6027 7486 16384, 6052 7558 16384, 6065 7600 16384, 6079 7629 16384, 6099 7654 16384, 6107 7664 16384</inkml:trace>
  <inkml:trace contextRef="#ctx0" brushRef="#br0">6421 6850 16384, 6435 6860 16384, 6463 6878 16384, 6496 6920 16384, 6537 6971 16384, 6584 7046 16384, 6630 7143 16384, 6682 7236 16384, 6719 7334 16384, 6765 7418 16384, 6798 7483 16384, 6821 7539 16384, 6844 7585 16384, 6863 7613 16384, 6877 7641 16384, 6886 7655 16384, 6891 7660 16384</inkml:trace>
  <inkml:trace contextRef="#ctx0" brushRef="#br0">6970 6892 16384, 6933 6901 16384, 6919 6911 16384, 6900 6929 16384, 6872 6962 16384, 6830 6994 16384, 6779 7046 16384, 6714 7106 16384, 6644 7185 16384, 6570 7269 16384, 6500 7357 16384, 6440 7441 16384, 6393 7520 16384, 6365 7580 16384, 6351 7618 16384, 6342 7646 16384, 6342 7660 16384, 6342 7664 16384</inkml:trace>
  <inkml:trace contextRef="#ctx0" brushRef="#br0">7162 7461 16384, 7162 7464 16384, 7162 7483 16384, 7171 7503 16384, 7181 7529 16384, 7191 7554 16384, 7200 7577 16384, 7207 7600 16384, 7210 7625 16384, 7213 7642 16384, 7213 7658 16384, 7217 7664 16384</inkml:trace>
  <inkml:trace contextRef="#ctx0" brushRef="#br0">7425 6850 16384, 7434 6857 16384, 7441 6860 16384, 7448 6867 16384, 7468 6883 16384, 7511 6930 16384, 7544 6969 16384, 7583 7012 16384, 7643 7085 16384, 7679 7125 16384, 7693 7148 16384, 7706 7168 16384, 7746 7211 16384, 7765 7227 16384, 7785 7237 16384</inkml:trace>
  <inkml:trace contextRef="#ctx0" brushRef="#br0">8017 6913 16384, 8020 6906 16384, 8020 6903 16384, 8007 6916 16384, 7990 6930 16384, 7971 6943 16384, 7944 6963 16384, 7908 6986 16384, 7891 6999 16384, 7875 7012 16384, 7832 7055 16384, 7815 7072 16384, 7802 7088 16384, 7779 7108 16384, 7772 7112 16384, 7762 7122 16384, 7762 7125 16384, 7759 7131 16384, 7755 7148 16384, 7752 7165 16384, 7752 7184 16384, 7752 7214 16384, 7749 7251 16384, 7749 7317 16384, 7749 7373 16384, 7749 7426 16384, 7752 7452 16384, 7755 7502 16384, 7759 7525 16384, 7762 7578 16384, 7765 7608 16384, 7772 7631 16384, 7775 7644 16384, 7779 7658 16384, 7779 7664 16384</inkml:trace>
  <inkml:trace contextRef="#ctx0" brushRef="#br0">8292 6850 16384, 8295 6850 16384, 8295 6853 16384, 8298 6853 16384, 8301 6856 16384, 8318 6876 16384, 8330 6903 16384, 8341 6943 16384, 8350 6993 16384, 8359 7045 16384, 8373 7138 16384, 8376 7170 16384, 8379 7202 16384, 8382 7263 16384, 8382 7356 16384, 8379 7408 16384, 8370 7461 16384, 8362 7510 16384, 8353 7548 16384, 8341 7597 16384, 8330 7624 16384, 8318 7644 16384, 8312 7650 16384, 8295 7664 16384</inkml:trace>
  <inkml:trace contextRef="#ctx0" brushRef="#br0">8927 6982 16384, 8930 6980 16384, 8999 6976 16384, 9128 6958 16384, 9236 6940 16384, 9333 6930 16384, 9390 6925 16384, 9401 6925 16384, 9398 6925 16384</inkml:trace>
  <inkml:trace contextRef="#ctx0" brushRef="#br0">9170 6850 16384, 9155 6866 16384, 9155 6897 16384, 9144 6969 16384, 9111 7056 16384, 9079 7126 16384, 9071 7162 16384, 9084 7170 16384, 9112 7172 16384, 9161 7170 16384, 9236 7169 16384, 9318 7189 16384, 9380 7228 16384, 9415 7277 16384, 9423 7325 16384, 9404 7379 16384, 9363 7426 16384, 9315 7462 16384, 9289 7473 16384</inkml:trace>
  <inkml:trace contextRef="#ctx0" brushRef="#br0">9377 7120 16384, 9341 7125 16384, 9296 7158 16384, 9241 7225 16384, 9178 7319 16384, 9128 7426 16384, 9112 7528 16384, 9139 7605 16384, 9200 7645 16384, 9278 7664 16384, 9368 7656 16384, 9460 7623 16384, 9507 7606 16384</inkml:trace>
  <inkml:trace contextRef="#ctx0" brushRef="#br0">10061 6886 16384, 10072 6888 16384, 10126 6923 16384, 10205 7002 16384, 10272 7071 16384, 10325 7127 16384, 10370 7168 16384, 10379 7173 16384</inkml:trace>
  <inkml:trace contextRef="#ctx0" brushRef="#br0">10646 6944 16384, 10639 6944 16384, 10597 6965 16384, 10530 7029 16384, 10427 7136 16384, 10339 7247 16384, 10281 7363 16384, 10263 7456 16384, 10284 7517 16384, 10341 7570 16384, 10420 7609 16384, 10506 7623 16384, 10608 7628 16384, 10711 7619 16384, 10805 7602 16384, 10875 7584 16384</inkml:trace>
  <inkml:trace contextRef="#ctx0" brushRef="#br0">11027 6984 16384, 11022 6982 16384, 11027 6982 16384, 11085 6984 16384, 11193 6964 16384, 11298 6935 16384, 11383 6924 16384, 11431 6922 16384, 11447 6924 16384</inkml:trace>
  <inkml:trace contextRef="#ctx0" brushRef="#br0">11215 6857 16384, 11206 6856 16384, 11213 6870 16384, 11244 6928 16384, 11267 7045 16384, 11271 7213 16384, 11260 7406 16384, 11235 7540 16384, 11215 7619 16384, 11197 7650 16384, 11168 7653 16384, 11132 7630 16384, 11099 7572 16384, 11085 7498 16384, 11092 7430 16384, 11133 7368 16384, 11202 7307 16384, 11305 7249 16384, 11433 7215 16384, 11538 7220 16384, 11615 7274 16384, 11669 7384 16384, 11695 7502 16384, 11702 7583 16384, 11695 7637 16384, 11686 7659 16384, 11679 7659 16384</inkml:trace>
  <inkml:trace contextRef="#ctx0" brushRef="#br0">11725 6930 16384, 11731 6937 16384, 11771 7018 16384, 11816 7108 16384, 11836 7170 16384</inkml:trace>
  <inkml:trace contextRef="#ctx0" brushRef="#br0">11996 6921 16384, 11984 6919 16384, 11997 6919 16384, 12050 6915 16384, 12136 6891 16384, 12230 6861 16384, 12307 6850 16384, 12343 6862 16384, 12348 6898 16384, 12312 6972 16384, 12235 7080 16384, 12136 7190 16384, 12045 7278 16384, 11994 7324 16384, 11982 7339 16384, 12012 7329 16384, 12077 7287 16384, 12176 7228 16384, 12303 7189 16384, 12414 7184 16384, 12495 7208 16384, 12546 7256 16384, 12561 7339 16384, 12542 7437 16384, 12486 7523 16384, 12414 7590 16384, 12339 7646 16384, 12272 7664 16384, 12227 7648 16384, 12194 7604 16384, 12185 7536 16384, 12214 7499 16384, 12268 7481 16384, 12340 7472 16384, 12406 7476 16384, 12452 7488 16384, 12480 7497 16384</inkml:trace>
  <inkml:trace contextRef="#ctx0" brushRef="#br0">13396 7095 16384, 13388 7079 16384, 13391 7079 16384, 13433 7081 16384, 13517 7081 16384, 13617 7078 16384, 13704 7075 16384, 13759 7075 16384, 13778 7081 16384</inkml:trace>
  <inkml:trace contextRef="#ctx0" brushRef="#br0">13424 6853 16384, 13413 6850 16384, 13424 6861 16384, 13444 6905 16384, 13449 7017 16384, 13430 7220 16384, 13396 7402 16384, 13355 7533 16384, 13313 7621 16384, 13277 7663 16384, 13235 7664 16384, 13185 7628 16384, 13137 7554 16384, 13115 7494 16384, 13130 7480 16384, 13176 7463 16384, 13258 7454 16384, 13377 7483 16384, 13513 7544 16384, 13617 7600 16384, 13681 7633 16384, 13714 7650 16384, 13731 7655 16384</inkml:trace>
  <inkml:trace contextRef="#ctx0" brushRef="#br0">14100 6850 16384, 14125 6861 16384, 14191 6880 16384, 14255 6896 16384, 14301 6915 16384, 14321 6936 16384</inkml:trace>
  <inkml:trace contextRef="#ctx0" brushRef="#br0">13934 7244 16384, 13924 7244 16384, 13932 7238 16384, 13982 7206 16384, 14068 7153 16384, 14166 7103 16384, 14261 7078 16384, 14348 7081 16384, 14414 7123 16384, 14451 7206 16384, 14457 7335 16384, 14435 7443 16384, 14385 7529 16384, 14326 7605 16384, 14279 7652 16384, 14258 7664 16384</inkml:trace>
  <inkml:trace contextRef="#ctx0" brushRef="#br0">14604 7004 16384, 14624 6995 16384, 14684 6980 16384, 14764 6966 16384, 14838 6960 16384, 14897 6959 16384, 14929 6956 16384, 14933 6954 16384</inkml:trace>
  <inkml:trace contextRef="#ctx0" brushRef="#br0">14821 6850 16384, 14817 6852 16384, 14796 6908 16384, 14770 7004 16384, 14708 7134 16384, 14652 7246 16384, 14627 7315 16384, 14627 7338 16384</inkml:trace>
  <inkml:trace contextRef="#ctx0" brushRef="#br0">15119 6936 16384, 15140 6939 16384, 15191 6976 16384, 15253 7025 16384, 15294 7080 16384, 15318 7127 16384, 15324 7167 16384, 15318 7201 16384, 15296 7222 16384</inkml:trace>
  <inkml:trace contextRef="#ctx0" brushRef="#br0">15013 7204 16384, 15010 7210 16384, 15037 7332 16384, 15048 7423 16384, 15027 7521 16384, 14985 7608 16384, 14944 7654 16384, 14898 7664 16384, 14856 7639 16384, 14818 7581 16384, 14809 7546 16384, 14827 7534 16384, 14877 7527 16384, 14960 7522 16384, 15080 7539 16384, 15185 7578 16384, 15252 7607 16384, 15302 7623 16384, 15339 7626 16384</inkml:trace>
  <inkml:trace contextRef="#ctx0" brushRef="#br0">16523 6969 16384, 16531 6948 16384, 16531 6940 16384, 16531 6932 16384, 16523 6920 16384, 16515 6903 16384, 16494 6883 16384, 16466 6862 16384, 16429 6850 16384, 16396 6850 16384, 16355 6854 16384, 16318 6871 16384, 16286 6891 16384, 16245 6924 16384, 16208 6961 16384, 16179 6997 16384, 16159 7038 16384, 16151 7075 16384, 16155 7116 16384, 16167 7161 16384, 16192 7210 16384, 16224 7251 16384, 16257 7300 16384, 16302 7345 16384, 16343 7382 16384, 16388 7415 16384, 16429 7447 16384, 16453 7476 16384, 16482 7505 16384, 16494 7529 16384, 16494 7554 16384, 16486 7574 16384, 16470 7595 16384, 16445 7615 16384, 16417 7631 16384, 16384 7648 16384, 16343 7656 16384, 16298 7660 16384, 16249 7664 16384, 16208 7664 16384, 16163 7660 16384, 16126 7648 16384, 16085 7627 16384, 16069 7611 16384</inkml:trace>
  <inkml:trace contextRef="#ctx0" brushRef="#br0">17144 7132 16384, 17141 7135 16384, 17138 7138 16384, 17150 7138 16384, 17170 7138 16384, 17199 7132 16384, 17243 7123 16384, 17293 7115 16384, 17342 7109 16384, 17400 7106 16384, 17461 7106 16384, 17513 7106 16384, 17563 7112 16384, 17604 7121 16384, 17638 7135 16384, 17665 7158 16384, 17685 7190 16384, 17694 7234 16384, 17694 7286 16384, 17691 7344 16384, 17682 7403 16384, 17668 7461 16384, 17653 7513 16384, 17641 7548 16384, 17633 7577 16384, 17624 7597 16384, 17618 7609 16384, 17609 7615 16384, 17601 7615 16384, 17592 7606 16384, 17583 7589 16384, 17577 7562 16384, 17569 7528 16384, 17563 7504 16384</inkml:trace>
  <inkml:trace contextRef="#ctx0" brushRef="#br0">17534 6900 16384, 17531 6903 16384, 17525 6905 16384, 17525 6917 16384, 17522 6932 16384, 17513 6961 16384, 17496 7007 16384, 17473 7100 16384, 17461 7144 16384, 17438 7248 16384, 17412 7353 16384, 17391 7443 16384, 17377 7510 16384, 17371 7533 16384, 17362 7568 16384, 17354 7594 16384, 17351 7600 16384</inkml:trace>
  <inkml:trace contextRef="#ctx0" brushRef="#br0">17688 7013 16384, 17685 7013 16384, 17673 7010 16384, 17673 7007 16384, 17676 7010 16384, 17685 7013 16384, 17694 7025 16384, 17717 7065 16384, 17734 7118 16384, 17746 7153 16384, 17761 7222 16384, 17763 7260 16384, 17772 7333 16384, 17778 7365 16384, 17784 7379 16384, 17795 7403 16384, 17804 7414 16384, 17810 7420 16384</inkml:trace>
  <inkml:trace contextRef="#ctx0" brushRef="#br0">17816 7062 16384, 17816 7068 16384, 17816 7071 16384, 17822 7083 16384, 17830 7103 16384, 17842 7123 16384, 17851 7147 16384, 17859 7167 16384, 17865 7185 16384, 17868 7196 16384, 17868 7205 16384, 17868 7208 16384, 17871 7211 16384</inkml:trace>
  <inkml:trace contextRef="#ctx0" brushRef="#br0">17923 7089 16384, 17923 7100 16384, 17926 7115 16384, 17932 7135 16384, 17938 7161 16384, 17944 7185 16384, 17947 7196 16384, 17952 7202 16384</inkml:trace>
  <inkml:trace contextRef="#ctx0" brushRef="#br0">18536 7023 16384, 18511 6972 16384, 18515 6933 16384, 18548 6894 16384, 18613 6859 16384, 18702 6850 16384, 18795 6889 16384, 18858 6975 16384, 18864 7083 16384, 18814 7192 16384, 18732 7289 16384, 18654 7345 16384, 18615 7359 16384, 18601 7347 16384, 18605 7328 16384, 18642 7308 16384, 18716 7296 16384, 18813 7305 16384, 18902 7356 16384, 18946 7433 16384, 18943 7502 16384, 18902 7560 16384, 18830 7615 16384, 18740 7652 16384, 18638 7664 16384, 18545 7645 16384, 18506 7618 16384</inkml:trace>
  <inkml:trace contextRef="#ctx0" brushRef="#br0">19102 7131 16384, 19093 7122 16384, 19104 7110 16384, 19167 7077 16384, 19294 7018 16384, 19444 6978 16384, 19607 6970 16384, 19753 7001 16384, 19849 7063 16384, 19902 7137 16384, 19907 7222 16384, 19864 7305 16384, 19784 7385 16384, 19692 7464 16384, 19619 7520 16384, 19592 7544 16384</inkml:trace>
  <inkml:trace contextRef="#ctx0" brushRef="#br0">20556 6855 16384, 20575 6856 16384, 20650 6858 16384, 20749 6850 16384, 20843 6856 16384, 20931 6878 16384, 21001 6895 16384, 21036 6905 16384, 21039 6908 16384, 21011 6919 16384, 20931 6947 16384, 20825 6983 16384, 20700 7026 16384, 20581 7081 16384, 20505 7118 16384, 20465 7137 16384, 20461 7140 16384, 20480 7146 16384, 20539 7152 16384, 20641 7145 16384, 20770 7128 16384, 20920 7117 16384, 21041 7115 16384, 21097 7117 16384, 21108 7118 16384, 21092 7124 16384, 21036 7148 16384, 20949 7190 16384, 20845 7253 16384, 20769 7341 16384, 20736 7440 16384, 20736 7526 16384, 20770 7597 16384, 20834 7645 16384, 20919 7664 16384, 21007 7654 16384, 21054 7639 16384</inkml:trace>
  <inkml:trace contextRef="#ctx0" brushRef="#br0">21575 6865 16384, 21576 6854 16384, 21576 6850 16384, 21569 6874 16384, 21529 6957 16384, 21439 7138 16384, 21336 7360 16384, 21273 7521 16384, 21254 7606 16384, 21254 7646 16384, 21260 7664 16384, 21273 7655 16384, 21305 7594 16384, 21352 7483 16384, 21417 7346 16384, 21495 7239 16384, 21546 7207 16384, 21576 7198 16384, 21591 7219 16384, 21602 7283 16384, 21614 7386 16384, 21636 7496 16384, 21674 7576 16384, 21723 7615 16384, 21784 7637 16384, 21848 7639 16384, 21882 7632 16384</inkml:trace>
  <inkml:trace contextRef="#ctx0" brushRef="#br0">22029 7107 16384, 22063 7103 16384, 22094 7100 16384, 22137 7094 16384, 22181 7088 16384, 22234 7082 16384, 22290 7072 16384, 22349 7063 16384, 22408 7057 16384, 22464 7047 16384, 22513 7044 16384, 22560 7038 16384, 22597 7035 16384, 22625 7035 16384, 22641 7035 16384, 22653 7035 16384, 22662 7035 16384, 22666 7035 16384</inkml:trace>
  <inkml:trace contextRef="#ctx0" brushRef="#br0">22364 6923 16384, 22361 6920 16384, 22355 6917 16384, 22358 6917 16384, 22364 6917 16384, 22377 6926 16384, 22392 6936 16384, 22408 6954 16384, 22426 6982 16384, 22442 7023 16384, 22454 7066 16384, 22467 7103 16384, 22476 7131 16384, 22485 7156 16384, 22492 7178 16384, 22492 7197 16384, 22495 7212 16384, 22495 7225 16384, 22495 7237 16384, 22488 7246 16384, 22479 7256 16384, 22470 7259 16384</inkml:trace>
  <inkml:trace contextRef="#ctx0" brushRef="#br0">22094 7358 16384, 22081 7377 16384, 22078 7395 16384, 22081 7423 16384, 22094 7448 16384, 22116 7473 16384, 22144 7495 16384, 22168 7517 16384, 22196 7541 16384, 22224 7566 16384, 22252 7588 16384, 22280 7610 16384, 22305 7625 16384, 22336 7641 16384, 22364 7650 16384, 22392 7660 16384, 22426 7663 16384, 22454 7663 16384, 22485 7656 16384, 22513 7641 16384</inkml:trace>
  <inkml:trace contextRef="#ctx0" brushRef="#br0">22731 6870 16384, 22728 6874 16384, 22725 6874 16384, 22722 6880 16384, 22725 6889 16384, 22731 6901 16384, 22740 6920 16384, 22749 6945 16384, 22753 6970 16384, 22759 6998 16384, 22762 7023 16384, 22765 7044 16384, 22768 7063 16384, 22774 7082 16384, 22774 7091 16384, 22777 7100 16384, 22777 7103 16384, 22781 7103 16384</inkml:trace>
  <inkml:trace contextRef="#ctx0" brushRef="#br0">22781 6852 16384, 22781 6855 16384, 22774 6855 16384, 22771 6861 16384, 22771 6870 16384, 22777 6886 16384, 22784 6908 16384, 22790 6933 16384, 22796 6960 16384, 22805 6995 16384, 22812 7023 16384, 22818 7047 16384, 22824 7069 16384, 22827 7085 16384, 22830 7100 16384, 22833 7113 16384, 22836 7122 16384, 22840 7128 16384, 22843 7131 16384</inkml:trace>
  <inkml:trace contextRef="#ctx0" brushRef="#br0">22997 6862 16384, 22993 6862 16384, 22989 6864 16384, 22989 6909 16384, 22997 7030 16384, 23012 7217 16384, 23036 7414 16384, 23071 7558 16384, 23115 7630 16384, 23154 7653 16384, 23187 7647 16384, 23224 7597 16384, 23267 7499 16384, 23324 7414 16384</inkml:trace>
  <inkml:trace contextRef="#ctx0" brushRef="#br0">23596 7040 16384, 23610 7049 16384, 23666 7090 16384, 23723 7162 16384, 23766 7248 16384, 23789 7318 16384, 23797 7365 16384, 23799 7386 16384, 23803 7386 16384</inkml:trace>
  <inkml:trace contextRef="#ctx0" brushRef="#br0">23955 7051 16384, 23950 7050 16384, 23960 7050 16384, 24026 7043 16384, 24143 7033 16384, 24270 7029 16384, 24400 7024 16384, 24498 7019 16384, 24552 7015 16384, 24570 7013 16384</inkml:trace>
  <inkml:trace contextRef="#ctx0" brushRef="#br0">24312 6853 16384, 24309 6850 16384, 24333 6867 16384, 24372 6925 16384, 24394 7031 16384, 24390 7153 16384, 24368 7277 16384, 24340 7348 16384, 24311 7392 16384, 24280 7412 16384, 24248 7411 16384, 24219 7385 16384, 24201 7337 16384, 24205 7291 16384, 24230 7250 16384, 24276 7217 16384, 24329 7210 16384, 24375 7234 16384, 24399 7296 16384, 24397 7384 16384, 24369 7483 16384, 24325 7574 16384, 24288 7631 16384, 24266 7663 16384, 24255 7664 16384</inkml:trace>
  <inkml:trace contextRef="#ctx0" brushRef="#br0">24730 6921 16384, 24718 6919 16384, 24732 6919 16384, 24784 6915 16384, 24870 6891 16384, 24965 6861 16384, 25042 6850 16384, 25078 6862 16384, 25082 6898 16384, 25046 6972 16384, 24969 7080 16384, 24870 7190 16384, 24780 7278 16384, 24729 7324 16384, 24717 7339 16384, 24747 7329 16384, 24811 7287 16384, 24911 7228 16384, 25037 7189 16384, 25148 7184 16384, 25230 7208 16384, 25281 7256 16384, 25296 7339 16384, 25276 7437 16384, 25221 7523 16384, 25148 7590 16384, 25073 7646 16384, 25007 7664 16384, 24962 7648 16384, 24929 7604 16384, 24920 7536 16384, 24948 7499 16384, 25002 7481 16384, 25075 7472 16384, 25141 7476 16384, 25186 7488 16384, 25215 7497 16384</inkml:trace>
  <inkml:trace contextRef="#ctx0" brushRef="#br0">25880 7009 16384, 25877 7006 16384, 25868 6999 16384, 25871 7002 16384, 25874 7012 16384, 25877 7024 16384, 25880 7040 16384, 25880 7065 16384, 25877 7099 16384, 25871 7148 16384, 25862 7204 16384, 25856 7270 16384, 25849 7332 16384, 25849 7391 16384, 25849 7447 16384, 25856 7493 16384, 25865 7534 16384, 25880 7568 16384, 25905 7599 16384, 25927 7624 16384, 25952 7642 16384, 25980 7655 16384, 26005 7661 16384, 26033 7664 16384, 26064 7658 16384, 26095 7649 16384, 26126 7630 16384, 26157 7608 16384, 26188 7583 16384, 26216 7562 16384, 26241 7540 16384, 26259 7518 16384, 26275 7500 16384, 26284 7484 16384, 26291 7475 16384</inkml:trace>
  <inkml:trace contextRef="#ctx0" brushRef="#br0">26194 6863 16384, 26191 6863 16384, 26185 6863 16384, 26182 6866 16384, 26182 6872 16384, 26185 6881 16384, 26191 6897 16384, 26194 6915 16384, 26197 6934 16384, 26200 6953 16384, 26200 6974 16384, 26200 6993 16384, 26200 7009 16384, 26200 7021 16384, 26204 7034 16384, 26204 7043 16384, 26210 7046 16384, 26210 7049 16384</inkml:trace>
  <inkml:trace contextRef="#ctx0" brushRef="#br0">26272 6850 16384, 26266 6850 16384, 26263 6853 16384, 26263 6856 16384, 26269 6869 16384, 26278 6884 16384, 26291 6909 16384, 26297 6934 16384, 26300 6962 16384, 26303 6990 16384, 26303 7012 16384, 26303 7034 16384, 26306 7049 16384, 26309 7058 16384, 26309 7068 16384, 26312 7071 16384</inkml:trace>
  <inkml:trace contextRef="#ctx0" brushRef="#br0">26620 7385 16384, 26620 7383 16384, 26623 7376 16384, 26625 7376 16384, 26640 7371 16384, 26659 7368 16384, 26681 7363 16384, 26703 7358 16384, 26726 7356 16384, 26745 7354 16384, 26767 7349 16384, 26789 7344 16384, 26804 7341 16384, 26818 7336 16384, 26828 7336 16384, 26833 7334 16384</inkml:trace>
  <inkml:trace contextRef="#ctx0" brushRef="#br0">26591 7217 16384, 26593 7221 16384, 26598 7234 16384, 26608 7251 16384, 26615 7275 16384, 26623 7307 16384, 26625 7344 16384, 26628 7385 16384, 26628 7427 16384, 26625 7469 16384, 26623 7508 16384, 26615 7542 16384, 26606 7571 16384, 26596 7596 16384, 26584 7615 16384, 26574 7630 16384, 26564 7645 16384, 26547 7657 16384, 26530 7662 16384, 26513 7664 16384, 26500 7662 16384, 26483 7652 16384, 26471 7637 16384, 26464 7618 16384, 26459 7601 16384, 26459 7583 16384, 26464 7571 16384, 26474 7561 16384, 26488 7554 16384, 26508 7549 16384, 26530 7544 16384, 26557 7542 16384, 26586 7542 16384, 26620 7542 16384, 26655 7544 16384, 26684 7549 16384, 26708 7554 16384, 26735 7561 16384, 26752 7569 16384, 26770 7579 16384, 26784 7586 16384, 26792 7591 16384, 26796 7596 16384, 26799 7598 16384, 26799 7601 16384</inkml:trace>
  <inkml:trace contextRef="#ctx0" brushRef="#br0">27155 6850 16384, 27180 6861 16384, 27246 6880 16384, 27311 6896 16384, 27356 6915 16384, 27376 6936 16384</inkml:trace>
  <inkml:trace contextRef="#ctx0" brushRef="#br0">26989 7244 16384, 26980 7244 16384, 26988 7238 16384, 27038 7206 16384, 27124 7153 16384, 27221 7103 16384, 27317 7078 16384, 27403 7081 16384, 27469 7123 16384, 27507 7206 16384, 27513 7335 16384, 27491 7443 16384, 27441 7529 16384, 27381 7605 16384, 27334 7652 16384, 27314 7664 16384</inkml:trace>
  <inkml:trace contextRef="#ctx0" brushRef="#br0">27735 6855 16384, 27735 6850 16384, 27734 6873 16384, 27715 6951 16384, 27676 7101 16384, 27659 7280 16384, 27666 7463 16384, 27697 7585 16384, 27738 7639 16384, 27779 7664 16384, 27817 7655 16384, 27827 7646 16384</inkml:trace>
  <inkml:trace contextRef="#ctx0" brushRef="#br0">27946 7081 16384, 27952 7081 16384, 28009 7084 16384, 28119 7075 16384, 28231 7062 16384, 28333 7064 16384, 28408 7076 16384, 28444 7085 16384, 28452 7092 16384</inkml:trace>
  <inkml:trace contextRef="#ctx0" brushRef="#br0">28248 6873 16384, 28269 6898 16384, 28308 6994 16384, 28317 7160 16384, 28285 7345 16384, 28243 7491 16384, 28210 7562 16384, 28196 7596 16384</inkml:trace>
  <inkml:trace contextRef="#ctx0" brushRef="#br0">28919 6865 16384, 28920 6854 16384, 28920 6850 16384, 28913 6874 16384, 28873 6957 16384, 28783 7138 16384, 28680 7360 16384, 28616 7521 16384, 28598 7606 16384, 28598 7646 16384, 28604 7664 16384, 28616 7655 16384, 28649 7594 16384, 28696 7483 16384, 28761 7346 16384, 28839 7239 16384, 28890 7207 16384, 28920 7198 16384, 28935 7219 16384, 28946 7283 16384, 28958 7386 16384, 28980 7496 16384, 29018 7576 16384, 29067 7615 16384, 29128 7637 16384, 29192 7639 16384, 29226 7632 16384</inkml:trace>
  <inkml:trace contextRef="#ctx0" brushRef="#br0">29373 6982 16384, 29376 6980 16384, 29445 6976 16384, 29573 6958 16384, 29682 6940 16384, 29779 6930 16384, 29835 6925 16384, 29846 6925 16384, 29843 6925 16384</inkml:trace>
  <inkml:trace contextRef="#ctx0" brushRef="#br0">29616 6850 16384, 29600 6866 16384, 29600 6897 16384, 29589 6969 16384, 29556 7056 16384, 29525 7126 16384, 29517 7162 16384, 29529 7170 16384, 29558 7172 16384, 29606 7170 16384, 29682 7169 16384, 29763 7189 16384, 29826 7228 16384, 29860 7277 16384, 29868 7325 16384, 29849 7379 16384, 29809 7426 16384, 29760 7462 16384, 29735 7473 16384</inkml:trace>
  <inkml:trace contextRef="#ctx0" brushRef="#br0">29823 7120 16384, 29787 7125 16384, 29741 7158 16384, 29686 7225 16384, 29624 7319 16384, 29573 7426 16384, 29558 7528 16384, 29584 7605 16384, 29645 7645 16384, 29724 7664 16384, 29813 7656 16384, 29906 7623 16384, 29953 7606 16384</inkml:trace>
  <inkml:trace contextRef="#ctx0" brushRef="#br0">30728 6853 16384, 30730 6850 16384, 30721 6888 16384, 30676 7005 16384, 30620 7165 16384, 30585 7342 16384, 30583 7502 16384, 30623 7596 16384, 30683 7644 16384, 30750 7664 16384, 30814 7657 16384, 30881 7618 16384, 30929 7576 16384</inkml:trace>
  <inkml:trace contextRef="#ctx0" brushRef="#br0">30546 7119 16384, 30543 7116 16384, 30593 7108 16384, 30686 7094 16384, 30784 7085 16384, 30855 7085 16384, 30881 7094 16384, 30881 7098 16384</inkml:trace>
  <inkml:trace contextRef="#ctx0" brushRef="#br0">30506 7306 16384, 30618 7278 16384, 30733 7251 16384, 30827 7245 16384, 30882 7245 16384, 30905 7246 16384</inkml:trace>
  <inkml:trace contextRef="#ctx0" brushRef="#br0">31075 6886 16384, 31086 6888 16384, 31140 6923 16384, 31219 7002 16384, 31286 7071 16384, 31339 7127 16384, 31385 7168 16384, 31393 7173 16384</inkml:trace>
  <inkml:trace contextRef="#ctx0" brushRef="#br0">31661 6944 16384, 31654 6944 16384, 31611 6965 16384, 31545 7029 16384, 31441 7136 16384, 31353 7247 16384, 31295 7363 16384, 31277 7456 16384, 31298 7517 16384, 31355 7570 16384, 31434 7609 16384, 31520 7623 16384, 31622 7628 16384, 31726 7619 16384, 31819 7602 16384, 31889 7584 16384</inkml:trace>
  <inkml:trace contextRef="#ctx0" brushRef="#br0">32081 6852 16384, 32072 6850 16384, 32076 6872 16384, 32089 6939 16384, 32112 7053 16384, 32161 7228 16384, 32234 7406 16384, 32314 7527 16384, 32387 7591 16384, 32450 7619 16384, 32476 7624 16384</inkml:trace>
  <inkml:trace contextRef="#ctx0" brushRef="#br0">32467 6897 16384, 32462 6902 16384, 32439 7019 16384, 32400 7177 16384, 32333 7347 16384, 32253 7475 16384, 32179 7544 16384, 32114 7566 16384, 32065 7550 16384, 32039 7477 16384, 32036 7347 16384, 32092 7227 16384, 32198 7141 16384, 32351 7061 16384, 32533 7046 16384, 32658 7117 16384, 32740 7236 16384, 32786 7395 16384, 32798 7508 16384, 32783 7595 16384, 32751 7650 16384, 32728 7664 16384</inkml:trace>
  <inkml:trace contextRef="#ctx0" brushRef="#br0">32953 7010 16384, 32945 7010 16384, 32992 7000 16384, 33071 6980 16384, 33168 6956 16384, 33254 6946 16384, 33320 6947 16384, 33362 6948 16384</inkml:trace>
  <inkml:trace contextRef="#ctx0" brushRef="#br0">33161 6850 16384, 33154 6852 16384, 33154 6870 16384, 33158 6937 16384, 33125 7091 16384, 33086 7284 16384, 33059 7464 16384, 33047 7573 16384, 33049 7634 16384, 33059 7664 16384</inkml:trace>
  <inkml:trace contextRef="#ctx0" brushRef="#br0">33283 7185 16384, 33283 7173 16384, 33345 7159 16384, 33410 7146 16384, 33477 7141 16384, 33527 7149 16384, 33557 7170 16384, 33565 7200 16384, 33552 7244 16384</inkml:trace>
  <inkml:trace contextRef="#ctx0" brushRef="#br0">33355 7485 16384, 33352 7489 16384, 33392 7556 16384, 33451 7585 16384, 33514 7604 16384, 33584 7609 16384, 33665 7585 16384</inkml:trace>
  <inkml:trace contextRef="#ctx0" brushRef="#br0">33820 6862 16384, 33815 6862 16384, 33811 6864 16384, 33811 6909 16384, 33820 7030 16384, 33834 7217 16384, 33859 7414 16384, 33894 7558 16384, 33937 7630 16384, 33976 7653 16384, 34009 7647 16384, 34046 7597 16384, 34089 7499 16384, 34146 7414 16384</inkml:trace>
  <inkml:trace contextRef="#ctx0" brushRef="#br0">34418 7040 16384, 34432 7049 16384, 34488 7090 16384, 34545 7162 16384, 34588 7248 16384, 34611 7318 16384, 34619 7365 16384, 34621 7386 16384, 34625 7386 16384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8487 16384, 2163 8497 16384, 2183 8527 16384, 2193 8558 16384, 2193 8568 16384, 2193 8588 16384, 2183 8609 16384, 2163 8629 16384, 2132 8639 16384, 2112 8639 16384, 2081 8639 16384, 2051 8639 16384, 2031 8629 16384, 2020 8609 16384, 2020 8588 16384, 2020 8538 16384, 2041 8507 16384, 2061 8476 16384, 2092 8456 16384, 2122 8446 16384, 2142 8436 16384, 2173 8436 16384, 2204 8436 16384, 2214 8436 16384, 2234 8456 16384, 2244 8466 16384, 2244 8497 16384, 2234 8507 16384, 2214 8527 16384, 2193 8548 16384, 2163 8558 16384, 2122 8578 16384, 2081 8588 16384, 2041 8588 16384, 2010 8578 16384, 2000 8568 16384, 2000 8548 16384, 2000 8527 16384, 2020 8507 16384, 2031 8497 16384, 2051 8476 16384, 2092 8466 16384, 2122 8456 16384, 2142 8456 16384, 2173 8456 16384, 2193 8456 16384, 2214 8487 16384, 2224 8517 16384, 2224 8538 16384, 2224 8558 16384, 2214 8578 16384, 2193 8599 16384, 2183 8609 16384, 2173 8609 16384, 2163 8609 16384, 2153 8599 16384, 2153 8588 16384, 2153 8568 16384, 2153 8558 16384, 2153 8548 16384, 2163 8527 16384, 2173 8517 16384, 2183 8507 16384, 2193 8507 16384, 2193 8517 16384, 2183 8538 16384, 2183 8548 16384, 2173 8548 16384, 2163 8558 16384, 2153 8568 16384, 2142 8568 16384, 2132 8568 16384, 2132 8558 16384, 2142 8538 16384, 2163 8517 16384, 2173 8507 16384, 2183 8497 16384, 2173 8517 16384, 2142 8538 16384, 2112 8558 16384, 2081 8568 16384, 2051 8588 16384, 2041 8588 16384, 2051 8578 16384, 2081 8558 16384, 2092 8548 16384, 2122 8527 16384, 2142 8507 16384, 2183 8476 16384, 2193 8456 16384, 2193 8446 16384, 2183 8446 16384, 2163 8466 16384, 2142 8487 16384, 2122 8507 16384, 2112 8527 16384, 2102 8538 16384</inkml:trace>
  <inkml:trace contextRef="#ctx0" brushRef="#br0">2895 8135 16384, 2895 8133 16384, 2895 8131 16384, 2893 8131 16384, 2885 8135 16384, 2880 8143 16384, 2873 8153 16384, 2863 8168 16384, 2853 8188 16384, 2831 8237 16384, 2823 8257 16384, 2818 8277 16384, 2803 8327 16384, 2783 8408 16384, 2776 8468 16384, 2774 8535 16384, 2776 8634 16384, 2783 8701 16384, 2796 8766 16384, 2821 8838 16384, 2833 8880 16384, 2848 8910 16384, 2868 8935 16384, 2875 8945 16384</inkml:trace>
  <inkml:trace contextRef="#ctx0" brushRef="#br0">3190 8131 16384, 3204 8140 16384, 3231 8158 16384, 3264 8200 16384, 3306 8251 16384, 3352 8326 16384, 3399 8424 16384, 3450 8517 16384, 3487 8614 16384, 3534 8698 16384, 3566 8763 16384, 3590 8819 16384, 3613 8865 16384, 3632 8893 16384, 3645 8921 16384, 3655 8935 16384, 3659 8940 16384</inkml:trace>
  <inkml:trace contextRef="#ctx0" brushRef="#br0">3739 8172 16384, 3701 8182 16384, 3687 8191 16384, 3669 8210 16384, 3641 8242 16384, 3599 8275 16384, 3548 8326 16384, 3483 8386 16384, 3413 8465 16384, 3338 8549 16384, 3269 8638 16384, 3208 8721 16384, 3162 8800 16384, 3134 8861 16384, 3120 8898 16384, 3111 8926 16384, 3111 8940 16384, 3111 8945 16384</inkml:trace>
  <inkml:trace contextRef="#ctx0" brushRef="#br0">3930 8741 16384, 3930 8744 16384, 3930 8764 16384, 3940 8783 16384, 3950 8809 16384, 3959 8835 16384, 3969 8857 16384, 3975 8880 16384, 3979 8906 16384, 3982 8922 16384, 3982 8938 16384, 3985 8945 16384</inkml:trace>
  <inkml:trace contextRef="#ctx0" brushRef="#br0">4193 8131 16384, 4203 8137 16384, 4210 8140 16384, 4216 8147 16384, 4236 8164 16384, 4279 8210 16384, 4312 8250 16384, 4352 8293 16384, 4411 8365 16384, 4448 8405 16384, 4461 8428 16384, 4474 8448 16384, 4514 8491 16384, 4534 8508 16384, 4554 8518 16384</inkml:trace>
  <inkml:trace contextRef="#ctx0" brushRef="#br0">4785 8193 16384, 4789 8187 16384, 4789 8183 16384, 4775 8197 16384, 4759 8210 16384, 4739 8223 16384, 4713 8243 16384, 4676 8266 16384, 4660 8279 16384, 4643 8293 16384, 4600 8336 16384, 4584 8352 16384, 4570 8369 16384, 4547 8389 16384, 4541 8392 16384, 4531 8402 16384, 4531 8405 16384, 4527 8412 16384, 4524 8428 16384, 4521 8445 16384, 4521 8465 16384, 4521 8495 16384, 4517 8531 16384, 4517 8597 16384, 4517 8653 16384, 4517 8706 16384, 4521 8733 16384, 4524 8782 16384, 4527 8806 16384, 4531 8859 16384, 4534 8888 16384, 4541 8911 16384, 4544 8925 16384, 4547 8938 16384, 4547 8945 16384</inkml:trace>
  <inkml:trace contextRef="#ctx0" brushRef="#br0">5060 8131 16384, 5063 8131 16384, 5063 8133 16384, 5066 8133 16384, 5069 8136 16384, 5087 8157 16384, 5098 8183 16384, 5110 8224 16384, 5119 8273 16384, 5127 8325 16384, 5142 8418 16384, 5145 8450 16384, 5148 8482 16384, 5151 8543 16384, 5151 8636 16384, 5148 8689 16384, 5139 8741 16384, 5130 8790 16384, 5121 8828 16384, 5110 8878 16384, 5098 8904 16384, 5087 8924 16384, 5081 8930 16384, 5063 8945 16384</inkml:trace>
  <inkml:trace contextRef="#ctx0" brushRef="#br0">5696 8262 16384, 5699 8261 16384, 5768 8256 16384, 5896 8239 16384, 6005 8220 16384, 6102 8211 16384, 6158 8206 16384, 6169 8206 16384, 6166 8206 16384</inkml:trace>
  <inkml:trace contextRef="#ctx0" brushRef="#br0">5939 8131 16384, 5923 8146 16384, 5923 8178 16384, 5912 8250 16384, 5879 8336 16384, 5848 8407 16384, 5840 8443 16384, 5852 8450 16384, 5881 8452 16384, 5929 8450 16384, 6005 8449 16384, 6086 8469 16384, 6149 8509 16384, 6183 8557 16384, 6191 8606 16384, 6172 8659 16384, 6132 8706 16384, 6083 8742 16384, 6058 8753 16384</inkml:trace>
  <inkml:trace contextRef="#ctx0" brushRef="#br0">6146 8400 16384, 6110 8405 16384, 6064 8438 16384, 6009 8505 16384, 5947 8599 16384, 5896 8706 16384, 5881 8808 16384, 5907 8885 16384, 5969 8926 16384, 6047 8945 16384, 6136 8937 16384, 6229 8904 16384, 6276 8887 16384</inkml:trace>
  <inkml:trace contextRef="#ctx0" brushRef="#br0">6830 8310 16384, 6830 8307 16384, 6846 8294 16384, 6865 8288 16384, 6894 8281 16384, 6929 8272 16384, 6964 8262 16384, 7025 8249 16384, 7060 8246 16384, 7099 8239 16384, 7128 8236 16384, 7153 8233 16384, 7172 8233 16384, 7182 8233 16384</inkml:trace>
  <inkml:trace contextRef="#ctx0" brushRef="#br0">7038 8131 16384, 7035 8131 16384, 7028 8131 16384, 7025 8137 16384, 7022 8156 16384, 7015 8179 16384, 7009 8211 16384, 6996 8256 16384, 6980 8313 16384, 6971 8348 16384, 6964 8387 16384, 6948 8473 16384, 6922 8605 16384, 6910 8691 16384, 6906 8755 16384, 6903 8839 16384, 6906 8877 16384, 6910 8909 16384, 6913 8919 16384, 6916 8935 16384, 6926 8941 16384, 6932 8945 16384</inkml:trace>
  <inkml:trace contextRef="#ctx0" brushRef="#br0">7096 8525 16384, 7105 8505 16384, 7121 8493 16384, 7163 8480 16384, 7179 8473 16384, 7211 8467 16384, 7230 8464 16384, 7269 8467 16384, 7297 8473 16384, 7320 8480 16384, 7339 8489 16384, 7358 8499 16384, 7371 8505 16384, 7378 8515 16384, 7378 8525 16384</inkml:trace>
  <inkml:trace contextRef="#ctx0" brushRef="#br0">7150 8711 16384, 7131 8727 16384, 7121 8749 16384, 7131 8768 16384, 7150 8784 16384, 7172 8800 16384, 7192 8816 16384, 7217 8839 16384, 7246 8861 16384, 7272 8877 16384, 7304 8893 16384, 7333 8900 16384, 7365 8903 16384, 7394 8893 16384, 7429 8877 16384</inkml:trace>
  <inkml:trace contextRef="#ctx0" brushRef="#br0">7496 8182 16384, 7493 8191 16384, 7503 8217 16384, 7509 8246 16384, 7515 8268 16384, 7515 8278 16384, 7522 8304 16384, 7528 8320 16384, 7535 8326 16384, 7541 8326 16384</inkml:trace>
  <inkml:trace contextRef="#ctx0" brushRef="#br0">7592 8182 16384, 7595 8182 16384, 7599 8191 16384, 7605 8207 16384, 7611 8239 16384, 7618 8278 16384, 7624 8310 16384, 7634 8329 16384</inkml:trace>
  <inkml:trace contextRef="#ctx0" brushRef="#br0">7789 8142 16384, 7785 8142 16384, 7780 8144 16384, 7780 8189 16384, 7789 8310 16384, 7803 8497 16384, 7828 8695 16384, 7863 8839 16384, 7906 8911 16384, 7945 8933 16384, 7978 8927 16384, 8015 8878 16384, 8058 8779 16384, 8116 8695 16384</inkml:trace>
  <inkml:trace contextRef="#ctx0" brushRef="#br0">8387 8321 16384, 8401 8329 16384, 8457 8370 16384, 8514 8442 16384, 8557 8528 16384, 8580 8598 16384, 8588 8645 16384, 8590 8666 16384, 8594 8666 16384</inkml:trace>
  <inkml:trace contextRef="#ctx0" brushRef="#br0">8788 8150 16384, 8783 8165 16384, 8772 8263 16384, 8750 8454 16384, 8741 8678 16384, 8757 8831 16384, 8795 8898 16384, 8840 8925 16384</inkml:trace>
  <inkml:trace contextRef="#ctx0" brushRef="#br0">9082 8360 16384, 9084 8350 16384, 9183 8320 16384, 9256 8315 16384, 9318 8317 16384, 9372 8322 16384, 9398 8338 16384, 9393 8388 16384</inkml:trace>
  <inkml:trace contextRef="#ctx0" brushRef="#br0">9209 8724 16384, 9209 8736 16384, 9287 8844 16384, 9355 8875 16384, 9433 8891 16384, 9517 8878 16384, 9555 8863 16384</inkml:trace>
  <inkml:trace contextRef="#ctx0" brushRef="#br0">9710 8521 16384, 9710 8527 16384, 9702 8548 16384, 9704 8570 16384, 9710 8595 16384, 9715 8630 16384, 9721 8671 16384, 9726 8711 16384, 9731 8752 16384, 9737 8784 16384, 9742 8809 16384, 9745 8825 16384, 9748 8831 16384, 9750 8831 16384, 9753 8831 16384, 9756 8825 16384, 9759 8814 16384, 9761 8795 16384, 9767 8774 16384, 9775 8749 16384, 9786 8719 16384, 9799 8692 16384, 9815 8660 16384, 9840 8635 16384, 9870 8616 16384, 9897 8603 16384, 9924 8600 16384, 9948 8595 16384, 9976 8595 16384, 9997 8595 16384, 10019 8600 16384, 10041 8614 16384, 10052 8627 16384, 10062 8646 16384, 10065 8665 16384, 10065 8687 16384, 10054 8706 16384, 10038 8727 16384, 10016 8746 16384, 9989 8760 16384, 9959 8776 16384, 9932 8784 16384, 9902 8790 16384, 9870 8793 16384, 9843 8793 16384, 9818 8784 16384</inkml:trace>
  <inkml:trace contextRef="#ctx0" brushRef="#br0">9870 8497 16384, 9870 8500 16384, 9872 8505 16384, 9883 8519 16384, 9897 8540 16384, 9908 8570 16384, 9913 8603 16384, 9913 8641 16384, 9913 8681 16384, 9908 8727 16384, 9902 8774 16384, 9894 8817 16384, 9881 8855 16384, 9870 8888 16384, 9862 8912 16384, 9853 8931 16384, 9845 8945 16384</inkml:trace>
  <inkml:trace contextRef="#ctx0" brushRef="#br0">10387 8131 16384, 10412 8142 16384, 10478 8160 16384, 10543 8176 16384, 10588 8195 16384, 10608 8217 16384</inkml:trace>
  <inkml:trace contextRef="#ctx0" brushRef="#br0">10221 8524 16384, 10212 8524 16384, 10219 8518 16384, 10270 8487 16384, 10356 8433 16384, 10453 8383 16384, 10549 8358 16384, 10635 8361 16384, 10701 8403 16384, 10739 8487 16384, 10745 8615 16384, 10723 8723 16384, 10673 8810 16384, 10613 8885 16384, 10566 8932 16384, 10546 8945 16384</inkml:trace>
  <inkml:trace contextRef="#ctx0" brushRef="#br0">10948 8132 16384, 10943 8131 16384, 10933 8131 16384, 10928 8152 16384, 10920 8231 16384, 10903 8352 16384, 10891 8512 16384, 10895 8702 16384, 10928 8824 16384, 10987 8902 16384, 11071 8941 16384, 11156 8945 16384, 11240 8910 16384, 11336 8850 16384, 11420 8786 16384, 11484 8728 16384, 11496 8717 16384</inkml:trace>
  <inkml:trace contextRef="#ctx0" brushRef="#br0">11646 8245 16384, 11642 8245 16384, 11684 8241 16384, 11793 8230 16384, 11928 8211 16384, 12078 8191 16384, 12236 8174 16384, 12364 8166 16384, 12439 8166 16384, 12456 8172 16384, 12445 8181 16384, 12383 8223 16384, 12278 8290 16384, 12169 8381 16384, 12084 8501 16384, 12065 8606 16384, 12082 8713 16384, 12131 8802 16384, 12206 8867 16384, 12291 8898 16384, 12385 8909 16384, 12454 8896 16384</inkml:trace>
  <inkml:trace contextRef="#ctx0" brushRef="#br0">12603 8660 16384, 12608 8665 16384, 12613 8670 16384, 12624 8686 16384, 12649 8717 16384, 12681 8753 16384, 12706 8800 16384, 12732 8841 16384, 12753 8872 16384, 12779 8898 16384, 12800 8919 16384, 12815 8929 16384, 12826 8934 16384, 12836 8945 16384, 12841 8945 16384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6761 9411 16384, 6771 9417 16384, 6778 9421 16384, 6785 9427 16384, 6804 9444 16384, 6847 9490 16384, 6881 9530 16384, 6920 9573 16384, 6980 9646 16384, 7016 9686 16384, 7029 9709 16384, 7043 9729 16384, 7082 9772 16384, 7102 9788 16384, 7122 9798 16384</inkml:trace>
  <inkml:trace contextRef="#ctx0" brushRef="#br0">7354 9474 16384, 7357 9467 16384, 7357 9464 16384, 7344 9477 16384, 7327 9490 16384, 7307 9504 16384, 7281 9523 16384, 7245 9547 16384, 7228 9560 16384, 7211 9573 16384, 7168 9616 16384, 7152 9633 16384, 7139 9649 16384, 7115 9669 16384, 7109 9672 16384, 7099 9682 16384, 7099 9686 16384, 7096 9692 16384, 7092 9709 16384, 7089 9725 16384, 7089 9745 16384, 7089 9775 16384, 7086 9811 16384, 7086 9877 16384, 7086 9934 16384, 7086 9987 16384, 7089 10013 16384, 7092 10063 16384, 7096 10086 16384, 7099 10139 16384, 7102 10169 16384, 7109 10192 16384, 7112 10205 16384, 7115 10218 16384, 7115 10225 16384</inkml:trace>
  <inkml:trace contextRef="#ctx0" brushRef="#br0">7901 9720 16384, 7898 9720 16384, 7898 9723 16384, 7904 9726 16384, 7912 9726 16384, 7930 9729 16384, 7960 9729 16384, 8019 9726 16384, 8064 9720 16384, 8111 9717 16384, 8159 9714 16384, 8221 9714 16384, 8253 9720 16384, 8280 9726 16384, 8295 9732 16384</inkml:trace>
  <inkml:trace contextRef="#ctx0" brushRef="#br0">7910 9922 16384, 7907 9922 16384, 7910 9922 16384, 7915 9922 16384, 7936 9922 16384, 7995 9922 16384, 8016 9919 16384, 8061 9916 16384, 8081 9916 16384, 8129 9913 16384, 8173 9910 16384, 8218 9907 16384, 8259 9904 16384, 8289 9904 16384, 8313 9901 16384, 8333 9901 16384, 8345 9901 16384</inkml:trace>
  <inkml:trace contextRef="#ctx0" brushRef="#br0">9021 9416 16384, 9021 9413 16384, 9021 9411 16384, 9018 9411 16384, 9011 9416 16384, 9006 9423 16384, 8998 9433 16384, 8988 9448 16384, 8979 9468 16384, 8956 9518 16384, 8949 9537 16384, 8944 9557 16384, 8929 9607 16384, 8909 9689 16384, 8902 9748 16384, 8899 9815 16384, 8902 9915 16384, 8909 9982 16384, 8921 10046 16384, 8946 10118 16384, 8959 10160 16384, 8974 10190 16384, 8993 10215 16384, 9001 10225 16384</inkml:trace>
  <inkml:trace contextRef="#ctx0" brushRef="#br0">9360 9584 16384, 9335 9532 16384, 9339 9494 16384, 9372 9455 16384, 9437 9420 16384, 9525 9411 16384, 9619 9450 16384, 9682 9536 16384, 9688 9643 16384, 9638 9753 16384, 9555 9850 16384, 9478 9906 16384, 9439 9920 16384, 9425 9908 16384, 9429 9888 16384, 9466 9869 16384, 9540 9857 16384, 9636 9865 16384, 9726 9917 16384, 9770 9994 16384, 9767 10063 16384, 9726 10121 16384, 9654 10176 16384, 9564 10213 16384, 9462 10225 16384, 9369 10206 16384, 9330 10179 16384</inkml:trace>
  <inkml:trace contextRef="#ctx0" brushRef="#br0">10611 9529 16384, 10620 9509 16384, 10620 9501 16384, 10620 9493 16384, 10611 9480 16384, 10603 9464 16384, 10583 9444 16384, 10554 9423 16384, 10517 9411 16384, 10485 9411 16384, 10444 9415 16384, 10407 9431 16384, 10374 9452 16384, 10333 9484 16384, 10297 9521 16384, 10268 9558 16384, 10247 9599 16384, 10239 9636 16384, 10243 9677 16384, 10256 9722 16384, 10280 9771 16384, 10313 9812 16384, 10346 9861 16384, 10391 9906 16384, 10431 9943 16384, 10476 9975 16384, 10517 10008 16384, 10542 10037 16384, 10571 10065 16384, 10583 10090 16384, 10583 10114 16384, 10575 10135 16384, 10558 10155 16384, 10534 10176 16384, 10505 10192 16384, 10472 10209 16384, 10431 10217 16384, 10387 10221 16384, 10337 10225 16384, 10297 10225 16384, 10252 10221 16384, 10215 10209 16384, 10174 10188 16384, 10157 10172 16384</inkml:trace>
  <inkml:trace contextRef="#ctx0" brushRef="#br0">10819 9400 16384, 10816 9397 16384, 10811 9389 16384, 10806 9376 16384, 10807 9357 16384, 10818 9339 16384, 10835 9325 16384, 10858 9321 16384, 10880 9332 16384, 10896 9363 16384, 10902 9413 16384, 10898 9467 16384, 10885 9502 16384, 10863 9530 16384, 10851 9543 16384, 10840 9553 16384, 10824 9566 16384, 10817 9568 16384, 10822 9567 16384, 10839 9566 16384, 10864 9569 16384, 10895 9574 16384, 10922 9579 16384, 10943 9582 16384, 10960 9581 16384, 10964 9580 16384</inkml:trace>
  <inkml:trace contextRef="#ctx0" brushRef="#br0">11401 9815 16384, 11399 9815 16384, 11397 9817 16384, 11395 9817 16384, 11397 9819 16384, 11405 9823 16384, 11417 9825 16384, 11432 9827 16384, 11453 9827 16384, 11480 9823 16384, 11511 9819 16384, 11547 9813 16384, 11582 9809 16384, 11616 9809 16384, 11651 9809 16384, 11678 9809 16384, 11703 9811 16384, 11726 9813 16384, 11745 9815 16384, 11762 9817 16384, 11778 9817 16384, 11795 9815 16384, 11802 9813 16384</inkml:trace>
  <inkml:trace contextRef="#ctx0" brushRef="#br0">12680 9411 16384, 12676 9412 16384, 12679 9453 16384, 12677 9581 16384, 12653 9782 16384, 12627 9969 16384, 12608 10100 16384, 12602 10187 16384, 12617 10225 16384</inkml:trace>
  <inkml:trace contextRef="#ctx0" brushRef="#br0">13624 9531 16384, 13618 9496 16384, 13587 9457 16384, 13538 9417 16384, 13475 9411 16384, 13400 9436 16384, 13335 9483 16384, 13306 9542 16384, 13301 9620 16384, 13331 9716 16384, 13395 9809 16384, 13487 9908 16384, 13571 9988 16384, 13629 10052 16384, 13658 10113 16384, 13648 10163 16384, 13608 10202 16384, 13552 10222 16384, 13474 10225 16384, 13408 10212 16384, 13370 10172 16384, 13362 10094 16384, 13381 10015 16384, 13421 9948 16384, 13474 9876 16384, 13533 9783 16384, 13589 9678 16384, 13621 9604 16384, 13624 9584 16384, 13608 9566 16384, 13586 9544 16384, 13573 9523 16384, 13565 9508 16384</inkml:trace>
  <inkml:trace contextRef="#ctx0" brushRef="#br0">14541 9529 16384, 14549 9509 16384, 14549 9501 16384, 14549 9493 16384, 14541 9480 16384, 14533 9464 16384, 14512 9444 16384, 14483 9423 16384, 14447 9411 16384, 14414 9411 16384, 14373 9415 16384, 14336 9431 16384, 14303 9452 16384, 14263 9484 16384, 14226 9521 16384, 14197 9558 16384, 14177 9599 16384, 14169 9636 16384, 14173 9677 16384, 14185 9722 16384, 14209 9771 16384, 14242 9812 16384, 14275 9861 16384, 14320 9906 16384, 14361 9943 16384, 14406 9975 16384, 14447 10008 16384, 14471 10037 16384, 14500 10065 16384, 14512 10090 16384, 14512 10114 16384, 14504 10135 16384, 14488 10155 16384, 14463 10176 16384, 14434 10192 16384, 14402 10209 16384, 14361 10217 16384, 14316 10221 16384, 14267 10225 16384, 14226 10225 16384, 14181 10221 16384, 14144 10209 16384, 14103 10188 16384, 14087 10172 16384</inkml:trace>
  <inkml:trace contextRef="#ctx0" brushRef="#br0">15162 9810 16384, 15156 9810 16384, 15159 9810 16384, 15164 9810 16384, 15171 9809 16384, 15181 9809 16384, 15190 9807 16384, 15203 9807 16384, 15220 9806 16384, 15240 9804 16384, 15264 9804 16384, 15287 9803 16384, 15313 9803 16384, 15340 9801 16384, 15364 9801 16384, 15390 9803 16384, 15419 9804 16384, 15445 9807 16384, 15472 9809 16384, 15499 9810 16384, 15522 9812 16384, 15545 9812 16384, 15563 9812 16384, 15577 9812 16384, 15586 9813 16384, 15593 9813 16384, 15599 9813 16384, 15602 9813 16384, 15604 9810 16384</inkml:trace>
  <inkml:trace contextRef="#ctx0" brushRef="#br0">15388 9624 16384, 15388 9625 16384, 15387 9627 16384, 15387 9630 16384, 15387 9636 16384, 15387 9645 16384, 15388 9657 16384, 15390 9674 16384, 15391 9693 16384, 15391 9718 16384, 15393 9745 16384, 15391 9775 16384, 15390 9804 16384, 15387 9835 16384, 15384 9866 16384, 15382 9894 16384, 15382 9920 16384, 15382 9944 16384, 15382 9962 16384, 15382 9979 16384, 15384 9992 16384, 15385 10003 16384, 15387 10009 16384, 15388 10012 16384</inkml:trace>
  <inkml:trace contextRef="#ctx0" brushRef="#br0">16482 9411 16384, 16477 9412 16384, 16480 9453 16384, 16479 9581 16384, 16454 9782 16384, 16429 9969 16384, 16409 10100 16384, 16403 10187 16384, 16418 10225 16384</inkml:trace>
  <inkml:trace contextRef="#ctx0" brushRef="#br0">17140 9417 16384, 17133 9424 16384, 17132 9468 16384, 17110 9578 16384, 17072 9696 16384, 17048 9777 16384, 17040 9823 16384, 17041 9842 16384, 17053 9844 16384, 17072 9841 16384, 17110 9824 16384, 17171 9798 16384, 17245 9787 16384, 17319 9805 16384, 17373 9856 16384, 17406 9929 16384, 17414 10012 16384, 17394 10084 16384, 17340 10149 16384, 17268 10199 16384, 17192 10225 16384, 17115 10218 16384, 17077 10197 16384</inkml:trace>
  <inkml:trace contextRef="#ctx0" brushRef="#br0">17128 9421 16384, 17125 9421 16384, 17135 9421 16384, 17191 9422 16384, 17292 9416 16384, 17397 9411 16384, 17488 9429 16384, 17522 9445 16384</inkml:trace>
  <inkml:trace contextRef="#ctx0" brushRef="#br0">17850 9411 16384, 17853 9411 16384, 17853 9414 16384, 17856 9414 16384, 17859 9417 16384, 17877 9437 16384, 17888 9463 16384, 17900 9504 16384, 17909 9553 16384, 17917 9606 16384, 17932 9699 16384, 17935 9731 16384, 17938 9763 16384, 17940 9824 16384, 17940 9917 16384, 17938 9969 16384, 17929 10021 16384, 17920 10071 16384, 17911 10109 16384, 17900 10158 16384, 17888 10184 16384, 17877 10205 16384, 17871 10210 16384, 17853 10225 16384</inkml:trace>
  <inkml:trace contextRef="#ctx0" brushRef="#br0">18251 9411 16384, 18265 9420 16384, 18293 9439 16384, 18325 9481 16384, 18367 9532 16384, 18414 9606 16384, 18460 9704 16384, 18511 9797 16384, 18548 9895 16384, 18595 9978 16384, 18627 10043 16384, 18651 10099 16384, 18674 10146 16384, 18693 10174 16384, 18707 10202 16384, 18716 10216 16384, 18721 10220 16384</inkml:trace>
  <inkml:trace contextRef="#ctx0" brushRef="#br0">18800 9453 16384, 18762 9462 16384, 18748 9471 16384, 18730 9490 16384, 18702 9523 16384, 18660 9555 16384, 18609 9606 16384, 18544 9667 16384, 18474 9746 16384, 18400 9830 16384, 18330 9918 16384, 18269 10002 16384, 18223 10081 16384, 18195 10141 16384, 18181 10178 16384, 18172 10206 16384, 18172 10220 16384, 18172 10225 16384</inkml:trace>
  <inkml:trace contextRef="#ctx0" brushRef="#br0">19330 9815 16384, 19328 9815 16384, 19326 9817 16384, 19324 9817 16384, 19326 9819 16384, 19334 9823 16384, 19345 9825 16384, 19361 9827 16384, 19382 9827 16384, 19409 9823 16384, 19439 9819 16384, 19476 9813 16384, 19510 9809 16384, 19545 9809 16384, 19579 9809 16384, 19606 9809 16384, 19631 9811 16384, 19654 9813 16384, 19673 9815 16384, 19691 9817 16384, 19706 9817 16384, 19723 9815 16384, 19731 9813 16384</inkml:trace>
  <inkml:trace contextRef="#ctx0" brushRef="#br0">20362 9658 16384, 20354 9647 16384, 20337 9623 16384, 20323 9582 16384, 20326 9521 16384, 20359 9466 16384, 20414 9423 16384, 20485 9411 16384, 20552 9445 16384, 20602 9540 16384, 20623 9697 16384, 20609 9867 16384, 20568 9975 16384, 20500 10063 16384, 20463 10104 16384, 20428 10135 16384, 20378 10175 16384, 20356 10182 16384, 20373 10178 16384, 20426 10176 16384, 20505 10184 16384, 20599 10201 16384, 20686 10217 16384, 20752 10225 16384, 20802 10222 16384, 20816 10219 16384</inkml:trace>
  <inkml:trace contextRef="#ctx0" brushRef="#br0">21631 9529 16384, 21639 9509 16384, 21639 9501 16384, 21639 9493 16384, 21631 9480 16384, 21623 9464 16384, 21602 9444 16384, 21574 9423 16384, 21537 9411 16384, 21504 9411 16384, 21463 9415 16384, 21426 9431 16384, 21394 9452 16384, 21353 9484 16384, 21316 9521 16384, 21287 9558 16384, 21267 9599 16384, 21259 9636 16384, 21263 9677 16384, 21275 9722 16384, 21300 9771 16384, 21332 9812 16384, 21365 9861 16384, 21410 9906 16384, 21451 9943 16384, 21496 9975 16384, 21537 10008 16384, 21561 10037 16384, 21590 10065 16384, 21602 10090 16384, 21602 10114 16384, 21594 10135 16384, 21578 10155 16384, 21553 10176 16384, 21525 10192 16384, 21492 10209 16384, 21451 10217 16384, 21406 10221 16384, 21357 10225 16384, 21316 10225 16384, 21271 10221 16384, 21234 10209 16384, 21193 10188 16384, 21177 10172 16384</inkml:trace>
  <inkml:trace contextRef="#ctx0" brushRef="#br0">21844 9377 16384, 21836 9360 16384, 21837 9348 16384, 21848 9335 16384, 21868 9324 16384, 21897 9321 16384, 21926 9334 16384, 21947 9361 16384, 21948 9396 16384, 21933 9431 16384, 21906 9462 16384, 21881 9480 16384, 21869 9484 16384, 21864 9480 16384, 21866 9474 16384, 21877 9468 16384, 21901 9464 16384, 21932 9467 16384, 21961 9483 16384, 21975 9508 16384, 21974 9530 16384, 21961 9549 16384, 21938 9566 16384, 21909 9578 16384, 21876 9582 16384, 21846 9576 16384, 21834 9567 16384</inkml:trace>
  <inkml:trace contextRef="#ctx0" brushRef="#br0">22412 9810 16384, 22406 9810 16384, 22409 9810 16384, 22414 9810 16384, 22422 9809 16384, 22431 9809 16384, 22440 9807 16384, 22453 9807 16384, 22470 9806 16384, 22490 9804 16384, 22514 9804 16384, 22537 9803 16384, 22563 9803 16384, 22590 9801 16384, 22614 9801 16384, 22640 9803 16384, 22669 9804 16384, 22695 9807 16384, 22722 9809 16384, 22749 9810 16384, 22772 9812 16384, 22795 9812 16384, 22813 9812 16384, 22827 9812 16384, 22836 9813 16384, 22843 9813 16384, 22850 9813 16384, 22853 9813 16384, 22854 9810 16384</inkml:trace>
  <inkml:trace contextRef="#ctx0" brushRef="#br0">22639 9624 16384, 22639 9625 16384, 22637 9627 16384, 22637 9630 16384, 22637 9636 16384, 22637 9645 16384, 22639 9657 16384, 22640 9674 16384, 22642 9693 16384, 22642 9718 16384, 22643 9745 16384, 22642 9775 16384, 22640 9804 16384, 22637 9835 16384, 22634 9866 16384, 22633 9894 16384, 22633 9920 16384, 22633 9944 16384, 22633 9962 16384, 22633 9979 16384, 22634 9992 16384, 22636 10003 16384, 22637 10009 16384, 22639 10012 16384</inkml:trace>
  <inkml:trace contextRef="#ctx0" brushRef="#br0">23812 9628 16384, 23819 9605 16384, 23826 9584 16384, 23838 9533 16384, 23819 9451 16384, 23760 9411 16384, 23678 9418 16384, 23596 9452 16384, 23534 9508 16384, 23497 9590 16384, 23490 9684 16384, 23522 9755 16384, 23585 9796 16384, 23671 9811 16384, 23748 9788 16384, 23820 9733 16384, 23873 9665 16384, 23895 9609 16384, 23894 9597 16384, 23879 9606 16384, 23854 9659 16384, 23807 9774 16384, 23743 9952 16384, 23698 10112 16384, 23690 10197 16384, 23712 10225 16384</inkml:trace>
  <inkml:trace contextRef="#ctx0" brushRef="#br0">24754 9529 16384, 24762 9509 16384, 24762 9501 16384, 24762 9493 16384, 24754 9480 16384, 24746 9464 16384, 24725 9444 16384, 24697 9423 16384, 24660 9411 16384, 24627 9411 16384, 24586 9415 16384, 24549 9431 16384, 24517 9452 16384, 24476 9484 16384, 24439 9521 16384, 24410 9558 16384, 24390 9599 16384, 24382 9636 16384, 24386 9677 16384, 24398 9722 16384, 24423 9771 16384, 24455 9812 16384, 24488 9861 16384, 24533 9906 16384, 24574 9943 16384, 24619 9975 16384, 24660 10008 16384, 24684 10037 16384, 24713 10065 16384, 24725 10090 16384, 24725 10114 16384, 24717 10135 16384, 24701 10155 16384, 24676 10176 16384, 24648 10192 16384, 24615 10209 16384, 24574 10217 16384, 24529 10221 16384, 24480 10225 16384, 24439 10225 16384, 24394 10221 16384, 24357 10209 16384, 24316 10188 16384, 24300 10172 16384</inkml:trace>
  <inkml:trace contextRef="#ctx0" brushRef="#br0">24961 9400 16384, 24959 9397 16384, 24953 9389 16384, 24949 9376 16384, 24950 9357 16384, 24960 9339 16384, 24978 9325 16384, 25000 9321 16384, 25022 9332 16384, 25038 9363 16384, 25045 9413 16384, 25040 9467 16384, 25027 9502 16384, 25005 9530 16384, 24993 9543 16384, 24982 9553 16384, 24966 9566 16384, 24959 9568 16384, 24965 9567 16384, 24982 9566 16384, 25007 9569 16384, 25037 9574 16384, 25065 9579 16384, 25086 9582 16384, 25102 9581 16384, 25106 9580 16384</inkml:trace>
  <inkml:trace contextRef="#ctx0" brushRef="#br0">25544 9815 16384, 25542 9815 16384, 25540 9817 16384, 25538 9817 16384, 25540 9819 16384, 25548 9823 16384, 25559 9825 16384, 25574 9827 16384, 25596 9827 16384, 25622 9823 16384, 25653 9819 16384, 25690 9813 16384, 25724 9809 16384, 25759 9809 16384, 25793 9809 16384, 25820 9809 16384, 25845 9811 16384, 25868 9813 16384, 25887 9815 16384, 25905 9817 16384, 25920 9817 16384, 25937 9815 16384, 25945 9813 16384</inkml:trace>
  <inkml:trace contextRef="#ctx0" brushRef="#br0">26635 9430 16384, 26624 9433 16384, 26614 9446 16384, 26617 9486 16384, 26625 9558 16384, 26637 9635 16384, 26653 9687 16384, 26663 9702 16384</inkml:trace>
  <inkml:trace contextRef="#ctx0" brushRef="#br0">26646 9411 16384, 26648 9412 16384, 26693 9417 16384, 26775 9417 16384, 26836 9417 16384, 26885 9422 16384, 26923 9450 16384, 26944 9490 16384, 26953 9541 16384, 26949 9624 16384, 26927 9746 16384, 26892 9893 16384, 26859 10027 16384, 26845 10108 16384, 26845 10161 16384, 26855 10205 16384, 26861 10225 16384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11137 16384, 2163 11147 16384, 2183 11178 16384, 2193 11208 16384, 2193 11218 16384, 2193 11239 16384, 2183 11259 16384, 2163 11279 16384, 2132 11289 16384, 2112 11289 16384, 2081 11289 16384, 2051 11289 16384, 2031 11279 16384, 2020 11259 16384, 2020 11239 16384, 2020 11188 16384, 2041 11157 16384, 2061 11127 16384, 2092 11106 16384, 2122 11096 16384, 2142 11086 16384, 2173 11086 16384, 2204 11086 16384, 2214 11086 16384, 2234 11106 16384, 2244 11117 16384, 2244 11147 16384, 2234 11157 16384, 2214 11178 16384, 2193 11198 16384, 2163 11208 16384, 2122 11228 16384, 2081 11239 16384, 2041 11239 16384, 2010 11228 16384, 2000 11218 16384, 2000 11198 16384, 2000 11178 16384, 2020 11157 16384, 2031 11147 16384, 2051 11127 16384, 2092 11117 16384, 2122 11106 16384, 2142 11106 16384, 2173 11106 16384, 2193 11106 16384, 2214 11137 16384, 2224 11167 16384, 2224 11188 16384, 2224 11208 16384, 2214 11228 16384, 2193 11249 16384, 2183 11259 16384, 2173 11259 16384, 2163 11259 16384, 2153 11249 16384, 2153 11239 16384, 2153 11218 16384, 2153 11208 16384, 2153 11198 16384, 2163 11178 16384, 2173 11167 16384, 2183 11157 16384, 2193 11157 16384, 2193 11167 16384, 2183 11188 16384, 2183 11198 16384, 2173 11198 16384, 2163 11208 16384, 2153 11218 16384, 2142 11218 16384, 2132 11218 16384, 2132 11208 16384, 2142 11188 16384, 2163 11167 16384, 2173 11157 16384, 2183 11147 16384, 2173 11167 16384, 2142 11188 16384, 2112 11208 16384, 2081 11218 16384, 2051 11239 16384, 2041 11239 16384, 2051 11228 16384, 2081 11208 16384, 2092 11198 16384, 2122 11178 16384, 2142 11157 16384, 2183 11127 16384, 2193 11106 16384, 2193 11096 16384, 2183 11096 16384, 2163 11117 16384, 2142 11137 16384, 2122 11157 16384, 2112 11178 16384, 2102 11188 16384</inkml:trace>
  <inkml:trace contextRef="#ctx0" brushRef="#br0">2663 11040 16384, 2654 11040 16384, 2651 11040 16384, 2665 11040 16384, 2712 11038 16384, 2808 11022 16384, 2940 11006 16384, 3085 10991 16384, 3230 10975 16384, 3351 10964 16384, 3425 10964 16384, 3451 10962 16384</inkml:trace>
  <inkml:trace contextRef="#ctx0" brushRef="#br0">3202 10826 16384, 3213 10850 16384, 3250 10932 16384, 3265 11039 16384, 3255 11150 16384, 3236 11233 16384, 3219 11278 16384, 3205 11294 16384, 3191 11292 16384, 3176 11281 16384</inkml:trace>
  <inkml:trace contextRef="#ctx0" brushRef="#br0">2933 10843 16384, 2932 10845 16384, 2934 10890 16384, 2929 11005 16384, 2909 11150 16384, 2899 11299 16384, 2913 11401 16384, 2950 11466 16384, 3001 11519 16384, 3062 11544 16384, 3134 11550 16384, 3215 11544 16384, 3287 11536 16384, 3353 11534 16384, 3404 11526 16384, 3447 11517 16384, 3465 11513 16384</inkml:trace>
  <inkml:trace contextRef="#ctx0" brushRef="#br0">3620 10792 16384, 3616 10792 16384, 3612 10794 16384, 3612 10839 16384, 3620 10961 16384, 3634 11148 16384, 3659 11345 16384, 3694 11489 16384, 3737 11561 16384, 3776 11583 16384, 3809 11577 16384, 3846 11528 16384, 3889 11429 16384, 3947 11345 16384</inkml:trace>
  <inkml:trace contextRef="#ctx0" brushRef="#br0">4218 10971 16384, 4233 10979 16384, 4288 11020 16384, 4346 11092 16384, 4389 11178 16384, 4411 11248 16384, 4420 11296 16384, 4422 11316 16384, 4426 11316 16384</inkml:trace>
  <inkml:trace contextRef="#ctx0" brushRef="#br0">4618 10781 16384, 4618 10785 16384, 4611 10845 16384, 4590 10955 16384, 4572 11066 16384, 4575 11160 16384, 4598 11210 16384, 4632 11228 16384, 4673 11228 16384, 4722 11186 16384</inkml:trace>
  <inkml:trace contextRef="#ctx0" brushRef="#br0">5003 10794 16384, 5011 10825 16384, 5034 10892 16384, 5055 10978 16384, 5057 11112 16384, 5034 11268 16384, 4997 11406 16384, 4953 11513 16384, 4921 11574 16384, 4907 11595 16384</inkml:trace>
  <inkml:trace contextRef="#ctx0" brushRef="#br0">5259 10782 16384, 5254 10781 16384, 5244 10781 16384, 5239 10802 16384, 5231 10881 16384, 5215 11002 16384, 5203 11162 16384, 5206 11352 16384, 5239 11474 16384, 5299 11552 16384, 5383 11591 16384, 5467 11595 16384, 5551 11560 16384, 5647 11501 16384, 5731 11436 16384, 5796 11378 16384, 5807 11367 16384</inkml:trace>
  <inkml:trace contextRef="#ctx0" brushRef="#br0">5958 10895 16384, 5954 10895 16384, 5995 10892 16384, 6104 10880 16384, 6240 10862 16384, 6390 10841 16384, 6548 10824 16384, 6676 10816 16384, 6751 10816 16384, 6768 10822 16384, 6757 10831 16384, 6695 10873 16384, 6589 10941 16384, 6480 11031 16384, 6396 11151 16384, 6377 11256 16384, 6394 11364 16384, 6443 11452 16384, 6518 11518 16384, 6603 11548 16384, 6697 11559 16384, 6766 11546 16384</inkml:trace>
  <inkml:trace contextRef="#ctx0" brushRef="#br0">6914 11310 16384, 6920 11315 16384, 6925 11320 16384, 6935 11336 16384, 6961 11367 16384, 6992 11403 16384, 7018 11450 16384, 7044 11491 16384, 7065 11522 16384, 7091 11548 16384, 7111 11569 16384, 7127 11579 16384, 7137 11584 16384, 7148 11595 16384, 7153 11595 16384</inkml:trace>
  <inkml:trace contextRef="#ctx0" brushRef="#br0">7499 11027 16384, 7491 11016 16384, 7474 10993 16384, 7460 10952 16384, 7463 10891 16384, 7496 10836 16384, 7551 10793 16384, 7621 10781 16384, 7689 10815 16384, 7739 10910 16384, 7760 11067 16384, 7746 11236 16384, 7705 11345 16384, 7637 11433 16384, 7599 11474 16384, 7565 11505 16384, 7515 11544 16384, 7493 11552 16384, 7510 11548 16384, 7563 11546 16384, 7642 11554 16384, 7736 11571 16384, 7823 11587 16384, 7889 11595 16384, 7939 11592 16384, 7953 11588 16384</inkml:trace>
  <inkml:trace contextRef="#ctx0" brushRef="#br0">8768 10899 16384, 8776 10879 16384, 8776 10871 16384, 8776 10863 16384, 8768 10850 16384, 8759 10834 16384, 8739 10813 16384, 8710 10793 16384, 8674 10781 16384, 8641 10781 16384, 8600 10785 16384, 8563 10801 16384, 8530 10822 16384, 8490 10854 16384, 8453 10891 16384, 8424 10928 16384, 8404 10969 16384, 8395 11006 16384, 8400 11047 16384, 8412 11092 16384, 8436 11141 16384, 8469 11182 16384, 8502 11231 16384, 8547 11276 16384, 8588 11313 16384, 8633 11345 16384, 8674 11378 16384, 8698 11407 16384, 8727 11435 16384, 8739 11460 16384, 8739 11484 16384, 8731 11505 16384, 8714 11525 16384, 8690 11546 16384, 8661 11562 16384, 8629 11578 16384, 8588 11587 16384, 8543 11591 16384, 8494 11595 16384, 8453 11595 16384, 8408 11591 16384, 8371 11578 16384, 8330 11558 16384, 8314 11542 16384</inkml:trace>
  <inkml:trace contextRef="#ctx0" brushRef="#br0">8980 10746 16384, 8973 10730 16384, 8974 10718 16384, 8984 10705 16384, 9005 10694 16384, 9033 10691 16384, 9063 10704 16384, 9084 10731 16384, 9085 10766 16384, 9069 10801 16384, 9043 10832 16384, 9018 10850 16384, 9006 10854 16384, 9001 10850 16384, 9002 10844 16384, 9014 10838 16384, 9038 10834 16384, 9069 10837 16384, 9098 10853 16384, 9112 10878 16384, 9111 10900 16384, 9098 10918 16384, 9075 10936 16384, 9046 10948 16384, 9013 10952 16384, 8983 10945 16384, 8971 10937 16384</inkml:trace>
  <inkml:trace contextRef="#ctx0" brushRef="#br0">9549 11185 16384, 9547 11185 16384, 9545 11187 16384, 9543 11187 16384, 9545 11189 16384, 9553 11193 16384, 9564 11194 16384, 9580 11196 16384, 9601 11196 16384, 9628 11193 16384, 9658 11189 16384, 9695 11183 16384, 9729 11179 16384, 9764 11179 16384, 9799 11179 16384, 9825 11179 16384, 9850 11181 16384, 9873 11183 16384, 9893 11185 16384, 9910 11187 16384, 9925 11187 16384, 9943 11185 16384, 9950 11183 16384</inkml:trace>
  <inkml:trace contextRef="#ctx0" brushRef="#br0">10626 10786 16384, 10626 10783 16384, 10626 10781 16384, 10623 10781 16384, 10616 10786 16384, 10611 10793 16384, 10603 10803 16384, 10593 10818 16384, 10583 10838 16384, 10561 10887 16384, 10554 10907 16384, 10549 10927 16384, 10534 10977 16384, 10514 11059 16384, 10506 11118 16384, 10504 11185 16384, 10506 11285 16384, 10514 11352 16384, 10526 11416 16384, 10551 11488 16384, 10564 11530 16384, 10578 11560 16384, 10598 11585 16384, 10606 11595 16384</inkml:trace>
  <inkml:trace contextRef="#ctx0" brushRef="#br0">10965 10953 16384, 10940 10902 16384, 10944 10864 16384, 10977 10825 16384, 11042 10790 16384, 11130 10781 16384, 11224 10819 16384, 11287 10906 16384, 11292 11013 16384, 11243 11123 16384, 11160 11219 16384, 11083 11276 16384, 11044 11290 16384, 11030 11278 16384, 11033 11258 16384, 11070 11239 16384, 11144 11227 16384, 11241 11235 16384, 11331 11286 16384, 11375 11364 16384, 11372 11433 16384, 11331 11491 16384, 11259 11545 16384, 11169 11582 16384, 11067 11595 16384, 10973 11575 16384, 10935 11549 16384</inkml:trace>
  <inkml:trace contextRef="#ctx0" brushRef="#br0">11758 10781 16384, 11772 10790 16384, 11800 10809 16384, 11833 10851 16384, 11875 10902 16384, 11921 10976 16384, 11968 11074 16384, 12019 11167 16384, 12056 11264 16384, 12103 11348 16384, 12135 11413 16384, 12159 11469 16384, 12182 11516 16384, 12200 11544 16384, 12214 11571 16384, 12224 11585 16384, 12228 11590 16384</inkml:trace>
  <inkml:trace contextRef="#ctx0" brushRef="#br0">12307 10823 16384, 12270 10832 16384, 12256 10841 16384, 12238 10860 16384, 12210 10892 16384, 12168 10925 16384, 12117 10976 16384, 12052 11037 16384, 11982 11116 16384, 11907 11199 16384, 11838 11288 16384, 11777 11371 16384, 11731 11451 16384, 11703 11511 16384, 11689 11548 16384, 11679 11576 16384, 11679 11590 16384, 11679 11595 16384</inkml:trace>
  <inkml:trace contextRef="#ctx0" brushRef="#br0">12838 11180 16384, 12832 11180 16384, 12835 11180 16384, 12839 11180 16384, 12847 11179 16384, 12856 11179 16384, 12865 11177 16384, 12879 11177 16384, 12896 11176 16384, 12915 11174 16384, 12940 11174 16384, 12962 11173 16384, 12988 11173 16384, 13015 11171 16384, 13040 11171 16384, 13066 11173 16384, 13094 11174 16384, 13120 11177 16384, 13148 11179 16384, 13175 11180 16384, 13198 11182 16384, 13220 11182 16384, 13239 11182 16384, 13252 11182 16384, 13261 11183 16384, 13269 11183 16384, 13275 11183 16384, 13278 11183 16384, 13280 11180 16384</inkml:trace>
  <inkml:trace contextRef="#ctx0" brushRef="#br0">13064 10993 16384, 13064 10995 16384, 13063 10997 16384, 13063 11000 16384, 13063 11006 16384, 13063 11015 16384, 13064 11027 16384, 13066 11044 16384, 13067 11063 16384, 13067 11088 16384, 13069 11115 16384, 13067 11145 16384, 13066 11174 16384, 13063 11204 16384, 13059 11236 16384, 13058 11264 16384, 13058 11289 16384, 13058 11314 16384, 13058 11332 16384, 13058 11349 16384, 13059 11362 16384, 13061 11373 16384, 13063 11379 16384, 13064 11382 16384</inkml:trace>
  <inkml:trace contextRef="#ctx0" brushRef="#br0">14237 10998 16384, 14244 10975 16384, 14252 10954 16384, 14263 10903 16384, 14244 10820 16384, 14186 10781 16384, 14103 10788 16384, 14021 10822 16384, 13959 10878 16384, 13923 10960 16384, 13915 11054 16384, 13948 11125 16384, 14011 11166 16384, 14096 11180 16384, 14174 11158 16384, 14246 11103 16384, 14299 11035 16384, 14321 10979 16384, 14319 10967 16384, 14305 10976 16384, 14280 11029 16384, 14233 11144 16384, 14168 11321 16384, 14124 11482 16384, 14115 11567 16384, 14137 11595 16384</inkml:trace>
  <inkml:trace contextRef="#ctx0" brushRef="#br0">14688 10781 16384, 14690 10781 16384, 14690 10784 16384, 14693 10784 16384, 14696 10787 16384, 14714 10807 16384, 14725 10833 16384, 14737 10874 16384, 14746 10923 16384, 14754 10976 16384, 14769 11069 16384, 14772 11101 16384, 14775 11133 16384, 14778 11194 16384, 14778 11287 16384, 14775 11339 16384, 14766 11391 16384, 14757 11441 16384, 14749 11478 16384, 14737 11528 16384, 14725 11554 16384, 14714 11574 16384, 14708 11580 16384, 14690 11595 16384</inkml:trace>
  <inkml:trace contextRef="#ctx0" brushRef="#br0">15546 10899 16384, 15554 10879 16384, 15554 10871 16384, 15554 10863 16384, 15546 10850 16384, 15538 10834 16384, 15517 10813 16384, 15488 10793 16384, 15452 10781 16384, 15419 10781 16384, 15378 10785 16384, 15341 10801 16384, 15308 10822 16384, 15268 10854 16384, 15231 10891 16384, 15202 10928 16384, 15182 10969 16384, 15173 11006 16384, 15178 11047 16384, 15190 11092 16384, 15214 11141 16384, 15247 11182 16384, 15280 11231 16384, 15325 11276 16384, 15366 11313 16384, 15411 11345 16384, 15452 11378 16384, 15476 11407 16384, 15505 11435 16384, 15517 11460 16384, 15517 11484 16384, 15509 11505 16384, 15493 11525 16384, 15468 11546 16384, 15439 11562 16384, 15407 11578 16384, 15366 11587 16384, 15321 11591 16384, 15272 11595 16384, 15231 11595 16384, 15186 11591 16384, 15149 11578 16384, 15108 11558 16384, 15092 11542 16384</inkml:trace>
  <inkml:trace contextRef="#ctx0" brushRef="#br0">15753 10770 16384, 15750 10767 16384, 15745 10759 16384, 15740 10746 16384, 15741 10726 16384, 15752 10709 16384, 15770 10695 16384, 15792 10691 16384, 15814 10702 16384, 15830 10732 16384, 15836 10783 16384, 15832 10837 16384, 15819 10872 16384, 15797 10900 16384, 15785 10913 16384, 15774 10923 16384, 15758 10936 16384, 15751 10938 16384, 15756 10937 16384, 15774 10936 16384, 15799 10939 16384, 15829 10944 16384, 15857 10949 16384, 15878 10952 16384, 15894 10951 16384, 15898 10950 16384</inkml:trace>
  <inkml:trace contextRef="#ctx0" brushRef="#br0">16336 11180 16384, 16330 11180 16384, 16333 11180 16384, 16337 11180 16384, 16345 11179 16384, 16354 11179 16384, 16363 11177 16384, 16377 11177 16384, 16393 11176 16384, 16413 11174 16384, 16437 11174 16384, 16460 11173 16384, 16486 11173 16384, 16513 11171 16384, 16538 11171 16384, 16563 11173 16384, 16592 11174 16384, 16618 11177 16384, 16645 11179 16384, 16673 11180 16384, 16695 11182 16384, 16718 11182 16384, 16736 11182 16384, 16750 11182 16384, 16759 11183 16384, 16767 11183 16384, 16773 11183 16384, 16776 11183 16384, 16777 11180 16384</inkml:trace>
  <inkml:trace contextRef="#ctx0" brushRef="#br0">16562 10993 16384, 16562 10995 16384, 16560 10997 16384, 16560 11000 16384, 16560 11006 16384, 16560 11015 16384, 16562 11027 16384, 16563 11044 16384, 16565 11063 16384, 16565 11088 16384, 16566 11115 16384, 16565 11145 16384, 16563 11174 16384, 16560 11204 16384, 16557 11236 16384, 16556 11264 16384, 16556 11289 16384, 16556 11314 16384, 16556 11332 16384, 16556 11349 16384, 16557 11362 16384, 16559 11373 16384, 16560 11379 16384, 16562 11382 16384</inkml:trace>
  <inkml:trace contextRef="#ctx0" brushRef="#br0">17655 10781 16384, 17651 10782 16384, 17654 10823 16384, 17652 10951 16384, 17628 11152 16384, 17602 11338 16384, 17583 11470 16384, 17577 11557 16384, 17592 11595 16384</inkml:trace>
  <inkml:trace contextRef="#ctx0" brushRef="#br0">18599 10901 16384, 18593 10865 16384, 18562 10827 16384, 18513 10787 16384, 18450 10781 16384, 18375 10806 16384, 18310 10853 16384, 18281 10912 16384, 18276 10990 16384, 18306 11086 16384, 18370 11179 16384, 18461 11278 16384, 18546 11358 16384, 18604 11422 16384, 18633 11483 16384, 18623 11532 16384, 18583 11572 16384, 18527 11592 16384, 18449 11595 16384, 18383 11582 16384, 18345 11542 16384, 18337 11464 16384, 18356 11385 16384, 18396 11318 16384, 18449 11246 16384, 18508 11153 16384, 18564 11048 16384, 18596 10974 16384, 18599 10953 16384, 18583 10936 16384, 18561 10913 16384, 18548 10893 16384, 18540 10878 16384</inkml:trace>
  <inkml:trace contextRef="#ctx0" brushRef="#br0">19058 10781 16384, 19072 10790 16384, 19100 10809 16384, 19132 10851 16384, 19174 10902 16384, 19221 10976 16384, 19267 11074 16384, 19318 11167 16384, 19356 11264 16384, 19402 11348 16384, 19435 11413 16384, 19458 11469 16384, 19481 11516 16384, 19500 11544 16384, 19514 11571 16384, 19523 11585 16384, 19528 11590 16384</inkml:trace>
  <inkml:trace contextRef="#ctx0" brushRef="#br0">19607 10823 16384, 19569 10832 16384, 19556 10841 16384, 19537 10860 16384, 19509 10892 16384, 19467 10925 16384, 19416 10976 16384, 19351 11037 16384, 19281 11116 16384, 19207 11199 16384, 19137 11288 16384, 19076 11371 16384, 19030 11451 16384, 19002 11511 16384, 18988 11548 16384, 18979 11576 16384, 18979 11590 16384, 18979 11595 16384</inkml:trace>
  <inkml:trace contextRef="#ctx0" brushRef="#br0">20354 10899 16384, 20362 10879 16384, 20362 10871 16384, 20362 10863 16384, 20354 10850 16384, 20346 10834 16384, 20325 10813 16384, 20297 10793 16384, 20260 10781 16384, 20227 10781 16384, 20186 10785 16384, 20150 10801 16384, 20117 10822 16384, 20076 10854 16384, 20039 10891 16384, 20010 10928 16384, 19990 10969 16384, 19982 11006 16384, 19986 11047 16384, 19998 11092 16384, 20023 11141 16384, 20055 11182 16384, 20088 11231 16384, 20133 11276 16384, 20174 11313 16384, 20219 11345 16384, 20260 11378 16384, 20285 11407 16384, 20313 11435 16384, 20325 11460 16384, 20325 11484 16384, 20317 11505 16384, 20301 11525 16384, 20276 11546 16384, 20248 11562 16384, 20215 11578 16384, 20174 11587 16384, 20129 11591 16384, 20080 11595 16384, 20039 11595 16384, 19994 11591 16384, 19957 11578 16384, 19916 11558 16384, 19900 11542 16384</inkml:trace>
  <inkml:trace contextRef="#ctx0" brushRef="#br0">20976 11180 16384, 20970 11180 16384, 20973 11180 16384, 20977 11180 16384, 20985 11179 16384, 20994 11179 16384, 21003 11177 16384, 21017 11177 16384, 21033 11176 16384, 21053 11174 16384, 21077 11174 16384, 21100 11173 16384, 21126 11173 16384, 21153 11171 16384, 21178 11171 16384, 21203 11173 16384, 21232 11174 16384, 21258 11177 16384, 21285 11179 16384, 21313 11180 16384, 21335 11182 16384, 21358 11182 16384, 21376 11182 16384, 21390 11182 16384, 21399 11183 16384, 21407 11183 16384, 21413 11183 16384, 21416 11183 16384, 21417 11180 16384</inkml:trace>
  <inkml:trace contextRef="#ctx0" brushRef="#br0">21202 10993 16384, 21202 10995 16384, 21200 10997 16384, 21200 11000 16384, 21200 11006 16384, 21200 11015 16384, 21202 11027 16384, 21203 11044 16384, 21205 11063 16384, 21205 11088 16384, 21206 11115 16384, 21205 11145 16384, 21203 11174 16384, 21200 11204 16384, 21197 11236 16384, 21196 11264 16384, 21196 11289 16384, 21196 11314 16384, 21196 11332 16384, 21196 11349 16384, 21197 11362 16384, 21199 11373 16384, 21200 11379 16384, 21202 11382 16384</inkml:trace>
  <inkml:trace contextRef="#ctx0" brushRef="#br0">22093 10786 16384, 22093 10783 16384, 22093 10781 16384, 22090 10781 16384, 22083 10786 16384, 22078 10793 16384, 22070 10803 16384, 22060 10818 16384, 22051 10838 16384, 22028 10887 16384, 22021 10907 16384, 22016 10927 16384, 22001 10977 16384, 21981 11059 16384, 21974 11118 16384, 21971 11185 16384, 21974 11285 16384, 21981 11352 16384, 21993 11416 16384, 22018 11488 16384, 22031 11530 16384, 22046 11560 16384, 22065 11585 16384, 22073 11595 16384</inkml:trace>
  <inkml:trace contextRef="#ctx0" brushRef="#br0">22221 11185 16384, 22219 11185 16384, 22217 11187 16384, 22215 11187 16384, 22217 11189 16384, 22225 11193 16384, 22236 11194 16384, 22252 11196 16384, 22273 11196 16384, 22300 11193 16384, 22330 11189 16384, 22367 11183 16384, 22401 11179 16384, 22436 11179 16384, 22470 11179 16384, 22497 11179 16384, 22522 11181 16384, 22545 11183 16384, 22564 11185 16384, 22582 11187 16384, 22597 11187 16384, 22614 11185 16384, 22622 11183 16384</inkml:trace>
  <inkml:trace contextRef="#ctx0" brushRef="#br0">23093 10781 16384, 23088 10782 16384, 23091 10823 16384, 23090 10951 16384, 23066 11152 16384, 23040 11338 16384, 23020 11470 16384, 23014 11557 16384, 23029 11595 16384</inkml:trace>
  <inkml:trace contextRef="#ctx0" brushRef="#br0">23751 10787 16384, 23744 10794 16384, 23743 10838 16384, 23721 10948 16384, 23684 11066 16384, 23659 11147 16384, 23651 11193 16384, 23652 11212 16384, 23664 11214 16384, 23684 11211 16384, 23721 11194 16384, 23782 11168 16384, 23856 11157 16384, 23930 11175 16384, 23984 11225 16384, 24017 11299 16384, 24025 11381 16384, 24005 11454 16384, 23951 11519 16384, 23879 11568 16384, 23803 11595 16384, 23726 11588 16384, 23688 11567 16384</inkml:trace>
  <inkml:trace contextRef="#ctx0" brushRef="#br0">23739 10791 16384, 23736 10791 16384, 23746 10791 16384, 23802 10792 16384, 23903 10786 16384, 24008 10781 16384, 24099 10799 16384, 24133 10815 16384</inkml:trace>
  <inkml:trace contextRef="#ctx0" brushRef="#br0">24495 10781 16384, 24509 10790 16384, 24537 10809 16384, 24570 10851 16384, 24612 10902 16384, 24658 10976 16384, 24705 11074 16384, 24756 11167 16384, 24793 11264 16384, 24840 11348 16384, 24872 11413 16384, 24896 11469 16384, 24919 11516 16384, 24937 11544 16384, 24951 11571 16384, 24961 11585 16384, 24965 11590 16384</inkml:trace>
  <inkml:trace contextRef="#ctx0" brushRef="#br0">25044 10823 16384, 25007 10832 16384, 24993 10841 16384, 24975 10860 16384, 24947 10892 16384, 24905 10925 16384, 24854 10976 16384, 24789 11037 16384, 24719 11116 16384, 24644 11199 16384, 24575 11288 16384, 24514 11371 16384, 24468 11451 16384, 24440 11511 16384, 24426 11548 16384, 24416 11576 16384, 24416 11590 16384, 24416 11595 16384</inkml:trace>
  <inkml:trace contextRef="#ctx0" brushRef="#br0">25575 11180 16384, 25569 11180 16384, 25572 11180 16384, 25576 11180 16384, 25584 11179 16384, 25593 11179 16384, 25602 11177 16384, 25616 11177 16384, 25633 11176 16384, 25652 11174 16384, 25677 11174 16384, 25699 11173 16384, 25725 11173 16384, 25752 11171 16384, 25777 11171 16384, 25803 11173 16384, 25831 11174 16384, 25857 11177 16384, 25884 11179 16384, 25912 11180 16384, 25935 11182 16384, 25957 11182 16384, 25976 11182 16384, 25989 11182 16384, 25998 11183 16384, 26006 11183 16384, 26012 11183 16384, 26015 11183 16384, 26017 11180 16384</inkml:trace>
  <inkml:trace contextRef="#ctx0" brushRef="#br0">25801 10993 16384, 25801 10995 16384, 25800 10997 16384, 25800 11000 16384, 25800 11006 16384, 25800 11015 16384, 25801 11027 16384, 25803 11044 16384, 25804 11063 16384, 25804 11088 16384, 25806 11115 16384, 25804 11145 16384, 25803 11174 16384, 25800 11204 16384, 25796 11236 16384, 25795 11264 16384, 25795 11289 16384, 25795 11314 16384, 25795 11332 16384, 25795 11349 16384, 25796 11362 16384, 25798 11373 16384, 25800 11379 16384, 25801 11382 16384</inkml:trace>
  <inkml:trace contextRef="#ctx0" brushRef="#br0">26557 10781 16384, 26567 10787 16384, 26574 10791 16384, 26580 10797 16384, 26600 10814 16384, 26643 10860 16384, 26676 10900 16384, 26716 10943 16384, 26776 11016 16384, 26812 11055 16384, 26825 11079 16384, 26838 11098 16384, 26878 11141 16384, 26898 11158 16384, 26918 11168 16384</inkml:trace>
  <inkml:trace contextRef="#ctx0" brushRef="#br0">27149 10844 16384, 27153 10837 16384, 27153 10834 16384, 27140 10847 16384, 27123 10860 16384, 27103 10873 16384, 27077 10893 16384, 27040 10916 16384, 27024 10930 16384, 27007 10943 16384, 26964 10986 16384, 26948 11002 16384, 26934 11019 16384, 26911 11039 16384, 26905 11042 16384, 26895 11052 16384, 26895 11055 16384, 26891 11062 16384, 26888 11079 16384, 26885 11095 16384, 26885 11115 16384, 26885 11145 16384, 26881 11181 16384, 26881 11247 16384, 26881 11304 16384, 26881 11357 16384, 26885 11383 16384, 26888 11433 16384, 26891 11456 16384, 26895 11509 16384, 26898 11539 16384, 26905 11562 16384, 26908 11575 16384, 26911 11588 16384, 26911 11595 16384</inkml:trace>
  <inkml:trace contextRef="#ctx0" brushRef="#br0">27699 11180 16384, 27693 11180 16384, 27696 11180 16384, 27701 11180 16384, 27709 11179 16384, 27718 11179 16384, 27727 11177 16384, 27740 11177 16384, 27757 11176 16384, 27777 11174 16384, 27801 11174 16384, 27824 11173 16384, 27850 11173 16384, 27877 11171 16384, 27901 11171 16384, 27927 11173 16384, 27956 11174 16384, 27982 11177 16384, 28009 11179 16384, 28036 11180 16384, 28059 11182 16384, 28082 11182 16384, 28100 11182 16384, 28114 11182 16384, 28123 11183 16384, 28131 11183 16384, 28137 11183 16384, 28140 11183 16384, 28141 11180 16384</inkml:trace>
  <inkml:trace contextRef="#ctx0" brushRef="#br0">27926 10993 16384, 27926 10995 16384, 27924 10997 16384, 27924 11000 16384, 27924 11006 16384, 27924 11015 16384, 27926 11027 16384, 27927 11044 16384, 27929 11063 16384, 27929 11088 16384, 27930 11115 16384, 27929 11145 16384, 27927 11174 16384, 27924 11204 16384, 27921 11236 16384, 27920 11264 16384, 27920 11289 16384, 27920 11314 16384, 27920 11332 16384, 27920 11349 16384, 27921 11362 16384, 27923 11373 16384, 27924 11379 16384, 27926 11382 16384</inkml:trace>
  <inkml:trace contextRef="#ctx0" brushRef="#br0">28832 10799 16384, 28820 10802 16384, 28810 10815 16384, 28813 10856 16384, 28822 10928 16384, 28833 11004 16384, 28849 11056 16384, 28859 11072 16384</inkml:trace>
  <inkml:trace contextRef="#ctx0" brushRef="#br0">28842 10781 16384, 28845 10782 16384, 28889 10787 16384, 28972 10787 16384, 29032 10787 16384, 29081 10792 16384, 29119 10820 16384, 29140 10860 16384, 29149 10911 16384, 29145 10994 16384, 29123 11116 16384, 29089 11263 16384, 29055 11397 16384, 29041 11478 16384, 29041 11531 16384, 29051 11575 16384, 29057 11595 16384</inkml:trace>
  <inkml:trace contextRef="#ctx0" brushRef="#br0">29549 10781 16384, 29552 10781 16384, 29552 10784 16384, 29555 10784 16384, 29558 10787 16384, 29575 10807 16384, 29587 10833 16384, 29599 10874 16384, 29607 10923 16384, 29616 10976 16384, 29630 11069 16384, 29633 11101 16384, 29636 11133 16384, 29639 11194 16384, 29639 11287 16384, 29636 11339 16384, 29628 11391 16384, 29619 11441 16384, 29610 11478 16384, 29599 11528 16384, 29587 11554 16384, 29575 11574 16384, 29569 11580 16384, 29552 11595 16384</inkml:trace>
  <inkml:trace contextRef="#ctx0" brushRef="#br0">30187 11090 16384, 30184 11090 16384, 30184 11093 16384, 30190 11096 16384, 30199 11096 16384, 30217 11099 16384, 30247 11099 16384, 30306 11096 16384, 30350 11090 16384, 30398 11087 16384, 30445 11084 16384, 30507 11084 16384, 30540 11090 16384, 30567 11096 16384, 30582 11102 16384</inkml:trace>
  <inkml:trace contextRef="#ctx0" brushRef="#br0">30196 11292 16384, 30193 11292 16384, 30196 11292 16384, 30202 11292 16384, 30223 11292 16384, 30282 11292 16384, 30303 11289 16384, 30347 11286 16384, 30368 11286 16384, 30416 11283 16384, 30460 11280 16384, 30505 11277 16384, 30546 11274 16384, 30576 11274 16384, 30599 11271 16384, 30620 11271 16384, 30632 11271 16384</inkml:trace>
  <inkml:trace contextRef="#ctx0" brushRef="#br0">31437 10803 16384, 31429 10787 16384, 31415 10787 16384, 31391 10814 16384, 31352 10882 16384, 31306 10999 16384, 31276 11159 16384, 31268 11351 16384, 31294 11474 16384, 31350 11551 16384, 31425 11591 16384, 31496 11595 16384, 31568 11549 16384, 31627 11456 16384, 31663 11317 16384, 31672 11165 16384, 31647 11058 16384, 31595 10981 16384, 31532 10915 16384, 31465 10838 16384, 31419 10785 16384, 31401 10781 16384, 31399 10810 16384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12507 16384, 2163 12517 16384, 2183 12547 16384, 2193 12578 16384, 2193 12588 16384, 2193 12608 16384, 2183 12629 16384, 2163 12649 16384, 2132 12659 16384, 2112 12659 16384, 2081 12659 16384, 2051 12659 16384, 2031 12649 16384, 2020 12629 16384, 2020 12608 16384, 2020 12558 16384, 2041 12527 16384, 2061 12497 16384, 2092 12476 16384, 2122 12466 16384, 2142 12456 16384, 2173 12456 16384, 2204 12456 16384, 2214 12456 16384, 2234 12476 16384, 2244 12486 16384, 2244 12517 16384, 2234 12527 16384, 2214 12547 16384, 2193 12568 16384, 2163 12578 16384, 2122 12598 16384, 2081 12608 16384, 2041 12608 16384, 2010 12598 16384, 2000 12588 16384, 2000 12568 16384, 2000 12547 16384, 2020 12527 16384, 2031 12517 16384, 2051 12497 16384, 2092 12486 16384, 2122 12476 16384, 2142 12476 16384, 2173 12476 16384, 2193 12476 16384, 2214 12507 16384, 2224 12537 16384, 2224 12558 16384, 2224 12578 16384, 2214 12598 16384, 2193 12619 16384, 2183 12629 16384, 2173 12629 16384, 2163 12629 16384, 2153 12619 16384, 2153 12608 16384, 2153 12588 16384, 2153 12578 16384, 2153 12568 16384, 2163 12547 16384, 2173 12537 16384, 2183 12527 16384, 2193 12527 16384, 2193 12537 16384, 2183 12558 16384, 2183 12568 16384, 2173 12568 16384, 2163 12578 16384, 2153 12588 16384, 2142 12588 16384, 2132 12588 16384, 2132 12578 16384, 2142 12558 16384, 2163 12537 16384, 2173 12527 16384, 2183 12517 16384, 2173 12537 16384, 2142 12558 16384, 2112 12578 16384, 2081 12588 16384, 2051 12608 16384, 2041 12608 16384, 2051 12598 16384, 2081 12578 16384, 2092 12568 16384, 2122 12547 16384, 2142 12527 16384, 2183 12497 16384, 2193 12476 16384, 2193 12466 16384, 2183 12466 16384, 2163 12486 16384, 2142 12507 16384, 2122 12527 16384, 2112 12547 16384, 2102 12558 16384</inkml:trace>
  <inkml:trace contextRef="#ctx0" brushRef="#br0">2651 12196 16384, 2662 12190 16384, 2747 12175 16384, 2888 12155 16384, 3030 12161 16384, 3155 12210 16384, 3243 12273 16384, 3278 12326 16384, 3272 12370 16384, 3221 12427 16384, 3202 12444 16384</inkml:trace>
  <inkml:trace contextRef="#ctx0" brushRef="#br0">2671 12644 16384, 2668 12659 16384, 2690 12734 16384, 2758 12831 16384, 2852 12903 16384, 2954 12945 16384, 3063 12958 16384, 3177 12960 16384, 3293 12947 16384, 3405 12920 16384, 3465 12898 16384</inkml:trace>
  <inkml:trace contextRef="#ctx0" brushRef="#br0">3804 12151 16384, 3801 12151 16384, 3806 12175 16384, 3818 12277 16384, 3815 12464 16384, 3797 12671 16384, 3777 12823 16384, 3768 12913 16384, 3774 12960 16384, 3779 12965 16384</inkml:trace>
  <inkml:trace contextRef="#ctx0" brushRef="#br0">3618 12540 16384, 3612 12527 16384, 3624 12495 16384, 3679 12440 16384, 3752 12379 16384, 3804 12345 16384, 3828 12337 16384, 3830 12360 16384, 3804 12446 16384, 3752 12594 16384, 3693 12731 16384, 3664 12802 16384, 3669 12813 16384, 3698 12801 16384, 3756 12737 16384, 3846 12599 16384, 3973 12421 16384, 4089 12327 16384, 4155 12300 16384, 4188 12298 16384, 4206 12327 16384, 4209 12418 16384, 4197 12579 16384, 4191 12731 16384, 4208 12814 16384, 4250 12855 16384, 4310 12867 16384, 4369 12861 16384</inkml:trace>
  <inkml:trace contextRef="#ctx0" brushRef="#br0">4537 12356 16384, 4518 12359 16384, 4515 12362 16384, 4515 12365 16384, 4521 12368 16384, 4534 12368 16384, 4562 12371 16384, 4590 12371 16384, 4605 12371 16384, 4649 12365 16384, 4695 12362 16384, 4751 12356 16384, 4817 12349 16384, 4872 12349 16384, 4935 12349 16384, 4994 12349 16384, 5050 12349 16384, 5093 12349 16384, 5130 12349 16384, 5149 12349 16384, 5164 12349 16384, 5171 12349 16384, 5164 12349 16384, 5149 12356 16384, 5130 12362 16384, 5102 12371 16384, 5068 12381 16384, 5037 12393 16384, 5000 12408 16384, 4963 12430 16384, 4925 12455 16384, 4888 12486 16384, 4857 12523 16384, 4838 12561 16384, 4817 12598 16384, 4801 12638 16384, 4795 12676 16384, 4792 12713 16384, 4795 12750 16384, 4804 12778 16384, 4823 12809 16384, 4848 12831 16384, 4872 12850 16384, 4903 12868 16384, 4935 12884 16384, 4966 12890 16384, 4997 12893 16384, 5031 12893 16384, 5065 12884 16384, 5102 12875 16384, 5137 12859 16384</inkml:trace>
  <inkml:trace contextRef="#ctx0" brushRef="#br0">5220 12228 16384, 5220 12231 16384, 5214 12241 16384, 5214 12250 16384, 5217 12269 16384, 5224 12287 16384, 5230 12309 16384, 5236 12346 16384, 5236 12368 16384, 5239 12377 16384, 5239 12384 16384, 5242 12396 16384, 5251 12402 16384, 5255 12405 16384</inkml:trace>
  <inkml:trace contextRef="#ctx0" brushRef="#br0">5286 12222 16384, 5286 12225 16384, 5286 12231 16384, 5292 12250 16384, 5295 12275 16384, 5298 12303 16384, 5301 12334 16384, 5304 12346 16384, 5304 12359 16384, 5311 12374 16384, 5320 12387 16384, 5326 12393 16384, 5329 12396 16384</inkml:trace>
  <inkml:trace contextRef="#ctx0" brushRef="#br0">5883 12196 16384, 5894 12190 16384, 5978 12175 16384, 6120 12155 16384, 6261 12161 16384, 6386 12210 16384, 6474 12273 16384, 6509 12326 16384, 6504 12370 16384, 6452 12427 16384, 6434 12444 16384</inkml:trace>
  <inkml:trace contextRef="#ctx0" brushRef="#br0">5903 12644 16384, 5899 12659 16384, 5921 12734 16384, 5989 12831 16384, 6083 12903 16384, 6186 12945 16384, 6294 12958 16384, 6408 12960 16384, 6524 12947 16384, 6636 12920 16384, 6697 12898 16384</inkml:trace>
  <inkml:trace contextRef="#ctx0" brushRef="#br0">6843 12187 16384, 6854 12188 16384, 6908 12224 16384, 6987 12303 16384, 7054 12371 16384, 7107 12428 16384, 7153 12468 16384, 7161 12473 16384</inkml:trace>
  <inkml:trace contextRef="#ctx0" brushRef="#br0">7429 12245 16384, 7422 12245 16384, 7379 12266 16384, 7313 12329 16384, 7209 12436 16384, 7121 12547 16384, 7063 12663 16384, 7045 12756 16384, 7067 12818 16384, 7123 12871 16384, 7202 12909 16384, 7288 12923 16384, 7390 12929 16384, 7494 12920 16384, 7587 12902 16384, 7657 12885 16384</inkml:trace>
  <inkml:trace contextRef="#ctx0" brushRef="#br0">7804 12305 16384, 7823 12296 16384, 7884 12280 16384, 7964 12267 16384, 8038 12261 16384, 8097 12259 16384, 8128 12256 16384, 8133 12255 16384</inkml:trace>
  <inkml:trace contextRef="#ctx0" brushRef="#br0">8021 12151 16384, 8017 12152 16384, 7996 12208 16384, 7970 12305 16384, 7908 12435 16384, 7852 12546 16384, 7826 12616 16384, 7826 12638 16384</inkml:trace>
  <inkml:trace contextRef="#ctx0" brushRef="#br0">8319 12237 16384, 8340 12240 16384, 8391 12276 16384, 8453 12326 16384, 8494 12380 16384, 8518 12427 16384, 8524 12468 16384, 8518 12501 16384, 8495 12522 16384</inkml:trace>
  <inkml:trace contextRef="#ctx0" brushRef="#br0">8213 12504 16384, 8210 12510 16384, 8237 12632 16384, 8248 12723 16384, 8227 12821 16384, 8184 12909 16384, 8144 12954 16384, 8098 12965 16384, 8056 12939 16384, 8018 12882 16384, 8009 12847 16384, 8027 12835 16384, 8077 12827 16384, 8160 12823 16384, 8279 12839 16384, 8385 12879 16384, 8452 12907 16384, 8502 12924 16384, 8539 12927 16384</inkml:trace>
  <inkml:trace contextRef="#ctx0" brushRef="#br0">8699 12221 16384, 8687 12220 16384, 8701 12220 16384, 8753 12215 16384, 8839 12191 16384, 8934 12161 16384, 9011 12151 16384, 9047 12163 16384, 9051 12199 16384, 9015 12272 16384, 8939 12381 16384, 8839 12491 16384, 8749 12578 16384, 8698 12625 16384, 8686 12640 16384, 8716 12629 16384, 8781 12587 16384, 8880 12528 16384, 9006 12489 16384, 9118 12485 16384, 9199 12509 16384, 9250 12557 16384, 9265 12640 16384, 9246 12737 16384, 9190 12823 16384, 9118 12891 16384, 9042 12947 16384, 8976 12965 16384, 8931 12948 16384, 8898 12904 16384, 8889 12837 16384, 8918 12799 16384, 8972 12781 16384, 9044 12772 16384, 9110 12777 16384, 9155 12789 16384, 9184 12798 16384</inkml:trace>
  <inkml:trace contextRef="#ctx0" brushRef="#br0">9849 12323 16384, 9824 12272 16384, 9827 12233 16384, 9861 12195 16384, 9926 12159 16384, 10014 12151 16384, 10108 12189 16384, 10171 12276 16384, 10176 12383 16384, 10127 12492 16384, 10044 12589 16384, 9967 12646 16384, 9928 12660 16384, 9914 12647 16384, 9917 12628 16384, 9954 12609 16384, 10028 12596 16384, 10125 12605 16384, 10215 12656 16384, 10259 12734 16384, 10256 12803 16384, 10215 12861 16384, 10143 12915 16384, 10053 12952 16384, 9951 12965 16384, 9857 12945 16384, 9819 12919 16384</inkml:trace>
  <inkml:trace contextRef="#ctx0" brushRef="#br0">10415 12432 16384, 10406 12423 16384, 10416 12410 16384, 10480 12378 16384, 10606 12318 16384, 10757 12278 16384, 10919 12271 16384, 11066 12302 16384, 11162 12363 16384, 11214 12437 16384, 11220 12522 16384, 11176 12606 16384, 11097 12685 16384, 11004 12765 16384, 10932 12821 16384, 10905 12844 16384</inkml:trace>
  <inkml:trace contextRef="#ctx0" brushRef="#br0">11786 12205 16384, 11793 12218 16384, 11808 12313 16384, 11797 12484 16384, 11743 12638 16384, 11658 12781 16384, 11578 12865 16384, 11518 12880 16384, 11459 12854 16384, 11405 12770 16384, 11366 12618 16384, 11390 12417 16384, 11503 12276 16384, 11641 12205 16384, 11812 12151 16384, 11990 12157 16384, 12122 12270 16384, 12174 12495 16384, 12172 12750 16384, 12161 12882 16384, 12148 12949 16384, 12141 12965 16384</inkml:trace>
  <inkml:trace contextRef="#ctx0" brushRef="#br0">12758 12309 16384, 12755 12306 16384, 12746 12300 16384, 12749 12303 16384, 12752 12312 16384, 12755 12325 16384, 12758 12340 16384, 12758 12365 16384, 12755 12399 16384, 12749 12449 16384, 12740 12505 16384, 12733 12570 16384, 12727 12632 16384, 12727 12691 16384, 12727 12747 16384, 12733 12794 16384, 12743 12834 16384, 12758 12868 16384, 12783 12899 16384, 12805 12924 16384, 12830 12943 16384, 12858 12955 16384, 12883 12962 16384, 12911 12965 16384, 12942 12958 16384, 12973 12949 16384, 13004 12930 16384, 13035 12909 16384, 13066 12884 16384, 13094 12862 16384, 13119 12840 16384, 13137 12819 16384, 13153 12800 16384, 13162 12784 16384, 13168 12775 16384</inkml:trace>
  <inkml:trace contextRef="#ctx0" brushRef="#br0">13072 12163 16384, 13069 12163 16384, 13063 12163 16384, 13060 12166 16384, 13060 12172 16384, 13063 12182 16384, 13069 12197 16384, 13072 12216 16384, 13075 12234 16384, 13078 12253 16384, 13078 12275 16384, 13078 12294 16384, 13078 12309 16384, 13078 12321 16384, 13081 12334 16384, 13081 12343 16384, 13088 12346 16384, 13088 12349 16384</inkml:trace>
  <inkml:trace contextRef="#ctx0" brushRef="#br0">13150 12151 16384, 13144 12151 16384, 13140 12154 16384, 13140 12157 16384, 13147 12169 16384, 13156 12185 16384, 13168 12210 16384, 13175 12234 16384, 13178 12262 16384, 13181 12290 16384, 13181 12312 16384, 13181 12334 16384, 13184 12349 16384, 13187 12359 16384, 13187 12368 16384, 13190 12371 16384</inkml:trace>
  <inkml:trace contextRef="#ctx0" brushRef="#br0">13351 12688 16384, 13337 12678 16384, 13340 12671 16384, 13354 12660 16384, 13375 12646 16384, 13400 12632 16384, 13435 12615 16384, 13470 12594 16384, 13512 12576 16384, 13550 12566 16384, 13596 12555 16384, 13634 12552 16384, 13676 12555 16384, 13714 12566 16384, 13742 12583 16384, 13763 12608 16384, 13777 12636 16384, 13784 12667 16384, 13781 12706 16384, 13770 12744 16384, 13753 12779 16384, 13735 12814 16384, 13714 12853 16384, 13690 12877 16384, 13669 12905 16384, 13644 12930 16384</inkml:trace>
  <inkml:trace contextRef="#ctx0" brushRef="#br0">13936 12351 16384, 13931 12350 16384, 13941 12350 16384, 14008 12343 16384, 14125 12333 16384, 14252 12329 16384, 14381 12325 16384, 14479 12319 16384, 14533 12315 16384, 14551 12314 16384</inkml:trace>
  <inkml:trace contextRef="#ctx0" brushRef="#br0">14293 12153 16384, 14291 12151 16384, 14314 12167 16384, 14353 12226 16384, 14376 12332 16384, 14371 12453 16384, 14349 12577 16384, 14321 12648 16384, 14292 12693 16384, 14261 12712 16384, 14229 12711 16384, 14200 12686 16384, 14182 12637 16384, 14186 12591 16384, 14211 12551 16384, 14257 12517 16384, 14310 12510 16384, 14356 12534 16384, 14380 12597 16384, 14378 12684 16384, 14350 12783 16384, 14306 12874 16384, 14270 12931 16384, 14247 12963 16384, 14236 12965 16384</inkml:trace>
  <inkml:trace contextRef="#ctx0" brushRef="#br0">14873 12151 16384, 14898 12162 16384, 14964 12180 16384, 15029 12196 16384, 15074 12215 16384, 15095 12237 16384</inkml:trace>
  <inkml:trace contextRef="#ctx0" brushRef="#br0">14707 12544 16384, 14698 12544 16384, 14706 12538 16384, 14756 12507 16384, 14842 12453 16384, 14939 12403 16384, 15035 12378 16384, 15121 12381 16384, 15187 12424 16384, 15225 12507 16384, 15231 12635 16384, 15209 12743 16384, 15159 12830 16384, 15099 12905 16384, 15052 12952 16384, 15032 12965 16384</inkml:trace>
  <inkml:trace contextRef="#ctx0" brushRef="#br0">15390 12413 16384, 15378 12411 16384, 15381 12411 16384, 15404 12411 16384, 15450 12399 16384, 15529 12371 16384, 15627 12346 16384, 15717 12335 16384, 15796 12341 16384, 15852 12380 16384, 15886 12456 16384, 15902 12558 16384, 15902 12665 16384, 15886 12771 16384, 15857 12867 16384, 15826 12932 16384, 15805 12962 16384, 15788 12965 16384, 15765 12935 16384, 15728 12868 16384</inkml:trace>
  <inkml:trace contextRef="#ctx0" brushRef="#br0">15762 12151 16384, 15764 12166 16384, 15748 12245 16384, 15694 12406 16384, 15622 12608 16384, 15557 12777 16384, 15523 12865 16384, 15512 12912 16384, 15511 12918 16384</inkml:trace>
  <inkml:trace contextRef="#ctx0" brushRef="#br0">15903 12259 16384, 15894 12258 16384, 15908 12272 16384, 15948 12324 16384, 16004 12433 16384, 16043 12557 16384, 16064 12642 16384, 16081 12692 16384, 16092 12718 16384</inkml:trace>
  <inkml:trace contextRef="#ctx0" brushRef="#br0">16247 12162 16384, 16243 12162 16384, 16239 12164 16384, 16239 12209 16384, 16247 12330 16384, 16261 12518 16384, 16286 12715 16384, 16321 12859 16384, 16364 12931 16384, 16403 12953 16384, 16436 12947 16384, 16473 12898 16384, 16516 12799 16384, 16574 12715 16384</inkml:trace>
  <inkml:trace contextRef="#ctx0" brushRef="#br0">16845 12341 16384, 16860 12349 16384, 16915 12390 16384, 16973 12462 16384, 17016 12548 16384, 17038 12618 16384, 17047 12666 16384, 17049 12686 16384, 17053 12686 16384</inkml:trace>
  <inkml:trace contextRef="#ctx0" brushRef="#br0">18236 12269 16384, 18245 12249 16384, 18245 12241 16384, 18245 12232 16384, 18236 12220 16384, 18228 12204 16384, 18208 12183 16384, 18179 12163 16384, 18142 12151 16384, 18110 12151 16384, 18069 12155 16384, 18032 12171 16384, 17999 12192 16384, 17958 12224 16384, 17921 12261 16384, 17893 12298 16384, 17872 12339 16384, 17864 12376 16384, 17868 12416 16384, 17880 12461 16384, 17905 12511 16384, 17938 12551 16384, 17970 12601 16384, 18015 12646 16384, 18056 12682 16384, 18101 12715 16384, 18142 12748 16384, 18167 12776 16384, 18195 12805 16384, 18208 12830 16384, 18208 12854 16384, 18200 12875 16384, 18183 12895 16384, 18159 12916 16384, 18130 12932 16384, 18097 12948 16384, 18056 12956 16384, 18011 12961 16384, 17962 12965 16384, 17921 12965 16384, 17876 12961 16384, 17840 12948 16384, 17799 12928 16384, 17782 12911 16384</inkml:trace>
  <inkml:trace contextRef="#ctx0" brushRef="#br0">18852 12282 16384, 18855 12281 16384, 18924 12276 16384, 19053 12259 16384, 19161 12240 16384, 19258 12231 16384, 19315 12226 16384, 19326 12226 16384, 19322 12226 16384</inkml:trace>
  <inkml:trace contextRef="#ctx0" brushRef="#br0">19095 12151 16384, 19079 12166 16384, 19079 12198 16384, 19068 12270 16384, 19035 12356 16384, 19004 12427 16384, 18996 12463 16384, 19009 12471 16384, 19037 12472 16384, 19086 12471 16384, 19161 12469 16384, 19242 12489 16384, 19305 12529 16384, 19340 12577 16384, 19347 12626 16384, 19329 12679 16384, 19288 12726 16384, 19239 12762 16384, 19214 12773 16384</inkml:trace>
  <inkml:trace contextRef="#ctx0" brushRef="#br0">19302 12420 16384, 19266 12425 16384, 19220 12458 16384, 19166 12525 16384, 19103 12620 16384, 19053 12726 16384, 19037 12828 16384, 19064 12905 16384, 19125 12946 16384, 19203 12965 16384, 19293 12957 16384, 19385 12924 16384, 19432 12907 16384</inkml:trace>
  <inkml:trace contextRef="#ctx0" brushRef="#br0">20208 12154 16384, 20209 12151 16384, 20200 12188 16384, 20155 12306 16384, 20099 12465 16384, 20064 12643 16384, 20063 12802 16384, 20102 12896 16384, 20163 12944 16384, 20229 12965 16384, 20293 12957 16384, 20360 12918 16384, 20408 12876 16384</inkml:trace>
  <inkml:trace contextRef="#ctx0" brushRef="#br0">20025 12419 16384, 20022 12416 16384, 20073 12409 16384, 20166 12394 16384, 20263 12386 16384, 20334 12386 16384, 20360 12394 16384, 20360 12399 16384</inkml:trace>
  <inkml:trace contextRef="#ctx0" brushRef="#br0">19986 12606 16384, 20097 12579 16384, 20212 12551 16384, 20306 12545 16384, 20362 12545 16384, 20385 12547 16384</inkml:trace>
  <inkml:trace contextRef="#ctx0" brushRef="#br0">20558 12265 16384, 20554 12265 16384, 20596 12262 16384, 20705 12250 16384, 20840 12231 16384, 20991 12211 16384, 21149 12194 16384, 21276 12186 16384, 21352 12186 16384, 21368 12192 16384, 21357 12201 16384, 21295 12243 16384, 21190 12310 16384, 21081 12401 16384, 20996 12521 16384, 20977 12626 16384, 20994 12733 16384, 21043 12822 16384, 21118 12888 16384, 21203 12918 16384, 21297 12929 16384, 21367 12916 16384</inkml:trace>
  <inkml:trace contextRef="#ctx0" brushRef="#br0">21550 12272 16384, 21544 12283 16384, 21539 12295 16384, 21536 12304 16384, 21536 12331 16384, 21533 12366 16384, 21527 12416 16384, 21521 12481 16384, 21515 12552 16384, 21515 12631 16384, 21515 12708 16384, 21524 12767 16384, 21539 12808 16384, 21556 12835 16384, 21577 12847 16384, 21592 12853 16384</inkml:trace>
  <inkml:trace contextRef="#ctx0" brushRef="#br0">21769 12410 16384, 21772 12404 16384, 21775 12404 16384, 21795 12404 16384, 21828 12401 16384, 21869 12398 16384, 21913 12395 16384, 21957 12392 16384, 22002 12392 16384, 22043 12392 16384, 22087 12390 16384, 22123 12390 16384, 22152 12390 16384, 22176 12390 16384, 22190 12390 16384, 22202 12390 16384</inkml:trace>
  <inkml:trace contextRef="#ctx0" brushRef="#br0">21954 12307 16384, 21943 12307 16384, 21943 12310 16384, 21943 12322 16384, 21952 12336 16384, 21963 12360 16384, 21975 12390 16384, 21984 12425 16384, 21993 12472 16384, 21999 12519 16384, 21999 12575 16384, 21996 12637 16384, 21984 12687 16384, 21966 12729 16384, 21954 12767 16384, 21940 12788 16384, 21925 12805 16384, 21904 12814 16384, 21890 12814 16384, 21869 12811 16384, 21845 12802 16384, 21828 12791 16384, 21813 12773 16384, 21795 12746 16384, 21786 12717 16384, 21783 12696 16384, 21789 12679 16384, 21807 12664 16384, 21828 12652 16384, 21854 12637 16384, 21890 12625 16384, 21931 12614 16384, 21975 12608 16384, 22016 12608 16384, 22055 12620 16384, 22090 12637 16384, 22114 12658 16384, 22134 12679 16384, 22146 12699 16384, 22149 12717 16384, 22149 12729 16384, 22152 12735 16384</inkml:trace>
  <inkml:trace contextRef="#ctx0" brushRef="#br0">22208 12266 16384, 22202 12263 16384, 22202 12269 16384, 22205 12277 16384, 22211 12289 16384, 22217 12304 16384, 22223 12325 16384, 22226 12345 16384, 22232 12363 16384, 22238 12381 16384, 22243 12390 16384, 22249 12395 16384, 22255 12401 16384, 22258 12404 16384, 22258 12407 16384</inkml:trace>
  <inkml:trace contextRef="#ctx0" brushRef="#br0">22258 12269 16384, 22261 12272 16384, 22264 12280 16384, 22273 12295 16384, 22282 12319 16384, 22291 12342 16384, 22300 12357 16384, 22305 12366 16384, 22317 12375 16384, 22323 12378 16384, 22329 12381 16384</inkml:trace>
  <inkml:trace contextRef="#ctx0" brushRef="#br0">23163 12395 16384, 23155 12380 16384, 23159 12380 16384, 23201 12381 16384, 23285 12381 16384, 23385 12378 16384, 23472 12375 16384, 23527 12375 16384, 23545 12381 16384</inkml:trace>
  <inkml:trace contextRef="#ctx0" brushRef="#br0">23191 12154 16384, 23180 12151 16384, 23191 12162 16384, 23212 12205 16384, 23216 12317 16384, 23198 12520 16384, 23163 12703 16384, 23123 12834 16384, 23081 12921 16384, 23045 12963 16384, 23003 12965 16384, 22953 12929 16384, 22904 12854 16384, 22883 12795 16384, 22898 12781 16384, 22943 12763 16384, 23026 12754 16384, 23145 12784 16384, 23280 12845 16384, 23385 12901 16384, 23449 12933 16384, 23481 12951 16384, 23499 12955 16384</inkml:trace>
  <inkml:trace contextRef="#ctx0" brushRef="#br0">23700 12162 16384, 23696 12162 16384, 23692 12164 16384, 23692 12209 16384, 23700 12330 16384, 23714 12518 16384, 23739 12715 16384, 23774 12859 16384, 23817 12931 16384, 23856 12953 16384, 23889 12947 16384, 23926 12898 16384, 23969 12799 16384, 24027 12715 16384</inkml:trace>
  <inkml:trace contextRef="#ctx0" brushRef="#br0">24298 12341 16384, 24313 12349 16384, 24368 12390 16384, 24426 12462 16384, 24469 12548 16384, 24491 12618 16384, 24500 12666 16384, 24502 12686 16384, 24506 12686 16384</inkml:trace>
  <inkml:trace contextRef="#ctx0" brushRef="#br0">24744 12703 16384, 24735 12703 16384, 24708 12698 16384, 24698 12698 16384, 24689 12707 16384, 24680 12721 16384, 24666 12739 16384, 24657 12762 16384, 24652 12790 16384, 24657 12818 16384, 24666 12850 16384, 24680 12882 16384, 24694 12909 16384, 24712 12932 16384, 24731 12951 16384, 24749 12960 16384, 24776 12965 16384, 24799 12965 16384, 24818 12955 16384, 24832 12937 16384, 24845 12919 16384, 24859 12891 16384, 24873 12868 16384, 24878 12841 16384, 24878 12808 16384, 24873 12776 16384, 24855 12744 16384, 24836 12712 16384, 24813 12689 16384, 24795 12680 16384, 24776 12680 16384, 24753 12680 16384, 24735 12684 16384, 24726 12694 16384, 24717 12698 16384, 24717 12703 16384, 24717 12707 16384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13787 16384, 2163 13797 16384, 2183 13828 16384, 2193 13858 16384, 2193 13868 16384, 2193 13889 16384, 2183 13909 16384, 2163 13930 16384, 2132 13940 16384, 2112 13940 16384, 2081 13940 16384, 2051 13940 16384, 2031 13930 16384, 2020 13909 16384, 2020 13889 16384, 2020 13838 16384, 2041 13807 16384, 2061 13777 16384, 2092 13757 16384, 2122 13746 16384, 2142 13736 16384, 2173 13736 16384, 2204 13736 16384, 2214 13736 16384, 2234 13757 16384, 2244 13767 16384, 2244 13797 16384, 2234 13807 16384, 2214 13828 16384, 2193 13848 16384, 2163 13858 16384, 2122 13879 16384, 2081 13889 16384, 2041 13889 16384, 2010 13879 16384, 2000 13868 16384, 2000 13848 16384, 2000 13828 16384, 2020 13807 16384, 2031 13797 16384, 2051 13777 16384, 2092 13767 16384, 2122 13757 16384, 2142 13757 16384, 2173 13757 16384, 2193 13757 16384, 2214 13787 16384, 2224 13818 16384, 2224 13838 16384, 2224 13858 16384, 2214 13879 16384, 2193 13899 16384, 2183 13909 16384, 2173 13909 16384, 2163 13909 16384, 2153 13899 16384, 2153 13889 16384, 2153 13868 16384, 2153 13858 16384, 2153 13848 16384, 2163 13828 16384, 2173 13818 16384, 2183 13807 16384, 2193 13807 16384, 2193 13818 16384, 2183 13838 16384, 2183 13848 16384, 2173 13848 16384, 2163 13858 16384, 2153 13868 16384, 2142 13868 16384, 2132 13868 16384, 2132 13858 16384, 2142 13838 16384, 2163 13818 16384, 2173 13807 16384, 2183 13797 16384, 2173 13818 16384, 2142 13838 16384, 2112 13858 16384, 2081 13868 16384, 2051 13889 16384, 2041 13889 16384, 2051 13879 16384, 2081 13858 16384, 2092 13848 16384, 2122 13828 16384, 2142 13807 16384, 2183 13777 16384, 2193 13757 16384, 2193 13746 16384, 2183 13746 16384, 2163 13767 16384, 2142 13787 16384, 2122 13807 16384, 2112 13828 16384, 2102 13838 16384</inkml:trace>
  <inkml:trace contextRef="#ctx0" brushRef="#br0">3152 13648 16384, 3152 13610 16384, 3152 13595 16384, 3148 13573 16384, 3140 13543 16384, 3125 13502 16384, 3103 13472 16384, 3081 13446 16384, 3054 13431 16384, 3025 13435 16384, 2998 13450 16384, 2969 13476 16384, 2935 13513 16384, 2909 13558 16384, 2883 13606 16384, 2872 13651 16384, 2875 13689 16384, 2890 13726 16384, 2909 13748 16384, 2931 13767 16384, 2957 13778 16384, 2987 13786 16384, 3021 13786 16384, 3054 13778 16384, 3088 13760 16384, 3114 13733 16384, 3144 13696 16384, 3167 13659 16384, 3181 13618 16384, 3189 13577 16384, 3193 13543 16384, 3193 13517 16384, 3193 13506 16384, 3189 13506 16384, 3185 13509 16384, 3178 13524 16384, 3174 13550 16384, 3167 13588 16384, 3159 13636 16384, 3152 13700 16384, 3144 13782 16384, 3129 13883 16384, 3114 13980 16384, 3099 14066 16384, 3081 14137 16384, 3066 14185 16384, 3047 14219 16384, 3025 14237 16384, 3006 14245 16384, 2976 14245 16384, 2942 14237 16384, 2909 14219 16384, 2872 14200 16384, 2842 14167 16384, 2823 14133 16384, 2808 14096 16384, 2804 14069 16384, 2812 14051 16384, 2830 14036 16384, 2853 14025 16384, 2886 14006 16384, 2931 13987 16384, 2980 13972 16384, 3036 13961 16384, 3096 13957 16384, 3152 13957 16384, 3196 13961 16384, 3237 13965 16384, 3264 13969 16384, 3282 13972 16384, 3301 13976 16384, 3312 13976 16384</inkml:trace>
  <inkml:trace contextRef="#ctx0" brushRef="#br0">3734 13436 16384, 3734 13433 16384, 3734 13431 16384, 3731 13431 16384, 3724 13436 16384, 3719 13443 16384, 3711 13453 16384, 3701 13468 16384, 3691 13488 16384, 3669 13538 16384, 3662 13558 16384, 3657 13577 16384, 3642 13627 16384, 3622 13709 16384, 3614 13768 16384, 3612 13835 16384, 3614 13935 16384, 3622 14002 16384, 3634 14066 16384, 3659 14138 16384, 3672 14180 16384, 3686 14210 16384, 3706 14235 16384, 3714 14245 16384</inkml:trace>
  <inkml:trace contextRef="#ctx0" brushRef="#br0">4486 13550 16384, 4494 13529 16384, 4494 13521 16384, 4494 13513 16384, 4486 13500 16384, 4478 13484 16384, 4457 13464 16384, 4429 13443 16384, 4392 13431 16384, 4359 13431 16384, 4318 13435 16384, 4281 13451 16384, 4249 13472 16384, 4208 13505 16384, 4171 13541 16384, 4142 13578 16384, 4122 13619 16384, 4114 13656 16384, 4118 13697 16384, 4130 13742 16384, 4155 13791 16384, 4187 13832 16384, 4220 13881 16384, 4265 13926 16384, 4306 13963 16384, 4351 13995 16384, 4392 14028 16384, 4416 14057 16384, 4445 14085 16384, 4457 14110 16384, 4457 14135 16384, 4449 14155 16384, 4433 14175 16384, 4408 14196 16384, 4380 14212 16384, 4347 14229 16384, 4306 14237 16384, 4261 14241 16384, 4212 14245 16384, 4171 14245 16384, 4126 14241 16384, 4089 14229 16384, 4048 14208 16384, 4032 14192 16384</inkml:trace>
  <inkml:trace contextRef="#ctx0" brushRef="#br0">4833 13431 16384, 4835 13431 16384, 4835 13434 16384, 4838 13434 16384, 4841 13437 16384, 4859 13457 16384, 4870 13483 16384, 4882 13524 16384, 4891 13573 16384, 4899 13626 16384, 4914 13719 16384, 4917 13751 16384, 4920 13783 16384, 4923 13844 16384, 4923 13937 16384, 4920 13989 16384, 4911 14041 16384, 4902 14091 16384, 4894 14129 16384, 4882 14178 16384, 4870 14204 16384, 4859 14225 16384, 4853 14230 16384, 4835 14245 16384</inkml:trace>
  <inkml:trace contextRef="#ctx0" brushRef="#br0">5471 13740 16384, 5468 13740 16384, 5468 13743 16384, 5474 13746 16384, 5483 13746 16384, 5500 13749 16384, 5530 13749 16384, 5589 13746 16384, 5634 13740 16384, 5681 13737 16384, 5729 13734 16384, 5791 13734 16384, 5824 13740 16384, 5850 13746 16384, 5865 13752 16384</inkml:trace>
  <inkml:trace contextRef="#ctx0" brushRef="#br0">5480 13942 16384, 5477 13942 16384, 5480 13942 16384, 5486 13942 16384, 5506 13942 16384, 5566 13942 16384, 5586 13939 16384, 5631 13936 16384, 5652 13936 16384, 5699 13933 16384, 5743 13930 16384, 5788 13927 16384, 5829 13924 16384, 5859 13924 16384, 5883 13921 16384, 5904 13921 16384, 5915 13921 16384</inkml:trace>
  <inkml:trace contextRef="#ctx0" brushRef="#br0">6546 13678 16384, 6539 13667 16384, 6521 13643 16384, 6507 13602 16384, 6510 13541 16384, 6543 13486 16384, 6598 13444 16384, 6669 13431 16384, 6737 13466 16384, 6787 13560 16384, 6807 13717 16384, 6793 13887 16384, 6752 13995 16384, 6685 14083 16384, 6647 14124 16384, 6612 14155 16384, 6562 14195 16384, 6540 14203 16384, 6557 14198 16384, 6611 14196 16384, 6689 14204 16384, 6784 14221 16384, 6870 14237 16384, 6936 14245 16384, 6986 14242 16384, 7001 14239 16384</inkml:trace>
  <inkml:trace contextRef="#ctx0" brushRef="#br0">7815 13550 16384, 7823 13529 16384, 7823 13521 16384, 7823 13513 16384, 7815 13500 16384, 7807 13484 16384, 7787 13464 16384, 7758 13443 16384, 7721 13431 16384, 7688 13431 16384, 7648 13435 16384, 7611 13451 16384, 7578 13472 16384, 7537 13505 16384, 7500 13541 16384, 7472 13578 16384, 7451 13619 16384, 7443 13656 16384, 7447 13697 16384, 7459 13742 16384, 7484 13791 16384, 7517 13832 16384, 7549 13881 16384, 7594 13926 16384, 7635 13963 16384, 7680 13995 16384, 7721 14028 16384, 7746 14057 16384, 7774 14085 16384, 7787 14110 16384, 7787 14135 16384, 7778 14155 16384, 7762 14175 16384, 7738 14196 16384, 7709 14212 16384, 7676 14229 16384, 7635 14237 16384, 7590 14241 16384, 7541 14245 16384, 7500 14245 16384, 7455 14241 16384, 7418 14229 16384, 7378 14208 16384, 7361 14192 16384</inkml:trace>
  <inkml:trace contextRef="#ctx0" brushRef="#br0">8028 13397 16384, 8020 13380 16384, 8021 13368 16384, 8032 13355 16384, 8053 13344 16384, 8081 13341 16384, 8111 13354 16384, 8131 13381 16384, 8133 13416 16384, 8117 13451 16384, 8091 13482 16384, 8066 13500 16384, 8053 13504 16384, 8049 13500 16384, 8050 13494 16384, 8062 13488 16384, 8085 13484 16384, 8117 13487 16384, 8145 13503 16384, 8159 13528 16384, 8158 13550 16384, 8145 13569 16384, 8122 13586 16384, 8093 13598 16384, 8061 13602 16384, 8031 13596 16384, 8018 13587 16384</inkml:trace>
  <inkml:trace contextRef="#ctx0" brushRef="#br0">8597 13835 16384, 8595 13835 16384, 8593 13837 16384, 8591 13837 16384, 8593 13839 16384, 8600 13843 16384, 8612 13845 16384, 8627 13847 16384, 8648 13847 16384, 8675 13843 16384, 8706 13839 16384, 8742 13833 16384, 8777 13829 16384, 8812 13829 16384, 8846 13829 16384, 8873 13829 16384, 8898 13831 16384, 8921 13833 16384, 8940 13835 16384, 8957 13837 16384, 8973 13837 16384, 8990 13835 16384, 8998 13833 16384</inkml:trace>
  <inkml:trace contextRef="#ctx0" brushRef="#br0">9673 13436 16384, 9673 13433 16384, 9673 13431 16384, 9671 13431 16384, 9663 13436 16384, 9658 13443 16384, 9651 13453 16384, 9641 13468 16384, 9631 13488 16384, 9609 13538 16384, 9601 13558 16384, 9596 13577 16384, 9581 13627 16384, 9562 13709 16384, 9554 13768 16384, 9552 13835 16384, 9554 13935 16384, 9562 14002 16384, 9574 14066 16384, 9599 14138 16384, 9611 14180 16384, 9626 14210 16384, 9646 14235 16384, 9653 14245 16384</inkml:trace>
  <inkml:trace contextRef="#ctx0" brushRef="#br0">10012 13604 16384, 9988 13553 16384, 9991 13514 16384, 10025 13475 16384, 10090 13440 16384, 10178 13431 16384, 10271 13470 16384, 10335 13556 16384, 10340 13664 16384, 10291 13773 16384, 10208 13870 16384, 10130 13926 16384, 10092 13940 16384, 10077 13928 16384, 10081 13908 16384, 10118 13889 16384, 10192 13877 16384, 10289 13886 16384, 10379 13937 16384, 10423 14014 16384, 10419 14083 16384, 10379 14141 16384, 10307 14196 16384, 10217 14233 16384, 10114 14245 16384, 10021 14226 16384, 9982 14199 16384</inkml:trace>
  <inkml:trace contextRef="#ctx0" brushRef="#br0">10806 13431 16384, 10820 13440 16384, 10848 13459 16384, 10881 13501 16384, 10922 13552 16384, 10969 13626 16384, 11015 13724 16384, 11067 13817 16384, 11104 13915 16384, 11150 13998 16384, 11183 14064 16384, 11206 14119 16384, 11229 14166 16384, 11248 14194 16384, 11262 14222 16384, 11271 14236 16384, 11276 14240 16384</inkml:trace>
  <inkml:trace contextRef="#ctx0" brushRef="#br0">11355 13473 16384, 11318 13482 16384, 11304 13491 16384, 11285 13510 16384, 11257 13543 16384, 11215 13575 16384, 11164 13626 16384, 11099 13687 16384, 11029 13766 16384, 10955 13850 16384, 10885 13938 16384, 10825 14022 16384, 10778 14101 16384, 10750 14161 16384, 10736 14198 16384, 10727 14226 16384, 10727 14240 16384, 10727 14245 16384</inkml:trace>
  <inkml:trace contextRef="#ctx0" brushRef="#br0">11885 13830 16384, 11879 13830 16384, 11882 13830 16384, 11887 13830 16384, 11895 13829 16384, 11904 13829 16384, 11913 13827 16384, 11926 13827 16384, 11943 13826 16384, 11963 13824 16384, 11987 13824 16384, 12010 13823 16384, 12036 13823 16384, 12063 13821 16384, 12087 13821 16384, 12113 13823 16384, 12142 13824 16384, 12168 13827 16384, 12195 13829 16384, 12222 13830 16384, 12245 13832 16384, 12268 13832 16384, 12286 13832 16384, 12300 13832 16384, 12309 13833 16384, 12317 13833 16384, 12323 13833 16384, 12326 13833 16384, 12327 13830 16384</inkml:trace>
  <inkml:trace contextRef="#ctx0" brushRef="#br0">12112 13644 16384, 12112 13645 16384, 12110 13647 16384, 12110 13650 16384, 12110 13656 16384, 12110 13665 16384, 12112 13677 16384, 12113 13694 16384, 12115 13714 16384, 12115 13738 16384, 12116 13765 16384, 12115 13795 16384, 12113 13824 16384, 12110 13855 16384, 12107 13887 16384, 12106 13914 16384, 12106 13940 16384, 12106 13964 16384, 12106 13982 16384, 12106 13999 16384, 12107 14012 16384, 12109 14023 16384, 12110 14029 16384, 12112 14032 16384</inkml:trace>
  <inkml:trace contextRef="#ctx0" brushRef="#br0">13285 13648 16384, 13292 13625 16384, 13299 13604 16384, 13311 13553 16384, 13292 13471 16384, 13233 13431 16384, 13151 13438 16384, 13069 13472 16384, 13007 13528 16384, 12970 13610 16384, 12963 13704 16384, 12995 13775 16384, 13058 13816 16384, 13144 13831 16384, 13221 13809 16384, 13293 13753 16384, 13346 13685 16384, 13368 13629 16384, 13367 13618 16384, 13352 13626 16384, 13327 13679 16384, 13280 13794 16384, 13216 13972 16384, 13171 14132 16384, 13163 14217 16384, 13185 14245 16384</inkml:trace>
  <inkml:trace contextRef="#ctx0" brushRef="#br0">13735 13431 16384, 13738 13431 16384, 13738 13434 16384, 13741 13434 16384, 13744 13437 16384, 13761 13457 16384, 13773 13483 16384, 13785 13524 16384, 13793 13573 16384, 13802 13626 16384, 13817 13719 16384, 13819 13751 16384, 13822 13783 16384, 13825 13844 16384, 13825 13937 16384, 13822 13989 16384, 13814 14041 16384, 13805 14091 16384, 13796 14129 16384, 13785 14178 16384, 13773 14204 16384, 13761 14225 16384, 13755 14230 16384, 13738 14245 16384</inkml:trace>
  <inkml:trace contextRef="#ctx0" brushRef="#br0">14593 13550 16384, 14601 13529 16384, 14601 13521 16384, 14601 13513 16384, 14593 13500 16384, 14585 13484 16384, 14565 13464 16384, 14536 13443 16384, 14499 13431 16384, 14466 13431 16384, 14426 13435 16384, 14389 13451 16384, 14356 13472 16384, 14315 13505 16384, 14278 13541 16384, 14250 13578 16384, 14229 13619 16384, 14221 13656 16384, 14225 13697 16384, 14237 13742 16384, 14262 13791 16384, 14295 13832 16384, 14327 13881 16384, 14372 13926 16384, 14413 13963 16384, 14458 13995 16384, 14499 14028 16384, 14524 14057 16384, 14552 14085 16384, 14565 14110 16384, 14565 14135 16384, 14556 14155 16384, 14540 14175 16384, 14516 14196 16384, 14487 14212 16384, 14454 14229 16384, 14413 14237 16384, 14368 14241 16384, 14319 14245 16384, 14278 14245 16384, 14233 14241 16384, 14196 14229 16384, 14156 14208 16384, 14139 14192 16384</inkml:trace>
  <inkml:trace contextRef="#ctx0" brushRef="#br0">14801 13420 16384, 14798 13417 16384, 14792 13409 16384, 14788 13396 16384, 14789 13377 16384, 14800 13359 16384, 14817 13345 16384, 14840 13341 16384, 14861 13352 16384, 14877 13383 16384, 14884 13433 16384, 14879 13487 16384, 14866 13522 16384, 14845 13550 16384, 14833 13563 16384, 14822 13573 16384, 14806 13586 16384, 14798 13588 16384, 14804 13587 16384, 14821 13586 16384, 14846 13589 16384, 14876 13594 16384, 14904 13599 16384, 14925 13602 16384, 14941 13601 16384, 14946 13600 16384</inkml:trace>
  <inkml:trace contextRef="#ctx0" brushRef="#br0">15383 13830 16384, 15377 13830 16384, 15380 13830 16384, 15385 13830 16384, 15392 13829 16384, 15402 13829 16384, 15411 13827 16384, 15424 13827 16384, 15441 13826 16384, 15461 13824 16384, 15485 13824 16384, 15508 13823 16384, 15534 13823 16384, 15561 13821 16384, 15585 13821 16384, 15611 13823 16384, 15640 13824 16384, 15666 13827 16384, 15693 13829 16384, 15720 13830 16384, 15743 13832 16384, 15766 13832 16384, 15784 13832 16384, 15798 13832 16384, 15807 13833 16384, 15814 13833 16384, 15820 13833 16384, 15823 13833 16384, 15825 13830 16384</inkml:trace>
  <inkml:trace contextRef="#ctx0" brushRef="#br0">15609 13644 16384, 15609 13645 16384, 15608 13647 16384, 15608 13650 16384, 15608 13656 16384, 15608 13665 16384, 15609 13677 16384, 15611 13694 16384, 15613 13714 16384, 15613 13738 16384, 15614 13765 16384, 15613 13795 16384, 15611 13824 16384, 15608 13855 16384, 15605 13887 16384, 15603 13914 16384, 15603 13940 16384, 15603 13964 16384, 15603 13982 16384, 15603 13999 16384, 15605 14012 16384, 15606 14023 16384, 15608 14029 16384, 15609 14032 16384</inkml:trace>
  <inkml:trace contextRef="#ctx0" brushRef="#br0">16703 13431 16384, 16698 13432 16384, 16701 13473 16384, 16700 13601 16384, 16675 13802 16384, 16650 13989 16384, 16630 14120 16384, 16624 14207 16384, 16639 14245 16384</inkml:trace>
  <inkml:trace contextRef="#ctx0" brushRef="#br0">17647 13551 16384, 17640 13516 16384, 17610 13477 16384, 17560 13437 16384, 17498 13431 16384, 17423 13457 16384, 17357 13503 16384, 17328 13562 16384, 17324 13640 16384, 17354 13736 16384, 17418 13829 16384, 17509 13928 16384, 17594 14008 16384, 17651 14072 16384, 17680 14133 16384, 17671 14183 16384, 17631 14223 16384, 17575 14242 16384, 17496 14245 16384, 17431 14232 16384, 17392 14192 16384, 17384 14114 16384, 17404 14035 16384, 17443 13968 16384, 17496 13896 16384, 17555 13804 16384, 17611 13698 16384, 17643 13624 16384, 17647 13604 16384, 17631 13586 16384, 17608 13564 16384, 17595 13543 16384, 17587 13528 16384</inkml:trace>
  <inkml:trace contextRef="#ctx0" brushRef="#br0">18105 13431 16384, 18119 13440 16384, 18147 13459 16384, 18180 13501 16384, 18222 13552 16384, 18268 13626 16384, 18315 13724 16384, 18366 13817 16384, 18403 13915 16384, 18450 13998 16384, 18482 14064 16384, 18505 14119 16384, 18529 14166 16384, 18547 14194 16384, 18561 14222 16384, 18571 14236 16384, 18575 14240 16384</inkml:trace>
  <inkml:trace contextRef="#ctx0" brushRef="#br0">18654 13473 16384, 18617 13482 16384, 18603 13491 16384, 18585 13510 16384, 18557 13543 16384, 18515 13575 16384, 18464 13626 16384, 18398 13687 16384, 18329 13766 16384, 18254 13850 16384, 18184 13938 16384, 18124 14022 16384, 18077 14101 16384, 18050 14161 16384, 18036 14198 16384, 18026 14226 16384, 18026 14240 16384, 18026 14245 16384</inkml:trace>
  <inkml:trace contextRef="#ctx0" brushRef="#br0">19402 13550 16384, 19410 13529 16384, 19410 13521 16384, 19410 13513 16384, 19402 13500 16384, 19393 13484 16384, 19373 13464 16384, 19344 13443 16384, 19308 13431 16384, 19275 13431 16384, 19234 13435 16384, 19197 13451 16384, 19164 13472 16384, 19124 13505 16384, 19087 13541 16384, 19058 13578 16384, 19038 13619 16384, 19029 13656 16384, 19034 13697 16384, 19046 13742 16384, 19070 13791 16384, 19103 13832 16384, 19136 13881 16384, 19181 13926 16384, 19222 13963 16384, 19267 13995 16384, 19308 14028 16384, 19332 14057 16384, 19361 14085 16384, 19373 14110 16384, 19373 14135 16384, 19365 14155 16384, 19349 14175 16384, 19324 14196 16384, 19295 14212 16384, 19263 14229 16384, 19222 14237 16384, 19177 14241 16384, 19128 14245 16384, 19087 14245 16384, 19042 14241 16384, 19005 14229 16384, 18964 14208 16384, 18948 14192 16384</inkml:trace>
  <inkml:trace contextRef="#ctx0" brushRef="#br0">20023 13830 16384, 20017 13830 16384, 20020 13830 16384, 20025 13830 16384, 20032 13829 16384, 20041 13829 16384, 20051 13827 16384, 20064 13827 16384, 20081 13826 16384, 20101 13824 16384, 20125 13824 16384, 20148 13823 16384, 20174 13823 16384, 20201 13821 16384, 20225 13821 16384, 20251 13823 16384, 20280 13824 16384, 20306 13827 16384, 20333 13829 16384, 20360 13830 16384, 20383 13832 16384, 20406 13832 16384, 20424 13832 16384, 20438 13832 16384, 20447 13833 16384, 20454 13833 16384, 20460 13833 16384, 20463 13833 16384, 20465 13830 16384</inkml:trace>
  <inkml:trace contextRef="#ctx0" brushRef="#br0">20249 13644 16384, 20249 13645 16384, 20248 13647 16384, 20248 13650 16384, 20248 13656 16384, 20248 13665 16384, 20249 13677 16384, 20251 13694 16384, 20252 13714 16384, 20252 13738 16384, 20254 13765 16384, 20252 13795 16384, 20251 13824 16384, 20248 13855 16384, 20245 13887 16384, 20243 13914 16384, 20243 13940 16384, 20243 13964 16384, 20243 13982 16384, 20243 13999 16384, 20245 14012 16384, 20246 14023 16384, 20248 14029 16384, 20249 14032 16384</inkml:trace>
  <inkml:trace contextRef="#ctx0" brushRef="#br0">21140 13436 16384, 21140 13433 16384, 21140 13431 16384, 21138 13431 16384, 21130 13436 16384, 21125 13443 16384, 21118 13453 16384, 21108 13468 16384, 21098 13488 16384, 21076 13538 16384, 21068 13558 16384, 21063 13577 16384, 21048 13627 16384, 21029 13709 16384, 21021 13768 16384, 21019 13835 16384, 21021 13935 16384, 21029 14002 16384, 21041 14066 16384, 21066 14138 16384, 21078 14180 16384, 21093 14210 16384, 21113 14235 16384, 21120 14245 16384</inkml:trace>
  <inkml:trace contextRef="#ctx0" brushRef="#br0">21268 13835 16384, 21266 13835 16384, 21265 13837 16384, 21263 13837 16384, 21265 13839 16384, 21272 13843 16384, 21284 13845 16384, 21299 13847 16384, 21320 13847 16384, 21347 13843 16384, 21378 13839 16384, 21414 13833 16384, 21449 13829 16384, 21483 13829 16384, 21518 13829 16384, 21545 13829 16384, 21570 13831 16384, 21593 13833 16384, 21612 13835 16384, 21629 13837 16384, 21645 13837 16384, 21662 13835 16384, 21670 13833 16384</inkml:trace>
  <inkml:trace contextRef="#ctx0" brushRef="#br0">22140 13431 16384, 22136 13432 16384, 22139 13473 16384, 22137 13601 16384, 22113 13802 16384, 22088 13989 16384, 22068 14120 16384, 22062 14207 16384, 22077 14245 16384</inkml:trace>
  <inkml:trace contextRef="#ctx0" brushRef="#br0">22798 13438 16384, 22792 13444 16384, 22790 13488 16384, 22769 13598 16384, 22731 13717 16384, 22706 13797 16384, 22698 13843 16384, 22700 13863 16384, 22711 13864 16384, 22731 13861 16384, 22769 13845 16384, 22830 13818 16384, 22903 13807 16384, 22977 13825 16384, 23031 13876 16384, 23064 13950 16384, 23072 14032 16384, 23053 14104 16384, 22999 14169 16384, 22926 14219 16384, 22851 14245 16384, 22774 14238 16384, 22736 14217 16384</inkml:trace>
  <inkml:trace contextRef="#ctx0" brushRef="#br0">22787 13441 16384, 22784 13441 16384, 22793 13441 16384, 22849 13442 16384, 22951 13436 16384, 23056 13431 16384, 23146 13449 16384, 23181 13465 16384</inkml:trace>
  <inkml:trace contextRef="#ctx0" brushRef="#br0">23543 13431 16384, 23557 13440 16384, 23585 13459 16384, 23617 13501 16384, 23659 13552 16384, 23706 13626 16384, 23752 13724 16384, 23804 13817 16384, 23841 13915 16384, 23887 13998 16384, 23920 14064 16384, 23943 14119 16384, 23966 14166 16384, 23985 14194 16384, 23999 14222 16384, 24008 14236 16384, 24013 14240 16384</inkml:trace>
  <inkml:trace contextRef="#ctx0" brushRef="#br0">24092 13473 16384, 24055 13482 16384, 24041 13491 16384, 24022 13510 16384, 23994 13543 16384, 23952 13575 16384, 23901 13626 16384, 23836 13687 16384, 23766 13766 16384, 23692 13850 16384, 23622 13938 16384, 23562 14022 16384, 23515 14101 16384, 23487 14161 16384, 23473 14198 16384, 23464 14226 16384, 23464 14240 16384, 23464 14245 16384</inkml:trace>
  <inkml:trace contextRef="#ctx0" brushRef="#br0">24622 13830 16384, 24616 13830 16384, 24619 13830 16384, 24624 13830 16384, 24632 13829 16384, 24641 13829 16384, 24650 13827 16384, 24663 13827 16384, 24680 13826 16384, 24700 13824 16384, 24724 13824 16384, 24747 13823 16384, 24773 13823 16384, 24800 13821 16384, 24824 13821 16384, 24850 13823 16384, 24879 13824 16384, 24905 13827 16384, 24932 13829 16384, 24959 13830 16384, 24982 13832 16384, 25005 13832 16384, 25023 13832 16384, 25037 13832 16384, 25046 13833 16384, 25053 13833 16384, 25060 13833 16384, 25063 13833 16384, 25064 13830 16384</inkml:trace>
  <inkml:trace contextRef="#ctx0" brushRef="#br0">24849 13644 16384, 24849 13645 16384, 24847 13647 16384, 24847 13650 16384, 24847 13656 16384, 24847 13665 16384, 24849 13677 16384, 24850 13694 16384, 24852 13714 16384, 24852 13738 16384, 24853 13765 16384, 24852 13795 16384, 24850 13824 16384, 24847 13855 16384, 24844 13887 16384, 24843 13914 16384, 24843 13940 16384, 24843 13964 16384, 24843 13982 16384, 24843 13999 16384, 24844 14012 16384, 24846 14023 16384, 24847 14029 16384, 24849 14032 16384</inkml:trace>
  <inkml:trace contextRef="#ctx0" brushRef="#br0">25605 13431 16384, 25615 13438 16384, 25621 13441 16384, 25628 13447 16384, 25648 13464 16384, 25691 13510 16384, 25724 13550 16384, 25764 13593 16384, 25823 13666 16384, 25860 13706 16384, 25873 13729 16384, 25886 13749 16384, 25926 13792 16384, 25946 13808 16384, 25965 13818 16384</inkml:trace>
  <inkml:trace contextRef="#ctx0" brushRef="#br0">26197 13494 16384, 26200 13487 16384, 26200 13484 16384, 26187 13497 16384, 26171 13510 16384, 26151 13524 16384, 26124 13543 16384, 26088 13567 16384, 26071 13580 16384, 26055 13593 16384, 26012 13636 16384, 25995 13653 16384, 25982 13669 16384, 25959 13689 16384, 25952 13692 16384, 25942 13702 16384, 25942 13706 16384, 25939 13712 16384, 25936 13729 16384, 25932 13745 16384, 25932 13765 16384, 25932 13795 16384, 25929 13831 16384, 25929 13898 16384, 25929 13954 16384, 25929 14007 16384, 25932 14033 16384, 25936 14083 16384, 25939 14106 16384, 25942 14159 16384, 25946 14189 16384, 25952 14212 16384, 25956 14225 16384, 25959 14238 16384, 25959 14245 16384</inkml:trace>
  <inkml:trace contextRef="#ctx0" brushRef="#br0">26747 13830 16384, 26741 13830 16384, 26744 13830 16384, 26749 13830 16384, 26756 13829 16384, 26765 13829 16384, 26774 13827 16384, 26788 13827 16384, 26805 13826 16384, 26824 13824 16384, 26849 13824 16384, 26872 13823 16384, 26897 13823 16384, 26925 13821 16384, 26949 13821 16384, 26975 13823 16384, 27004 13824 16384, 27029 13827 16384, 27057 13829 16384, 27084 13830 16384, 27107 13832 16384, 27130 13832 16384, 27148 13832 16384, 27161 13832 16384, 27170 13833 16384, 27178 13833 16384, 27184 13833 16384, 27187 13833 16384, 27189 13830 16384</inkml:trace>
  <inkml:trace contextRef="#ctx0" brushRef="#br0">26973 13644 16384, 26973 13645 16384, 26972 13647 16384, 26972 13650 16384, 26972 13656 16384, 26972 13665 16384, 26973 13677 16384, 26975 13694 16384, 26976 13714 16384, 26976 13738 16384, 26978 13765 16384, 26976 13795 16384, 26975 13824 16384, 26972 13855 16384, 26969 13887 16384, 26967 13914 16384, 26967 13940 16384, 26967 13964 16384, 26967 13982 16384, 26967 13999 16384, 26969 14012 16384, 26970 14023 16384, 26972 14029 16384, 26973 14032 16384</inkml:trace>
  <inkml:trace contextRef="#ctx0" brushRef="#br0">27879 13450 16384, 27868 13453 16384, 27858 13466 16384, 27860 13506 16384, 27869 13578 16384, 27881 13655 16384, 27897 13707 16384, 27907 13722 16384</inkml:trace>
  <inkml:trace contextRef="#ctx0" brushRef="#br0">27889 13431 16384, 27892 13432 16384, 27937 13437 16384, 28019 13437 16384, 28080 13437 16384, 28129 13442 16384, 28166 13470 16384, 28188 13510 16384, 28197 13561 16384, 28192 13645 16384, 28171 13766 16384, 28136 13913 16384, 28103 14047 16384, 28088 14128 16384, 28088 14181 16384, 28099 14225 16384, 28104 14245 16384</inkml:trace>
  <inkml:trace contextRef="#ctx0" brushRef="#br0">28597 13431 16384, 28600 13431 16384, 28600 13434 16384, 28602 13434 16384, 28605 13437 16384, 28623 13457 16384, 28634 13483 16384, 28646 13524 16384, 28655 13573 16384, 28664 13626 16384, 28678 13719 16384, 28681 13751 16384, 28684 13783 16384, 28687 13844 16384, 28687 13937 16384, 28684 13989 16384, 28675 14041 16384, 28666 14091 16384, 28658 14129 16384, 28646 14178 16384, 28634 14204 16384, 28623 14225 16384, 28617 14230 16384, 28600 14245 16384</inkml:trace>
  <inkml:trace contextRef="#ctx0" brushRef="#br0">29232 13467 16384, 29242 13469 16384, 29297 13504 16384, 29376 13583 16384, 29443 13652 16384, 29496 13708 16384, 29541 13748 16384, 29550 13754 16384</inkml:trace>
  <inkml:trace contextRef="#ctx0" brushRef="#br0">29817 13525 16384, 29810 13525 16384, 29768 13546 16384, 29701 13609 16384, 29598 13717 16384, 29510 13827 16384, 29452 13943 16384, 29434 14037 16384, 29455 14098 16384, 29511 14151 16384, 29591 14190 16384, 29677 14204 16384, 29779 14209 16384, 29882 14200 16384, 29976 14183 16384, 30046 14165 16384</inkml:trace>
  <inkml:trace contextRef="#ctx0" brushRef="#br0">30605 13632 16384, 30599 13630 16384, 30609 13630 16384, 30676 13623 16384, 30793 13614 16384, 30920 13609 16384, 31050 13605 16384, 31147 13600 16384, 31202 13595 16384, 31220 13594 16384</inkml:trace>
  <inkml:trace contextRef="#ctx0" brushRef="#br0">30962 13434 16384, 30959 13431 16384, 30983 13448 16384, 31022 13506 16384, 31044 13612 16384, 31040 13733 16384, 31018 13857 16384, 30990 13929 16384, 30960 13973 16384, 30930 13993 16384, 30898 13991 16384, 30868 13966 16384, 30850 13917 16384, 30855 13871 16384, 30880 13831 16384, 30926 13798 16384, 30979 13791 16384, 31025 13814 16384, 31048 13877 16384, 31047 13965 16384, 31019 14064 16384, 30974 14154 16384, 30938 14212 16384, 30916 14244 16384, 30905 14245 16384</inkml:trace>
  <inkml:trace contextRef="#ctx0" brushRef="#br0">31559 13431 16384, 31556 13431 16384, 31560 13455 16384, 31572 13557 16384, 31569 13744 16384, 31551 13952 16384, 31532 14104 16384, 31523 14194 16384, 31529 14240 16384, 31533 14245 16384</inkml:trace>
  <inkml:trace contextRef="#ctx0" brushRef="#br0">31372 13821 16384, 31366 13807 16384, 31378 13776 16384, 31434 13720 16384, 31506 13660 16384, 31559 13625 16384, 31583 13618 16384, 31584 13640 16384, 31559 13726 16384, 31506 13875 16384, 31448 14012 16384, 31419 14082 16384, 31423 14093 16384, 31452 14081 16384, 31511 14018 16384, 31601 13879 16384, 31727 13702 16384, 31843 13607 16384, 31909 13580 16384, 31943 13578 16384, 31961 13607 16384, 31964 13699 16384, 31952 13860 16384, 31946 14012 16384, 31962 14094 16384, 32004 14135 16384, 32064 14147 16384, 32123 14141 16384</inkml:trace>
  <inkml:trace contextRef="#ctx0" brushRef="#br0">32305 13552 16384, 32299 13564 16384, 32293 13575 16384, 32290 13584 16384, 32290 13611 16384, 32287 13646 16384, 32281 13696 16384, 32276 13761 16384, 32270 13832 16384, 32270 13912 16384, 32270 13988 16384, 32278 14047 16384, 32293 14089 16384, 32311 14115 16384, 32332 14127 16384, 32346 14133 16384</inkml:trace>
  <inkml:trace contextRef="#ctx0" brushRef="#br0">32523 13690 16384, 32526 13685 16384, 32529 13685 16384, 32550 13685 16384, 32582 13682 16384, 32624 13679 16384, 32668 13676 16384, 32712 13673 16384, 32756 13673 16384, 32798 13673 16384, 32842 13670 16384, 32877 13670 16384, 32907 13670 16384, 32930 13670 16384, 32945 13670 16384, 32957 13670 16384</inkml:trace>
  <inkml:trace contextRef="#ctx0" brushRef="#br0">32709 13587 16384, 32697 13587 16384, 32697 13590 16384, 32697 13602 16384, 32706 13617 16384, 32718 13640 16384, 32730 13670 16384, 32739 13705 16384, 32747 13752 16384, 32753 13800 16384, 32753 13856 16384, 32750 13918 16384, 32739 13968 16384, 32721 14009 16384, 32709 14047 16384, 32694 14068 16384, 32680 14086 16384, 32659 14095 16384, 32644 14095 16384, 32624 14092 16384, 32600 14083 16384, 32582 14071 16384, 32568 14053 16384, 32550 14027 16384, 32541 13997 16384, 32538 13977 16384, 32544 13959 16384, 32562 13944 16384, 32582 13932 16384, 32609 13918 16384, 32644 13906 16384, 32685 13894 16384, 32730 13888 16384, 32771 13888 16384, 32809 13900 16384, 32845 13918 16384, 32868 13938 16384, 32889 13959 16384, 32901 13980 16384, 32904 13997 16384, 32904 14009 16384, 32907 14015 16384</inkml:trace>
  <inkml:trace contextRef="#ctx0" brushRef="#br0">32963 13546 16384, 32957 13543 16384, 32957 13549 16384, 32960 13558 16384, 32966 13570 16384, 32972 13584 16384, 32977 13605 16384, 32980 13626 16384, 32986 13643 16384, 32992 13661 16384, 32998 13670 16384, 33004 13676 16384, 33010 13682 16384, 33013 13685 16384, 33013 13688 16384</inkml:trace>
  <inkml:trace contextRef="#ctx0" brushRef="#br0">33013 13549 16384, 33016 13552 16384, 33019 13561 16384, 33028 13575 16384, 33036 13599 16384, 33045 13623 16384, 33054 13637 16384, 33060 13646 16384, 33072 13655 16384, 33078 13658 16384, 33084 13661 16384</inkml:trace>
  <inkml:trace contextRef="#ctx0" brushRef="#br0">33230 13960 16384, 33235 13965 16384, 33241 13970 16384, 33251 13986 16384, 33277 14017 16384, 33308 14053 16384, 33334 14100 16384, 33360 14141 16384, 33380 14172 16384, 33406 14198 16384, 33427 14219 16384, 33443 14229 16384, 33453 14235 16384, 33463 14245 16384, 33468 14245 16384</inkml:trace>
  <inkml:trace contextRef="#ctx0" brushRef="#br0">33787 13431 16384, 33801 13440 16384, 33829 13459 16384, 33862 13501 16384, 33903 13552 16384, 33950 13626 16384, 33996 13724 16384, 34048 13817 16384, 34085 13915 16384, 34131 13998 16384, 34164 14064 16384, 34187 14119 16384, 34210 14166 16384, 34229 14194 16384, 34243 14222 16384, 34252 14236 16384, 34257 14240 16384</inkml:trace>
  <inkml:trace contextRef="#ctx0" brushRef="#br0">34336 13473 16384, 34299 13482 16384, 34285 13491 16384, 34266 13510 16384, 34238 13543 16384, 34196 13575 16384, 34145 13626 16384, 34080 13687 16384, 34010 13766 16384, 33936 13850 16384, 33866 13938 16384, 33806 14022 16384, 33759 14101 16384, 33731 14161 16384, 33717 14198 16384, 33708 14226 16384, 33708 14240 16384, 33708 14245 16384</inkml:trace>
  <inkml:trace contextRef="#ctx0" brushRef="#br0">34528 14041 16384, 34528 14045 16384, 34528 14064 16384, 34537 14083 16384, 34547 14109 16384, 34557 14135 16384, 34566 14158 16384, 34573 14180 16384, 34576 14206 16384, 34579 14222 16384, 34579 14238 16384, 34583 14245 16384</inkml:trace>
  <inkml:trace contextRef="#ctx0" brushRef="#br0">34791 13431 16384, 34800 13438 16384, 34807 13441 16384, 34814 13447 16384, 34834 13464 16384, 34877 13510 16384, 34910 13550 16384, 34949 13593 16384, 35009 13666 16384, 35045 13706 16384, 35059 13729 16384, 35072 13749 16384, 35112 13792 16384, 35131 13808 16384, 35151 13818 16384</inkml:trace>
  <inkml:trace contextRef="#ctx0" brushRef="#br0">35383 13494 16384, 35386 13487 16384, 35386 13484 16384, 35373 13497 16384, 35356 13510 16384, 35337 13524 16384, 35310 13543 16384, 35274 13567 16384, 35257 13580 16384, 35241 13593 16384, 35198 13636 16384, 35181 13653 16384, 35168 13669 16384, 35145 13689 16384, 35138 13692 16384, 35128 13702 16384, 35128 13706 16384, 35125 13712 16384, 35121 13729 16384, 35118 13745 16384, 35118 13765 16384, 35118 13795 16384, 35115 13831 16384, 35115 13898 16384, 35115 13954 16384, 35115 14007 16384, 35118 14033 16384, 35121 14083 16384, 35125 14106 16384, 35128 14159 16384, 35131 14189 16384, 35138 14212 16384, 35141 14225 16384, 35145 14238 16384, 35145 14245 16384</inkml:trace>
  <inkml:trace contextRef="#ctx0" brushRef="#br0">35988 13519 16384, 35982 13516 16384, 35974 13539 16384, 35959 13614 16384, 35936 13762 16384, 35927 13943 16384, 35939 14074 16384, 35971 14137 16384, 36010 14159 16384</inkml:trace>
  <inkml:trace contextRef="#ctx0" brushRef="#br0">36170 13678 16384, 36240 13679 16384, 36342 13679 16384, 36440 13677 16384, 36530 13671 16384, 36589 13671 16384, 36611 13677 16384</inkml:trace>
  <inkml:trace contextRef="#ctx0" brushRef="#br0">36396 13532 16384, 36419 13585 16384, 36454 13693 16384, 36465 13834 16384, 36452 13972 16384, 36422 14072 16384, 36395 14124 16384, 36370 14130 16384, 36338 14117 16384, 36301 14077 16384, 36272 14024 16384, 36263 13983 16384, 36283 13958 16384, 36335 13939 16384, 36414 13925 16384, 36510 13937 16384, 36590 13975 16384, 36655 14019 16384, 36699 14048 16384, 36726 14059 16384, 36738 14064 16384, 36741 14064 16384</inkml:trace>
  <inkml:trace contextRef="#ctx0" brushRef="#br0">37298 13546 16384, 37294 13546 16384, 37336 13542 16384, 37445 13531 16384, 37580 13512 16384, 37731 13491 16384, 37888 13474 16384, 38016 13467 16384, 38091 13467 16384, 38108 13472 16384, 38097 13482 16384, 38035 13523 16384, 37930 13591 16384, 37821 13681 16384, 37736 13801 16384, 37717 13907 16384, 37734 14014 16384, 37783 14102 16384, 37858 14168 16384, 37943 14198 16384, 38037 14209 16384, 38106 14196 16384</inkml:trace>
  <inkml:trace contextRef="#ctx0" brushRef="#br0">38263 13442 16384, 38259 13442 16384, 38255 13444 16384, 38255 13490 16384, 38263 13611 16384, 38278 13798 16384, 38302 13995 16384, 38337 14139 16384, 38380 14211 16384, 38419 14234 16384, 38452 14227 16384, 38489 14178 16384, 38532 14079 16384, 38590 13995 16384</inkml:trace>
  <inkml:trace contextRef="#ctx0" brushRef="#br0">38861 13621 16384, 38876 13629 16384, 38931 13670 16384, 38989 13742 16384, 39032 13829 16384, 39055 13899 16384, 39063 13946 16384, 39065 13966 16384, 39069 13966 16384</inkml:trace>
  <inkml:trace contextRef="#ctx0" brushRef="#br0">39221 13632 16384, 39215 13630 16384, 39225 13630 16384, 39292 13623 16384, 39409 13614 16384, 39536 13609 16384, 39666 13605 16384, 39763 13600 16384, 39818 13595 16384, 39836 13594 16384</inkml:trace>
  <inkml:trace contextRef="#ctx0" brushRef="#br0">39578 13434 16384, 39575 13431 16384, 39599 13448 16384, 39638 13506 16384, 39660 13612 16384, 39656 13733 16384, 39634 13857 16384, 39606 13929 16384, 39576 13973 16384, 39546 13993 16384, 39514 13991 16384, 39484 13966 16384, 39466 13917 16384, 39471 13871 16384, 39496 13831 16384, 39542 13798 16384, 39595 13791 16384, 39641 13814 16384, 39664 13877 16384, 39663 13965 16384, 39635 14064 16384, 39590 14154 16384, 39554 14212 16384, 39532 14244 16384, 39521 14245 16384</inkml:trace>
  <inkml:trace contextRef="#ctx0" brushRef="#br0">40158 13431 16384, 40183 13442 16384, 40249 13461 16384, 40313 13476 16384, 40359 13495 16384, 40379 13517 16384</inkml:trace>
  <inkml:trace contextRef="#ctx0" brushRef="#br0">39992 13825 16384, 39982 13825 16384, 39990 13818 16384, 40040 13787 16384, 40127 13734 16384, 40224 13683 16384, 40319 13658 16384, 40406 13661 16384, 40472 13704 16384, 40509 13787 16384, 40516 13916 16384, 40494 14024 16384, 40443 14110 16384, 40384 14185 16384, 40337 14232 16384, 40316 14245 16384</inkml:trace>
  <inkml:trace contextRef="#ctx0" brushRef="#br0">40670 13626 16384, 40662 13615 16384, 40667 13614 16384, 40679 13615 16384, 40696 13622 16384, 40720 13628 16384, 40768 13634 16384, 40850 13634 16384, 40950 13629 16384, 41054 13617 16384, 41156 13601 16384, 41231 13587 16384, 41260 13579 16384</inkml:trace>
  <inkml:trace contextRef="#ctx0" brushRef="#br0">40907 13431 16384, 40895 13436 16384, 40887 13457 16384, 40885 13518 16384, 40879 13648 16384, 40876 13804 16384, 40890 13953 16384, 40925 14090 16384, 40962 14181 16384, 41006 14234 16384, 41017 14245 16384</inkml:trace>
  <inkml:trace contextRef="#ctx0" brushRef="#br0">41000 13715 16384, 40992 13718 16384, 40987 13736 16384, 40987 13798 16384, 40965 13912 16384, 40918 14048 16384, 40876 14136 16384, 40848 14167 16384, 40818 14178 16384, 40782 14153 16384, 40751 14092 16384, 40742 14011 16384, 40765 13956 16384, 40823 13911 16384, 40910 13873 16384, 41017 13859 16384, 41110 13882 16384, 41178 13945 16384, 41215 14036 16384, 41218 14115 16384, 41203 14173 16384, 41179 14212 16384, 41153 14229 16384</inkml:trace>
  <inkml:trace contextRef="#ctx0" brushRef="#br0">41416 13712 16384, 41407 13703 16384, 41418 13691 16384, 41481 13658 16384, 41608 13598 16384, 41758 13558 16384, 41921 13551 16384, 42067 13582 16384, 42163 13643 16384, 42216 13718 16384, 42221 13803 16384, 42178 13886 16384, 42098 13965 16384, 42006 14045 16384, 41933 14101 16384, 41906 14125 16384</inkml:trace>
  <inkml:trace contextRef="#ctx0" brushRef="#br0">42380 13693 16384, 42368 13691 16384, 42371 13691 16384, 42394 13691 16384, 42440 13679 16384, 42519 13651 16384, 42617 13626 16384, 42707 13615 16384, 42786 13622 16384, 42842 13660 16384, 42876 13736 16384, 42892 13839 16384, 42892 13946 16384, 42876 14051 16384, 42847 14147 16384, 42816 14212 16384, 42795 14242 16384, 42778 14245 16384, 42755 14215 16384, 42718 14149 16384</inkml:trace>
  <inkml:trace contextRef="#ctx0" brushRef="#br0">42752 13431 16384, 42754 13446 16384, 42738 13526 16384, 42684 13687 16384, 42612 13888 16384, 42547 14057 16384, 42513 14146 16384, 42502 14192 16384, 42501 14198 16384</inkml:trace>
  <inkml:trace contextRef="#ctx0" brushRef="#br0">42893 13539 16384, 42884 13538 16384, 42898 13552 16384, 42938 13605 16384, 42994 13713 16384, 43033 13837 16384, 43054 13922 16384, 43071 13972 16384, 43082 13998 16384</inkml:trace>
  <inkml:trace contextRef="#ctx0" brushRef="#br0">43237 13442 16384, 43233 13442 16384, 43229 13444 16384, 43229 13490 16384, 43237 13611 16384, 43251 13798 16384, 43276 13995 16384, 43311 14139 16384, 43354 14211 16384, 43393 14234 16384, 43426 14227 16384, 43463 14178 16384, 43506 14079 16384, 43564 13995 16384</inkml:trace>
  <inkml:trace contextRef="#ctx0" brushRef="#br0">43835 13621 16384, 43850 13629 16384, 43905 13670 16384, 43963 13742 16384, 44006 13829 16384, 44028 13899 16384, 44037 13946 16384, 44039 13966 16384, 44043 13966 16384</inkml:trace>
  <inkml:trace contextRef="#ctx0" brushRef="#br0">44211 13636 16384, 44192 13639 16384, 44189 13642 16384, 44189 13645 16384, 44196 13648 16384, 44208 13648 16384, 44236 13652 16384, 44264 13652 16384, 44279 13652 16384, 44323 13645 16384, 44370 13642 16384, 44425 13636 16384, 44491 13630 16384, 44547 13630 16384, 44609 13630 16384, 44668 13630 16384, 44724 13630 16384, 44767 13630 16384, 44805 13630 16384, 44823 13630 16384, 44839 13630 16384, 44845 13630 16384, 44839 13630 16384, 44823 13636 16384, 44805 13642 16384, 44777 13652 16384, 44742 13661 16384, 44711 13673 16384, 44674 13689 16384, 44637 13711 16384, 44599 13735 16384, 44562 13766 16384, 44531 13804 16384, 44512 13841 16384, 44491 13878 16384, 44475 13919 16384, 44469 13956 16384, 44466 13993 16384, 44469 14031 16384, 44478 14059 16384, 44497 14090 16384, 44522 14111 16384, 44547 14130 16384, 44578 14149 16384, 44609 14164 16384, 44640 14170 16384, 44671 14173 16384, 44705 14173 16384, 44739 14164 16384, 44777 14155 16384, 44811 14139 16384</inkml:trace>
  <inkml:trace contextRef="#ctx0" brushRef="#br0">44895 13509 16384, 44895 13512 16384, 44888 13521 16384, 44888 13530 16384, 44892 13549 16384, 44898 13568 16384, 44904 13589 16384, 44910 13627 16384, 44910 13648 16384, 44913 13658 16384, 44913 13664 16384, 44916 13676 16384, 44926 13683 16384, 44929 13686 16384</inkml:trace>
  <inkml:trace contextRef="#ctx0" brushRef="#br0">44960 13502 16384, 44960 13506 16384, 44960 13512 16384, 44966 13530 16384, 44969 13555 16384, 44972 13583 16384, 44975 13614 16384, 44979 13627 16384, 44979 13639 16384, 44985 13655 16384, 44994 13667 16384, 45000 13673 16384, 45003 13676 16384</inkml:trace>
  <inkml:trace contextRef="#ctx0" brushRef="#br0">45565 13626 16384, 45557 13615 16384, 45562 13614 16384, 45574 13615 16384, 45591 13622 16384, 45615 13628 16384, 45663 13634 16384, 45744 13634 16384, 45844 13629 16384, 45949 13617 16384, 46051 13601 16384, 46126 13587 16384, 46155 13579 16384</inkml:trace>
  <inkml:trace contextRef="#ctx0" brushRef="#br0">45802 13431 16384, 45790 13436 16384, 45782 13457 16384, 45780 13518 16384, 45774 13648 16384, 45771 13804 16384, 45785 13953 16384, 45819 14090 16384, 45857 14181 16384, 45901 14234 16384, 45912 14245 16384</inkml:trace>
  <inkml:trace contextRef="#ctx0" brushRef="#br0">45894 13715 16384, 45887 13718 16384, 45882 13736 16384, 45882 13798 16384, 45860 13912 16384, 45813 14048 16384, 45771 14136 16384, 45743 14167 16384, 45713 14178 16384, 45677 14153 16384, 45646 14092 16384, 45637 14011 16384, 45660 13956 16384, 45718 13911 16384, 45805 13873 16384, 45912 13859 16384, 46005 13882 16384, 46073 13945 16384, 46110 14036 16384, 46113 14115 16384, 46098 14173 16384, 46074 14212 16384, 46048 14229 16384</inkml:trace>
  <inkml:trace contextRef="#ctx0" brushRef="#br0">46315 13502 16384, 46303 13500 16384, 46317 13500 16384, 46370 13496 16384, 46455 13472 16384, 46550 13441 16384, 46627 13431 16384, 46663 13443 16384, 46667 13479 16384, 46631 13553 16384, 46555 13661 16384, 46455 13771 16384, 46365 13858 16384, 46314 13905 16384, 46302 13920 16384, 46332 13909 16384, 46397 13867 16384, 46496 13809 16384, 46622 13769 16384, 46734 13765 16384, 46815 13789 16384, 46866 13837 16384, 46881 13920 16384, 46862 14018 16384, 46806 14104 16384, 46734 14171 16384, 46658 14227 16384, 46592 14245 16384, 46547 14228 16384, 46514 14185 16384, 46505 14117 16384, 46534 14079 16384, 46588 14061 16384, 46660 14052 16384, 46726 14057 16384, 46771 14069 16384, 46800 14078 16384</inkml:trace>
  <inkml:trace contextRef="#ctx0" brushRef="#br0">47028 13476 16384, 47039 13470 16384, 47123 13456 16384, 47265 13436 16384, 47406 13441 16384, 47531 13491 16384, 47619 13553 16384, 47654 13606 16384, 47649 13651 16384, 47597 13707 16384, 47579 13724 16384</inkml:trace>
  <inkml:trace contextRef="#ctx0" brushRef="#br0">47048 13924 16384, 47044 13939 16384, 47066 14014 16384, 47134 14112 16384, 47228 14183 16384, 47331 14226 16384, 47439 14239 16384, 47553 14240 16384, 47669 14228 16384, 47781 14200 16384, 47842 14178 16384</inkml:trace>
  <inkml:trace contextRef="#ctx0" brushRef="#br0">47988 13467 16384, 47999 13469 16384, 48053 13504 16384, 48132 13583 16384, 48199 13652 16384, 48252 13708 16384, 48298 13748 16384, 48306 13754 16384</inkml:trace>
  <inkml:trace contextRef="#ctx0" brushRef="#br0">48574 13525 16384, 48567 13525 16384, 48524 13546 16384, 48458 13609 16384, 48354 13717 16384, 48266 13827 16384, 48208 13943 16384, 48190 14037 16384, 48211 14098 16384, 48268 14151 16384, 48347 14190 16384, 48433 14204 16384, 48535 14209 16384, 48639 14200 16384, 48732 14183 16384, 48802 14165 16384</inkml:trace>
  <inkml:trace contextRef="#ctx0" brushRef="#br0">48996 13450 16384, 48990 13466 16384, 48980 13563 16384, 48957 13754 16384, 48949 13979 16384, 48964 14132 16384, 49003 14198 16384, 49048 14226 16384</inkml:trace>
  <inkml:trace contextRef="#ctx0" brushRef="#br0">49290 13661 16384, 49291 13650 16384, 49391 13621 16384, 49464 13615 16384, 49526 13617 16384, 49580 13622 16384, 49606 13638 16384, 49601 13688 16384</inkml:trace>
  <inkml:trace contextRef="#ctx0" brushRef="#br0">49417 14024 16384, 49417 14036 16384, 49495 14144 16384, 49563 14175 16384, 49641 14191 16384, 49725 14179 16384, 49763 14163 16384</inkml:trace>
  <inkml:trace contextRef="#ctx0" brushRef="#br0">50318 13598 16384, 50316 13592 16384, 50337 13592 16384, 50418 13598 16384, 50544 13599 16384, 50685 13591 16384, 50818 13580 16384, 50922 13573 16384, 50981 13568 16384</inkml:trace>
  <inkml:trace contextRef="#ctx0" brushRef="#br0">50681 13431 16384, 50671 13433 16384, 50651 13443 16384, 50650 13498 16384, 50616 13613 16384, 50562 13738 16384, 50529 13819 16384, 50523 13866 16384, 50530 13880 16384, 50548 13882 16384, 50586 13873 16384, 50648 13852 16384, 50730 13838 16384, 50818 13854 16384, 50893 13896 16384, 50951 13959 16384, 50990 14038 16384, 50997 14119 16384, 50971 14173 16384, 50918 14220 16384, 50848 14245 16384, 50767 14245 16384, 50722 14233 16384</inkml:trace>
  <inkml:trace contextRef="#ctx0" brushRef="#br0">51152 13822 16384, 51152 13827 16384, 51144 13849 16384, 51146 13871 16384, 51152 13895 16384, 51157 13930 16384, 51163 13971 16384, 51168 14012 16384, 51173 14052 16384, 51179 14085 16384, 51184 14109 16384, 51187 14126 16384, 51190 14131 16384, 51192 14131 16384, 51195 14131 16384, 51198 14126 16384, 51201 14115 16384, 51203 14096 16384, 51209 14074 16384, 51217 14050 16384, 51228 14020 16384, 51241 13993 16384, 51257 13960 16384, 51282 13936 16384, 51312 13917 16384, 51339 13903 16384, 51366 13900 16384, 51390 13895 16384, 51418 13895 16384, 51439 13895 16384, 51461 13900 16384, 51483 13914 16384, 51494 13927 16384, 51504 13946 16384, 51507 13965 16384, 51507 13987 16384, 51496 14006 16384, 51480 14028 16384, 51458 14047 16384, 51431 14060 16384, 51401 14077 16384, 51374 14085 16384, 51344 14090 16384, 51312 14093 16384, 51285 14093 16384, 51260 14085 16384</inkml:trace>
  <inkml:trace contextRef="#ctx0" brushRef="#br0">51312 13797 16384, 51312 13800 16384, 51314 13805 16384, 51325 13819 16384, 51339 13841 16384, 51350 13871 16384, 51355 13903 16384, 51355 13941 16384, 51355 13982 16384, 51350 14028 16384, 51344 14074 16384, 51336 14117 16384, 51323 14155 16384, 51312 14188 16384, 51304 14212 16384, 51295 14231 16384, 51287 14245 16384</inkml:trace>
  <inkml:trace contextRef="#ctx0" brushRef="#br0">51829 13431 16384, 51854 13442 16384, 51920 13461 16384, 51985 13476 16384, 52030 13495 16384, 52050 13517 16384</inkml:trace>
  <inkml:trace contextRef="#ctx0" brushRef="#br0">51663 13825 16384, 51654 13825 16384, 51661 13818 16384, 51712 13787 16384, 51798 13734 16384, 51895 13683 16384, 51991 13658 16384, 52077 13661 16384, 52143 13704 16384, 52181 13787 16384, 52187 13916 16384, 52165 14024 16384, 52115 14110 16384, 52055 14185 16384, 52008 14232 16384, 51988 14245 16384</inkml:trace>
  <inkml:trace contextRef="#ctx0" brushRef="#br0">52342 13442 16384, 52338 13442 16384, 52333 13444 16384, 52333 13490 16384, 52342 13611 16384, 52356 13798 16384, 52381 13995 16384, 52416 14139 16384, 52459 14211 16384, 52498 14234 16384, 52531 14227 16384, 52568 14178 16384, 52611 14079 16384, 52669 13995 16384</inkml:trace>
  <inkml:trace contextRef="#ctx0" brushRef="#br0">52940 13621 16384, 52954 13629 16384, 53010 13670 16384, 53067 13742 16384, 53110 13829 16384, 53133 13899 16384, 53141 13946 16384, 53143 13966 16384, 53147 13966 16384</inkml:trace>
  <inkml:trace contextRef="#ctx0" brushRef="#br0">53712 13691 16384, 53704 13691 16384, 53701 13691 16384, 53715 13691 16384, 53762 13688 16384, 53858 13672 16384, 53990 13657 16384, 54135 13641 16384, 54280 13625 16384, 54401 13614 16384, 54475 13614 16384, 54501 13612 16384</inkml:trace>
  <inkml:trace contextRef="#ctx0" brushRef="#br0">54252 13476 16384, 54263 13500 16384, 54300 13583 16384, 54314 13689 16384, 54304 13800 16384, 54286 13883 16384, 54269 13928 16384, 54255 13944 16384, 54240 13943 16384, 54226 13931 16384</inkml:trace>
  <inkml:trace contextRef="#ctx0" brushRef="#br0">53983 13493 16384, 53981 13496 16384, 53984 13540 16384, 53978 13655 16384, 53959 13800 16384, 53949 13950 16384, 53963 14051 16384, 54000 14116 16384, 54051 14169 16384, 54112 14194 16384, 54183 14200 16384, 54265 14194 16384, 54337 14186 16384, 54403 14184 16384, 54454 14176 16384, 54497 14167 16384, 54515 14163 16384</inkml:trace>
  <inkml:trace contextRef="#ctx0" brushRef="#br0">54942 13676 16384, 54934 13660 16384, 54938 13660 16384, 54980 13662 16384, 55064 13662 16384, 55164 13659 16384, 55251 13655 16384, 55306 13655 16384, 55324 13662 16384</inkml:trace>
  <inkml:trace contextRef="#ctx0" brushRef="#br0">54970 13434 16384, 54959 13431 16384, 54970 13442 16384, 54991 13486 16384, 54995 13598 16384, 54977 13801 16384, 54942 13983 16384, 54902 14114 16384, 54860 14201 16384, 54824 14243 16384, 54782 14245 16384, 54732 14209 16384, 54683 14134 16384, 54662 14075 16384, 54677 14061 16384, 54722 14044 16384, 54805 14034 16384, 54924 14064 16384, 55059 14125 16384, 55164 14181 16384, 55228 14214 16384, 55260 14231 16384, 55278 14236 16384</inkml:trace>
  <inkml:trace contextRef="#ctx0" brushRef="#br0">55563 13983 16384, 55554 13983 16384, 55526 13978 16384, 55517 13978 16384, 55508 13988 16384, 55498 14001 16384, 55485 14020 16384, 55475 14043 16384, 55471 14070 16384, 55475 14098 16384, 55485 14130 16384, 55498 14162 16384, 55512 14190 16384, 55531 14213 16384, 55549 14231 16384, 55567 14240 16384, 55595 14245 16384, 55618 14245 16384, 55636 14236 16384, 55650 14217 16384, 55664 14199 16384, 55678 14171 16384, 55691 14148 16384, 55696 14121 16384, 55696 14089 16384, 55691 14057 16384, 55673 14024 16384, 55655 13992 16384, 55632 13969 16384, 55613 13960 16384, 55595 13960 16384, 55572 13960 16384, 55554 13965 16384, 55544 13974 16384, 55535 13978 16384, 55535 13983 16384, 55535 13988 16384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4662 15017 16384, 4662 14980 16384, 4662 14965 16384, 4658 14943 16384, 4650 14913 16384, 4636 14872 16384, 4613 14842 16384, 4591 14816 16384, 4565 14801 16384, 4535 14805 16384, 4509 14819 16384, 4479 14846 16384, 4445 14883 16384, 4419 14928 16384, 4393 14976 16384, 4382 15021 16384, 4385 15058 16384, 4400 15096 16384, 4419 15118 16384, 4441 15137 16384, 4467 15148 16384, 4497 15156 16384, 4531 15156 16384, 4565 15148 16384, 4598 15129 16384, 4624 15103 16384, 4654 15066 16384, 4677 15029 16384, 4692 14988 16384, 4699 14946 16384, 4703 14913 16384, 4703 14887 16384, 4703 14875 16384, 4699 14875 16384, 4695 14879 16384, 4688 14894 16384, 4684 14920 16384, 4677 14958 16384, 4669 15006 16384, 4662 15070 16384, 4654 15152 16384, 4639 15253 16384, 4624 15350 16384, 4609 15436 16384, 4591 15507 16384, 4576 15555 16384, 4557 15589 16384, 4535 15607 16384, 4516 15615 16384, 4486 15615 16384, 4453 15607 16384, 4419 15589 16384, 4382 15570 16384, 4352 15536 16384, 4333 15503 16384, 4318 15465 16384, 4314 15439 16384, 4322 15421 16384, 4341 15406 16384, 4363 15395 16384, 4397 15376 16384, 4441 15357 16384, 4490 15342 16384, 4546 15331 16384, 4606 15327 16384, 4662 15327 16384, 4706 15331 16384, 4748 15335 16384, 4774 15339 16384, 4792 15342 16384, 4811 15346 16384, 4822 15346 16384</inkml:trace>
  <inkml:trace contextRef="#ctx0" brushRef="#br0">5038 14744 16384, 5035 14735 16384, 5032 14735 16384, 5032 14729 16384, 5035 14726 16384, 5041 14726 16384, 5050 14723 16384, 5056 14726 16384, 5062 14729 16384, 5068 14735 16384, 5071 14741 16384, 5071 14747 16384, 5068 14753 16384, 5062 14762 16384, 5053 14768 16384, 5041 14774 16384, 5029 14777 16384, 5017 14777 16384, 5008 14777 16384, 5005 14774 16384, 5005 14768 16384, 5005 14762 16384, 5008 14756 16384, 5017 14747 16384, 5026 14741 16384, 5038 14735 16384, 5050 14729 16384, 5062 14726 16384, 5074 14726 16384, 5083 14726 16384, 5089 14729 16384, 5089 14732 16384, 5086 14738 16384, 5080 14744 16384, 5074 14753 16384, 5062 14762 16384, 5047 14768 16384, 5035 14777 16384, 5023 14780 16384, 5014 14783 16384, 5011 14783 16384, 5011 14780 16384, 5014 14774 16384, 5020 14768 16384, 5026 14759 16384, 5038 14750 16384, 5047 14741 16384, 5059 14732 16384, 5074 14723 16384, 5086 14717 16384, 5095 14714 16384, 5101 14711 16384, 5104 14714 16384, 5104 14720 16384, 5101 14729 16384, 5095 14738 16384, 5086 14744 16384, 5077 14753 16384, 5071 14762 16384, 5062 14768 16384, 5053 14774 16384, 5047 14777 16384, 5041 14777 16384, 5038 14777 16384, 5038 14774 16384, 5038 14771 16384, 5044 14768 16384, 5047 14765 16384, 5056 14759 16384, 5062 14756 16384, 5071 14753 16384, 5077 14750 16384, 5086 14747 16384, 5089 14744 16384, 5092 14744 16384, 5092 14747 16384, 5089 14753 16384, 5083 14759 16384, 5077 14765 16384, 5068 14771 16384, 5062 14777 16384, 5056 14780 16384, 5053 14780 16384, 5050 14780 16384, 5053 14777 16384, 5056 14774 16384, 5059 14768 16384, 5062 14765 16384, 5068 14762 16384, 5071 14762 16384, 5077 14759 16384, 5080 14759 16384, 5083 14762 16384, 5086 14768 16384, 5086 14777 16384, 5083 14783 16384, 5080 14789 16384, 5077 14795 16384, 5071 14798 16384, 5065 14798 16384, 5059 14798 16384, 5053 14798 16384, 5050 14795 16384, 5044 14789 16384, 5044 14786 16384, 5044 14780 16384, 5047 14774 16384, 5050 14768 16384, 5056 14762 16384, 5065 14756 16384, 5074 14750 16384, 5080 14747 16384, 5092 14747 16384, 5101 14747 16384, 5110 14747 16384, 5113 14750 16384, 5116 14753 16384, 5110 14759 16384, 5101 14768 16384, 5092 14777 16384, 5080 14786 16384, 5068 14798 16384, 5056 14807 16384, 5044 14813 16384, 5038 14813 16384, 5038 14807 16384, 5041 14801 16384, 5044 14792 16384, 5050 14783 16384, 5056 14771 16384, 5065 14759 16384, 5074 14744 16384, 5083 14729 16384, 5095 14720 16384, 5104 14714 16384, 5110 14711 16384, 5116 14714 16384, 5116 14720 16384, 5116 14726 16384, 5113 14735 16384, 5107 14744 16384, 5098 14753 16384, 5092 14762 16384, 5083 14768 16384, 5074 14777 16384, 5065 14783 16384, 5056 14789 16384, 5050 14789 16384, 5047 14789 16384, 5044 14786 16384, 5044 14780 16384, 5044 14777 16384, 5047 14771 16384, 5047 14765 16384, 5050 14759 16384, 5053 14750 16384, 5056 14744 16384, 5059 14738 16384, 5059 14735 16384, 5059 14738 16384, 5059 14741 16384, 5062 14747 16384, 5065 14750 16384, 5068 14756 16384, 5074 14759 16384, 5077 14762 16384, 5083 14762 16384, 5086 14765 16384, 5092 14765 16384, 5095 14765 16384, 5101 14768 16384, 5107 14771 16384, 5113 14780 16384, 5116 14795 16384, 5122 14813 16384, 5125 14840 16384, 5125 14870 16384, 5125 14897 16384, 5119 14918 16384, 5116 14933 16384, 5110 14948 16384, 5101 14957 16384, 5095 14966 16384, 5092 14972 16384</inkml:trace>
  <inkml:trace contextRef="#ctx0" brushRef="#br0">5393 14806 16384, 5393 14803 16384, 5393 14801 16384, 5391 14801 16384, 5383 14806 16384, 5378 14813 16384, 5371 14823 16384, 5361 14838 16384, 5351 14858 16384, 5329 14908 16384, 5321 14927 16384, 5316 14947 16384, 5301 14997 16384, 5281 15079 16384, 5274 15138 16384, 5272 15205 16384, 5274 15305 16384, 5281 15372 16384, 5294 15436 16384, 5319 15508 16384, 5331 15550 16384, 5346 15580 16384, 5366 15605 16384, 5373 15615 16384</inkml:trace>
  <inkml:trace contextRef="#ctx0" brushRef="#br0">6145 14919 16384, 6154 14899 16384, 6154 14891 16384, 6154 14883 16384, 6145 14870 16384, 6137 14854 16384, 6117 14834 16384, 6088 14813 16384, 6051 14801 16384, 6019 14801 16384, 5978 14805 16384, 5941 14821 16384, 5908 14842 16384, 5867 14874 16384, 5830 14911 16384, 5802 14948 16384, 5781 14989 16384, 5773 15026 16384, 5777 15067 16384, 5790 15112 16384, 5814 15161 16384, 5847 15202 16384, 5880 15251 16384, 5925 15296 16384, 5965 15333 16384, 6010 15365 16384, 6051 15398 16384, 6076 15427 16384, 6105 15455 16384, 6117 15480 16384, 6117 15504 16384, 6109 15525 16384, 6092 15545 16384, 6068 15566 16384, 6039 15582 16384, 6006 15598 16384, 5965 15607 16384, 5920 15611 16384, 5871 15615 16384, 5830 15615 16384, 5785 15611 16384, 5749 15598 16384, 5708 15578 16384, 5691 15562 16384</inkml:trace>
  <inkml:trace contextRef="#ctx0" brushRef="#br0">6492 14801 16384, 6495 14801 16384, 6495 14804 16384, 6498 14804 16384, 6501 14807 16384, 6518 14827 16384, 6530 14853 16384, 6541 14894 16384, 6550 14943 16384, 6559 14996 16384, 6573 15089 16384, 6576 15121 16384, 6579 15153 16384, 6582 15214 16384, 6582 15307 16384, 6579 15359 16384, 6570 15411 16384, 6562 15461 16384, 6553 15499 16384, 6541 15548 16384, 6530 15574 16384, 6518 15594 16384, 6512 15600 16384, 6495 15615 16384</inkml:trace>
  <inkml:trace contextRef="#ctx0" brushRef="#br0">7130 15110 16384, 7127 15110 16384, 7127 15113 16384, 7133 15116 16384, 7142 15116 16384, 7160 15119 16384, 7189 15119 16384, 7249 15116 16384, 7293 15110 16384, 7341 15107 16384, 7388 15104 16384, 7450 15104 16384, 7483 15110 16384, 7510 15116 16384, 7525 15122 16384</inkml:trace>
  <inkml:trace contextRef="#ctx0" brushRef="#br0">7139 15312 16384, 7136 15312 16384, 7139 15312 16384, 7145 15312 16384, 7166 15312 16384, 7225 15312 16384, 7246 15309 16384, 7290 15306 16384, 7311 15306 16384, 7358 15303 16384, 7403 15300 16384, 7447 15297 16384, 7489 15294 16384, 7519 15294 16384, 7542 15291 16384, 7563 15291 16384, 7575 15291 16384</inkml:trace>
  <inkml:trace contextRef="#ctx0" brushRef="#br0">8495 14802 16384, 8491 14801 16384, 8470 14820 16384, 8417 14893 16384, 8344 15021 16384, 8280 15185 16384, 8236 15362 16384, 8241 15485 16384, 8286 15557 16384, 8344 15601 16384, 8413 15615 16384, 8480 15596 16384, 8544 15541 16384, 8586 15470 16384, 8591 15379 16384, 8559 15288 16384, 8502 15232 16384, 8431 15212 16384, 8352 15218 16384, 8289 15238 16384, 8258 15259 16384</inkml:trace>
  <inkml:trace contextRef="#ctx0" brushRef="#br0">9475 14919 16384, 9483 14899 16384, 9483 14891 16384, 9483 14883 16384, 9475 14870 16384, 9467 14854 16384, 9446 14834 16384, 9417 14813 16384, 9381 14801 16384, 9348 14801 16384, 9307 14805 16384, 9270 14821 16384, 9238 14842 16384, 9197 14874 16384, 9160 14911 16384, 9131 14948 16384, 9111 14989 16384, 9103 15026 16384, 9107 15067 16384, 9119 15112 16384, 9143 15161 16384, 9176 15202 16384, 9209 15251 16384, 9254 15296 16384, 9295 15333 16384, 9340 15365 16384, 9381 15398 16384, 9405 15427 16384, 9434 15455 16384, 9446 15480 16384, 9446 15504 16384, 9438 15525 16384, 9422 15545 16384, 9397 15566 16384, 9368 15582 16384, 9336 15598 16384, 9295 15607 16384, 9250 15611 16384, 9201 15615 16384, 9160 15615 16384, 9115 15611 16384, 9078 15598 16384, 9037 15578 16384, 9021 15562 16384</inkml:trace>
  <inkml:trace contextRef="#ctx0" brushRef="#br0">9682 14790 16384, 9679 14787 16384, 9674 14779 16384, 9669 14766 16384, 9670 14746 16384, 9681 14729 16384, 9699 14715 16384, 9721 14711 16384, 9743 14722 16384, 9759 14753 16384, 9765 14803 16384, 9761 14857 16384, 9748 14892 16384, 9726 14920 16384, 9714 14933 16384, 9703 14943 16384, 9687 14956 16384, 9680 14958 16384, 9686 14957 16384, 9703 14956 16384, 9728 14959 16384, 9758 14964 16384, 9786 14969 16384, 9807 14972 16384, 9823 14971 16384, 9827 14970 16384</inkml:trace>
  <inkml:trace contextRef="#ctx0" brushRef="#br0">10265 15205 16384, 10263 15205 16384, 10261 15207 16384, 10259 15207 16384, 10261 15209 16384, 10268 15213 16384, 10280 15215 16384, 10295 15216 16384, 10316 15216 16384, 10343 15213 16384, 10374 15209 16384, 10410 15203 16384, 10445 15199 16384, 10480 15199 16384, 10514 15199 16384, 10541 15199 16384, 10566 15201 16384, 10589 15203 16384, 10608 15205 16384, 10625 15207 16384, 10641 15207 16384, 10658 15205 16384, 10666 15203 16384</inkml:trace>
  <inkml:trace contextRef="#ctx0" brushRef="#br0">11586 14802 16384, 11582 14801 16384, 11561 14820 16384, 11508 14893 16384, 11435 15021 16384, 11371 15185 16384, 11327 15362 16384, 11332 15485 16384, 11377 15557 16384, 11435 15601 16384, 11503 15615 16384, 11571 15596 16384, 11635 15541 16384, 11677 15470 16384, 11682 15379 16384, 11650 15288 16384, 11592 15232 16384, 11522 15212 16384, 11442 15218 16384, 11380 15238 16384, 11349 15259 16384</inkml:trace>
  <inkml:trace contextRef="#ctx0" brushRef="#br0">12180 14806 16384, 12180 14803 16384, 12180 14801 16384, 12177 14801 16384, 12170 14806 16384, 12165 14813 16384, 12157 14823 16384, 12147 14838 16384, 12137 14858 16384, 12115 14908 16384, 12108 14927 16384, 12103 14947 16384, 12088 14997 16384, 12068 15079 16384, 12060 15138 16384, 12058 15205 16384, 12060 15305 16384, 12068 15372 16384, 12080 15436 16384, 12105 15508 16384, 12118 15550 16384, 12132 15580 16384, 12152 15605 16384, 12160 15615 16384</inkml:trace>
  <inkml:trace contextRef="#ctx0" brushRef="#br0">12474 14801 16384, 12488 14810 16384, 12516 14829 16384, 12548 14871 16384, 12590 14922 16384, 12637 14996 16384, 12683 15094 16384, 12735 15187 16384, 12772 15285 16384, 12818 15368 16384, 12851 15433 16384, 12874 15489 16384, 12897 15536 16384, 12916 15564 16384, 12930 15592 16384, 12939 15606 16384, 12944 15610 16384</inkml:trace>
  <inkml:trace contextRef="#ctx0" brushRef="#br0">13023 14843 16384, 12986 14852 16384, 12972 14861 16384, 12953 14880 16384, 12925 14912 16384, 12883 14945 16384, 12832 14996 16384, 12767 15057 16384, 12697 15136 16384, 12623 15219 16384, 12553 15308 16384, 12493 15392 16384, 12446 15471 16384, 12418 15531 16384, 12404 15568 16384, 12395 15596 16384, 12395 15610 16384, 12395 15615 16384</inkml:trace>
  <inkml:trace contextRef="#ctx0" brushRef="#br0">13553 15200 16384, 13547 15200 16384, 13550 15200 16384, 13555 15200 16384, 13563 15199 16384, 13572 15199 16384, 13581 15197 16384, 13594 15197 16384, 13611 15196 16384, 13631 15194 16384, 13655 15194 16384, 13678 15193 16384, 13704 15193 16384, 13731 15191 16384, 13755 15191 16384, 13781 15193 16384, 13810 15194 16384, 13836 15197 16384, 13863 15199 16384, 13890 15200 16384, 13913 15202 16384, 13936 15202 16384, 13954 15202 16384, 13968 15202 16384, 13977 15203 16384, 13984 15203 16384, 13991 15203 16384, 13994 15203 16384, 13995 15200 16384</inkml:trace>
  <inkml:trace contextRef="#ctx0" brushRef="#br0">13780 15014 16384, 13780 15015 16384, 13778 15017 16384, 13778 15020 16384, 13778 15026 16384, 13778 15035 16384, 13780 15047 16384, 13781 15064 16384, 13783 15083 16384, 13783 15108 16384, 13784 15135 16384, 13783 15165 16384, 13781 15194 16384, 13778 15225 16384, 13775 15256 16384, 13774 15284 16384, 13774 15310 16384, 13774 15334 16384, 13774 15352 16384, 13774 15369 16384, 13775 15382 16384, 13777 15393 16384, 13778 15399 16384, 13780 15402 16384</inkml:trace>
  <inkml:trace contextRef="#ctx0" brushRef="#br0">14643 14973 16384, 14619 14922 16384, 14622 14884 16384, 14656 14845 16384, 14721 14810 16384, 14809 14801 16384, 14902 14840 16384, 14966 14926 16384, 14971 15033 16384, 14922 15143 16384, 14839 15240 16384, 14761 15296 16384, 14723 15310 16384, 14708 15298 16384, 14712 15278 16384, 14749 15259 16384, 14823 15247 16384, 14920 15255 16384, 15010 15306 16384, 15054 15384 16384, 15050 15453 16384, 15010 15511 16384, 14938 15565 16384, 14848 15602 16384, 14745 15615 16384, 14652 15595 16384, 14613 15569 16384</inkml:trace>
  <inkml:trace contextRef="#ctx0" brushRef="#br0">15403 14801 16384, 15406 14801 16384, 15406 14804 16384, 15409 14804 16384, 15412 14807 16384, 15429 14827 16384, 15441 14853 16384, 15452 14894 16384, 15461 14943 16384, 15470 14996 16384, 15484 15089 16384, 15487 15121 16384, 15490 15153 16384, 15493 15214 16384, 15493 15307 16384, 15490 15359 16384, 15482 15411 16384, 15473 15461 16384, 15464 15499 16384, 15452 15548 16384, 15441 15574 16384, 15429 15594 16384, 15423 15600 16384, 15406 15615 16384</inkml:trace>
  <inkml:trace contextRef="#ctx0" brushRef="#br0">16261 14919 16384, 16269 14899 16384, 16269 14891 16384, 16269 14883 16384, 16261 14870 16384, 16253 14854 16384, 16233 14834 16384, 16204 14813 16384, 16167 14801 16384, 16134 14801 16384, 16094 14805 16384, 16057 14821 16384, 16024 14842 16384, 15983 14874 16384, 15946 14911 16384, 15918 14948 16384, 15897 14989 16384, 15889 15026 16384, 15893 15067 16384, 15905 15112 16384, 15930 15161 16384, 15963 15202 16384, 15995 15251 16384, 16040 15296 16384, 16081 15333 16384, 16126 15365 16384, 16167 15398 16384, 16192 15427 16384, 16220 15455 16384, 16233 15480 16384, 16233 15504 16384, 16224 15525 16384, 16208 15545 16384, 16184 15566 16384, 16155 15582 16384, 16122 15598 16384, 16081 15607 16384, 16036 15611 16384, 15987 15615 16384, 15946 15615 16384, 15901 15611 16384, 15864 15598 16384, 15824 15578 16384, 15807 15562 16384</inkml:trace>
  <inkml:trace contextRef="#ctx0" brushRef="#br0">16883 15200 16384, 16877 15200 16384, 16880 15200 16384, 16884 15200 16384, 16892 15199 16384, 16901 15199 16384, 16910 15197 16384, 16924 15197 16384, 16940 15196 16384, 16960 15194 16384, 16984 15194 16384, 17007 15193 16384, 17033 15193 16384, 17060 15191 16384, 17085 15191 16384, 17110 15193 16384, 17139 15194 16384, 17165 15197 16384, 17192 15199 16384, 17220 15200 16384, 17243 15202 16384, 17265 15202 16384, 17283 15202 16384, 17297 15202 16384, 17306 15203 16384, 17314 15203 16384, 17320 15203 16384, 17323 15203 16384, 17324 15200 16384</inkml:trace>
  <inkml:trace contextRef="#ctx0" brushRef="#br0">17109 15014 16384, 17109 15015 16384, 17107 15017 16384, 17107 15020 16384, 17107 15026 16384, 17107 15035 16384, 17109 15047 16384, 17110 15064 16384, 17112 15083 16384, 17112 15108 16384, 17113 15135 16384, 17112 15165 16384, 17110 15194 16384, 17107 15225 16384, 17104 15256 16384, 17103 15284 16384, 17103 15310 16384, 17103 15334 16384, 17103 15352 16384, 17103 15369 16384, 17104 15382 16384, 17106 15393 16384, 17107 15399 16384, 17109 15402 16384</inkml:trace>
  <inkml:trace contextRef="#ctx0" brushRef="#br0">18202 14801 16384, 18198 14802 16384, 18201 14843 16384, 18199 14971 16384, 18175 15172 16384, 18149 15359 16384, 18130 15490 16384, 18124 15577 16384, 18139 15615 16384</inkml:trace>
  <inkml:trace contextRef="#ctx0" brushRef="#br0">19146 14921 16384, 19140 14886 16384, 19109 14847 16384, 19060 14807 16384, 18997 14801 16384, 18922 14826 16384, 18857 14873 16384, 18828 14932 16384, 18823 15010 16384, 18853 15106 16384, 18917 15199 16384, 19009 15298 16384, 19093 15378 16384, 19151 15442 16384, 19180 15503 16384, 19170 15552 16384, 19130 15592 16384, 19074 15612 16384, 18996 15615 16384, 18930 15602 16384, 18892 15562 16384, 18884 15484 16384, 18903 15405 16384, 18943 15338 16384, 18996 15266 16384, 19055 15173 16384, 19111 15068 16384, 19143 14994 16384, 19146 14974 16384, 19130 14956 16384, 19108 14934 16384, 19095 14913 16384, 19087 14898 16384</inkml:trace>
  <inkml:trace contextRef="#ctx0" brushRef="#br0">19605 14801 16384, 19619 14810 16384, 19647 14829 16384, 19679 14871 16384, 19721 14922 16384, 19768 14996 16384, 19814 15094 16384, 19865 15187 16384, 19903 15285 16384, 19949 15368 16384, 19982 15433 16384, 20005 15489 16384, 20028 15536 16384, 20047 15564 16384, 20061 15592 16384, 20070 15606 16384, 20075 15610 16384</inkml:trace>
  <inkml:trace contextRef="#ctx0" brushRef="#br0">20154 14843 16384, 20117 14852 16384, 20103 14861 16384, 20084 14880 16384, 20056 14912 16384, 20014 14945 16384, 19963 14996 16384, 19898 15057 16384, 19828 15136 16384, 19754 15219 16384, 19684 15308 16384, 19623 15392 16384, 19577 15471 16384, 19549 15531 16384, 19535 15568 16384, 19526 15596 16384, 19526 15610 16384, 19526 15615 16384</inkml:trace>
  <inkml:trace contextRef="#ctx0" brushRef="#br0">20681 15110 16384, 20678 15110 16384, 20678 15113 16384, 20684 15116 16384, 20693 15116 16384, 20711 15119 16384, 20740 15119 16384, 20800 15116 16384, 20844 15110 16384, 20892 15107 16384, 20939 15104 16384, 21001 15104 16384, 21034 15110 16384, 21061 15116 16384, 21076 15122 16384</inkml:trace>
  <inkml:trace contextRef="#ctx0" brushRef="#br0">20690 15312 16384, 20687 15312 16384, 20690 15312 16384, 20696 15312 16384, 20717 15312 16384, 20776 15312 16384, 20797 15309 16384, 20841 15306 16384, 20862 15306 16384, 20909 15303 16384, 20954 15300 16384, 20998 15297 16384, 21040 15294 16384, 21070 15294 16384, 21093 15291 16384, 21114 15291 16384, 21126 15291 16384</inkml:trace>
  <inkml:trace contextRef="#ctx0" brushRef="#br0">22046 14802 16384, 22042 14801 16384, 22021 14820 16384, 21968 14893 16384, 21895 15021 16384, 21831 15185 16384, 21787 15362 16384, 21792 15485 16384, 21837 15557 16384, 21895 15601 16384, 21964 15615 16384, 22031 15596 16384, 22095 15541 16384, 22137 15470 16384, 22142 15379 16384, 22110 15288 16384, 22053 15232 16384, 21982 15212 16384, 21903 15218 16384, 21840 15238 16384, 21809 15259 16384</inkml:trace>
  <inkml:trace contextRef="#ctx0" brushRef="#br0">22640 14806 16384, 22640 14803 16384, 22640 14801 16384, 22637 14801 16384, 22630 14806 16384, 22625 14813 16384, 22617 14823 16384, 22607 14838 16384, 22598 14858 16384, 22575 14908 16384, 22568 14927 16384, 22563 14947 16384, 22548 14997 16384, 22528 15079 16384, 22521 15138 16384, 22518 15205 16384, 22521 15305 16384, 22528 15372 16384, 22540 15436 16384, 22565 15508 16384, 22578 15550 16384, 22593 15580 16384, 22612 15605 16384, 22620 15615 16384</inkml:trace>
  <inkml:trace contextRef="#ctx0" brushRef="#br0">23392 14919 16384, 23400 14899 16384, 23400 14891 16384, 23400 14883 16384, 23392 14870 16384, 23384 14854 16384, 23363 14834 16384, 23335 14813 16384, 23298 14801 16384, 23265 14801 16384, 23224 14805 16384, 23188 14821 16384, 23155 14842 16384, 23114 14874 16384, 23077 14911 16384, 23048 14948 16384, 23028 14989 16384, 23020 15026 16384, 23024 15067 16384, 23036 15112 16384, 23061 15161 16384, 23093 15202 16384, 23126 15251 16384, 23171 15296 16384, 23212 15333 16384, 23257 15365 16384, 23298 15398 16384, 23323 15427 16384, 23351 15455 16384, 23363 15480 16384, 23363 15504 16384, 23355 15525 16384, 23339 15545 16384, 23314 15566 16384, 23286 15582 16384, 23253 15598 16384, 23212 15607 16384, 23167 15611 16384, 23118 15615 16384, 23077 15615 16384, 23032 15611 16384, 22995 15598 16384, 22954 15578 16384, 22938 15562 16384</inkml:trace>
  <inkml:trace contextRef="#ctx0" brushRef="#br0">24013 15205 16384, 24011 15205 16384, 24009 15207 16384, 24008 15207 16384, 24009 15209 16384, 24017 15213 16384, 24029 15215 16384, 24044 15216 16384, 24065 15216 16384, 24092 15213 16384, 24123 15209 16384, 24159 15203 16384, 24194 15199 16384, 24228 15199 16384, 24263 15199 16384, 24290 15199 16384, 24315 15201 16384, 24338 15203 16384, 24357 15205 16384, 24374 15207 16384, 24390 15207 16384, 24407 15205 16384, 24415 15203 16384</inkml:trace>
  <inkml:trace contextRef="#ctx0" brushRef="#br0">25063 14973 16384, 25038 14922 16384, 25042 14884 16384, 25075 14845 16384, 25140 14810 16384, 25228 14801 16384, 25322 14840 16384, 25385 14926 16384, 25390 15033 16384, 25341 15143 16384, 25258 15240 16384, 25181 15296 16384, 25142 15310 16384, 25128 15298 16384, 25131 15278 16384, 25168 15259 16384, 25242 15247 16384, 25339 15255 16384, 25429 15306 16384, 25473 15384 16384, 25470 15453 16384, 25429 15511 16384, 25357 15565 16384, 25267 15602 16384, 25165 15615 16384, 25072 15595 16384, 25033 15569 16384</inkml:trace>
  <inkml:trace contextRef="#ctx0" brushRef="#br0">25823 14801 16384, 25825 14801 16384, 25825 14804 16384, 25828 14804 16384, 25831 14807 16384, 25849 14827 16384, 25860 14853 16384, 25872 14894 16384, 25881 14943 16384, 25889 14996 16384, 25904 15089 16384, 25907 15121 16384, 25910 15153 16384, 25913 15214 16384, 25913 15307 16384, 25910 15359 16384, 25901 15411 16384, 25892 15461 16384, 25884 15499 16384, 25872 15548 16384, 25860 15574 16384, 25849 15594 16384, 25843 15600 16384, 25825 15615 16384</inkml:trace>
  <inkml:trace contextRef="#ctx0" brushRef="#br0">26295 14806 16384, 26295 14803 16384, 26295 14801 16384, 26292 14801 16384, 26285 14806 16384, 26280 14813 16384, 26272 14823 16384, 26262 14838 16384, 26253 14858 16384, 26230 14908 16384, 26223 14927 16384, 26218 14947 16384, 26203 14997 16384, 26183 15079 16384, 26176 15138 16384, 26173 15205 16384, 26176 15305 16384, 26183 15372 16384, 26195 15436 16384, 26220 15508 16384, 26233 15550 16384, 26248 15580 16384, 26267 15605 16384, 26275 15615 16384</inkml:trace>
  <inkml:trace contextRef="#ctx0" brushRef="#br0">27047 14919 16384, 27055 14899 16384, 27055 14891 16384, 27055 14883 16384, 27047 14870 16384, 27039 14854 16384, 27018 14834 16384, 26990 14813 16384, 26953 14801 16384, 26920 14801 16384, 26879 14805 16384, 26842 14821 16384, 26810 14842 16384, 26769 14874 16384, 26732 14911 16384, 26703 14948 16384, 26683 14989 16384, 26675 15026 16384, 26679 15067 16384, 26691 15112 16384, 26716 15161 16384, 26748 15202 16384, 26781 15251 16384, 26826 15296 16384, 26867 15333 16384, 26912 15365 16384, 26953 15398 16384, 26977 15427 16384, 27006 15455 16384, 27018 15480 16384, 27018 15504 16384, 27010 15525 16384, 26994 15545 16384, 26969 15566 16384, 26941 15582 16384, 26908 15598 16384, 26867 15607 16384, 26822 15611 16384, 26773 15615 16384, 26732 15615 16384, 26687 15611 16384, 26650 15598 16384, 26609 15578 16384, 26593 15562 16384</inkml:trace>
  <inkml:trace contextRef="#ctx0" brushRef="#br0">27668 15205 16384, 27666 15205 16384, 27664 15207 16384, 27663 15207 16384, 27664 15209 16384, 27672 15213 16384, 27684 15215 16384, 27699 15216 16384, 27720 15216 16384, 27747 15213 16384, 27778 15209 16384, 27814 15203 16384, 27849 15199 16384, 27883 15199 16384, 27918 15199 16384, 27945 15199 16384, 27970 15201 16384, 27993 15203 16384, 28012 15205 16384, 28029 15207 16384, 28045 15207 16384, 28062 15205 16384, 28070 15203 16384</inkml:trace>
  <inkml:trace contextRef="#ctx0" brushRef="#br0">28673 14801 16384, 28687 14810 16384, 28715 14829 16384, 28747 14871 16384, 28789 14922 16384, 28836 14996 16384, 28882 15094 16384, 28934 15187 16384, 28971 15285 16384, 29017 15368 16384, 29050 15433 16384, 29073 15489 16384, 29096 15536 16384, 29115 15564 16384, 29129 15592 16384, 29138 15606 16384, 29143 15610 16384</inkml:trace>
  <inkml:trace contextRef="#ctx0" brushRef="#br0">29222 14843 16384, 29185 14852 16384, 29171 14861 16384, 29152 14880 16384, 29124 14912 16384, 29082 14945 16384, 29031 14996 16384, 28966 15057 16384, 28896 15136 16384, 28822 15219 16384, 28752 15308 16384, 28692 15392 16384, 28645 15471 16384, 28617 15531 16384, 28603 15568 16384, 28594 15596 16384, 28594 15610 16384, 28594 15615 16384</inkml:trace>
  <inkml:trace contextRef="#ctx0" brushRef="#br0">29477 14801 16384, 29480 14801 16384, 29480 14804 16384, 29483 14804 16384, 29486 14807 16384, 29504 14827 16384, 29515 14853 16384, 29527 14894 16384, 29536 14943 16384, 29544 14996 16384, 29559 15089 16384, 29562 15121 16384, 29565 15153 16384, 29568 15214 16384, 29568 15307 16384, 29565 15359 16384, 29556 15411 16384, 29547 15461 16384, 29539 15499 16384, 29527 15548 16384, 29515 15574 16384, 29504 15594 16384, 29498 15600 16384, 29480 15615 16384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16527 16384, 2163 16537 16384, 2183 16568 16384, 2193 16598 16384, 2193 16608 16384, 2193 16629 16384, 2183 16649 16384, 2163 16669 16384, 2132 16679 16384, 2112 16679 16384, 2081 16679 16384, 2051 16679 16384, 2031 16669 16384, 2020 16649 16384, 2020 16629 16384, 2020 16578 16384, 2041 16547 16384, 2061 16517 16384, 2092 16496 16384, 2122 16486 16384, 2142 16476 16384, 2173 16476 16384, 2204 16476 16384, 2214 16476 16384, 2234 16496 16384, 2244 16506 16384, 2244 16537 16384, 2234 16547 16384, 2214 16568 16384, 2193 16588 16384, 2163 16598 16384, 2122 16618 16384, 2081 16629 16384, 2041 16629 16384, 2010 16618 16384, 2000 16608 16384, 2000 16588 16384, 2000 16568 16384, 2020 16547 16384, 2031 16537 16384, 2051 16517 16384, 2092 16506 16384, 2122 16496 16384, 2142 16496 16384, 2173 16496 16384, 2193 16496 16384, 2214 16527 16384, 2224 16557 16384, 2224 16578 16384, 2224 16598 16384, 2214 16618 16384, 2193 16639 16384, 2183 16649 16384, 2173 16649 16384, 2163 16649 16384, 2153 16639 16384, 2153 16629 16384, 2153 16608 16384, 2153 16598 16384, 2153 16588 16384, 2163 16568 16384, 2173 16557 16384, 2183 16547 16384, 2193 16547 16384, 2193 16557 16384, 2183 16578 16384, 2183 16588 16384, 2173 16588 16384, 2163 16598 16384, 2153 16608 16384, 2142 16608 16384, 2132 16608 16384, 2132 16598 16384, 2142 16578 16384, 2163 16557 16384, 2173 16547 16384, 2183 16537 16384, 2173 16557 16384, 2142 16578 16384, 2112 16598 16384, 2081 16608 16384, 2051 16629 16384, 2041 16629 16384, 2051 16618 16384, 2081 16598 16384, 2092 16588 16384, 2122 16568 16384, 2142 16547 16384, 2183 16517 16384, 2193 16496 16384, 2193 16486 16384, 2183 16486 16384, 2163 16506 16384, 2142 16527 16384, 2122 16547 16384, 2112 16568 16384, 2102 16578 16384</inkml:trace>
  <inkml:trace contextRef="#ctx0" brushRef="#br0">3152 16387 16384, 3152 16350 16384, 3152 16335 16384, 3148 16313 16384, 3140 16283 16384, 3125 16242 16384, 3103 16212 16384, 3081 16186 16384, 3054 16171 16384, 3025 16174 16384, 2998 16189 16384, 2969 16215 16384, 2935 16253 16384, 2909 16298 16384, 2883 16346 16384, 2872 16391 16384, 2875 16428 16384, 2890 16466 16384, 2909 16488 16384, 2931 16507 16384, 2957 16518 16384, 2987 16525 16384, 3021 16525 16384, 3054 16518 16384, 3088 16499 16384, 3114 16473 16384, 3144 16436 16384, 3167 16398 16384, 3181 16357 16384, 3189 16316 16384, 3193 16283 16384, 3193 16257 16384, 3193 16245 16384, 3189 16245 16384, 3185 16249 16384, 3178 16264 16384, 3174 16290 16384, 3167 16328 16384, 3159 16376 16384, 3152 16440 16384, 3144 16522 16384, 3129 16623 16384, 3114 16720 16384, 3099 16805 16384, 3081 16876 16384, 3066 16925 16384, 3047 16959 16384, 3025 16977 16384, 3006 16985 16384, 2976 16985 16384, 2942 16977 16384, 2909 16959 16384, 2872 16940 16384, 2842 16906 16384, 2823 16873 16384, 2808 16835 16384, 2804 16809 16384, 2812 16791 16384, 2830 16776 16384, 2853 16764 16384, 2886 16746 16384, 2931 16727 16384, 2980 16712 16384, 3036 16701 16384, 3096 16697 16384, 3152 16697 16384, 3196 16701 16384, 3237 16705 16384, 3264 16708 16384, 3282 16712 16384, 3301 16716 16384, 3312 16716 16384</inkml:trace>
  <inkml:trace contextRef="#ctx0" brushRef="#br0">3528 16114 16384, 3525 16105 16384, 3522 16105 16384, 3522 16099 16384, 3525 16096 16384, 3531 16096 16384, 3540 16093 16384, 3546 16096 16384, 3552 16099 16384, 3558 16105 16384, 3561 16111 16384, 3561 16117 16384, 3558 16123 16384, 3552 16132 16384, 3543 16138 16384, 3531 16144 16384, 3519 16147 16384, 3507 16147 16384, 3498 16147 16384, 3495 16144 16384, 3495 16138 16384, 3495 16132 16384, 3498 16126 16384, 3507 16117 16384, 3516 16111 16384, 3528 16105 16384, 3540 16099 16384, 3552 16096 16384, 3564 16096 16384, 3573 16096 16384, 3579 16099 16384, 3579 16102 16384, 3576 16108 16384, 3570 16114 16384, 3564 16123 16384, 3552 16132 16384, 3537 16138 16384, 3525 16147 16384, 3513 16150 16384, 3504 16153 16384, 3501 16153 16384, 3501 16150 16384, 3504 16144 16384, 3510 16138 16384, 3516 16129 16384, 3528 16120 16384, 3537 16111 16384, 3549 16102 16384, 3564 16093 16384, 3576 16087 16384, 3585 16084 16384, 3591 16081 16384, 3594 16084 16384, 3594 16090 16384, 3591 16099 16384, 3585 16108 16384, 3576 16114 16384, 3567 16123 16384, 3561 16132 16384, 3552 16138 16384, 3543 16144 16384, 3537 16147 16384, 3531 16147 16384, 3528 16147 16384, 3528 16144 16384, 3528 16141 16384, 3534 16138 16384, 3537 16135 16384, 3546 16129 16384, 3552 16126 16384, 3561 16123 16384, 3567 16120 16384, 3576 16117 16384, 3579 16114 16384, 3582 16114 16384, 3582 16117 16384, 3579 16123 16384, 3573 16129 16384, 3567 16135 16384, 3558 16141 16384, 3552 16147 16384, 3546 16150 16384, 3543 16150 16384, 3540 16150 16384, 3543 16147 16384, 3546 16144 16384, 3549 16138 16384, 3552 16135 16384, 3558 16132 16384, 3561 16132 16384, 3567 16129 16384, 3570 16129 16384, 3573 16132 16384, 3576 16138 16384, 3576 16147 16384, 3573 16153 16384, 3570 16159 16384, 3567 16165 16384, 3561 16168 16384, 3555 16168 16384, 3549 16168 16384, 3543 16168 16384, 3540 16165 16384, 3534 16159 16384, 3534 16156 16384, 3534 16150 16384, 3537 16144 16384, 3540 16138 16384, 3546 16132 16384, 3555 16126 16384, 3564 16120 16384, 3570 16117 16384, 3582 16117 16384, 3591 16117 16384, 3600 16117 16384, 3603 16120 16384, 3606 16123 16384, 3600 16129 16384, 3591 16138 16384, 3582 16147 16384, 3570 16156 16384, 3558 16168 16384, 3546 16177 16384, 3534 16183 16384, 3528 16183 16384, 3528 16177 16384, 3531 16171 16384, 3534 16162 16384, 3540 16153 16384, 3546 16141 16384, 3555 16129 16384, 3564 16114 16384, 3573 16099 16384, 3585 16090 16384, 3594 16084 16384, 3600 16081 16384, 3606 16084 16384, 3606 16090 16384, 3606 16096 16384, 3603 16105 16384, 3597 16114 16384, 3588 16123 16384, 3582 16132 16384, 3573 16138 16384, 3564 16147 16384, 3555 16153 16384, 3546 16159 16384, 3540 16159 16384, 3537 16159 16384, 3534 16156 16384, 3534 16150 16384, 3534 16147 16384, 3537 16141 16384, 3537 16135 16384, 3540 16129 16384, 3543 16120 16384, 3546 16114 16384, 3549 16108 16384, 3549 16105 16384, 3549 16108 16384, 3549 16111 16384, 3552 16117 16384, 3555 16120 16384, 3558 16126 16384, 3564 16129 16384, 3567 16132 16384, 3573 16132 16384, 3576 16135 16384, 3582 16135 16384, 3585 16135 16384, 3591 16138 16384, 3597 16141 16384, 3603 16150 16384, 3606 16165 16384, 3612 16183 16384, 3615 16210 16384, 3615 16240 16384, 3615 16267 16384, 3609 16288 16384, 3606 16303 16384, 3600 16318 16384, 3591 16327 16384, 3585 16336 16384, 3582 16342 16384</inkml:trace>
  <inkml:trace contextRef="#ctx0" brushRef="#br0">3883 16176 16384, 3883 16173 16384, 3883 16171 16384, 3881 16171 16384, 3873 16176 16384, 3868 16183 16384, 3861 16193 16384, 3851 16208 16384, 3841 16228 16384, 3819 16277 16384, 3811 16297 16384, 3806 16317 16384, 3791 16367 16384, 3771 16449 16384, 3764 16508 16384, 3761 16575 16384, 3764 16674 16384, 3771 16741 16384, 3784 16806 16384, 3809 16878 16384, 3821 16920 16384, 3836 16950 16384, 3856 16975 16384, 3863 16985 16384</inkml:trace>
  <inkml:trace contextRef="#ctx0" brushRef="#br0">4635 16289 16384, 4644 16269 16384, 4644 16261 16384, 4644 16252 16384, 4635 16240 16384, 4627 16224 16384, 4607 16203 16384, 4578 16183 16384, 4541 16171 16384, 4509 16171 16384, 4468 16175 16384, 4431 16191 16384, 4398 16212 16384, 4357 16244 16384, 4320 16281 16384, 4292 16318 16384, 4271 16359 16384, 4263 16396 16384, 4267 16437 16384, 4279 16482 16384, 4304 16531 16384, 4337 16572 16384, 4369 16621 16384, 4414 16666 16384, 4455 16702 16384, 4500 16735 16384, 4541 16768 16384, 4566 16797 16384, 4594 16825 16384, 4607 16850 16384, 4607 16874 16384, 4599 16895 16384, 4582 16915 16384, 4558 16936 16384, 4529 16952 16384, 4496 16968 16384, 4455 16977 16384, 4410 16981 16384, 4361 16985 16384, 4320 16985 16384, 4275 16981 16384, 4239 16968 16384, 4198 16948 16384, 4181 16932 16384</inkml:trace>
  <inkml:trace contextRef="#ctx0" brushRef="#br0">4982 16171 16384, 4985 16171 16384, 4985 16174 16384, 4988 16174 16384, 4991 16176 16384, 5008 16197 16384, 5020 16223 16384, 5031 16264 16384, 5040 16313 16384, 5049 16365 16384, 5063 16458 16384, 5066 16490 16384, 5069 16522 16384, 5072 16584 16384, 5072 16677 16384, 5069 16729 16384, 5060 16781 16384, 5052 16831 16384, 5043 16868 16384, 5031 16918 16384, 5020 16944 16384, 5008 16964 16384, 5002 16970 16384, 4985 16985 16384</inkml:trace>
  <inkml:trace contextRef="#ctx0" brushRef="#br0">5620 16480 16384, 5617 16480 16384, 5617 16483 16384, 5623 16486 16384, 5632 16486 16384, 5650 16489 16384, 5679 16489 16384, 5739 16486 16384, 5783 16480 16384, 5831 16477 16384, 5878 16474 16384, 5940 16474 16384, 5973 16480 16384, 6000 16486 16384, 6014 16492 16384</inkml:trace>
  <inkml:trace contextRef="#ctx0" brushRef="#br0">5629 16681 16384, 5626 16681 16384, 5629 16681 16384, 5635 16681 16384, 5656 16681 16384, 5715 16681 16384, 5736 16679 16384, 5780 16676 16384, 5801 16676 16384, 5848 16673 16384, 5893 16670 16384, 5937 16667 16384, 5979 16664 16384, 6009 16664 16384, 6032 16661 16384, 6053 16661 16384, 6065 16661 16384</inkml:trace>
  <inkml:trace contextRef="#ctx0" brushRef="#br0">6870 16192 16384, 6862 16177 16384, 6848 16177 16384, 6824 16204 16384, 6784 16272 16384, 6739 16389 16384, 6709 16549 16384, 6701 16741 16384, 6727 16864 16384, 6782 16941 16384, 6858 16981 16384, 6929 16985 16384, 7000 16939 16384, 7060 16846 16384, 7095 16707 16384, 7105 16555 16384, 7080 16448 16384, 7028 16371 16384, 6965 16305 16384, 6897 16228 16384, 6852 16175 16384, 6834 16171 16384, 6832 16200 16384</inkml:trace>
  <inkml:trace contextRef="#ctx0" brushRef="#br0">8162 16225 16384, 8168 16238 16384, 8183 16333 16384, 8173 16504 16384, 8118 16658 16384, 8034 16801 16384, 7954 16885 16384, 7893 16900 16384, 7835 16874 16384, 7781 16790 16384, 7742 16638 16384, 7766 16437 16384, 7878 16296 16384, 8017 16225 16384, 8188 16171 16384, 8365 16177 16384, 8497 16290 16384, 8549 16515 16384, 8547 16770 16384, 8536 16902 16384, 8523 16970 16384, 8517 16985 16384</inkml:trace>
  <inkml:trace contextRef="#ctx0" brushRef="#br0">9103 16207 16384, 9113 16208 16384, 9168 16244 16384, 9247 16323 16384, 9314 16391 16384, 9367 16448 16384, 9412 16488 16384, 9421 16493 16384</inkml:trace>
  <inkml:trace contextRef="#ctx0" brushRef="#br0">9688 16265 16384, 9681 16265 16384, 9639 16286 16384, 9572 16349 16384, 9469 16456 16384, 9381 16567 16384, 9323 16683 16384, 9305 16776 16384, 9326 16838 16384, 9382 16891 16384, 9461 16929 16384, 9548 16943 16384, 9650 16949 16384, 9753 16940 16384, 9847 16922 16384, 9917 16905 16384</inkml:trace>
  <inkml:trace contextRef="#ctx0" brushRef="#br0">10068 16306 16384, 10065 16306 16384, 10068 16304 16384, 10109 16298 16384, 10200 16281 16384, 10312 16254 16384, 10410 16229 16384, 10498 16213 16384, 10562 16203 16384, 10594 16198 16384</inkml:trace>
  <inkml:trace contextRef="#ctx0" brushRef="#br0">10063 16547 16384, 10083 16542 16384, 10166 16527 16384, 10283 16488 16384, 10407 16441 16384, 10522 16412 16384, 10604 16400 16384, 10641 16395 16384, 10648 16395 16384</inkml:trace>
  <inkml:trace contextRef="#ctx0" brushRef="#br0">10244 16171 16384, 10277 16189 16384, 10353 16250 16384, 10413 16330 16384, 10459 16415 16384, 10485 16496 16384, 10495 16560 16384, 10496 16610 16384, 10483 16643 16384, 10461 16662 16384, 10425 16666 16384</inkml:trace>
  <inkml:trace contextRef="#ctx0" brushRef="#br0">10148 16804 16384, 10140 16814 16384, 10151 16853 16384, 10218 16905 16384, 10301 16942 16384, 10384 16970 16384, 10457 16983 16384, 10521 16985 16384, 10581 16981 16384</inkml:trace>
  <inkml:trace contextRef="#ctx0" brushRef="#br0">10794 16700 16384, 10800 16705 16384, 10805 16710 16384, 10815 16726 16384, 10841 16757 16384, 10872 16793 16384, 10898 16840 16384, 10924 16881 16384, 10945 16912 16384, 10970 16938 16384, 10991 16959 16384, 11007 16969 16384, 11017 16974 16384, 11027 16985 16384, 11033 16985 16384</inkml:trace>
  <inkml:trace contextRef="#ctx0" brushRef="#br0">11809 16289 16384, 11817 16269 16384, 11817 16261 16384, 11817 16252 16384, 11809 16240 16384, 11801 16224 16384, 11780 16203 16384, 11752 16183 16384, 11715 16171 16384, 11682 16171 16384, 11641 16175 16384, 11605 16191 16384, 11572 16212 16384, 11531 16244 16384, 11494 16281 16384, 11465 16318 16384, 11445 16359 16384, 11437 16396 16384, 11441 16437 16384, 11453 16482 16384, 11478 16531 16384, 11510 16572 16384, 11543 16621 16384, 11588 16666 16384, 11629 16702 16384, 11674 16735 16384, 11715 16768 16384, 11740 16797 16384, 11768 16825 16384, 11780 16850 16384, 11780 16874 16384, 11772 16895 16384, 11756 16915 16384, 11731 16936 16384, 11703 16952 16384, 11670 16968 16384, 11629 16977 16384, 11584 16981 16384, 11535 16985 16384, 11494 16985 16384, 11449 16981 16384, 11412 16968 16384, 11371 16948 16384, 11355 16932 16384</inkml:trace>
  <inkml:trace contextRef="#ctx0" brushRef="#br0">12428 16480 16384, 12425 16480 16384, 12425 16483 16384, 12431 16486 16384, 12439 16486 16384, 12457 16489 16384, 12487 16489 16384, 12546 16486 16384, 12591 16480 16384, 12638 16477 16384, 12686 16474 16384, 12748 16474 16384, 12780 16480 16384, 12807 16486 16384, 12822 16492 16384</inkml:trace>
  <inkml:trace contextRef="#ctx0" brushRef="#br0">12436 16681 16384, 12433 16681 16384, 12436 16681 16384, 12442 16681 16384, 12463 16681 16384, 12522 16681 16384, 12543 16679 16384, 12588 16676 16384, 12608 16676 16384, 12656 16673 16384, 12700 16670 16384, 12745 16667 16384, 12786 16664 16384, 12816 16664 16384, 12840 16661 16384, 12860 16661 16384, 12872 16661 16384</inkml:trace>
  <inkml:trace contextRef="#ctx0" brushRef="#br0">13520 16343 16384, 13496 16292 16384, 13499 16253 16384, 13533 16215 16384, 13598 16179 16384, 13686 16171 16384, 13779 16209 16384, 13843 16296 16384, 13848 16403 16384, 13799 16513 16384, 13716 16609 16384, 13639 16666 16384, 13600 16680 16384, 13586 16668 16384, 13589 16648 16384, 13626 16629 16384, 13700 16616 16384, 13797 16625 16384, 13887 16676 16384, 13931 16754 16384, 13927 16823 16384, 13887 16881 16384, 13815 16935 16384, 13725 16972 16384, 13623 16985 16384, 13529 16965 16384, 13491 16939 16384</inkml:trace>
  <inkml:trace contextRef="#ctx0" brushRef="#br0">14216 16781 16384, 14216 16784 16384, 14216 16804 16384, 14226 16823 16384, 14236 16849 16384, 14246 16875 16384, 14255 16897 16384, 14262 16920 16384, 14265 16946 16384, 14268 16962 16384, 14268 16978 16384, 14271 16985 16384</inkml:trace>
  <inkml:trace contextRef="#ctx0" brushRef="#br0">14542 16171 16384, 14556 16180 16384, 14584 16199 16384, 14617 16240 16384, 14659 16292 16384, 14705 16366 16384, 14752 16464 16384, 14803 16557 16384, 14840 16654 16384, 14886 16738 16384, 14919 16803 16384, 14942 16859 16384, 14966 16906 16384, 14984 16934 16384, 14998 16961 16384, 15007 16975 16384, 15012 16980 16384</inkml:trace>
  <inkml:trace contextRef="#ctx0" brushRef="#br0">15091 16213 16384, 15054 16222 16384, 15040 16231 16384, 15021 16250 16384, 14993 16282 16384, 14952 16315 16384, 14900 16366 16384, 14835 16427 16384, 14765 16506 16384, 14691 16589 16384, 14621 16678 16384, 14561 16761 16384, 14514 16841 16384, 14486 16901 16384, 14472 16938 16384, 14463 16966 16384, 14463 16980 16384, 14463 16985 16384</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2163 17897 16384, 2163 17907 16384, 2183 17937 16384, 2193 17968 16384, 2193 17978 16384, 2193 17998 16384, 2183 18019 16384, 2163 18039 16384, 2132 18049 16384, 2112 18049 16384, 2081 18049 16384, 2051 18049 16384, 2031 18039 16384, 2020 18019 16384, 2020 17998 16384, 2020 17948 16384, 2041 17917 16384, 2061 17887 16384, 2092 17866 16384, 2122 17856 16384, 2142 17846 16384, 2173 17846 16384, 2204 17846 16384, 2214 17846 16384, 2234 17866 16384, 2244 17876 16384, 2244 17907 16384, 2234 17917 16384, 2214 17937 16384, 2193 17958 16384, 2163 17968 16384, 2122 17988 16384, 2081 17998 16384, 2041 17998 16384, 2010 17988 16384, 2000 17978 16384, 2000 17958 16384, 2000 17937 16384, 2020 17917 16384, 2031 17907 16384, 2051 17887 16384, 2092 17876 16384, 2122 17866 16384, 2142 17866 16384, 2173 17866 16384, 2193 17866 16384, 2214 17897 16384, 2224 17927 16384, 2224 17948 16384, 2224 17968 16384, 2214 17988 16384, 2193 18009 16384, 2183 18019 16384, 2173 18019 16384, 2163 18019 16384, 2153 18009 16384, 2153 17998 16384, 2153 17978 16384, 2153 17968 16384, 2153 17958 16384, 2163 17937 16384, 2173 17927 16384, 2183 17917 16384, 2193 17917 16384, 2193 17927 16384, 2183 17948 16384, 2183 17958 16384, 2173 17958 16384, 2163 17968 16384, 2153 17978 16384, 2142 17978 16384, 2132 17978 16384, 2132 17968 16384, 2142 17948 16384, 2163 17927 16384, 2173 17917 16384, 2183 17907 16384, 2173 17927 16384, 2142 17948 16384, 2112 17968 16384, 2081 17978 16384, 2051 17998 16384, 2041 17998 16384, 2051 17988 16384, 2081 17968 16384, 2092 17958 16384, 2122 17937 16384, 2142 17917 16384, 2183 17887 16384, 2193 17866 16384, 2193 17856 16384, 2183 17856 16384, 2163 17876 16384, 2142 17897 16384, 2122 17917 16384, 2112 17937 16384, 2102 17948 16384</inkml:trace>
  <inkml:trace contextRef="#ctx0" brushRef="#br0">2932 17785 16384, 2924 17770 16384, 2927 17770 16384, 2969 17771 16384, 3054 17771 16384, 3153 17768 16384, 3241 17765 16384, 3295 17765 16384, 3314 17771 16384</inkml:trace>
  <inkml:trace contextRef="#ctx0" brushRef="#br0">2960 17544 16384, 2949 17541 16384, 2960 17551 16384, 2980 17595 16384, 2985 17707 16384, 2966 17910 16384, 2932 18093 16384, 2891 18224 16384, 2849 18311 16384, 2813 18353 16384, 2771 18355 16384, 2721 18319 16384, 2673 18244 16384, 2651 18185 16384, 2667 18171 16384, 2712 18153 16384, 2795 18144 16384, 2913 18174 16384, 3049 18235 16384, 3153 18291 16384, 3217 18323 16384, 3250 18341 16384, 3267 18345 16384</inkml:trace>
  <inkml:trace contextRef="#ctx0" brushRef="#br0">3474 18078 16384, 3460 18068 16384, 3464 18061 16384, 3478 18050 16384, 3499 18036 16384, 3523 18022 16384, 3558 18005 16384, 3593 17984 16384, 3635 17966 16384, 3674 17956 16384, 3719 17945 16384, 3758 17942 16384, 3800 17945 16384, 3838 17956 16384, 3866 17973 16384, 3887 17998 16384, 3901 18026 16384, 3908 18057 16384, 3905 18096 16384, 3894 18134 16384, 3877 18169 16384, 3859 18204 16384, 3838 18243 16384, 3814 18267 16384, 3793 18295 16384, 3768 18320 16384</inkml:trace>
  <inkml:trace contextRef="#ctx0" brushRef="#br0">4058 17655 16384, 4055 17655 16384, 4096 17651 16384, 4205 17640 16384, 4340 17621 16384, 4491 17601 16384, 4649 17584 16384, 4777 17576 16384, 4852 17576 16384, 4869 17582 16384, 4857 17591 16384, 4795 17633 16384, 4690 17700 16384, 4581 17791 16384, 4497 17911 16384, 4478 18016 16384, 4495 18123 16384, 4544 18212 16384, 4619 18277 16384, 4703 18308 16384, 4797 18319 16384, 4867 18306 16384</inkml:trace>
  <inkml:trace contextRef="#ctx0" brushRef="#br0">5015 18070 16384, 5020 18075 16384, 5026 18080 16384, 5036 18096 16384, 5062 18127 16384, 5093 18163 16384, 5119 18210 16384, 5145 18251 16384, 5166 18282 16384, 5191 18308 16384, 5212 18329 16384, 5228 18339 16384, 5238 18344 16384, 5248 18355 16384, 5254 18355 16384</inkml:trace>
  <inkml:trace contextRef="#ctx0" brushRef="#br0">5617 17713 16384, 5592 17662 16384, 5596 17623 16384, 5629 17585 16384, 5694 17549 16384, 5782 17541 16384, 5876 17579 16384, 5939 17666 16384, 5945 17773 16384, 5895 17882 16384, 5812 17979 16384, 5735 18036 16384, 5696 18050 16384, 5682 18037 16384, 5686 18018 16384, 5723 17999 16384, 5797 17986 16384, 5893 17995 16384, 5983 18046 16384, 6027 18124 16384, 6024 18192 16384, 5983 18251 16384, 5911 18305 16384, 5821 18342 16384, 5719 18355 16384, 5626 18335 16384, 5587 18309 16384</inkml:trace>
  <inkml:trace contextRef="#ctx0" brushRef="#br0">6646 17577 16384, 6656 17578 16384, 6711 17614 16384, 6790 17693 16384, 6857 17761 16384, 6909 17817 16384, 6955 17858 16384, 6964 17863 16384</inkml:trace>
  <inkml:trace contextRef="#ctx0" brushRef="#br0">7231 17635 16384, 7224 17635 16384, 7182 17656 16384, 7115 17719 16384, 7011 17826 16384, 6923 17937 16384, 6865 18053 16384, 6848 18146 16384, 6869 18208 16384, 6925 18261 16384, 7004 18299 16384, 7090 18313 16384, 7192 18319 16384, 7296 18310 16384, 7389 18292 16384, 7460 18275 16384</inkml:trace>
  <inkml:trace contextRef="#ctx0" brushRef="#br0">8185 17541 16384, 8199 17550 16384, 8227 17568 16384, 8260 17610 16384, 8301 17661 16384, 8348 17736 16384, 8395 17834 16384, 8446 17927 16384, 8483 18024 16384, 8529 18108 16384, 8562 18173 16384, 8585 18229 16384, 8608 18276 16384, 8627 18303 16384, 8641 18331 16384, 8650 18345 16384, 8655 18350 16384</inkml:trace>
  <inkml:trace contextRef="#ctx0" brushRef="#br0">8734 17582 16384, 8697 17592 16384, 8683 17601 16384, 8664 17620 16384, 8636 17652 16384, 8595 17685 16384, 8543 17736 16384, 8478 17796 16384, 8408 17875 16384, 8334 17959 16384, 8264 18048 16384, 8204 18131 16384, 8157 18210 16384, 8129 18271 16384, 8115 18308 16384, 8106 18336 16384, 8106 18350 16384, 8106 18355 16384</inkml:trace>
  <inkml:trace contextRef="#ctx0" brushRef="#br0">9679 17595 16384, 9685 17608 16384, 9700 17703 16384, 9689 17874 16384, 9635 18028 16384, 9551 18171 16384, 9471 18255 16384, 9410 18270 16384, 9352 18244 16384, 9298 18160 16384, 9259 18008 16384, 9282 17807 16384, 9395 17666 16384, 9533 17595 16384, 9705 17541 16384, 9882 17547 16384, 10014 17660 16384, 10066 17885 16384, 10064 18140 16384, 10053 18272 16384, 10040 18339 16384, 10034 18355 16384</inkml:trace>
  <inkml:trace contextRef="#ctx0" brushRef="#br0">10620 17720 16384, 10620 17717 16384, 10636 17704 16384, 10655 17698 16384, 10684 17691 16384, 10719 17682 16384, 10754 17672 16384, 10815 17659 16384, 10850 17656 16384, 10889 17650 16384, 10918 17646 16384, 10943 17643 16384, 10963 17643 16384, 10972 17643 16384</inkml:trace>
  <inkml:trace contextRef="#ctx0" brushRef="#br0">10828 17541 16384, 10825 17541 16384, 10818 17541 16384, 10815 17547 16384, 10812 17566 16384, 10805 17589 16384, 10799 17621 16384, 10786 17666 16384, 10770 17723 16384, 10761 17758 16384, 10754 17797 16384, 10738 17883 16384, 10713 18015 16384, 10700 18101 16384, 10697 18165 16384, 10693 18249 16384, 10697 18287 16384, 10700 18319 16384, 10703 18329 16384, 10706 18345 16384, 10716 18351 16384, 10722 18355 16384</inkml:trace>
  <inkml:trace contextRef="#ctx0" brushRef="#br0">10886 17935 16384, 10895 17916 16384, 10911 17903 16384, 10953 17890 16384, 10969 17883 16384, 11001 17877 16384, 11020 17874 16384, 11059 17877 16384, 11088 17883 16384, 11110 17890 16384, 11129 17899 16384, 11148 17909 16384, 11161 17916 16384, 11168 17925 16384, 11168 17935 16384</inkml:trace>
  <inkml:trace contextRef="#ctx0" brushRef="#br0">10940 18121 16384, 10921 18137 16384, 10911 18159 16384, 10921 18178 16384, 10940 18194 16384, 10963 18210 16384, 10982 18226 16384, 11007 18249 16384, 11036 18271 16384, 11062 18287 16384, 11094 18303 16384, 11123 18310 16384, 11155 18313 16384, 11184 18303 16384, 11219 18287 16384</inkml:trace>
  <inkml:trace contextRef="#ctx0" brushRef="#br0">11286 17592 16384, 11283 17601 16384, 11293 17627 16384, 11299 17656 16384, 11305 17678 16384, 11305 17688 16384, 11312 17714 16384, 11318 17730 16384, 11325 17736 16384, 11331 17736 16384</inkml:trace>
  <inkml:trace contextRef="#ctx0" brushRef="#br0">11382 17592 16384, 11386 17592 16384, 11389 17601 16384, 11395 17617 16384, 11402 17650 16384, 11408 17688 16384, 11414 17720 16384, 11424 17739 16384</inkml:trace>
  <inkml:trace contextRef="#ctx0" brushRef="#br0">11579 17552 16384, 11575 17552 16384, 11571 17554 16384, 11571 17599 16384, 11579 17720 16384, 11593 17907 16384, 11618 18105 16384, 11653 18249 16384, 11696 18321 16384, 11735 18343 16384, 11768 18337 16384, 11805 18288 16384, 11848 18189 16384, 11906 18105 16384</inkml:trace>
  <inkml:trace contextRef="#ctx0" brushRef="#br0">12177 17731 16384, 12191 17739 16384, 12247 17780 16384, 12304 17852 16384, 12348 17938 16384, 12370 18008 16384, 12378 18055 16384, 12380 18076 16384, 12385 18076 16384</inkml:trace>
  <inkml:trace contextRef="#ctx0" brushRef="#br0">12587 17542 16384, 12582 17541 16384, 12572 17541 16384, 12567 17562 16384, 12559 17641 16384, 12543 17762 16384, 12531 17922 16384, 12534 18112 16384, 12567 18234 16384, 12627 18312 16384, 12711 18351 16384, 12795 18355 16384, 12879 18320 16384, 12975 18260 16384, 13059 18196 16384, 13124 18138 16384, 13135 18127 16384</inkml:trace>
  <inkml:trace contextRef="#ctx0" brushRef="#br0">13443 18076 16384, 13443 18073 16384, 13446 18066 16384, 13448 18066 16384, 13463 18061 16384, 13483 18059 16384, 13505 18054 16384, 13527 18049 16384, 13549 18046 16384, 13568 18044 16384, 13590 18039 16384, 13612 18034 16384, 13627 18032 16384, 13642 18027 16384, 13651 18027 16384, 13656 18024 16384</inkml:trace>
  <inkml:trace contextRef="#ctx0" brushRef="#br0">13414 17907 16384, 13416 17912 16384, 13421 17924 16384, 13431 17941 16384, 13439 17966 16384, 13446 17997 16384, 13448 18034 16384, 13451 18076 16384, 13451 18117 16384, 13448 18159 16384, 13446 18198 16384, 13439 18232 16384, 13429 18262 16384, 13419 18286 16384, 13407 18306 16384, 13397 18320 16384, 13387 18335 16384, 13370 18347 16384, 13353 18352 16384, 13336 18355 16384, 13324 18352 16384, 13306 18342 16384, 13294 18328 16384, 13287 18308 16384, 13282 18291 16384, 13282 18274 16384, 13287 18262 16384, 13297 18252 16384, 13311 18244 16384, 13331 18240 16384, 13353 18235 16384, 13380 18232 16384, 13409 18232 16384, 13443 18232 16384, 13478 18235 16384, 13507 18240 16384, 13531 18244 16384, 13558 18252 16384, 13576 18259 16384, 13593 18269 16384, 13607 18276 16384, 13615 18281 16384, 13620 18286 16384, 13622 18289 16384, 13622 18291 16384</inkml:trace>
  <inkml:trace contextRef="#ctx0" brushRef="#br0">13978 17541 16384, 14004 17552 16384, 14069 17570 16384, 14134 17586 16384, 14179 17605 16384, 14200 17627 16384</inkml:trace>
  <inkml:trace contextRef="#ctx0" brushRef="#br0">13812 17934 16384, 13803 17934 16384, 13811 17928 16384, 13861 17897 16384, 13947 17843 16384, 14044 17793 16384, 14140 17768 16384, 14226 17771 16384, 14292 17813 16384, 14330 17897 16384, 14336 18025 16384, 14314 18133 16384, 14264 18220 16384, 14204 18295 16384, 14157 18342 16384, 14137 18355 16384</inkml:trace>
  <inkml:trace contextRef="#ctx0" brushRef="#br0">14495 17803 16384, 14483 17801 16384, 14486 17801 16384, 14509 17801 16384, 14555 17789 16384, 14635 17761 16384, 14732 17736 16384, 14822 17725 16384, 14901 17731 16384, 14957 17770 16384, 14991 17846 16384, 15007 17948 16384, 15007 18055 16384, 14991 18161 16384, 14962 18257 16384, 14931 18322 16384, 14911 18351 16384, 14893 18355 16384, 14870 18325 16384, 14833 18258 16384</inkml:trace>
  <inkml:trace contextRef="#ctx0" brushRef="#br0">14867 17541 16384, 14869 17556 16384, 14853 17635 16384, 14799 17796 16384, 14728 17998 16384, 14662 18167 16384, 14628 18255 16384, 14617 18302 16384, 14616 18308 16384</inkml:trace>
  <inkml:trace contextRef="#ctx0" brushRef="#br0">15008 17649 16384, 14999 17648 16384, 15013 17661 16384, 15053 17714 16384, 15109 17823 16384, 15148 17947 16384, 15169 18032 16384, 15186 18082 16384, 15197 18108 16384</inkml:trace>
  <inkml:trace contextRef="#ctx0" brushRef="#br0">15664 17555 16384, 15666 17544 16384, 15666 17541 16384, 15659 17564 16384, 15619 17647 16384, 15528 17828 16384, 15425 18051 16384, 15362 18212 16384, 15344 18297 16384, 15344 18336 16384, 15349 18355 16384, 15362 18346 16384, 15395 18284 16384, 15442 18174 16384, 15507 18036 16384, 15584 17929 16384, 15635 17897 16384, 15666 17888 16384, 15680 17910 16384, 15691 17973 16384, 15704 18076 16384, 15726 18186 16384, 15764 18266 16384, 15812 18306 16384, 15874 18327 16384, 15937 18329 16384, 15972 18322 16384</inkml:trace>
  <inkml:trace contextRef="#ctx0" brushRef="#br0">16194 17545 16384, 16194 17541 16384, 16192 17564 16384, 16174 17641 16384, 16135 17791 16384, 16118 17971 16384, 16124 18153 16384, 16155 18276 16384, 16197 18330 16384, 16237 18355 16384, 16276 18345 16384, 16285 18336 16384</inkml:trace>
  <inkml:trace contextRef="#ctx0" brushRef="#br0">16404 17771 16384, 16411 17771 16384, 16468 17774 16384, 16578 17765 16384, 16689 17753 16384, 16791 17754 16384, 16867 17767 16384, 16903 17776 16384, 16910 17782 16384</inkml:trace>
  <inkml:trace contextRef="#ctx0" brushRef="#br0">16706 17564 16384, 16728 17589 16384, 16767 17684 16384, 16776 17850 16384, 16743 18036 16384, 16702 18181 16384, 16669 18252 16384, 16655 18286 16384</inkml:trace>
  <inkml:trace contextRef="#ctx0" brushRef="#br0">17065 17552 16384, 17061 17552 16384, 17057 17554 16384, 17057 17599 16384, 17065 17720 16384, 17080 17907 16384, 17104 18105 16384, 17139 18249 16384, 17182 18321 16384, 17221 18343 16384, 17254 18337 16384, 17291 18288 16384, 17334 18189 16384, 17392 18105 16384</inkml:trace>
  <inkml:trace contextRef="#ctx0" brushRef="#br0">17663 17731 16384, 17678 17739 16384, 17733 17780 16384, 17791 17852 16384, 17834 17938 16384, 17857 18008 16384, 17865 18055 16384, 17867 18076 16384, 17871 18076 16384</inkml:trace>
  <inkml:trace contextRef="#ctx0" brushRef="#br0">18064 17560 16384, 18059 17575 16384, 18049 17673 16384, 18026 17864 16384, 18018 18088 16384, 18033 18242 16384, 18071 18308 16384, 18117 18335 16384</inkml:trace>
  <inkml:trace contextRef="#ctx0" brushRef="#br0">18358 17770 16384, 18360 17760 16384, 18459 17730 16384, 18532 17725 16384, 18595 17727 16384, 18649 17732 16384, 18675 17748 16384, 18670 17798 16384</inkml:trace>
  <inkml:trace contextRef="#ctx0" brushRef="#br0">18485 18134 16384, 18485 18146 16384, 18564 18254 16384, 18632 18285 16384, 18710 18301 16384, 18793 18288 16384, 18832 18273 16384</inkml:trace>
  <inkml:trace contextRef="#ctx0" brushRef="#br0">19666 17785 16384, 19658 17770 16384, 19661 17770 16384, 19703 17771 16384, 19787 17771 16384, 19887 17768 16384, 19975 17765 16384, 20029 17765 16384, 20048 17771 16384</inkml:trace>
  <inkml:trace contextRef="#ctx0" brushRef="#br0">19694 17544 16384, 19683 17541 16384, 19694 17551 16384, 19714 17595 16384, 19719 17707 16384, 19700 17910 16384, 19666 18093 16384, 19625 18224 16384, 19583 18311 16384, 19547 18353 16384, 19505 18355 16384, 19455 18319 16384, 19407 18244 16384, 19385 18185 16384, 19401 18171 16384, 19446 18153 16384, 19529 18144 16384, 19647 18174 16384, 19783 18235 16384, 19887 18291 16384, 19951 18323 16384, 19984 18341 16384, 20001 18345 16384</inkml:trace>
  <inkml:trace contextRef="#ctx0" brushRef="#br0">20240 17541 16384, 20240 17545 16384, 20233 17604 16384, 20212 17714 16384, 20194 17826 16384, 20197 17919 16384, 20220 17970 16384, 20254 17988 16384, 20295 17988 16384, 20344 17946 16384</inkml:trace>
  <inkml:trace contextRef="#ctx0" brushRef="#br0">20625 17554 16384, 20633 17585 16384, 20656 17652 16384, 20677 17738 16384, 20679 17872 16384, 20656 18028 16384, 20619 18166 16384, 20575 18273 16384, 20543 18334 16384, 20529 18355 16384</inkml:trace>
  <inkml:trace contextRef="#ctx0" brushRef="#br0">20825 18070 16384, 20830 18075 16384, 20835 18080 16384, 20846 18096 16384, 20872 18127 16384, 20903 18163 16384, 20929 18210 16384, 20955 18251 16384, 20975 18282 16384, 21001 18308 16384, 21022 18329 16384, 21038 18339 16384, 21048 18344 16384, 21058 18355 16384, 21063 18355 16384</inkml:trace>
  <inkml:trace contextRef="#ctx0" brushRef="#br0">21234 17544 16384, 21222 17546 16384, 21210 17549 16384, 21228 17552 16384, 21266 17561 16384, 21293 17570 16384, 21347 17588 16384, 21370 17597 16384, 21391 17603 16384, 21471 17615 16384, 21531 17621 16384, 21587 17624 16384, 21673 17630 16384, 21721 17630 16384, 21760 17636 16384, 21774 17642 16384, 21771 17648 16384, 21765 17653 16384, 21757 17659 16384, 21733 17671 16384, 21676 17692 16384, 21629 17707 16384, 21578 17728 16384, 21519 17749 16384, 21457 17772 16384, 21370 17814 16384, 21317 17841 16384, 21284 17864 16384, 21243 17888 16384, 21231 17900 16384, 21228 17915 16384, 21237 17921 16384, 21260 17927 16384, 21311 17927 16384, 21353 17927 16384, 21376 17924 16384, 21400 17921 16384, 21486 17906 16384, 21546 17894 16384, 21599 17885 16384, 21638 17876 16384, 21676 17873 16384, 21682 17873 16384, 21688 17873 16384, 21676 17879 16384, 21656 17891 16384, 21623 17909 16384, 21587 17936 16384, 21546 17965 16384, 21489 18022 16384, 21457 18066 16384, 21445 18087 16384, 21436 18108 16384, 21421 18173 16384, 21421 18212 16384, 21427 18248 16384, 21457 18295 16384, 21480 18316 16384, 21507 18337 16384, 21528 18343 16384, 21543 18349 16384, 21575 18355 16384, 21635 18352 16384, 21670 18334 16384, 21703 18310 16384</inkml:trace>
  <inkml:trace contextRef="#ctx0" brushRef="#br0">21825 17546 16384, 21822 17544 16384, 21825 17546 16384, 21831 17552 16384, 21834 17564 16384, 21837 17570 16384, 21840 17588 16384, 21846 17621 16384, 21849 17642 16384, 21858 17674 16384, 21858 17680 16384, 21861 17689 16384, 21867 17704 16384, 21869 17710 16384</inkml:trace>
  <inkml:trace contextRef="#ctx0" brushRef="#br0">21935 17541 16384, 21932 17541 16384, 21932 17544 16384, 21935 17552 16384, 21941 17570 16384, 21959 17615 16384, 21962 17630 16384, 21968 17648 16384, 21979 17698 16384, 21985 17719 16384, 21991 17734 16384, 22000 17749 16384</inkml:trace>
  <inkml:trace contextRef="#ctx0" brushRef="#br0">22322 17541 16384, 22347 17552 16384, 22413 17570 16384, 22478 17586 16384, 22523 17605 16384, 22544 17627 16384</inkml:trace>
  <inkml:trace contextRef="#ctx0" brushRef="#br0">22156 17934 16384, 22147 17934 16384, 22155 17928 16384, 22205 17897 16384, 22291 17843 16384, 22388 17793 16384, 22484 17768 16384, 22570 17771 16384, 22636 17813 16384, 22674 17897 16384, 22680 18025 16384, 22658 18133 16384, 22608 18220 16384, 22548 18295 16384, 22501 18342 16384, 22481 18355 16384</inkml:trace>
  <inkml:trace contextRef="#ctx0" brushRef="#br0">22910 17566 16384, 22906 17553 16384, 22906 17550 16384, 22903 17550 16384, 22903 17547 16384, 22903 17550 16384, 22903 17557 16384, 22897 17569 16384, 22890 17592 16384, 22878 17624 16384, 22868 17668 16384, 22855 17726 16384, 22846 17799 16384, 22839 17882 16384, 22830 17972 16384, 22827 18064 16384, 22830 18150 16384, 22836 18221 16384, 22842 18275 16384, 22852 18319 16384, 22858 18339 16384, 22868 18351 16384, 22874 18355 16384</inkml:trace>
  <inkml:trace contextRef="#ctx0" brushRef="#br0">23047 17809 16384, 23050 17809 16384, 23066 17806 16384, 23076 17809 16384, 23111 17815 16384, 23152 17815 16384, 23194 17815 16384, 23238 17815 16384, 23280 17815 16384, 23321 17815 16384, 23363 17815 16384, 23398 17821 16384, 23433 17828 16384, 23465 17831 16384, 23490 17834 16384, 23516 17834 16384, 23526 17831 16384</inkml:trace>
  <inkml:trace contextRef="#ctx0" brushRef="#br0">23318 17611 16384, 23289 17627 16384, 23286 17633 16384, 23296 17655 16384, 23312 17684 16384, 23321 17723 16384, 23328 17770 16384, 23328 17828 16384, 23321 17895 16384, 23309 17968 16384, 23296 18042 16384, 23283 18115 16384, 23270 18173 16384, 23261 18214 16384, 23254 18240 16384, 23251 18259 16384, 23248 18275 16384</inkml:trace>
  <inkml:trace contextRef="#ctx0" brushRef="#br0">23478 17576 16384, 23478 17572 16384, 23481 17563 16384, 23484 17566 16384, 23490 17572 16384, 23497 17582 16384, 23500 17588 16384, 23506 17604 16384, 23510 17611 16384, 23513 17636 16384, 23516 17649 16384, 23519 17659 16384, 23519 17668 16384, 23522 17671 16384, 23522 17675 16384, 23526 17678 16384, 23526 17675 16384</inkml:trace>
  <inkml:trace contextRef="#ctx0" brushRef="#br0">23561 17541 16384, 23564 17547 16384, 23570 17557 16384, 23580 17572 16384, 23586 17595 16384, 23593 17620 16384, 23596 17640 16384, 23602 17659 16384, 23605 17668 16384, 23612 17675 16384, 23618 17678 16384, 23621 17678 16384</inkml:trace>
  <inkml:trace contextRef="#ctx0" brushRef="#br0">24088 17555 16384, 24090 17544 16384, 24090 17541 16384, 24083 17564 16384, 24043 17647 16384, 23952 17828 16384, 23849 18051 16384, 23786 18212 16384, 23768 18297 16384, 23768 18336 16384, 23773 18355 16384, 23786 18346 16384, 23819 18284 16384, 23866 18174 16384, 23931 18036 16384, 24008 17929 16384, 24059 17897 16384, 24090 17888 16384, 24104 17910 16384, 24115 17973 16384, 24128 18076 16384, 24150 18186 16384, 24188 18266 16384, 24236 18306 16384, 24298 18327 16384, 24361 18329 16384, 24396 18322 16384</inkml:trace>
  <inkml:trace contextRef="#ctx0" brushRef="#br0">24562 17667 16384, 24549 17667 16384, 24560 17661 16384, 24617 17642 16384, 24700 17603 16384, 24795 17564 16384, 24864 17542 16384, 24887 17541 16384, 24882 17560 16384, 24835 17631 16384, 24754 17765 16384, 24654 17940 16384, 24571 18132 16384, 24542 18262 16384, 24565 18312 16384, 24611 18347 16384, 24677 18355 16384, 24766 18303 16384, 24876 18195 16384, 25002 18052 16384, 25109 17914 16384, 25182 17788 16384, 25218 17727 16384, 25221 17722 16384, 25216 17727 16384, 25186 17784 16384, 25143 17889 16384, 25102 18035 16384, 25088 18193 16384, 25123 18280 16384, 25189 18324 16384, 25273 18337 16384, 25313 18324 16384</inkml:trace>
  <inkml:trace contextRef="#ctx0" brushRef="#br0">25621 18076 16384, 25621 18073 16384, 25624 18066 16384, 25626 18066 16384, 25641 18061 16384, 25661 18059 16384, 25683 18054 16384, 25705 18049 16384, 25727 18046 16384, 25746 18044 16384, 25768 18039 16384, 25790 18034 16384, 25805 18032 16384, 25820 18027 16384, 25829 18027 16384, 25834 18024 16384</inkml:trace>
  <inkml:trace contextRef="#ctx0" brushRef="#br0">25592 17907 16384, 25595 17912 16384, 25599 17924 16384, 25609 17941 16384, 25617 17966 16384, 25624 17997 16384, 25626 18034 16384, 25629 18076 16384, 25629 18117 16384, 25626 18159 16384, 25624 18198 16384, 25617 18232 16384, 25607 18262 16384, 25597 18286 16384, 25585 18306 16384, 25575 18320 16384, 25565 18335 16384, 25548 18347 16384, 25531 18352 16384, 25514 18355 16384, 25502 18352 16384, 25484 18342 16384, 25472 18328 16384, 25465 18308 16384, 25460 18291 16384, 25460 18274 16384, 25465 18262 16384, 25475 18252 16384, 25489 18244 16384, 25509 18240 16384, 25531 18235 16384, 25558 18232 16384, 25587 18232 16384, 25621 18232 16384, 25656 18235 16384, 25685 18240 16384, 25710 18244 16384, 25736 18252 16384, 25754 18259 16384, 25771 18269 16384, 25785 18276 16384, 25793 18281 16384, 25798 18286 16384, 25800 18289 16384, 25800 18291 16384</inkml:trace>
  <inkml:trace contextRef="#ctx0" brushRef="#br0">26157 17541 16384, 26182 17552 16384, 26247 17570 16384, 26312 17586 16384, 26357 17605 16384, 26378 17627 16384</inkml:trace>
  <inkml:trace contextRef="#ctx0" brushRef="#br0">25990 17934 16384, 25981 17934 16384, 25989 17928 16384, 26039 17897 16384, 26125 17843 16384, 26222 17793 16384, 26318 17768 16384, 26404 17771 16384, 26470 17813 16384, 26508 17897 16384, 26514 18025 16384, 26492 18133 16384, 26442 18220 16384, 26382 18295 16384, 26335 18342 16384, 26315 18355 16384</inkml:trace>
  <inkml:trace contextRef="#ctx0" brushRef="#br0">26721 17629 16384, 26716 17626 16384, 26708 17648 16384, 26692 17724 16384, 26670 17872 16384, 26661 18052 16384, 26673 18183 16384, 26705 18247 16384, 26743 18269 16384</inkml:trace>
  <inkml:trace contextRef="#ctx0" brushRef="#br0">26903 17788 16384, 26974 17789 16384, 27076 17789 16384, 27174 17786 16384, 27264 17781 16384, 27323 17781 16384, 27345 17786 16384</inkml:trace>
  <inkml:trace contextRef="#ctx0" brushRef="#br0">27130 17641 16384, 27153 17695 16384, 27188 17803 16384, 27199 17943 16384, 27186 18081 16384, 27156 18182 16384, 27128 18233 16384, 27104 18240 16384, 27072 18226 16384, 27035 18186 16384, 27006 18134 16384, 26997 18092 16384, 27017 18068 16384, 27069 18048 16384, 27148 18034 16384, 27244 18047 16384, 27324 18084 16384, 27389 18128 16384, 27433 18157 16384, 27459 18168 16384, 27472 18174 16384, 27475 18174 16384</inkml:trace>
  <inkml:trace contextRef="#ctx0" brushRef="#br0">28037 17822 16384, 28028 17813 16384, 28039 17800 16384, 28102 17768 16384, 28229 17708 16384, 28379 17668 16384, 28542 17661 16384, 28688 17692 16384, 28784 17753 16384, 28837 17827 16384, 28842 17912 16384, 28799 17996 16384, 28719 18075 16384, 28627 18155 16384, 28555 18211 16384, 28527 18234 16384</inkml:trace>
  <inkml:trace contextRef="#ctx0" brushRef="#br0">29024 17738 16384, 29024 17735 16384, 29034 17735 16384, 29060 17738 16384, 29122 17735 16384, 29177 17722 16384, 29229 17709 16384, 29284 17699 16384, 29336 17693 16384, 29358 17690 16384, 29404 17686 16384, 29443 17686 16384, 29459 17686 16384, 29485 17683 16384, 29495 17683 16384</inkml:trace>
  <inkml:trace contextRef="#ctx0" brushRef="#br0">28989 17917 16384, 29002 17914 16384, 29015 17914 16384, 29054 17914 16384, 29112 17904 16384, 29174 17894 16384, 29242 17884 16384, 29310 17875 16384, 29381 17868 16384, 29446 17862 16384, 29501 17858 16384, 29543 17858 16384, 29579 17855 16384, 29602 17855 16384, 29611 17852 16384, 29618 17849 16384</inkml:trace>
  <inkml:trace contextRef="#ctx0" brushRef="#br0">29235 17596 16384, 29238 17596 16384, 29242 17599 16384, 29264 17622 16384, 29290 17657 16384, 29316 17699 16384, 29333 17751 16384, 29342 17777 16384, 29349 17800 16384, 29371 17871 16384, 29384 17917 16384, 29391 17952 16384, 29394 17982 16384, 29394 18021 16384, 29391 18037 16384, 29391 18043 16384, 29378 18063 16384, 29371 18069 16384, 29355 18076 16384, 29345 18079 16384, 29333 18079 16384</inkml:trace>
  <inkml:trace contextRef="#ctx0" brushRef="#br0">29080 18144 16384, 29060 18170 16384, 29057 18215 16384, 29063 18231 16384, 29083 18254 16384, 29109 18277 16384, 29135 18303 16384, 29167 18319 16384, 29222 18342 16384, 29261 18351 16384, 29303 18355 16384, 29349 18355 16384, 29391 18345 16384, 29414 18338 16384</inkml:trace>
  <inkml:trace contextRef="#ctx0" brushRef="#br0">29608 17557 16384, 29605 17560 16384, 29602 17570 16384, 29608 17586 16384, 29618 17602 16384, 29628 17618 16384, 29634 17628 16384, 29634 17638 16384, 29637 17641 16384</inkml:trace>
  <inkml:trace contextRef="#ctx0" brushRef="#br0">29654 17541 16384, 29650 17547 16384, 29650 17550 16384, 29654 17563 16384, 29660 17576 16384, 29667 17592 16384, 29676 17612 16384, 29680 17622 16384</inkml:trace>
  <inkml:trace contextRef="#ctx0" brushRef="#br0">30246 17595 16384, 30253 17608 16384, 30268 17703 16384, 30257 17874 16384, 30203 18028 16384, 30118 18171 16384, 30038 18255 16384, 29978 18270 16384, 29919 18244 16384, 29865 18160 16384, 29826 18008 16384, 29850 17807 16384, 29962 17666 16384, 30101 17595 16384, 30272 17541 16384, 30450 17547 16384, 30582 17660 16384, 30634 17885 16384, 30631 18140 16384, 30621 18272 16384, 30608 18339 16384, 30601 18355 16384</inkml:trace>
  <inkml:trace contextRef="#ctx0" brushRef="#br0">31468 17785 16384, 31460 17770 16384, 31463 17770 16384, 31505 17771 16384, 31589 17771 16384, 31689 17768 16384, 31777 17765 16384, 31831 17765 16384, 31850 17771 16384</inkml:trace>
  <inkml:trace contextRef="#ctx0" brushRef="#br0">31496 17544 16384, 31485 17541 16384, 31496 17551 16384, 31516 17595 16384, 31521 17707 16384, 31502 17910 16384, 31468 18093 16384, 31427 18224 16384, 31385 18311 16384, 31349 18353 16384, 31307 18355 16384, 31257 18319 16384, 31209 18244 16384, 31187 18185 16384, 31203 18171 16384, 31248 18153 16384, 31331 18144 16384, 31449 18174 16384, 31585 18235 16384, 31689 18291 16384, 31753 18323 16384, 31786 18341 16384, 31803 18345 16384</inkml:trace>
  <inkml:trace contextRef="#ctx0" brushRef="#br0">32172 17541 16384, 32197 17552 16384, 32263 17570 16384, 32327 17586 16384, 32373 17605 16384, 32393 17627 16384</inkml:trace>
  <inkml:trace contextRef="#ctx0" brushRef="#br0">32006 17934 16384, 31996 17934 16384, 32004 17928 16384, 32054 17897 16384, 32141 17843 16384, 32238 17793 16384, 32334 17768 16384, 32420 17771 16384, 32486 17813 16384, 32523 17897 16384, 32530 18025 16384, 32508 18133 16384, 32458 18220 16384, 32398 18295 16384, 32351 18342 16384, 32330 18355 16384</inkml:trace>
  <inkml:trace contextRef="#ctx0" brushRef="#br0">32723 17560 16384, 32718 17575 16384, 32708 17673 16384, 32685 17864 16384, 32676 18088 16384, 32692 18242 16384, 32730 18308 16384, 32775 18335 16384</inkml:trace>
  <inkml:trace contextRef="#ctx0" brushRef="#br0">33017 17770 16384, 33019 17760 16384, 33118 17730 16384, 33191 17725 16384, 33254 17727 16384, 33308 17732 16384, 33334 17748 16384, 33328 17798 16384</inkml:trace>
  <inkml:trace contextRef="#ctx0" brushRef="#br0">33144 18134 16384, 33144 18146 16384, 33222 18254 16384, 33290 18285 16384, 33368 18301 16384, 33452 18288 16384, 33490 18273 16384</inkml:trace>
  <inkml:trace contextRef="#ctx0" brushRef="#br0">34044 17695 16384, 34063 17686 16384, 34124 17670 16384, 34204 17657 16384, 34278 17651 16384, 34337 17649 16384, 34368 17646 16384, 34373 17645 16384</inkml:trace>
  <inkml:trace contextRef="#ctx0" brushRef="#br0">34261 17541 16384, 34257 17542 16384, 34236 17598 16384, 34210 17695 16384, 34148 17824 16384, 34092 17936 16384, 34066 18006 16384, 34066 18028 16384</inkml:trace>
  <inkml:trace contextRef="#ctx0" brushRef="#br0">34559 17627 16384, 34580 17630 16384, 34631 17666 16384, 34693 17716 16384, 34734 17770 16384, 34758 17817 16384, 34764 17858 16384, 34758 17891 16384, 34735 17912 16384</inkml:trace>
  <inkml:trace contextRef="#ctx0" brushRef="#br0">34453 17894 16384, 34450 17900 16384, 34477 18022 16384, 34488 18113 16384, 34467 18211 16384, 34424 18299 16384, 34384 18344 16384, 34338 18355 16384, 34296 18329 16384, 34258 18272 16384, 34249 18237 16384, 34267 18225 16384, 34317 18217 16384, 34400 18213 16384, 34519 18229 16384, 34625 18268 16384, 34692 18297 16384, 34741 18314 16384, 34779 18317 16384</inkml:trace>
  <inkml:trace contextRef="#ctx0" brushRef="#br0">34939 17611 16384, 34927 17610 16384, 34941 17610 16384, 34993 17605 16384, 35079 17581 16384, 35174 17551 16384, 35251 17541 16384, 35287 17553 16384, 35291 17589 16384, 35255 17662 16384, 35179 17771 16384, 35079 17881 16384, 34989 17968 16384, 34938 18015 16384, 34926 18030 16384, 34956 18019 16384, 35021 17977 16384, 35120 17918 16384, 35246 17879 16384, 35358 17875 16384, 35439 17899 16384, 35490 17947 16384, 35505 18030 16384, 35485 18127 16384, 35430 18213 16384, 35358 18281 16384, 35282 18337 16384, 35216 18355 16384, 35171 18338 16384, 35138 18294 16384, 35129 18227 16384, 35157 18189 16384, 35212 18171 16384, 35284 18162 16384, 35350 18166 16384, 35395 18179 16384, 35424 18188 16384</inkml:trace>
  <inkml:trace contextRef="#ctx0" brushRef="#br0">35743 18093 16384, 35734 18093 16384, 35707 18088 16384, 35698 18088 16384, 35688 18097 16384, 35679 18111 16384, 35665 18129 16384, 35656 18152 16384, 35652 18180 16384, 35656 18208 16384, 35665 18240 16384, 35679 18272 16384, 35693 18299 16384, 35711 18322 16384, 35730 18341 16384, 35748 18350 16384, 35776 18355 16384, 35799 18355 16384, 35817 18345 16384, 35831 18327 16384, 35845 18309 16384, 35858 18281 16384, 35872 18258 16384, 35877 18231 16384, 35877 18198 16384, 35872 18166 16384, 35854 18134 16384, 35835 18102 16384, 35812 18079 16384, 35794 18070 16384, 35776 18070 16384, 35753 18070 16384, 35734 18074 16384, 35725 18083 16384, 35716 18088 16384, 35716 18093 16384, 35716 18097 16384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7890 1015 16384, 7876 1029 16384, 7872 1127 16384, 7825 1370 16384, 7741 1631 16384, 7687 1809 16384, 7669 1911 16384, 7673 1954 16384, 7698 1958 16384, 7741 1951 16384, 7825 1915 16384, 7959 1856 16384, 8123 1831 16384, 8286 1871 16384, 8406 1983 16384, 8478 2147 16384, 8496 2328 16384, 8453 2488 16384, 8333 2633 16384, 8173 2742 16384, 8006 2800 16384, 7836 2785 16384, 7752 2738 16384</inkml:trace>
  <inkml:trace contextRef="#ctx0" brushRef="#br0">7865 1022 16384, 7858 1022 16384, 7879 1022 16384, 8003 1025 16384, 8228 1011 16384, 8460 1000 16384, 8660 1040 16384, 8736 1076 16384</inkml:trace>
  <inkml:trace contextRef="#ctx0" brushRef="#br0">10038 1267 16384, 10025 1293 16384, 10012 1320 16384, 10005 1339 16384, 10005 1398 16384, 9999 1476 16384, 9986 1587 16384, 9973 1730 16384, 9960 1887 16384, 9960 2063 16384, 9960 2233 16384, 9979 2363 16384, 10012 2454 16384, 10051 2513 16384, 10097 2539 16384, 10129 2552 16384</inkml:trace>
  <inkml:trace contextRef="#ctx0" brushRef="#br0">10521 1574 16384, 10527 1561 16384, 10534 1561 16384, 10579 1561 16384, 10651 1554 16384, 10742 1548 16384, 10840 1541 16384, 10938 1535 16384, 11036 1535 16384, 11127 1535 16384, 11225 1528 16384, 11303 1528 16384, 11369 1528 16384, 11421 1528 16384, 11453 1528 16384, 11479 1528 16384</inkml:trace>
  <inkml:trace contextRef="#ctx0" brushRef="#br0">10932 1346 16384, 10905 1346 16384, 10905 1352 16384, 10905 1378 16384, 10925 1411 16384, 10951 1463 16384, 10977 1528 16384, 10997 1607 16384, 11016 1711 16384, 11029 1815 16384, 11029 1939 16384, 11023 2076 16384, 10997 2187 16384, 10958 2278 16384, 10932 2363 16384, 10899 2409 16384, 10866 2448 16384, 10821 2467 16384, 10788 2467 16384, 10742 2461 16384, 10690 2441 16384, 10651 2415 16384, 10619 2376 16384, 10579 2317 16384, 10560 2252 16384, 10553 2207 16384, 10566 2167 16384, 10605 2135 16384, 10651 2109 16384, 10710 2076 16384, 10788 2050 16384, 10879 2024 16384, 10977 2011 16384, 11069 2011 16384, 11153 2037 16384, 11232 2076 16384, 11284 2122 16384, 11329 2167 16384, 11355 2213 16384, 11362 2252 16384, 11362 2278 16384, 11369 2291 16384</inkml:trace>
  <inkml:trace contextRef="#ctx0" brushRef="#br0">11492 1254 16384, 11479 1248 16384, 11479 1261 16384, 11486 1280 16384, 11499 1307 16384, 11512 1339 16384, 11525 1385 16384, 11532 1430 16384, 11545 1470 16384, 11558 1509 16384, 11571 1528 16384, 11584 1541 16384, 11597 1554 16384, 11603 1561 16384, 11603 1567 16384</inkml:trace>
  <inkml:trace contextRef="#ctx0" brushRef="#br0">11603 1261 16384, 11610 1267 16384, 11616 1287 16384, 11636 1320 16384, 11655 1372 16384, 11675 1424 16384, 11695 1457 16384, 11708 1476 16384, 11734 1496 16384, 11747 1502 16384, 11760 1509 16384</inkml:trace>
  <inkml:trace contextRef="#ctx0" brushRef="#br0">12101 1432 16384, 12084 1408 16384, 12094 1404 16384, 12122 1408 16384, 12160 1421 16384, 12212 1435 16384, 12319 1449 16384, 12498 1449 16384, 12720 1439 16384, 12951 1411 16384, 13176 1377 16384, 13341 1345 16384, 13407 1328 16384</inkml:trace>
  <inkml:trace contextRef="#ctx0" brushRef="#br0">12626 1000 16384, 12599 1010 16384, 12581 1059 16384, 12578 1193 16384, 12564 1480 16384, 12557 1826 16384, 12588 2154 16384, 12664 2458 16384, 12747 2658 16384, 12844 2776 16384, 12868 2800 16384</inkml:trace>
  <inkml:trace contextRef="#ctx0" brushRef="#br0">12830 1629 16384, 12813 1636 16384, 12802 1674 16384, 12802 1812 16384, 12754 2064 16384, 12650 2365 16384, 12557 2558 16384, 12495 2627 16384, 12429 2651 16384, 12350 2596 16384, 12281 2461 16384, 12260 2282 16384, 12312 2161 16384, 12440 2061 16384, 12633 1978 16384, 12868 1947 16384, 13075 1998 16384, 13224 2137 16384, 13307 2337 16384, 13314 2513 16384, 13279 2641 16384, 13227 2727 16384, 13169 2765 16384</inkml:trace>
  <inkml:trace contextRef="#ctx0" brushRef="#br0">13749 1025 16384, 13740 1025 16384, 13731 1030 16384, 13731 1130 16384, 13749 1398 16384, 13781 1811 16384, 13836 2248 16384, 13913 2566 16384, 14008 2725 16384, 14095 2775 16384, 14167 2761 16384, 14249 2652 16384, 14345 2434 16384, 14472 2248 16384</inkml:trace>
  <inkml:trace contextRef="#ctx0" brushRef="#br0">15072 1420 16384, 15104 1439 16384, 15226 1530 16384, 15354 1689 16384, 15449 1880 16384, 15499 2034 16384, 15517 2139 16384, 15522 2184 16384, 15531 2184 16384</inkml:trace>
  <inkml:trace contextRef="#ctx0" brushRef="#br0">16190 1004 16384, 16179 1000 16384, 16175 1015 16384, 16197 1151 16384, 16201 1493 16384, 16175 2001 16384, 16131 2428 16384, 16113 2653 16384, 16124 2763 16384, 16153 2800 16384</inkml:trace>
  <inkml:trace contextRef="#ctx0" brushRef="#br0">15929 1585 16384, 15921 1563 16384, 15925 1482 16384, 15991 1401 16384, 16076 1346 16384, 16120 1331 16384, 16127 1364 16384, 16113 1515 16384, 16039 1832 16384, 15921 2207 16384, 15855 2388 16384, 15862 2395 16384, 15896 2380 16384, 15977 2274 16384, 16120 2012 16384, 16356 1707 16384, 16650 1537 16384, 16911 1471 16384, 17114 1479 16384, 17291 1571 16384, 17401 1817 16384, 17412 2141 16384, 17379 2413 16384, 17316 2605 16384, 17246 2745 16384, 17228 2774 16384</inkml:trace>
  <inkml:trace contextRef="#ctx0" brushRef="#br0">17904 1010 16384, 17904 1000 16384, 17900 1051 16384, 17859 1222 16384, 17774 1554 16384, 17736 1951 16384, 17750 2355 16384, 17818 2625 16384, 17911 2745 16384, 18000 2800 16384, 18085 2779 16384, 18106 2759 16384</inkml:trace>
  <inkml:trace contextRef="#ctx0" brushRef="#br0">18369 1510 16384, 18383 1510 16384, 18509 1517 16384, 18752 1496 16384, 18999 1469 16384, 19225 1472 16384, 19392 1500 16384, 19471 1520 16384, 19488 1534 16384</inkml:trace>
  <inkml:trace contextRef="#ctx0" brushRef="#br0">19036 1051 16384, 19084 1106 16384, 19170 1318 16384, 19190 1684 16384, 19119 2095 16384, 19026 2417 16384, 18954 2574 16384, 18924 2649 16384</inkml:trace>
  <inkml:trace contextRef="#ctx0" brushRef="#br0">20981 1011 16384, 20981 1005 16384, 20981 1000 16384, 20976 1000 16384, 20959 1011 16384, 20948 1027 16384, 20932 1049 16384, 20910 1082 16384, 20888 1126 16384, 20838 1236 16384, 20822 1280 16384, 20811 1324 16384, 20778 1434 16384, 20734 1615 16384, 20718 1746 16384, 20712 1895 16384, 20718 2114 16384, 20734 2262 16384, 20762 2405 16384, 20816 2564 16384, 20844 2657 16384, 20877 2723 16384, 20921 2778 16384, 20937 2800 16384</inkml:trace>
  <inkml:trace contextRef="#ctx0" brushRef="#br0">21305 1437 16384, 21350 1401 16384, 21359 1401 16384, 21394 1392 16384, 21439 1383 16384, 21483 1383 16384, 21528 1383 16384, 21564 1392 16384, 21581 1419 16384, 21581 1454 16384, 21581 1526 16384, 21564 1624 16384, 21528 1757 16384, 21483 1927 16384, 21439 2114 16384, 21403 2301 16384, 21385 2461 16384, 21385 2577 16384, 21394 2666 16384, 21412 2729 16384, 21448 2764 16384, 21492 2782 16384, 21537 2800 16384, 21581 2800 16384, 21617 2773 16384, 21679 2729 16384, 21706 2702 16384</inkml:trace>
  <inkml:trace contextRef="#ctx0" brushRef="#br0">21670 1009 16384, 21644 1000 16384, 21590 1000 16384, 21581 1000 16384, 21581 1009 16384, 21581 1027 16384, 21581 1036 16384</inkml:trace>
  <inkml:trace contextRef="#ctx0" brushRef="#br0">22030 1000 16384, 22037 1000 16384, 22037 1006 16384, 22043 1006 16384, 22049 1013 16384, 22088 1058 16384, 22114 1116 16384, 22139 1206 16384, 22159 1315 16384, 22178 1431 16384, 22210 1636 16384, 22217 1707 16384, 22223 1778 16384, 22229 1913 16384, 22229 2119 16384, 22223 2234 16384, 22204 2350 16384, 22184 2459 16384, 22165 2543 16384, 22139 2652 16384, 22114 2710 16384, 22088 2755 16384, 22075 2768 16384, 22037 2800 16384</inkml:trace>
  <inkml:trace contextRef="#ctx0" brushRef="#br0">22822 1011 16384, 22822 1005 16384, 22822 1000 16384, 22817 1000 16384, 22800 1011 16384, 22789 1027 16384, 22773 1049 16384, 22751 1082 16384, 22729 1126 16384, 22680 1236 16384, 22663 1280 16384, 22652 1324 16384, 22619 1434 16384, 22575 1615 16384, 22559 1746 16384, 22553 1895 16384, 22559 2114 16384, 22575 2262 16384, 22603 2405 16384, 22658 2564 16384, 22685 2657 16384, 22718 2723 16384, 22762 2778 16384, 22778 2800 16384</inkml:trace>
  <inkml:trace contextRef="#ctx0" brushRef="#br0">23146 1437 16384, 23191 1401 16384, 23200 1401 16384, 23235 1392 16384, 23280 1383 16384, 23324 1383 16384, 23369 1383 16384, 23405 1392 16384, 23423 1419 16384, 23423 1454 16384, 23423 1526 16384, 23405 1624 16384, 23369 1757 16384, 23324 1927 16384, 23280 2114 16384, 23244 2301 16384, 23226 2461 16384, 23226 2577 16384, 23235 2666 16384, 23253 2729 16384, 23289 2764 16384, 23333 2782 16384, 23378 2800 16384, 23423 2800 16384, 23458 2773 16384, 23521 2729 16384, 23547 2702 16384</inkml:trace>
  <inkml:trace contextRef="#ctx0" brushRef="#br0">23512 1009 16384, 23485 1000 16384, 23431 1000 16384, 23423 1000 16384, 23423 1009 16384, 23423 1027 16384, 23423 1036 16384</inkml:trace>
  <inkml:trace contextRef="#ctx0" brushRef="#br0">23871 1437 16384, 23916 1401 16384, 23925 1401 16384, 23960 1392 16384, 24005 1383 16384, 24049 1383 16384, 24094 1383 16384, 24130 1392 16384, 24147 1419 16384, 24147 1454 16384, 24147 1526 16384, 24130 1624 16384, 24094 1757 16384, 24049 1927 16384, 24005 2114 16384, 23969 2301 16384, 23951 2461 16384, 23951 2577 16384, 23960 2666 16384, 23978 2729 16384, 24014 2764 16384, 24058 2782 16384, 24103 2800 16384, 24147 2800 16384, 24183 2773 16384, 24246 2729 16384, 24272 2702 16384</inkml:trace>
  <inkml:trace contextRef="#ctx0" brushRef="#br0">24237 1009 16384, 24210 1000 16384, 24156 1000 16384, 24147 1000 16384, 24147 1009 16384, 24147 1027 16384, 24147 1036 16384</inkml:trace>
  <inkml:trace contextRef="#ctx0" brushRef="#br0">24596 1000 16384, 24603 1000 16384, 24603 1006 16384, 24609 1006 16384, 24616 1013 16384, 24654 1058 16384, 24680 1116 16384, 24706 1206 16384, 24725 1315 16384, 24744 1431 16384, 24776 1636 16384, 24783 1707 16384, 24789 1778 16384, 24796 1913 16384, 24796 2119 16384, 24789 2234 16384, 24770 2350 16384, 24751 2459 16384, 24731 2543 16384, 24706 2652 16384, 24680 2710 16384, 24654 2755 16384, 24641 2768 16384, 24603 2800 16384</inkml:trace>
  <inkml:trace contextRef="#ctx0" brushRef="#br0">25388 1011 16384, 25388 1005 16384, 25388 1000 16384, 25383 1000 16384, 25366 1011 16384, 25356 1027 16384, 25339 1049 16384, 25317 1082 16384, 25295 1126 16384, 25246 1236 16384, 25229 1280 16384, 25218 1324 16384, 25185 1434 16384, 25141 1615 16384, 25125 1746 16384, 25120 1895 16384, 25125 2114 16384, 25141 2262 16384, 25169 2405 16384, 25224 2564 16384, 25251 2657 16384, 25284 2723 16384, 25328 2778 16384, 25345 2800 16384</inkml:trace>
  <inkml:trace contextRef="#ctx0" brushRef="#br0">25712 1437 16384, 25757 1401 16384, 25766 1401 16384, 25802 1392 16384, 25846 1383 16384, 25891 1383 16384, 25935 1383 16384, 25971 1392 16384, 25989 1419 16384, 25989 1454 16384, 25989 1526 16384, 25971 1624 16384, 25935 1757 16384, 25891 1927 16384, 25846 2114 16384, 25810 2301 16384, 25793 2461 16384, 25793 2577 16384, 25802 2666 16384, 25819 2729 16384, 25855 2764 16384, 25900 2782 16384, 25944 2800 16384, 25989 2800 16384, 26024 2773 16384, 26087 2729 16384, 26113 2702 16384</inkml:trace>
  <inkml:trace contextRef="#ctx0" brushRef="#br0">26078 1009 16384, 26051 1000 16384, 25998 1000 16384, 25989 1000 16384, 25989 1009 16384, 25989 1027 16384, 25989 1036 16384</inkml:trace>
  <inkml:trace contextRef="#ctx0" brushRef="#br0">26437 1437 16384, 26482 1401 16384, 26491 1401 16384, 26527 1392 16384, 26571 1383 16384, 26616 1383 16384, 26660 1383 16384, 26696 1392 16384, 26714 1419 16384, 26714 1454 16384, 26714 1526 16384, 26696 1624 16384, 26660 1757 16384, 26616 1927 16384, 26571 2114 16384, 26535 2301 16384, 26518 2461 16384, 26518 2577 16384, 26527 2666 16384, 26544 2729 16384, 26580 2764 16384, 26625 2782 16384, 26669 2800 16384, 26714 2800 16384, 26749 2773 16384, 26812 2729 16384, 26838 2702 16384</inkml:trace>
  <inkml:trace contextRef="#ctx0" brushRef="#br0">26803 1009 16384, 26776 1000 16384, 26723 1000 16384, 26714 1000 16384, 26714 1009 16384, 26714 1027 16384, 26714 1036 16384</inkml:trace>
  <inkml:trace contextRef="#ctx0" brushRef="#br0">27162 1437 16384, 27207 1401 16384, 27216 1401 16384, 27252 1392 16384, 27296 1383 16384, 27341 1383 16384, 27385 1383 16384, 27421 1392 16384, 27439 1419 16384, 27439 1454 16384, 27439 1526 16384, 27421 1624 16384, 27385 1757 16384, 27341 1927 16384, 27296 2114 16384, 27260 2301 16384, 27243 2461 16384, 27243 2577 16384, 27252 2666 16384, 27269 2729 16384, 27305 2764 16384, 27350 2782 16384, 27394 2800 16384, 27439 2800 16384, 27474 2773 16384, 27537 2729 16384, 27563 2702 16384</inkml:trace>
  <inkml:trace contextRef="#ctx0" brushRef="#br0">27528 1009 16384, 27501 1000 16384, 27448 1000 16384, 27439 1000 16384, 27439 1009 16384, 27439 1027 16384, 27439 1036 16384</inkml:trace>
  <inkml:trace contextRef="#ctx0" brushRef="#br0">27887 1000 16384, 27894 1000 16384, 27894 1006 16384, 27900 1006 16384, 27907 1013 16384, 27945 1058 16384, 27971 1116 16384, 27997 1206 16384, 28016 1315 16384, 28035 1431 16384, 28067 1636 16384, 28074 1707 16384, 28080 1778 16384, 28087 1913 16384, 28087 2119 16384, 28080 2234 16384, 28061 2350 16384, 28042 2459 16384, 28022 2543 16384, 27997 2652 16384, 27971 2710 16384, 27945 2755 16384, 27932 2768 16384, 27894 2800 16384</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2092 4204 16384, 2092 4202 16384, 2092 4200 16384, 2090 4200 16384, 2084 4204 16384, 2081 4209 16384, 2075 4217 16384, 2067 4228 16384, 2060 4243 16384, 2043 4281 16384, 2037 4296 16384, 2034 4311 16384, 2022 4348 16384, 2007 4410 16384, 2002 4455 16384, 2000 4506 16384, 2002 4581 16384, 2007 4631 16384, 2017 4680 16384, 2036 4734 16384, 2045 4766 16384, 2056 4789 16384, 2071 4807 16384, 2077 4815 16384</inkml:trace>
  <inkml:trace contextRef="#ctx0" brushRef="#br0">2203 4349 16384, 2218 4337 16384, 2221 4337 16384, 2233 4334 16384, 2248 4331 16384, 2263 4331 16384, 2279 4331 16384, 2291 4334 16384, 2297 4343 16384, 2297 4355 16384, 2297 4380 16384, 2291 4413 16384, 2279 4459 16384, 2263 4517 16384, 2248 4580 16384, 2236 4644 16384, 2230 4699 16384, 2230 4739 16384, 2233 4769 16384, 2239 4790 16384, 2251 4803 16384, 2266 4809 16384, 2282 4815 16384, 2297 4815 16384, 2309 4806 16384, 2330 4790 16384, 2339 4781 16384</inkml:trace>
  <inkml:trace contextRef="#ctx0" brushRef="#br0">2327 4203 16384, 2318 4200 16384, 2300 4200 16384, 2297 4200 16384, 2297 4203 16384, 2297 4209 16384, 2297 4212 16384</inkml:trace>
  <inkml:trace contextRef="#ctx0" brushRef="#br0">2450 4200 16384, 2452 4200 16384, 2452 4202 16384, 2455 4202 16384, 2457 4204 16384, 2470 4220 16384, 2479 4240 16384, 2487 4270 16384, 2494 4308 16384, 2501 4347 16384, 2512 4417 16384, 2514 4442 16384, 2516 4466 16384, 2518 4512 16384, 2518 4582 16384, 2516 4622 16384, 2509 4661 16384, 2503 4698 16384, 2496 4727 16384, 2487 4764 16384, 2479 4784 16384, 2470 4799 16384, 2466 4804 16384, 2452 4815 16384</inkml:trace>
  <inkml:trace contextRef="#ctx0" brushRef="#br0">3066 4200 16384, 3077 4207 16384, 3098 4221 16384, 3123 4253 16384, 3154 4291 16384, 3189 4348 16384, 3224 4421 16384, 3263 4492 16384, 3291 4565 16384, 3326 4629 16384, 3351 4678 16384, 3368 4720 16384, 3386 4755 16384, 3400 4776 16384, 3411 4797 16384, 3418 4808 16384, 3421 4811 16384</inkml:trace>
  <inkml:trace contextRef="#ctx0" brushRef="#br0">3481 4232 16384, 3453 4239 16384, 3442 4246 16384, 3428 4260 16384, 3407 4284 16384, 3375 4309 16384, 3337 4348 16384, 3288 4393 16384, 3235 4453 16384, 3179 4516 16384, 3126 4583 16384, 3080 4646 16384, 3045 4706 16384, 3024 4752 16384, 3014 4780 16384, 3007 4801 16384, 3007 4811 16384, 3007 4815 16384</inkml:trace>
  <inkml:trace contextRef="#ctx0" brushRef="#br0">4137 4348 16384, 4138 4341 16384, 4138 4338 16384, 4137 4338 16384, 4134 4341 16384, 4127 4346 16384, 4120 4352 16384, 4106 4360 16384, 4088 4368 16384, 4068 4379 16384, 4046 4392 16384, 4024 4404 16384, 4004 4417 16384, 3983 4429 16384, 3963 4443 16384, 3946 4457 16384, 3930 4471 16384, 3924 4478 16384, 3915 4490 16384, 3908 4501 16384, 3905 4509 16384, 3905 4515 16384, 3907 4518 16384, 3915 4525 16384, 3922 4529 16384, 3936 4536 16384, 3954 4543 16384, 3974 4551 16384, 3996 4561 16384, 4018 4573 16384, 4043 4586 16384, 4068 4600 16384, 4091 4614 16384, 4113 4628 16384, 4132 4640 16384, 4148 4651 16384, 4160 4659 16384, 4171 4667 16384, 4179 4672 16384, 4184 4675 16384, 4185 4676 16384, 4187 4676 16384</inkml:trace>
  <inkml:trace contextRef="#ctx0" brushRef="#br0">4705 4330 16384, 4686 4292 16384, 4689 4263 16384, 4714 4233 16384, 4763 4207 16384, 4830 4200 16384, 4900 4229 16384, 4948 4294 16384, 4952 4376 16384, 4915 4458 16384, 4852 4531 16384, 4794 4574 16384, 4765 4585 16384, 4754 4575 16384, 4757 4561 16384, 4785 4546 16384, 4840 4537 16384, 4914 4543 16384, 4982 4582 16384, 5015 4640 16384, 5012 4692 16384, 4982 4736 16384, 4927 4778 16384, 4859 4806 16384, 4782 4815 16384, 4711 4800 16384, 4682 4780 16384</inkml:trace>
  <inkml:trace contextRef="#ctx0" brushRef="#br0">5799 4241 16384, 5804 4251 16384, 5815 4323 16384, 5807 4452 16384, 5766 4568 16384, 5702 4676 16384, 5642 4740 16384, 5596 4751 16384, 5552 4731 16384, 5511 4668 16384, 5482 4553 16384, 5500 4401 16384, 5585 4295 16384, 5689 4241 16384, 5819 4200 16384, 5953 4205 16384, 6052 4290 16384, 6092 4460 16384, 6090 4653 16384, 6082 4753 16384, 6072 4803 16384, 6067 4815 16384</inkml:trace>
  <inkml:trace contextRef="#ctx0" brushRef="#br0">6510 4227 16384, 6518 4229 16384, 6559 4255 16384, 6619 4315 16384, 6669 4367 16384, 6709 4409 16384, 6743 4440 16384, 6750 4444 16384</inkml:trace>
  <inkml:trace contextRef="#ctx0" brushRef="#br0">6952 4271 16384, 6947 4271 16384, 6915 4287 16384, 6864 4335 16384, 6786 4416 16384, 6720 4499 16384, 6676 4587 16384, 6662 4657 16384, 6678 4704 16384, 6721 4744 16384, 6781 4773 16384, 6846 4784 16384, 6923 4788 16384, 7001 4781 16384, 7071 4768 16384, 7125 4754 16384</inkml:trace>
  <inkml:trace contextRef="#ctx0" brushRef="#br0">7239 4302 16384, 7236 4302 16384, 7239 4301 16384, 7270 4296 16384, 7339 4284 16384, 7423 4263 16384, 7497 4244 16384, 7564 4232 16384, 7612 4225 16384, 7636 4221 16384</inkml:trace>
  <inkml:trace contextRef="#ctx0" brushRef="#br0">7235 4484 16384, 7250 4480 16384, 7313 4469 16384, 7401 4440 16384, 7495 4404 16384, 7582 4382 16384, 7643 4373 16384, 7672 4370 16384, 7677 4370 16384</inkml:trace>
  <inkml:trace contextRef="#ctx0" brushRef="#br0">7372 4200 16384, 7396 4214 16384, 7454 4260 16384, 7500 4321 16384, 7534 4384 16384, 7554 4446 16384, 7561 4494 16384, 7562 4532 16384, 7552 4557 16384, 7535 4571 16384, 7508 4574 16384</inkml:trace>
  <inkml:trace contextRef="#ctx0" brushRef="#br0">7299 4678 16384, 7293 4686 16384, 7302 4715 16384, 7352 4755 16384, 7415 4783 16384, 7477 4804 16384, 7533 4814 16384, 7581 4815 16384, 7626 4812 16384</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2000 5162 16384, 10251 5162 16384</inkml:trace>
  <inkml:trace contextRef="#ctx0" brushRef="#br0">2000 5890 16384, 10251 5890 16384</inkml:trace>
  <inkml:trace contextRef="#ctx0" brushRef="#br0">2000 6618 16384, 10251 6618 16384</inkml:trace>
  <inkml:trace contextRef="#ctx0" brushRef="#br0">2000 7346 16384, 10251 7346 16384</inkml:trace>
  <inkml:trace contextRef="#ctx0" brushRef="#br0">2000 5162 16384, 2000 7346 16384</inkml:trace>
  <inkml:trace contextRef="#ctx0" brushRef="#br0">3603 5162 16384, 3603 7346 16384</inkml:trace>
  <inkml:trace contextRef="#ctx0" brushRef="#br0">3637 5162 16384, 3637 7346 16384</inkml:trace>
  <inkml:trace contextRef="#ctx0" brushRef="#br0">4301 5162 16384, 4301 7346 16384</inkml:trace>
  <inkml:trace contextRef="#ctx0" brushRef="#br0">6567 5162 16384, 6567 7346 16384</inkml:trace>
  <inkml:trace contextRef="#ctx0" brushRef="#br0">7265 5162 16384, 7265 7346 16384</inkml:trace>
  <inkml:trace contextRef="#ctx0" brushRef="#br0">9553 5162 16384, 9553 7346 16384</inkml:trace>
  <inkml:trace contextRef="#ctx0" brushRef="#br0">10251 5162 16384, 10251 7346 16384</inkml:trace>
  <inkml:trace contextRef="#ctx0" brushRef="#br0">2912 5374 16384, 2917 5363 16384, 2917 5359 16384, 2917 5355 16384, 2912 5348 16384, 2908 5340 16384, 2897 5329 16384, 2882 5318 16384, 2863 5312 16384, 2846 5312 16384, 2824 5314 16384, 2805 5322 16384, 2788 5333 16384, 2766 5350 16384, 2747 5370 16384, 2732 5389 16384, 2721 5411 16384, 2717 5430 16384, 2719 5452 16384, 2725 5475 16384, 2738 5501 16384, 2755 5523 16384, 2772 5548 16384, 2796 5572 16384, 2818 5591 16384, 2841 5609 16384, 2863 5626 16384, 2876 5641 16384, 2891 5656 16384, 2897 5669 16384, 2897 5682 16384, 2893 5693 16384, 2884 5703 16384, 2871 5714 16384, 2856 5723 16384, 2839 5731 16384, 2818 5736 16384, 2794 5738 16384, 2768 5740 16384, 2747 5740 16384, 2723 5738 16384, 2704 5731 16384, 2682 5721 16384, 2673 5712 16384</inkml:trace>
  <inkml:trace contextRef="#ctx0" brushRef="#br0">3796 5376 16384, 4095 5376 16384, 4095 5676 16384, 3796 5676 16384, 3796 5376 16384</inkml:trace>
  <inkml:trace contextRef="#ctx0" brushRef="#br0">5304 5312 16384, 5311 5317 16384, 5326 5326 16384, 5343 5348 16384, 5365 5375 16384, 5390 5414 16384, 5414 5466 16384, 5441 5515 16384, 5461 5566 16384, 5485 5610 16384, 5502 5644 16384, 5515 5674 16384, 5527 5698 16384, 5537 5713 16384, 5544 5728 16384, 5549 5735 16384, 5551 5737 16384</inkml:trace>
  <inkml:trace contextRef="#ctx0" brushRef="#br0">5593 5334 16384, 5573 5339 16384, 5566 5344 16384, 5556 5353 16384, 5541 5370 16384, 5519 5388 16384, 5493 5414 16384, 5458 5446 16384, 5422 5488 16384, 5382 5532 16384, 5346 5578 16384, 5314 5622 16384, 5289 5664 16384, 5275 5696 16384, 5267 5715 16384, 5263 5730 16384, 5263 5737 16384, 5263 5740 16384</inkml:trace>
  <inkml:trace contextRef="#ctx0" brushRef="#br0">6760 5376 16384, 7060 5376 16384, 7060 5676 16384, 6760 5676 16384, 6760 5376 16384</inkml:trace>
  <inkml:trace contextRef="#ctx0" brushRef="#br0">8303 5403 16384, 8290 5376 16384, 8291 5355 16384, 8309 5335 16384, 8343 5316 16384, 8390 5312 16384, 8439 5332 16384, 8472 5378 16384, 8475 5434 16384, 8449 5492 16384, 8405 5543 16384, 8365 5572 16384, 8344 5580 16384, 8337 5573 16384, 8339 5563 16384, 8358 5553 16384, 8397 5546 16384, 8448 5551 16384, 8495 5578 16384, 8518 5619 16384, 8517 5655 16384, 8495 5685 16384, 8457 5714 16384, 8410 5733 16384, 8356 5740 16384, 8307 5730 16384, 8287 5716 16384</inkml:trace>
  <inkml:trace contextRef="#ctx0" brushRef="#br0">9745 5376 16384, 10045 5376 16384, 10045 5676 16384, 9745 5676 16384, 9745 5376 16384</inkml:trace>
  <inkml:trace contextRef="#ctx0" brushRef="#br0">2392 6154 16384, 2392 6134 16384, 2392 6126 16384, 2390 6114 16384, 2386 6099 16384, 2378 6077 16384, 2366 6061 16384, 2354 6048 16384, 2341 6040 16384, 2325 6042 16384, 2311 6049 16384, 2295 6063 16384, 2278 6083 16384, 2264 6106 16384, 2250 6132 16384, 2244 6156 16384, 2246 6175 16384, 2254 6195 16384, 2264 6207 16384, 2276 6216 16384, 2290 6222 16384, 2305 6226 16384, 2323 6226 16384, 2341 6222 16384, 2358 6212 16384, 2372 6199 16384, 2388 6179 16384, 2400 6159 16384, 2407 6138 16384, 2411 6116 16384, 2413 6099 16384, 2413 6085 16384, 2413 6079 16384, 2411 6079 16384, 2409 6081 16384, 2405 6089 16384, 2403 6102 16384, 2400 6122 16384, 2396 6148 16384, 2392 6181 16384, 2388 6224 16384, 2380 6277 16384, 2372 6328 16384, 2364 6374 16384, 2354 6411 16384, 2346 6436 16384, 2337 6454 16384, 2325 6464 16384, 2315 6468 16384, 2299 6468 16384, 2282 6464 16384, 2264 6454 16384, 2244 6444 16384, 2229 6427 16384, 2219 6409 16384, 2211 6389 16384, 2209 6376 16384, 2213 6366 16384, 2223 6358 16384, 2235 6352 16384, 2252 6342 16384, 2276 6332 16384, 2301 6324 16384, 2331 6319 16384, 2362 6317 16384, 2392 6317 16384, 2415 6319 16384, 2437 6321 16384, 2451 6322 16384, 2460 6324 16384, 2470 6326 16384, 2476 6326 16384</inkml:trace>
  <inkml:trace contextRef="#ctx0" brushRef="#br0">2590 6010 16384, 2588 6005 16384, 2586 6005 16384, 2586 6002 16384, 2588 6000 16384, 2591 6000 16384, 2596 5999 16384, 2599 6000 16384, 2602 6002 16384, 2605 6005 16384, 2607 6008 16384, 2607 6011 16384, 2605 6015 16384, 2602 6019 16384, 2597 6022 16384, 2591 6026 16384, 2585 6027 16384, 2579 6027 16384, 2574 6027 16384, 2572 6026 16384, 2572 6022 16384, 2572 6019 16384, 2574 6016 16384, 2579 6011 16384, 2583 6008 16384, 2590 6005 16384, 2596 6002 16384, 2602 6000 16384, 2608 6000 16384, 2613 6000 16384, 2616 6002 16384, 2616 6004 16384, 2615 6007 16384, 2612 6010 16384, 2608 6015 16384, 2602 6019 16384, 2594 6022 16384, 2588 6027 16384, 2582 6029 16384, 2577 6030 16384, 2575 6030 16384, 2575 6029 16384, 2577 6026 16384, 2580 6022 16384, 2583 6018 16384, 2590 6013 16384, 2594 6008 16384, 2601 6004 16384, 2608 5999 16384, 2615 5996 16384, 2619 5994 16384, 2623 5993 16384, 2624 5994 16384, 2624 5997 16384, 2623 6002 16384, 2619 6007 16384, 2615 6010 16384, 2610 6015 16384, 2607 6019 16384, 2602 6022 16384, 2597 6026 16384, 2594 6027 16384, 2591 6027 16384, 2590 6027 16384, 2590 6026 16384, 2590 6024 16384, 2593 6022 16384, 2594 6021 16384, 2599 6018 16384, 2602 6016 16384, 2607 6015 16384, 2610 6013 16384, 2615 6011 16384, 2616 6010 16384, 2618 6010 16384, 2618 6011 16384, 2616 6015 16384, 2613 6018 16384, 2610 6021 16384, 2605 6024 16384, 2602 6027 16384, 2599 6029 16384, 2597 6029 16384, 2596 6029 16384, 2597 6027 16384, 2599 6026 16384, 2601 6022 16384, 2602 6021 16384, 2605 6019 16384, 2607 6019 16384, 2610 6018 16384, 2612 6018 16384, 2613 6019 16384, 2615 6022 16384, 2615 6027 16384, 2613 6030 16384, 2612 6033 16384, 2610 6037 16384, 2607 6038 16384, 2604 6038 16384, 2601 6038 16384, 2597 6038 16384, 2596 6037 16384, 2593 6033 16384, 2593 6032 16384, 2593 6029 16384, 2594 6026 16384, 2596 6022 16384, 2599 6019 16384, 2604 6016 16384, 2608 6013 16384, 2612 6011 16384, 2618 6011 16384, 2623 6011 16384, 2627 6011 16384, 2629 6013 16384, 2631 6015 16384, 2627 6018 16384, 2623 6022 16384, 2618 6027 16384, 2612 6032 16384, 2605 6038 16384, 2599 6043 16384, 2593 6046 16384, 2590 6046 16384, 2590 6043 16384, 2591 6040 16384, 2593 6035 16384, 2596 6030 16384, 2599 6024 16384, 2604 6018 16384, 2608 6010 16384, 2613 6002 16384, 2619 5997 16384, 2624 5994 16384, 2627 5993 16384, 2631 5994 16384, 2631 5997 16384, 2631 6000 16384, 2629 6005 16384, 2626 6010 16384, 2621 6015 16384, 2618 6019 16384, 2613 6022 16384, 2608 6027 16384, 2604 6030 16384, 2599 6033 16384, 2596 6033 16384, 2594 6033 16384, 2593 6032 16384, 2593 6029 16384, 2593 6027 16384, 2594 6024 16384, 2594 6021 16384, 2596 6018 16384, 2597 6013 16384, 2599 6010 16384, 2601 6007 16384, 2601 6005 16384, 2601 6007 16384, 2601 6008 16384, 2602 6011 16384, 2604 6013 16384, 2605 6016 16384, 2608 6018 16384, 2610 6019 16384, 2613 6019 16384, 2615 6021 16384, 2618 6021 16384, 2619 6021 16384, 2623 6022 16384, 2626 6024 16384, 2629 6029 16384, 2631 6037 16384, 2634 6046 16384, 2635 6060 16384, 2635 6076 16384, 2635 6090 16384, 2632 6101 16384, 2631 6109 16384, 2627 6117 16384, 2623 6122 16384, 2619 6126 16384, 2618 6130 16384</inkml:trace>
  <inkml:trace contextRef="#ctx0" brushRef="#br0">2776 6042 16384, 2776 6041 16384, 2776 6040 16384, 2775 6040 16384, 2771 6042 16384, 2769 6046 16384, 2765 6051 16384, 2759 6059 16384, 2754 6070 16384, 2742 6096 16384, 2739 6106 16384, 2736 6117 16384, 2728 6143 16384, 2718 6186 16384, 2714 6217 16384, 2712 6252 16384, 2714 6305 16384, 2718 6340 16384, 2724 6374 16384, 2737 6412 16384, 2744 6434 16384, 2752 6450 16384, 2762 6463 16384, 2766 6468 16384</inkml:trace>
  <inkml:trace contextRef="#ctx0" brushRef="#br0">3172 6102 16384, 3176 6091 16384, 3176 6087 16384, 3176 6083 16384, 3172 6076 16384, 3168 6068 16384, 3157 6057 16384, 3142 6046 16384, 3123 6040 16384, 3105 6040 16384, 3084 6042 16384, 3065 6050 16384, 3047 6061 16384, 3026 6078 16384, 3006 6098 16384, 2991 6117 16384, 2981 6139 16384, 2976 6158 16384, 2978 6180 16384, 2985 6203 16384, 2998 6229 16384, 3015 6251 16384, 3032 6276 16384, 3056 6300 16384, 3077 6319 16384, 3101 6337 16384, 3123 6354 16384, 3136 6369 16384, 3151 6384 16384, 3157 6397 16384, 3157 6410 16384, 3153 6420 16384, 3144 6431 16384, 3131 6442 16384, 3116 6451 16384, 3099 6459 16384, 3077 6464 16384, 3054 6466 16384, 3028 6468 16384, 3006 6468 16384, 2983 6466 16384, 2963 6459 16384, 2942 6448 16384, 2933 6440 16384</inkml:trace>
  <inkml:trace contextRef="#ctx0" brushRef="#br0">3354 6040 16384, 3356 6040 16384, 3356 6041 16384, 3357 6041 16384, 3359 6043 16384, 3368 6053 16384, 3374 6067 16384, 3380 6089 16384, 3385 6115 16384, 3390 6142 16384, 3397 6191 16384, 3399 6208 16384, 3400 6225 16384, 3402 6257 16384, 3402 6306 16384, 3400 6333 16384, 3396 6361 16384, 3391 6387 16384, 3387 6407 16384, 3380 6433 16384, 3374 6446 16384, 3368 6457 16384, 3365 6460 16384, 3356 6468 16384</inkml:trace>
  <inkml:trace contextRef="#ctx0" brushRef="#br0">3831 6250 16384, 3828 6250 16384, 3829 6250 16384, 3832 6250 16384, 3836 6249 16384, 3841 6249 16384, 3845 6248 16384, 3852 6248 16384, 3861 6247 16384, 3872 6247 16384, 3884 6247 16384, 3896 6246 16384, 3910 6246 16384, 3924 6245 16384, 3937 6245 16384, 3951 6246 16384, 3966 6247 16384, 3979 6248 16384, 3994 6249 16384, 4008 6250 16384, 4020 6251 16384, 4032 6251 16384, 4042 6251 16384, 4049 6251 16384, 4054 6251 16384, 4058 6251 16384, 4061 6251 16384, 4062 6251 16384, 4063 6250 16384</inkml:trace>
  <inkml:trace contextRef="#ctx0" brushRef="#br0">3950 6152 16384, 3950 6152 16384, 3949 6153 16384, 3949 6155 16384, 3949 6158 16384, 3949 6163 16384, 3950 6169 16384, 3951 6178 16384, 3951 6188 16384, 3951 6201 16384, 3952 6215 16384, 3951 6231 16384, 3951 6247 16384, 3949 6263 16384, 3947 6279 16384, 3947 6294 16384, 3947 6307 16384, 3947 6320 16384, 3947 6330 16384, 3947 6338 16384, 3947 6346 16384, 3948 6351 16384, 3949 6354 16384, 3950 6356 16384</inkml:trace>
  <inkml:trace contextRef="#ctx0" brushRef="#br0">5410 6051 16384, 5406 6043 16384, 5399 6043 16384, 5386 6057 16384, 5365 6093 16384, 5341 6154 16384, 5326 6239 16384, 5321 6340 16384, 5335 6404 16384, 5364 6445 16384, 5404 6466 16384, 5441 6468 16384, 5479 6444 16384, 5510 6395 16384, 5529 6322 16384, 5534 6242 16384, 5520 6185 16384, 5493 6145 16384, 5460 6110 16384, 5425 6070 16384, 5401 6042 16384, 5391 6040 16384, 5390 6055 16384</inkml:trace>
  <inkml:trace contextRef="#ctx0" brushRef="#br0">6806 6252 16384, 6805 6252 16384, 6804 6253 16384, 6803 6253 16384, 6804 6254 16384, 6808 6256 16384, 6814 6257 16384, 6822 6258 16384, 6833 6258 16384, 6847 6256 16384, 6863 6254 16384, 6883 6251 16384, 6901 6249 16384, 6919 6249 16384, 6937 6249 16384, 6951 6249 16384, 6964 6250 16384, 6977 6251 16384, 6987 6252 16384, 6996 6253 16384, 7004 6253 16384, 7013 6252 16384, 7017 6251 16384</inkml:trace>
  <inkml:trace contextRef="#ctx0" brushRef="#br0">8385 6051 16384, 8381 6043 16384, 8373 6043 16384, 8361 6057 16384, 8340 6093 16384, 8316 6154 16384, 8301 6239 16384, 8296 6340 16384, 8310 6404 16384, 8339 6445 16384, 8379 6466 16384, 8416 6468 16384, 8454 6444 16384, 8485 6395 16384, 8504 6322 16384, 8509 6242 16384, 8495 6185 16384, 8468 6145 16384, 8435 6110 16384, 8400 6070 16384, 8376 6042 16384, 8366 6040 16384, 8365 6055 16384</inkml:trace>
  <inkml:trace contextRef="#ctx0" brushRef="#br0">9781 6250 16384, 9778 6250 16384, 9779 6250 16384, 9782 6250 16384, 9786 6249 16384, 9790 6249 16384, 9795 6248 16384, 9802 6248 16384, 9811 6247 16384, 9822 6247 16384, 9834 6247 16384, 9846 6246 16384, 9860 6246 16384, 9874 6245 16384, 9887 6245 16384, 9901 6246 16384, 9916 6247 16384, 9929 6248 16384, 9944 6249 16384, 9958 6250 16384, 9970 6251 16384, 9982 6251 16384, 9992 6251 16384, 9999 6251 16384, 10004 6251 16384, 10008 6251 16384, 10011 6251 16384, 10012 6251 16384, 10013 6250 16384</inkml:trace>
  <inkml:trace contextRef="#ctx0" brushRef="#br0">9900 6152 16384, 9900 6152 16384, 9899 6153 16384, 9899 6155 16384, 9899 6158 16384, 9899 6163 16384, 9900 6169 16384, 9901 6178 16384, 9901 6188 16384, 9901 6201 16384, 9902 6215 16384, 9901 6231 16384, 9901 6247 16384, 9899 6263 16384, 9897 6279 16384, 9897 6294 16384, 9897 6307 16384, 9897 6320 16384, 9897 6330 16384, 9897 6338 16384, 9897 6346 16384, 9898 6351 16384, 9899 6354 16384, 9900 6356 16384</inkml:trace>
  <inkml:trace contextRef="#ctx0" brushRef="#br0">2431 6881 16384, 2431 6862 16384, 2431 6854 16384, 2429 6842 16384, 2425 6826 16384, 2417 6805 16384, 2405 6789 16384, 2394 6775 16384, 2380 6768 16384, 2364 6770 16384, 2350 6777 16384, 2335 6791 16384, 2317 6811 16384, 2303 6834 16384, 2290 6860 16384, 2284 6883 16384, 2286 6903 16384, 2293 6923 16384, 2303 6935 16384, 2315 6944 16384, 2329 6950 16384, 2345 6954 16384, 2362 6954 16384, 2380 6950 16384, 2398 6940 16384, 2411 6927 16384, 2427 6907 16384, 2439 6887 16384, 2447 6866 16384, 2451 6844 16384, 2453 6826 16384, 2453 6813 16384, 2453 6807 16384, 2451 6807 16384, 2449 6809 16384, 2445 6817 16384, 2443 6830 16384, 2439 6850 16384, 2435 6876 16384, 2431 6909 16384, 2427 6952 16384, 2419 7005 16384, 2411 7056 16384, 2403 7101 16384, 2394 7139 16384, 2386 7164 16384, 2376 7182 16384, 2364 7192 16384, 2354 7196 16384, 2339 7196 16384, 2321 7192 16384, 2303 7182 16384, 2284 7172 16384, 2268 7154 16384, 2258 7137 16384, 2250 7117 16384, 2248 7103 16384, 2252 7094 16384, 2262 7086 16384, 2274 7080 16384, 2291 7070 16384, 2315 7060 16384, 2341 7052 16384, 2370 7046 16384, 2401 7045 16384, 2431 7045 16384, 2455 7046 16384, 2476 7048 16384, 2490 7050 16384, 2500 7052 16384, 2510 7054 16384, 2515 7054 16384</inkml:trace>
  <inkml:trace contextRef="#ctx0" brushRef="#br0">2737 6770 16384, 2737 6769 16384, 2737 6768 16384, 2736 6768 16384, 2732 6770 16384, 2729 6774 16384, 2725 6779 16384, 2720 6787 16384, 2715 6798 16384, 2703 6824 16384, 2699 6834 16384, 2697 6845 16384, 2689 6871 16384, 2678 6914 16384, 2674 6945 16384, 2673 6980 16384, 2674 7033 16384, 2678 7068 16384, 2685 7102 16384, 2698 7140 16384, 2704 7162 16384, 2712 7177 16384, 2723 7191 16384, 2727 7196 16384</inkml:trace>
  <inkml:trace contextRef="#ctx0" brushRef="#br0">3133 6830 16384, 3137 6819 16384, 3137 6815 16384, 3137 6811 16384, 3133 6804 16384, 3129 6796 16384, 3118 6785 16384, 3103 6774 16384, 3083 6768 16384, 3066 6768 16384, 3045 6770 16384, 3025 6778 16384, 3008 6789 16384, 2987 6806 16384, 2967 6826 16384, 2952 6845 16384, 2941 6867 16384, 2937 6886 16384, 2939 6907 16384, 2946 6931 16384, 2959 6957 16384, 2976 6978 16384, 2993 7004 16384, 3017 7028 16384, 3038 7047 16384, 3062 7064 16384, 3083 7082 16384, 3096 7097 16384, 3111 7112 16384, 3118 7125 16384, 3118 7138 16384, 3113 7148 16384, 3105 7159 16384, 3092 7170 16384, 3077 7179 16384, 3060 7187 16384, 3038 7191 16384, 3014 7194 16384, 2989 7196 16384, 2967 7196 16384, 2943 7194 16384, 2924 7187 16384, 2903 7176 16384, 2894 7168 16384</inkml:trace>
  <inkml:trace contextRef="#ctx0" brushRef="#br0">3315 6768 16384, 3317 6768 16384, 3317 6769 16384, 3318 6769 16384, 3320 6771 16384, 3329 6781 16384, 3335 6795 16384, 3341 6816 16384, 3346 6842 16384, 3350 6870 16384, 3358 6919 16384, 3359 6936 16384, 3361 6953 16384, 3363 6985 16384, 3363 7034 16384, 3361 7061 16384, 3356 7089 16384, 3352 7115 16384, 3347 7135 16384, 3341 7161 16384, 3335 7174 16384, 3329 7185 16384, 3326 7188 16384, 3317 7196 16384</inkml:trace>
  <inkml:trace contextRef="#ctx0" brushRef="#br0">3796 6832 16384, 4095 6832 16384, 4095 7132 16384, 3796 7132 16384, 3796 6832 16384</inkml:trace>
  <inkml:trace contextRef="#ctx0" brushRef="#br0">4432 6839 16384, 4430 6839 16384, 4432 6838 16384, 4453 6834 16384, 4501 6826 16384, 4560 6811 16384, 4612 6798 16384, 4658 6790 16384, 4691 6785 16384, 4709 6782 16384</inkml:trace>
  <inkml:trace contextRef="#ctx0" brushRef="#br0">4429 6965 16384, 4440 6963 16384, 4483 6955 16384, 4545 6935 16384, 4610 6910 16384, 4671 6894 16384, 4714 6888 16384, 4733 6886 16384, 4737 6886 16384</inkml:trace>
  <inkml:trace contextRef="#ctx0" brushRef="#br0">4524 6768 16384, 4542 6777 16384, 4582 6810 16384, 4613 6851 16384, 4637 6896 16384, 4651 6939 16384, 4656 6972 16384, 4657 6999 16384, 4650 7016 16384, 4638 7026 16384, 4619 7028 16384</inkml:trace>
  <inkml:trace contextRef="#ctx0" brushRef="#br0">4474 7101 16384, 4470 7106 16384, 4476 7126 16384, 4511 7154 16384, 4554 7173 16384, 4598 7188 16384, 4637 7195 16384, 4670 7196 16384, 4702 7194 16384</inkml:trace>
  <inkml:trace contextRef="#ctx0" brushRef="#br0">4899 7049 16384, 4899 7048 16384, 4900 7044 16384, 4901 7044 16384, 4909 7041 16384, 4919 7040 16384, 4931 7037 16384, 4943 7035 16384, 4954 7034 16384, 4964 7032 16384, 4976 7030 16384, 4988 7027 16384, 4995 7026 16384, 5003 7023 16384, 5008 7023 16384, 5011 7022 16384</inkml:trace>
  <inkml:trace contextRef="#ctx0" brushRef="#br0">4883 6960 16384, 4885 6963 16384, 4887 6969 16384, 4892 6978 16384, 4896 6991 16384, 4900 7008 16384, 4901 7027 16384, 4903 7049 16384, 4903 7071 16384, 4901 7093 16384, 4900 7113 16384, 4896 7131 16384, 4891 7147 16384, 4886 7160 16384, 4879 7170 16384, 4874 7178 16384, 4869 7185 16384, 4860 7192 16384, 4851 7194 16384, 4842 7196 16384, 4836 7194 16384, 4827 7189 16384, 4820 7182 16384, 4816 7171 16384, 4814 7162 16384, 4814 7153 16384, 4816 7147 16384, 4822 7142 16384, 4829 7138 16384, 4840 7135 16384, 4851 7133 16384, 4865 7131 16384, 4881 7131 16384, 4899 7131 16384, 4917 7133 16384, 4932 7135 16384, 4945 7138 16384, 4959 7142 16384, 4968 7146 16384, 4977 7151 16384, 4985 7155 16384, 4989 7157 16384, 4991 7160 16384, 4993 7161 16384, 4993 7162 16384</inkml:trace>
  <inkml:trace contextRef="#ctx0" brushRef="#br0">5295 6768 16384, 5289 6768 16384, 5282 6775 16384, 5256 6809 16384, 5210 6860 16384, 5168 6903 16384, 5137 6938 16384, 5116 6961 16384, 5099 6980 16384, 5089 6990 16384, 5088 6993 16384, 5091 6998 16384, 5104 7009 16384, 5130 7028 16384, 5168 7055 16384, 5218 7093 16384, 5269 7131 16384, 5306 7158 16384, 5334 7179 16384, 5350 7191 16384, 5356 7196 16384</inkml:trace>
  <inkml:trace contextRef="#ctx0" brushRef="#br0">5433 6862 16384, 5433 6860 16384, 5442 6854 16384, 5452 6850 16384, 5467 6847 16384, 5486 6842 16384, 5504 6837 16384, 5536 6830 16384, 5555 6828 16384, 5575 6825 16384, 5590 6823 16384, 5604 6822 16384, 5614 6822 16384, 5619 6822 16384</inkml:trace>
  <inkml:trace contextRef="#ctx0" brushRef="#br0">5543 6768 16384, 5541 6768 16384, 5538 6768 16384, 5536 6771 16384, 5535 6781 16384, 5531 6793 16384, 5528 6810 16384, 5521 6833 16384, 5513 6864 16384, 5508 6882 16384, 5504 6902 16384, 5496 6948 16384, 5482 7017 16384, 5476 7063 16384, 5474 7096 16384, 5472 7140 16384, 5474 7160 16384, 5476 7177 16384, 5477 7182 16384, 5479 7191 16384, 5484 7194 16384, 5487 7196 16384</inkml:trace>
  <inkml:trace contextRef="#ctx0" brushRef="#br0">5573 6975 16384, 5578 6965 16384, 5587 6958 16384, 5609 6951 16384, 5617 6948 16384, 5634 6945 16384, 5644 6943 16384, 5664 6945 16384, 5680 6948 16384, 5691 6951 16384, 5701 6956 16384, 5712 6961 16384, 5718 6965 16384, 5722 6970 16384, 5722 6975 16384</inkml:trace>
  <inkml:trace contextRef="#ctx0" brushRef="#br0">5602 7073 16384, 5592 7081 16384, 5587 7093 16384, 5592 7103 16384, 5602 7111 16384, 5614 7120 16384, 5624 7128 16384, 5637 7140 16384, 5653 7152 16384, 5666 7160 16384, 5683 7169 16384, 5698 7172 16384, 5715 7174 16384, 5730 7169 16384, 5749 7160 16384</inkml:trace>
  <inkml:trace contextRef="#ctx0" brushRef="#br0">5784 6795 16384, 5782 6800 16384, 5787 6813 16384, 5791 6828 16384, 5794 6840 16384, 5794 6845 16384, 5798 6859 16384, 5801 6867 16384, 5804 6870 16384, 5808 6870 16384</inkml:trace>
  <inkml:trace contextRef="#ctx0" brushRef="#br0">5835 6795 16384, 5836 6795 16384, 5838 6800 16384, 5841 6808 16384, 5845 6825 16384, 5848 6845 16384, 5852 6862 16384, 5857 6872 16384</inkml:trace>
  <inkml:trace contextRef="#ctx0" brushRef="#br0">5938 6774 16384, 5936 6774 16384, 5934 6775 16384, 5934 6798 16384, 5938 6862 16384, 5946 6961 16384, 5959 7064 16384, 5977 7140 16384, 6000 7178 16384, 6020 7190 16384, 6037 7187 16384, 6057 7161 16384, 6080 7109 16384, 6110 7064 16384</inkml:trace>
  <inkml:trace contextRef="#ctx0" brushRef="#br0">6253 6868 16384, 6260 6872 16384, 6289 6894 16384, 6320 6931 16384, 6342 6977 16384, 6354 7014 16384, 6359 7038 16384, 6360 7049 16384, 6362 7049 16384</inkml:trace>
  <inkml:trace contextRef="#ctx0" brushRef="#br0">6760 6832 16384, 7060 6832 16384, 7060 7132 16384, 6760 7132 16384, 6760 6832 16384</inkml:trace>
  <inkml:trace contextRef="#ctx0" brushRef="#br0">7396 6839 16384, 7395 6839 16384, 7396 6838 16384, 7418 6834 16384, 7466 6826 16384, 7525 6811 16384, 7576 6798 16384, 7622 6790 16384, 7656 6785 16384, 7673 6782 16384</inkml:trace>
  <inkml:trace contextRef="#ctx0" brushRef="#br0">7394 6965 16384, 7404 6963 16384, 7448 6955 16384, 7509 6935 16384, 7574 6910 16384, 7635 6894 16384, 7678 6888 16384, 7698 6886 16384, 7701 6886 16384</inkml:trace>
  <inkml:trace contextRef="#ctx0" brushRef="#br0">7489 6768 16384, 7506 6777 16384, 7546 6810 16384, 7578 6851 16384, 7602 6896 16384, 7616 6939 16384, 7621 6972 16384, 7622 6999 16384, 7615 7016 16384, 7603 7026 16384, 7584 7028 16384</inkml:trace>
  <inkml:trace contextRef="#ctx0" brushRef="#br0">7438 7101 16384, 7434 7106 16384, 7440 7126 16384, 7475 7154 16384, 7519 7173 16384, 7562 7188 16384, 7601 7195 16384, 7634 7196 16384, 7666 7194 16384</inkml:trace>
  <inkml:trace contextRef="#ctx0" brushRef="#br0">7863 7049 16384, 7863 7048 16384, 7864 7044 16384, 7866 7044 16384, 7873 7041 16384, 7884 7040 16384, 7895 7037 16384, 7907 7035 16384, 7919 7034 16384, 7929 7032 16384, 7940 7030 16384, 7952 7027 16384, 7960 7026 16384, 7967 7023 16384, 7973 7023 16384, 7975 7022 16384</inkml:trace>
  <inkml:trace contextRef="#ctx0" brushRef="#br0">7848 6960 16384, 7849 6963 16384, 7852 6969 16384, 7857 6978 16384, 7861 6991 16384, 7864 7008 16384, 7866 7027 16384, 7867 7049 16384, 7867 7071 16384, 7866 7093 16384, 7864 7113 16384, 7861 7131 16384, 7855 7147 16384, 7850 7160 16384, 7844 7170 16384, 7839 7178 16384, 7834 7185 16384, 7825 7192 16384, 7816 7194 16384, 7807 7196 16384, 7800 7194 16384, 7791 7189 16384, 7785 7182 16384, 7781 7171 16384, 7778 7162 16384, 7778 7153 16384, 7781 7147 16384, 7786 7142 16384, 7794 7138 16384, 7804 7135 16384, 7816 7133 16384, 7830 7131 16384, 7845 7131 16384, 7863 7131 16384, 7881 7133 16384, 7897 7135 16384, 7910 7138 16384, 7924 7142 16384, 7933 7146 16384, 7942 7151 16384, 7949 7155 16384, 7953 7157 16384, 7956 7160 16384, 7957 7161 16384, 7957 7162 16384</inkml:trace>
  <inkml:trace contextRef="#ctx0" brushRef="#br0">8259 6768 16384, 8254 6768 16384, 8246 6775 16384, 8220 6809 16384, 8174 6860 16384, 8132 6903 16384, 8101 6938 16384, 8080 6961 16384, 8064 6980 16384, 8054 6990 16384, 8052 6993 16384, 8056 6998 16384, 8069 7009 16384, 8094 7028 16384, 8132 7055 16384, 8182 7093 16384, 8233 7131 16384, 8271 7158 16384, 8299 7179 16384, 8314 7191 16384, 8321 7196 16384</inkml:trace>
  <inkml:trace contextRef="#ctx0" brushRef="#br0">8427 6768 16384, 8425 6768 16384, 8420 6768 16384, 8417 6779 16384, 8413 6821 16384, 8404 6884 16384, 8398 6968 16384, 8400 7068 16384, 8417 7132 16384, 8448 7173 16384, 8493 7194 16384, 8537 7196 16384, 8581 7178 16384, 8631 7146 16384, 8676 7112 16384, 8710 7082 16384, 8716 7076 16384</inkml:trace>
  <inkml:trace contextRef="#ctx0" brushRef="#br0">8878 7049 16384, 8878 7048 16384, 8879 7044 16384, 8880 7044 16384, 8888 7041 16384, 8898 7040 16384, 8910 7037 16384, 8921 7035 16384, 8933 7034 16384, 8943 7032 16384, 8955 7030 16384, 8967 7027 16384, 8974 7026 16384, 8982 7023 16384, 8987 7023 16384, 8990 7022 16384</inkml:trace>
  <inkml:trace contextRef="#ctx0" brushRef="#br0">8862 6960 16384, 8864 6963 16384, 8866 6969 16384, 8871 6978 16384, 8875 6991 16384, 8879 7008 16384, 8880 7027 16384, 8882 7049 16384, 8882 7071 16384, 8880 7093 16384, 8879 7113 16384, 8875 7131 16384, 8870 7147 16384, 8865 7160 16384, 8858 7170 16384, 8853 7178 16384, 8848 7185 16384, 8839 7192 16384, 8830 7194 16384, 8821 7196 16384, 8815 7194 16384, 8806 7189 16384, 8799 7182 16384, 8795 7171 16384, 8793 7162 16384, 8793 7153 16384, 8795 7147 16384, 8801 7142 16384, 8808 7138 16384, 8819 7135 16384, 8830 7133 16384, 8844 7131 16384, 8860 7131 16384, 8878 7131 16384, 8896 7133 16384, 8911 7135 16384, 8924 7138 16384, 8938 7142 16384, 8947 7146 16384, 8956 7151 16384, 8964 7155 16384, 8968 7157 16384, 8970 7160 16384, 8972 7161 16384, 8972 7162 16384</inkml:trace>
  <inkml:trace contextRef="#ctx0" brushRef="#br0">9159 6768 16384, 9172 6773 16384, 9207 6783 16384, 9241 6791 16384, 9265 6801 16384, 9275 6813 16384</inkml:trace>
  <inkml:trace contextRef="#ctx0" brushRef="#br0">9072 6975 16384, 9067 6975 16384, 9071 6971 16384, 9097 6955 16384, 9143 6927 16384, 9194 6900 16384, 9244 6887 16384, 9290 6889 16384, 9324 6911 16384, 9344 6955 16384, 9347 7022 16384, 9336 7079 16384, 9309 7125 16384, 9278 7164 16384, 9253 7189 16384, 9242 7196 16384</inkml:trace>
  <inkml:trace contextRef="#ctx0" brushRef="#br0">9745 6832 16384, 10045 6832 16384, 10045 7132 16384, 9745 7132 16384, 9745 6832 16384</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2110 7833 16384, 2110 7840 16384, 2124 7860 16384, 2130 7881 16384, 2130 7888 16384, 2130 7901 16384, 2124 7915 16384, 2110 7929 16384, 2089 7936 16384, 2075 7936 16384, 2055 7936 16384, 2034 7936 16384, 2021 7929 16384, 2014 7915 16384, 2014 7901 16384, 2014 7867 16384, 2027 7847 16384, 2041 7826 16384, 2062 7812 16384, 2082 7805 16384, 2096 7799 16384, 2117 7799 16384, 2137 7799 16384, 2144 7799 16384, 2158 7812 16384, 2165 7819 16384, 2165 7840 16384, 2158 7847 16384, 2144 7860 16384, 2130 7874 16384, 2110 7881 16384, 2082 7895 16384, 2055 7901 16384, 2027 7901 16384, 2007 7895 16384, 2000 7888 16384, 2000 7874 16384, 2000 7860 16384, 2014 7847 16384, 2021 7840 16384, 2034 7826 16384, 2062 7819 16384, 2082 7812 16384, 2096 7812 16384, 2117 7812 16384, 2130 7812 16384, 2144 7833 16384, 2151 7853 16384, 2151 7867 16384, 2151 7881 16384, 2144 7895 16384, 2130 7908 16384, 2124 7915 16384, 2117 7915 16384, 2110 7915 16384, 2103 7908 16384, 2103 7901 16384, 2103 7888 16384, 2103 7881 16384, 2103 7874 16384, 2110 7860 16384, 2117 7853 16384, 2124 7847 16384, 2130 7847 16384, 2130 7853 16384, 2124 7867 16384, 2124 7874 16384, 2117 7874 16384, 2110 7881 16384, 2103 7888 16384, 2096 7888 16384, 2089 7888 16384, 2089 7881 16384, 2096 7867 16384, 2110 7853 16384, 2117 7847 16384, 2124 7840 16384, 2117 7853 16384, 2096 7867 16384, 2075 7881 16384, 2055 7888 16384, 2034 7901 16384, 2027 7901 16384, 2034 7895 16384, 2055 7881 16384, 2062 7874 16384, 2082 7860 16384, 2096 7847 16384, 2124 7826 16384, 2130 7812 16384, 2130 7805 16384, 2124 7805 16384, 2110 7819 16384, 2096 7833 16384, 2082 7847 16384, 2075 7860 16384, 2069 7867 16384</inkml:trace>
  <inkml:trace contextRef="#ctx0" brushRef="#br0">2613 7634 16384, 2611 7634 16384, 2608 7639 16384, 2608 7641 16384, 2605 7652 16384, 2603 7668 16384, 2595 7684 16384, 2582 7705 16384, 2566 7729 16384, 2550 7755 16384, 2526 7784 16384, 2505 7813 16384, 2487 7834 16384, 2468 7855 16384, 2452 7874 16384, 2447 7882 16384, 2439 7892 16384</inkml:trace>
  <inkml:trace contextRef="#ctx0" brushRef="#br0">2566 7649 16384, 2568 7641 16384, 2571 7639 16384, 2576 7639 16384, 2587 7636 16384, 2605 7636 16384, 2624 7636 16384, 2642 7636 16384, 2666 7639 16384, 2687 7641 16384, 2711 7647 16384, 2735 7655 16384, 2761 7660 16384, 2782 7668 16384, 2801 7676 16384, 2814 7684 16384, 2824 7692 16384, 2830 7700 16384, 2830 7710 16384, 2827 7726 16384, 2819 7744 16384, 2809 7768 16384, 2793 7797 16384, 2774 7831 16384, 2751 7874 16384, 2727 7919 16384, 2698 7969 16384, 2674 8014 16384, 2656 8048 16384, 2637 8077 16384, 2627 8098 16384, 2621 8111 16384, 2616 8124 16384, 2611 8135 16384, 2608 8138 16384</inkml:trace>
  <inkml:trace contextRef="#ctx0" brushRef="#br0">2875 7610 16384, 2875 7607 16384, 2875 7605 16384, 2877 7610 16384, 2880 7618 16384, 2885 7626 16384, 2888 7636 16384, 2890 7649 16384, 2893 7663 16384, 2893 7676 16384, 2896 7686 16384, 2898 7694 16384, 2898 7700 16384, 2901 7702 16384, 2904 7702 16384, 2906 7702 16384</inkml:trace>
  <inkml:trace contextRef="#ctx0" brushRef="#br0">2922 7597 16384, 2927 7599 16384, 2935 7605 16384, 2946 7612 16384, 2959 7626 16384, 2964 7636 16384, 2970 7649 16384, 2975 7663 16384, 2980 7670 16384, 2983 7681 16384, 2985 7689 16384, 2988 7694 16384, 2988 7697 16384</inkml:trace>
  <inkml:trace contextRef="#ctx0" brushRef="#br0">3129 7599 16384, 3117 7593 16384, 3126 7593 16384, 3141 7593 16384, 3162 7596 16384, 3191 7599 16384, 3224 7599 16384, 3263 7599 16384, 3302 7599 16384, 3338 7599 16384, 3373 7599 16384, 3406 7599 16384, 3430 7599 16384, 3439 7599 16384</inkml:trace>
  <inkml:trace contextRef="#ctx0" brushRef="#br0">3093 7733 16384, 3090 7733 16384, 3087 7733 16384, 3093 7733 16384, 3111 7733 16384, 3138 7733 16384, 3176 7733 16384, 3218 7727 16384, 3260 7724 16384, 3302 7721 16384, 3349 7721 16384, 3391 7718 16384, 3430 7718 16384, 3463 7724 16384, 3481 7733 16384, 3493 7745 16384, 3502 7763 16384, 3499 7784 16384, 3487 7816 16384, 3466 7858 16384, 3448 7900 16384, 3421 7951 16384, 3391 8001 16384, 3367 8040 16384, 3341 8073 16384, 3323 8100 16384, 3308 8118 16384, 3290 8133 16384, 3278 8142 16384</inkml:trace>
  <inkml:trace contextRef="#ctx0" brushRef="#br0">3621 7633 16384, 3600 7633 16384, 3604 7633 16384, 3625 7637 16384, 3657 7637 16384, 3693 7637 16384, 3742 7633 16384, 3794 7621 16384, 3859 7609 16384, 3915 7601 16384, 3976 7593 16384, 4032 7593 16384, 4073 7605 16384, 4109 7621 16384, 4129 7649 16384, 4133 7677 16384, 4133 7718 16384, 4121 7766 16384, 4097 7811 16384, 4065 7863 16384, 4028 7916 16384, 3988 7964 16384, 3948 8012 16384, 3911 8057 16384, 3879 8089 16384, 3859 8109 16384, 3839 8129 16384, 3822 8138 16384, 3814 8142 16384</inkml:trace>
  <inkml:trace contextRef="#ctx0" brushRef="#br0">4515 7629 16384, 4520 7638 16384, 4530 7702 16384, 4523 7817 16384, 4486 7921 16384, 4429 8018 16384, 4375 8074 16384, 4334 8085 16384, 4295 8067 16384, 4258 8010 16384, 4232 7908 16384, 4248 7772 16384, 4324 7677 16384, 4417 7629 16384, 4533 7593 16384, 4653 7597 16384, 4742 7673 16384, 4777 7825 16384, 4775 7997 16384, 4768 8086 16384, 4759 8131 16384, 4755 8142 16384</inkml:trace>
  <inkml:trace contextRef="#ctx0" brushRef="#br0">5154 7783 16384, 5152 7785 16384, 5150 7787 16384, 5158 7787 16384, 5172 7787 16384, 5191 7783 16384, 5221 7777 16384, 5254 7771 16384, 5287 7767 16384, 5326 7765 16384, 5368 7765 16384, 5403 7765 16384, 5436 7769 16384, 5464 7775 16384, 5487 7785 16384, 5505 7800 16384, 5519 7822 16384, 5524 7851 16384, 5524 7887 16384, 5522 7926 16384, 5517 7965 16384, 5507 8004 16384, 5497 8040 16384, 5489 8063 16384, 5483 8083 16384, 5477 8097 16384, 5473 8104 16384, 5468 8108 16384, 5462 8108 16384, 5456 8102 16384, 5450 8091 16384, 5446 8073 16384, 5440 8049 16384, 5436 8034 16384</inkml:trace>
  <inkml:trace contextRef="#ctx0" brushRef="#br0">5417 7626 16384, 5415 7628 16384, 5411 7630 16384, 5411 7638 16384, 5409 7648 16384, 5403 7667 16384, 5391 7699 16384, 5375 7761 16384, 5368 7791 16384, 5352 7861 16384, 5334 7932 16384, 5321 7993 16384, 5311 8038 16384, 5307 8053 16384, 5301 8077 16384, 5295 8095 16384, 5293 8098 16384</inkml:trace>
  <inkml:trace contextRef="#ctx0" brushRef="#br0">5520 7702 16384, 5519 7702 16384, 5511 7700 16384, 5511 7699 16384, 5513 7700 16384, 5519 7702 16384, 5524 7710 16384, 5540 7738 16384, 5552 7773 16384, 5560 7797 16384, 5569 7844 16384, 5571 7869 16384, 5577 7918 16384, 5581 7940 16384, 5585 7949 16384, 5593 7965 16384, 5599 7973 16384, 5603 7977 16384</inkml:trace>
  <inkml:trace contextRef="#ctx0" brushRef="#br0">5607 7736 16384, 5607 7740 16384, 5607 7742 16384, 5611 7749 16384, 5617 7763 16384, 5624 7777 16384, 5630 7793 16384, 5636 7806 16384, 5640 7818 16384, 5642 7826 16384, 5642 7832 16384, 5642 7834 16384, 5644 7836 16384</inkml:trace>
  <inkml:trace contextRef="#ctx0" brushRef="#br0">5679 7753 16384, 5679 7761 16384, 5681 7771 16384, 5685 7785 16384, 5689 7802 16384, 5693 7818 16384, 5695 7826 16384, 5699 7830 16384</inkml:trace>
  <inkml:trace contextRef="#ctx0" brushRef="#br0">5803 7600 16384, 5800 7600 16384, 5798 7602 16384, 5798 7632 16384, 5803 7714 16384, 5813 7840 16384, 5830 7973 16384, 5853 8070 16384, 5882 8119 16384, 5909 8134 16384, 5931 8130 16384, 5956 8097 16384, 5985 8030 16384, 6024 7973 16384</inkml:trace>
  <inkml:trace contextRef="#ctx0" brushRef="#br0">6207 7721 16384, 6216 7726 16384, 6254 7754 16384, 6293 7803 16384, 6322 7861 16384, 6337 7908 16384, 6343 7940 16384, 6344 7954 16384, 6347 7954 16384</inkml:trace>
  <inkml:trace contextRef="#ctx0" brushRef="#br0">6497 7596 16384, 6497 7593 16384, 6496 7608 16384, 6483 7660 16384, 6457 7762 16384, 6445 7883 16384, 6450 8006 16384, 6471 8088 16384, 6499 8125 16384, 6526 8142 16384, 6552 8135 16384, 6558 8129 16384</inkml:trace>
  <inkml:trace contextRef="#ctx0" brushRef="#br0">6639 7748 16384, 6643 7748 16384, 6681 7750 16384, 6755 7744 16384, 6831 7736 16384, 6899 7737 16384, 6951 7745 16384, 6975 7751 16384, 6980 7755 16384</inkml:trace>
  <inkml:trace contextRef="#ctx0" brushRef="#br0">6842 7608 16384, 6857 7625 16384, 6883 7690 16384, 6889 7801 16384, 6867 7927 16384, 6839 8025 16384, 6817 8073 16384, 6808 8096 16384</inkml:trace>
  <inkml:trace contextRef="#ctx0" brushRef="#br0">7084 7600 16384, 7081 7600 16384, 7079 7602 16384, 7079 7632 16384, 7084 7714 16384, 7094 7840 16384, 7111 7973 16384, 7134 8070 16384, 7163 8119 16384, 7190 8134 16384, 7212 8130 16384, 7237 8097 16384, 7266 8030 16384, 7305 7973 16384</inkml:trace>
  <inkml:trace contextRef="#ctx0" brushRef="#br0">7488 7721 16384, 7497 7726 16384, 7535 7754 16384, 7574 7803 16384, 7603 7861 16384, 7618 7908 16384, 7623 7940 16384, 7625 7954 16384, 7628 7954 16384</inkml:trace>
  <inkml:trace contextRef="#ctx0" brushRef="#br0">8190 7758 16384, 8185 7747 16384, 8187 7747 16384, 8215 7748 16384, 8272 7748 16384, 8340 7746 16384, 8398 7744 16384, 8435 7744 16384, 8448 7748 16384</inkml:trace>
  <inkml:trace contextRef="#ctx0" brushRef="#br0">8209 7595 16384, 8202 7593 16384, 8209 7600 16384, 8223 7629 16384, 8226 7705 16384, 8213 7842 16384, 8190 7965 16384, 8163 8053 16384, 8134 8112 16384, 8110 8141 16384, 8082 8142 16384, 8048 8117 16384, 8016 8067 16384, 8001 8027 16384, 8011 8018 16384, 8042 8006 16384, 8098 8000 16384, 8178 8020 16384, 8269 8061 16384, 8340 8098 16384, 8383 8121 16384, 8405 8132 16384, 8416 8135 16384</inkml:trace>
  <inkml:trace contextRef="#ctx0" brushRef="#br0">8578 7593 16384, 8578 7596 16384, 8573 7636 16384, 8559 7710 16384, 8547 7785 16384, 8549 7848 16384, 8564 7882 16384, 8587 7894 16384, 8615 7894 16384, 8648 7866 16384</inkml:trace>
  <inkml:trace contextRef="#ctx0" brushRef="#br0">8837 7602 16384, 8842 7623 16384, 8858 7668 16384, 8872 7726 16384, 8873 7816 16384, 8858 7921 16384, 8833 8014 16384, 8803 8087 16384, 8782 8128 16384, 8772 8142 16384</inkml:trace>
  <inkml:trace contextRef="#ctx0" brushRef="#br0">8972 7949 16384, 8976 7953 16384, 8979 7956 16384, 8986 7967 16384, 9003 7988 16384, 9024 8012 16384, 9042 8044 16384, 9059 8072 16384, 9073 8093 16384, 9091 8110 16384, 9105 8124 16384, 9115 8131 16384, 9122 8135 16384, 9129 8142 16384, 9133 8142 16384</inkml:trace>
  <inkml:trace contextRef="#ctx0" brushRef="#br0">9569 7739 16384, 9569 7714 16384, 9569 7703 16384, 9566 7688 16384, 9561 7668 16384, 9551 7640 16384, 9536 7620 16384, 9521 7603 16384, 9503 7593 16384, 9483 7595 16384, 9466 7605 16384, 9446 7623 16384, 9423 7648 16384, 9405 7678 16384, 9388 7711 16384, 9380 7741 16384, 9383 7766 16384, 9393 7792 16384, 9405 7807 16384, 9420 7819 16384, 9438 7827 16384, 9458 7832 16384, 9481 7832 16384, 9503 7827 16384, 9526 7814 16384, 9544 7797 16384, 9564 7771 16384, 9579 7746 16384, 9589 7719 16384, 9594 7691 16384, 9597 7668 16384, 9597 7651 16384, 9597 7643 16384, 9594 7643 16384, 9592 7646 16384, 9587 7656 16384, 9584 7673 16384, 9579 7698 16384, 9574 7731 16384, 9569 7774 16384, 9564 7829 16384, 9554 7897 16384, 9544 7963 16384, 9534 8021 16384, 9521 8069 16384, 9511 8101 16384, 9498 8124 16384, 9483 8137 16384, 9471 8142 16384, 9451 8142 16384, 9428 8137 16384, 9405 8124 16384, 9380 8111 16384, 9360 8089 16384, 9347 8066 16384, 9337 8041 16384, 9335 8023 16384, 9340 8011 16384, 9352 8001 16384, 9368 7993 16384, 9390 7980 16384, 9420 7968 16384, 9453 7958 16384, 9491 7950 16384, 9531 7948 16384, 9569 7948 16384, 9599 7950 16384, 9627 7953 16384, 9645 7955 16384, 9657 7958 16384, 9670 7960 16384, 9677 7960 16384</inkml:trace>
  <inkml:trace contextRef="#ctx0" brushRef="#br0">9961 7596 16384, 9961 7594 16384, 9961 7593 16384, 9960 7593 16384, 9955 7596 16384, 9951 7601 16384, 9946 7608 16384, 9940 7618 16384, 9933 7631 16384, 9918 7665 16384, 9913 7678 16384, 9910 7691 16384, 9900 7725 16384, 9886 7780 16384, 9881 7820 16384, 9879 7865 16384, 9881 7932 16384, 9886 7978 16384, 9895 8021 16384, 9911 8070 16384, 9920 8098 16384, 9930 8118 16384, 9943 8135 16384, 9948 8142 16384</inkml:trace>
  <inkml:trace contextRef="#ctx0" brushRef="#br0">10469 7673 16384, 10474 7659 16384, 10474 7653 16384, 10474 7648 16384, 10469 7640 16384, 10463 7629 16384, 10449 7615 16384, 10430 7601 16384, 10405 7593 16384, 10383 7593 16384, 10356 7595 16384, 10331 7606 16384, 10309 7620 16384, 10281 7642 16384, 10256 7667 16384, 10237 7692 16384, 10223 7720 16384, 10218 7744 16384, 10221 7772 16384, 10229 7802 16384, 10245 7835 16384, 10267 7863 16384, 10289 7896 16384, 10320 7926 16384, 10347 7951 16384, 10378 7973 16384, 10405 7995 16384, 10422 8015 16384, 10441 8034 16384, 10449 8051 16384, 10449 8067 16384, 10444 8081 16384, 10433 8095 16384, 10416 8108 16384, 10397 8120 16384, 10375 8131 16384, 10347 8136 16384, 10317 8139 16384, 10284 8142 16384, 10256 8142 16384, 10226 8139 16384, 10201 8131 16384, 10174 8117 16384, 10163 8106 16384</inkml:trace>
  <inkml:trace contextRef="#ctx0" brushRef="#br0">10703 7593 16384, 10704 7593 16384, 10704 7595 16384, 10706 7595 16384, 10708 7597 16384, 10720 7610 16384, 10728 7628 16384, 10736 7655 16384, 10742 7689 16384, 10748 7724 16384, 10757 7787 16384, 10759 7808 16384, 10761 7830 16384, 10763 7871 16384, 10763 7934 16384, 10761 7969 16384, 10755 8004 16384, 10750 8038 16384, 10744 8063 16384, 10736 8097 16384, 10728 8114 16384, 10720 8128 16384, 10716 8132 16384, 10704 8142 16384</inkml:trace>
  <inkml:trace contextRef="#ctx0" brushRef="#br0">11133 7801 16384, 11131 7801 16384, 11131 7803 16384, 11135 7805 16384, 11141 7805 16384, 11153 7807 16384, 11173 7807 16384, 11213 7805 16384, 11243 7801 16384, 11275 7799 16384, 11307 7797 16384, 11349 7797 16384, 11371 7801 16384, 11389 7805 16384, 11399 7809 16384</inkml:trace>
  <inkml:trace contextRef="#ctx0" brushRef="#br0">11139 7937 16384, 11137 7937 16384, 11139 7937 16384, 11143 7937 16384, 11157 7937 16384, 11197 7937 16384, 11211 7935 16384, 11241 7933 16384, 11255 7933 16384, 11287 7931 16384, 11317 7929 16384, 11347 7927 16384, 11375 7925 16384, 11395 7925 16384, 11411 7923 16384, 11425 7923 16384, 11433 7923 16384</inkml:trace>
  <inkml:trace contextRef="#ctx0" brushRef="#br0">11976 7607 16384, 11970 7597 16384, 11961 7597 16384, 11945 7615 16384, 11918 7661 16384, 11887 7740 16384, 11867 7848 16384, 11862 7977 16384, 11879 8060 16384, 11917 8112 16384, 11968 8139 16384, 12016 8142 16384, 12064 8111 16384, 12104 8048 16384, 12128 7955 16384, 12135 7852 16384, 12117 7780 16384, 12082 7728 16384, 12040 7683 16384, 11994 7631 16384, 11964 7595 16384, 11952 7593 16384, 11950 7613 16384</inkml:trace>
  <inkml:trace contextRef="#ctx0" brushRef="#br0">12847 7629 16384, 12851 7638 16384, 12862 7702 16384, 12854 7817 16384, 12818 7921 16384, 12761 8018 16384, 12707 8074 16384, 12666 8085 16384, 12626 8067 16384, 12590 8010 16384, 12564 7908 16384, 12580 7772 16384, 12656 7677 16384, 12749 7629 16384, 12864 7593 16384, 12984 7597 16384, 13073 7673 16384, 13108 7825 16384, 13107 7997 16384, 13100 8086 16384, 13091 8131 16384, 13086 8142 16384</inkml:trace>
  <inkml:trace contextRef="#ctx0" brushRef="#br0">13482 7623 16384, 13489 7619 16384, 13546 7609 16384, 13641 7596 16384, 13737 7599 16384, 13821 7633 16384, 13881 7675 16384, 13904 7711 16384, 13900 7741 16384, 13866 7779 16384, 13853 7790 16384</inkml:trace>
  <inkml:trace contextRef="#ctx0" brushRef="#br0">13495 7925 16384, 13493 7935 16384, 13508 7986 16384, 13553 8052 16384, 13617 8100 16384, 13686 8129 16384, 13759 8137 16384, 13836 8139 16384, 13914 8130 16384, 13990 8111 16384, 14031 8096 16384</inkml:trace>
  <inkml:trace contextRef="#ctx0" brushRef="#br0">14129 7617 16384, 14136 7618 16384, 14173 7642 16384, 14227 7695 16384, 14272 7741 16384, 14307 7779 16384, 14338 7807 16384, 14344 7810 16384</inkml:trace>
  <inkml:trace contextRef="#ctx0" brushRef="#br0">14524 7656 16384, 14519 7656 16384, 14491 7670 16384, 14446 7713 16384, 14376 7785 16384, 14317 7860 16384, 14278 7938 16384, 14266 8001 16384, 14280 8043 16384, 14318 8078 16384, 14371 8104 16384, 14429 8114 16384, 14498 8117 16384, 14568 8111 16384, 14631 8100 16384, 14678 8088 16384</inkml:trace>
  <inkml:trace contextRef="#ctx0" brushRef="#br0">14777 7697 16384, 14790 7690 16384, 14831 7680 16384, 14885 7671 16384, 14935 7667 16384, 14975 7666 16384, 14996 7664 16384, 14999 7663 16384</inkml:trace>
  <inkml:trace contextRef="#ctx0" brushRef="#br0">14924 7593 16384, 14921 7594 16384, 14906 7631 16384, 14889 7697 16384, 14847 7784 16384, 14810 7859 16384, 14792 7906 16384, 14792 7922 16384</inkml:trace>
  <inkml:trace contextRef="#ctx0" brushRef="#br0">15124 7651 16384, 15139 7653 16384, 15173 7677 16384, 15215 7711 16384, 15243 7747 16384, 15259 7779 16384, 15263 7807 16384, 15259 7829 16384, 15244 7843 16384</inkml:trace>
  <inkml:trace contextRef="#ctx0" brushRef="#br0">15053 7831 16384, 15051 7835 16384, 15069 7918 16384, 15077 7979 16384, 15062 8045 16384, 15034 8104 16384, 15006 8134 16384, 14976 8142 16384, 14947 8124 16384, 14922 8086 16384, 14916 8062 16384, 14928 8054 16384, 14961 8049 16384, 15017 8046 16384, 15098 8057 16384, 15169 8084 16384, 15214 8103 16384, 15248 8114 16384, 15273 8116 16384</inkml:trace>
  <inkml:trace contextRef="#ctx0" brushRef="#br0">15381 7640 16384, 15373 7639 16384, 15382 7639 16384, 15418 7636 16384, 15475 7620 16384, 15539 7600 16384, 15591 7593 16384, 15615 7601 16384, 15618 7625 16384, 15594 7675 16384, 15542 7748 16384, 15475 7822 16384, 15415 7881 16384, 15380 7912 16384, 15372 7922 16384, 15392 7915 16384, 15436 7887 16384, 15503 7847 16384, 15588 7821 16384, 15663 7818 16384, 15718 7834 16384, 15752 7867 16384, 15763 7922 16384, 15749 7988 16384, 15712 8046 16384, 15663 8092 16384, 15612 8129 16384, 15568 8142 16384, 15537 8130 16384, 15515 8101 16384, 15509 8055 16384, 15528 8030 16384, 15565 8018 16384, 15613 8012 16384, 15658 8015 16384, 15689 8023 16384, 15708 8029 16384</inkml:trace>
  <inkml:trace contextRef="#ctx0" brushRef="#br0">16157 7700 16384, 16155 7697 16384, 16148 7693 16384, 16151 7695 16384, 16153 7702 16384, 16155 7710 16384, 16157 7720 16384, 16157 7737 16384, 16155 7760 16384, 16151 7794 16384, 16144 7832 16384, 16140 7876 16384, 16136 7917 16384, 16136 7957 16384, 16136 7995 16384, 16140 8026 16384, 16146 8054 16384, 16157 8077 16384, 16174 8098 16384, 16188 8114 16384, 16205 8127 16384, 16224 8135 16384, 16241 8140 16384, 16259 8142 16384, 16280 8137 16384, 16301 8131 16384, 16322 8119 16384, 16343 8104 16384, 16364 8087 16384, 16383 8072 16384, 16400 8058 16384, 16412 8043 16384, 16423 8031 16384, 16429 8020 16384, 16433 8014 16384</inkml:trace>
  <inkml:trace contextRef="#ctx0" brushRef="#br0">16368 7601 16384, 16366 7601 16384, 16362 7601 16384, 16360 7603 16384, 16360 7607 16384, 16362 7614 16384, 16366 7624 16384, 16368 7637 16384, 16371 7649 16384, 16373 7662 16384, 16373 7676 16384, 16373 7689 16384, 16373 7700 16384, 16373 7708 16384, 16375 7716 16384, 16375 7723 16384, 16379 7725 16384, 16379 7727 16384</inkml:trace>
  <inkml:trace contextRef="#ctx0" brushRef="#br0">16421 7593 16384, 16417 7593 16384, 16415 7595 16384, 16415 7597 16384, 16419 7605 16384, 16425 7616 16384, 16433 7632 16384, 16438 7649 16384, 16440 7668 16384, 16442 7687 16384, 16442 7702 16384, 16442 7716 16384, 16444 7727 16384, 16446 7733 16384, 16446 7739 16384, 16448 7741 16384</inkml:trace>
  <inkml:trace contextRef="#ctx0" brushRef="#br0">16556 7955 16384, 16547 7948 16384, 16549 7943 16384, 16559 7936 16384, 16573 7927 16384, 16589 7918 16384, 16613 7906 16384, 16637 7892 16384, 16665 7880 16384, 16691 7873 16384, 16721 7866 16384, 16747 7863 16384, 16776 7866 16384, 16802 7873 16384, 16820 7884 16384, 16835 7901 16384, 16844 7920 16384, 16849 7941 16384, 16846 7967 16384, 16839 7993 16384, 16828 8017 16384, 16816 8040 16384, 16802 8066 16384, 16785 8083 16384, 16771 8102 16384, 16754 8118 16384</inkml:trace>
  <inkml:trace contextRef="#ctx0" brushRef="#br0">16951 7728 16384, 16948 7727 16384, 16954 7727 16384, 16999 7722 16384, 17078 7716 16384, 17164 7713 16384, 17251 7710 16384, 17317 7706 16384, 17354 7704 16384, 17366 7703 16384</inkml:trace>
  <inkml:trace contextRef="#ctx0" brushRef="#br0">17192 7595 16384, 17190 7593 16384, 17206 7604 16384, 17232 7643 16384, 17247 7715 16384, 17245 7797 16384, 17230 7880 16384, 17211 7928 16384, 17191 7958 16384, 17170 7971 16384, 17149 7971 16384, 17129 7954 16384, 17117 7921 16384, 17120 7890 16384, 17137 7862 16384, 17168 7840 16384, 17203 7835 16384, 17234 7851 16384, 17250 7893 16384, 17249 7953 16384, 17231 8019 16384, 17200 8080 16384, 17176 8119 16384, 17161 8141 16384, 17153 8142 16384</inkml:trace>
  <inkml:trace contextRef="#ctx0" brushRef="#br0">17583 7593 16384, 17600 7600 16384, 17645 7613 16384, 17688 7623 16384, 17719 7636 16384, 17732 7651 16384</inkml:trace>
  <inkml:trace contextRef="#ctx0" brushRef="#br0">17471 7858 16384, 17465 7858 16384, 17470 7854 16384, 17504 7833 16384, 17562 7797 16384, 17628 7763 16384, 17692 7746 16384, 17750 7748 16384, 17795 7777 16384, 17820 7833 16384, 17824 7919 16384, 17810 7992 16384, 17776 8051 16384, 17735 8101 16384, 17704 8133 16384, 17690 8142 16384</inkml:trace>
  <inkml:trace contextRef="#ctx0" brushRef="#br0">17932 7769 16384, 17923 7768 16384, 17925 7768 16384, 17941 7768 16384, 17972 7760 16384, 18026 7741 16384, 18092 7724 16384, 18152 7717 16384, 18205 7721 16384, 18243 7747 16384, 18266 7799 16384, 18277 7868 16384, 18277 7940 16384, 18266 8011 16384, 18246 8076 16384, 18225 8120 16384, 18212 8140 16384, 18200 8142 16384, 18185 8122 16384, 18159 8077 16384</inkml:trace>
  <inkml:trace contextRef="#ctx0" brushRef="#br0">18182 7593 16384, 18184 7603 16384, 18173 7656 16384, 18136 7765 16384, 18088 7901 16384, 18044 8015 16384, 18021 8075 16384, 18014 8106 16384, 18013 8110 16384</inkml:trace>
  <inkml:trace contextRef="#ctx0" brushRef="#br0">18278 7666 16384, 18271 7665 16384, 18281 7674 16384, 18308 7710 16384, 18346 7783 16384, 18372 7867 16384, 18386 7924 16384, 18398 7958 16384, 18405 7975 16384</inkml:trace>
  <inkml:trace contextRef="#ctx0" brushRef="#br0">18510 7600 16384, 18507 7600 16384, 18504 7602 16384, 18504 7632 16384, 18510 7714 16384, 18519 7840 16384, 18536 7973 16384, 18559 8070 16384, 18589 8119 16384, 18615 8134 16384, 18637 8130 16384, 18662 8097 16384, 18691 8030 16384, 18730 7973 16384</inkml:trace>
  <inkml:trace contextRef="#ctx0" brushRef="#br0">18913 7721 16384, 18923 7726 16384, 18960 7754 16384, 18999 7803 16384, 19028 7861 16384, 19043 7908 16384, 19049 7940 16384, 19050 7954 16384, 19053 7954 16384</inkml:trace>
  <inkml:trace contextRef="#ctx0" brushRef="#br0">19156 7783 16384, 19154 7785 16384, 19152 7787 16384, 19160 7787 16384, 19173 7787 16384, 19193 7783 16384, 19222 7777 16384, 19256 7771 16384, 19289 7767 16384, 19328 7765 16384, 19369 7765 16384, 19405 7765 16384, 19438 7769 16384, 19465 7775 16384, 19489 7785 16384, 19507 7800 16384, 19520 7822 16384, 19526 7851 16384, 19526 7887 16384, 19524 7926 16384, 19518 7965 16384, 19509 8004 16384, 19499 8040 16384, 19491 8063 16384, 19485 8083 16384, 19479 8097 16384, 19475 8104 16384, 19469 8108 16384, 19464 8108 16384, 19458 8102 16384, 19452 8091 16384, 19448 8073 16384, 19442 8049 16384, 19438 8034 16384</inkml:trace>
  <inkml:trace contextRef="#ctx0" brushRef="#br0">19418 7626 16384, 19416 7628 16384, 19413 7630 16384, 19413 7638 16384, 19411 7648 16384, 19405 7667 16384, 19393 7699 16384, 19377 7761 16384, 19369 7791 16384, 19354 7861 16384, 19336 7932 16384, 19322 7993 16384, 19313 8038 16384, 19309 8053 16384, 19303 8077 16384, 19297 8095 16384, 19295 8098 16384</inkml:trace>
  <inkml:trace contextRef="#ctx0" brushRef="#br0">19522 7702 16384, 19520 7702 16384, 19513 7700 16384, 19513 7699 16384, 19514 7700 16384, 19520 7702 16384, 19526 7710 16384, 19542 7738 16384, 19554 7773 16384, 19562 7797 16384, 19571 7844 16384, 19573 7869 16384, 19579 7918 16384, 19583 7940 16384, 19587 7949 16384, 19595 7965 16384, 19601 7973 16384, 19605 7977 16384</inkml:trace>
  <inkml:trace contextRef="#ctx0" brushRef="#br0">19609 7736 16384, 19609 7740 16384, 19609 7742 16384, 19613 7749 16384, 19618 7763 16384, 19626 7777 16384, 19632 7793 16384, 19638 7806 16384, 19642 7818 16384, 19644 7826 16384, 19644 7832 16384, 19644 7834 16384, 19646 7836 16384</inkml:trace>
  <inkml:trace contextRef="#ctx0" brushRef="#br0">19681 7753 16384, 19681 7761 16384, 19683 7771 16384, 19687 7785 16384, 19691 7802 16384, 19695 7818 16384, 19697 7826 16384, 19701 7830 16384</inkml:trace>
  <inkml:trace contextRef="#ctx0" brushRef="#br0">20094 7709 16384, 20078 7675 16384, 20080 7648 16384, 20103 7622 16384, 20147 7599 16384, 20206 7593 16384, 20269 7619 16384, 20312 7677 16384, 20315 7749 16384, 20282 7823 16384, 20226 7889 16384, 20174 7927 16384, 20148 7936 16384, 20138 7928 16384, 20141 7915 16384, 20166 7902 16384, 20215 7893 16384, 20281 7899 16384, 20341 7934 16384, 20371 7986 16384, 20369 8032 16384, 20341 8071 16384, 20293 8108 16384, 20232 8133 16384, 20163 8142 16384, 20100 8129 16384, 20074 8111 16384</inkml:trace>
  <inkml:trace contextRef="#ctx0" brushRef="#br0">20476 7782 16384, 20470 7776 16384, 20477 7768 16384, 20520 7746 16384, 20605 7705 16384, 20707 7679 16384, 20816 7674 16384, 20915 7695 16384, 20980 7736 16384, 21015 7786 16384, 21019 7843 16384, 20990 7899 16384, 20936 7953 16384, 20874 8007 16384, 20825 8045 16384, 20807 8060 16384</inkml:trace>
  <inkml:trace contextRef="#ctx0" brushRef="#br0">21456 7596 16384, 21469 7597 16384, 21520 7598 16384, 21587 7593 16384, 21650 7597 16384, 21709 7612 16384, 21756 7623 16384, 21781 7630 16384, 21783 7632 16384, 21763 7639 16384, 21709 7658 16384, 21638 7682 16384, 21554 7711 16384, 21473 7748 16384, 21422 7773 16384, 21395 7786 16384, 21392 7788 16384, 21405 7792 16384, 21445 7796 16384, 21514 7791 16384, 21601 7780 16384, 21702 7772 16384, 21784 7771 16384, 21822 7772 16384, 21829 7773 16384, 21818 7777 16384, 21781 7793 16384, 21721 7821 16384, 21651 7865 16384, 21600 7924 16384, 21578 7990 16384, 21578 8048 16384, 21601 8096 16384, 21644 8129 16384, 21701 8142 16384, 21760 8135 16384, 21793 8125 16384</inkml:trace>
  <inkml:trace contextRef="#ctx0" brushRef="#br0">22143 7602 16384, 22145 7595 16384, 22145 7593 16384, 22140 7609 16384, 22113 7665 16384, 22052 7787 16384, 21982 7937 16384, 21940 8045 16384, 21928 8103 16384, 21928 8129 16384, 21931 8142 16384, 21940 8136 16384, 21962 8094 16384, 21993 8020 16384, 22037 7927 16384, 22090 7855 16384, 22124 7833 16384, 22145 7827 16384, 22154 7842 16384, 22162 7884 16384, 22170 7954 16384, 22185 8028 16384, 22211 8082 16384, 22243 8109 16384, 22285 8123 16384, 22328 8125 16384, 22351 8120 16384</inkml:trace>
  <inkml:trace contextRef="#ctx0" brushRef="#br0">22450 7766 16384, 22473 7763 16384, 22494 7761 16384, 22523 7757 16384, 22552 7753 16384, 22588 7749 16384, 22626 7742 16384, 22665 7736 16384, 22705 7732 16384, 22743 7726 16384, 22776 7724 16384, 22808 7719 16384, 22833 7717 16384, 22852 7717 16384, 22862 7717 16384, 22871 7717 16384, 22877 7717 16384, 22879 7717 16384</inkml:trace>
  <inkml:trace contextRef="#ctx0" brushRef="#br0">22676 7642 16384, 22674 7640 16384, 22670 7638 16384, 22672 7638 16384, 22676 7638 16384, 22684 7644 16384, 22695 7650 16384, 22705 7663 16384, 22718 7682 16384, 22728 7709 16384, 22737 7738 16384, 22745 7763 16384, 22751 7782 16384, 22758 7799 16384, 22762 7814 16384, 22762 7826 16384, 22764 7837 16384, 22764 7845 16384, 22764 7854 16384, 22760 7860 16384, 22753 7866 16384, 22747 7868 16384</inkml:trace>
  <inkml:trace contextRef="#ctx0" brushRef="#br0">22494 7935 16384, 22485 7948 16384, 22483 7960 16384, 22485 7979 16384, 22494 7996 16384, 22508 8013 16384, 22527 8027 16384, 22544 8042 16384, 22563 8059 16384, 22582 8076 16384, 22600 8090 16384, 22619 8105 16384, 22636 8115 16384, 22657 8126 16384, 22676 8132 16384, 22695 8138 16384, 22718 8141 16384, 22737 8141 16384, 22758 8136 16384, 22776 8126 16384</inkml:trace>
  <inkml:trace contextRef="#ctx0" brushRef="#br0">22923 7606 16384, 22921 7608 16384, 22919 7608 16384, 22917 7613 16384, 22919 7619 16384, 22923 7627 16384, 22929 7640 16384, 22936 7657 16384, 22938 7673 16384, 22942 7692 16384, 22944 7709 16384, 22946 7724 16384, 22948 7736 16384, 22952 7749 16384, 22952 7755 16384, 22955 7761 16384, 22955 7763 16384, 22957 7763 16384</inkml:trace>
  <inkml:trace contextRef="#ctx0" brushRef="#br0">22957 7594 16384, 22957 7596 16384, 22952 7596 16384, 22950 7600 16384, 22950 7606 16384, 22955 7617 16384, 22959 7631 16384, 22963 7648 16384, 22967 7667 16384, 22973 7690 16384, 22978 7709 16384, 22982 7726 16384, 22986 7740 16384, 22988 7751 16384, 22990 7761 16384, 22992 7770 16384, 22994 7776 16384, 22996 7780 16384, 22999 7782 16384</inkml:trace>
  <inkml:trace contextRef="#ctx0" brushRef="#br0">23103 7600 16384, 23100 7600 16384, 23097 7602 16384, 23097 7632 16384, 23103 7714 16384, 23113 7840 16384, 23129 7973 16384, 23153 8070 16384, 23182 8119 16384, 23208 8134 16384, 23230 8130 16384, 23255 8097 16384, 23285 8030 16384, 23323 7973 16384</inkml:trace>
  <inkml:trace contextRef="#ctx0" brushRef="#br0">23506 7721 16384, 23516 7726 16384, 23553 7754 16384, 23592 7803 16384, 23621 7861 16384, 23637 7908 16384, 23642 7940 16384, 23644 7954 16384, 23646 7954 16384</inkml:trace>
  <inkml:trace contextRef="#ctx0" brushRef="#br0">23749 7728 16384, 23745 7727 16384, 23752 7727 16384, 23797 7722 16384, 23876 7716 16384, 23961 7713 16384, 24049 7710 16384, 24115 7706 16384, 24151 7704 16384, 24163 7703 16384</inkml:trace>
  <inkml:trace contextRef="#ctx0" brushRef="#br0">23990 7595 16384, 23988 7593 16384, 24004 7604 16384, 24030 7643 16384, 24045 7715 16384, 24042 7797 16384, 24027 7880 16384, 24008 7928 16384, 23989 7958 16384, 23968 7971 16384, 23946 7971 16384, 23927 7954 16384, 23914 7921 16384, 23917 7890 16384, 23934 7862 16384, 23965 7840 16384, 24001 7835 16384, 24032 7851 16384, 24048 7893 16384, 24047 7953 16384, 24028 8019 16384, 23998 8080 16384, 23974 8119 16384, 23959 8141 16384, 23951 8142 16384</inkml:trace>
  <inkml:trace contextRef="#ctx0" brushRef="#br0">24271 7640 16384, 24263 7639 16384, 24272 7639 16384, 24308 7636 16384, 24366 7620 16384, 24430 7600 16384, 24481 7593 16384, 24506 7601 16384, 24509 7625 16384, 24484 7675 16384, 24433 7748 16384, 24366 7822 16384, 24305 7881 16384, 24270 7912 16384, 24262 7922 16384, 24283 7915 16384, 24326 7887 16384, 24393 7847 16384, 24478 7821 16384, 24553 7818 16384, 24608 7834 16384, 24643 7867 16384, 24653 7922 16384, 24640 7988 16384, 24602 8046 16384, 24553 8092 16384, 24503 8129 16384, 24458 8142 16384, 24428 8130 16384, 24405 8101 16384, 24399 8055 16384, 24419 8030 16384, 24455 8018 16384, 24504 8012 16384, 24548 8015 16384, 24579 8023 16384, 24598 8029 16384</inkml:trace>
  <inkml:trace contextRef="#ctx0" brushRef="#br0">25035 7629 16384, 25039 7638 16384, 25050 7702 16384, 25042 7817 16384, 25006 7921 16384, 24949 8018 16384, 24895 8074 16384, 24854 8085 16384, 24815 8067 16384, 24778 8010 16384, 24752 7908 16384, 24768 7772 16384, 24844 7677 16384, 24937 7629 16384, 25053 7593 16384, 25172 7597 16384, 25261 7673 16384, 25296 7825 16384, 25295 7997 16384, 25288 8086 16384, 25279 8131 16384, 25274 8142 16384</inkml:trace>
  <inkml:trace contextRef="#ctx0" brushRef="#br0">25436 7652 16384, 25432 7650 16384, 25427 7665 16384, 25417 7716 16384, 25402 7816 16384, 25395 7938 16384, 25404 8026 16384, 25425 8069 16384, 25451 8084 16384</inkml:trace>
  <inkml:trace contextRef="#ctx0" brushRef="#br0">25559 7759 16384, 25606 7760 16384, 25675 7760 16384, 25741 7758 16384, 25802 7755 16384, 25842 7755 16384, 25857 7758 16384</inkml:trace>
  <inkml:trace contextRef="#ctx0" brushRef="#br0">25711 7661 16384, 25727 7697 16384, 25751 7769 16384, 25758 7864 16384, 25750 7957 16384, 25729 8025 16384, 25711 8060 16384, 25694 8064 16384, 25672 8055 16384, 25647 8028 16384, 25628 7993 16384, 25622 7965 16384, 25635 7948 16384, 25671 7935 16384, 25724 7926 16384, 25789 7934 16384, 25843 7959 16384, 25886 7989 16384, 25916 8009 16384, 25934 8016 16384, 25942 8020 16384, 25944 8020 16384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2110 8729 16384, 2110 8736 16384, 2124 8756 16384, 2130 8777 16384, 2130 8784 16384, 2130 8797 16384, 2124 8811 16384, 2110 8825 16384, 2089 8832 16384, 2075 8832 16384, 2055 8832 16384, 2034 8832 16384, 2021 8825 16384, 2014 8811 16384, 2014 8797 16384, 2014 8763 16384, 2027 8743 16384, 2041 8722 16384, 2062 8708 16384, 2082 8701 16384, 2096 8694 16384, 2117 8694 16384, 2137 8694 16384, 2144 8694 16384, 2158 8708 16384, 2165 8715 16384, 2165 8736 16384, 2158 8743 16384, 2144 8756 16384, 2130 8770 16384, 2110 8777 16384, 2082 8791 16384, 2055 8797 16384, 2027 8797 16384, 2007 8791 16384, 2000 8784 16384, 2000 8770 16384, 2000 8756 16384, 2014 8743 16384, 2021 8736 16384, 2034 8722 16384, 2062 8715 16384, 2082 8708 16384, 2096 8708 16384, 2117 8708 16384, 2130 8708 16384, 2144 8729 16384, 2151 8749 16384, 2151 8763 16384, 2151 8777 16384, 2144 8791 16384, 2130 8804 16384, 2124 8811 16384, 2117 8811 16384, 2110 8811 16384, 2103 8804 16384, 2103 8797 16384, 2103 8784 16384, 2103 8777 16384, 2103 8770 16384, 2110 8756 16384, 2117 8749 16384, 2124 8743 16384, 2130 8743 16384, 2130 8749 16384, 2124 8763 16384, 2124 8770 16384, 2117 8770 16384, 2110 8777 16384, 2103 8784 16384, 2096 8784 16384, 2089 8784 16384, 2089 8777 16384, 2096 8763 16384, 2110 8749 16384, 2117 8743 16384, 2124 8736 16384, 2117 8749 16384, 2096 8763 16384, 2075 8777 16384, 2055 8784 16384, 2034 8797 16384, 2027 8797 16384, 2034 8791 16384, 2055 8777 16384, 2062 8770 16384, 2082 8756 16384, 2096 8743 16384, 2124 8722 16384, 2130 8708 16384, 2130 8701 16384, 2124 8701 16384, 2110 8715 16384, 2096 8729 16384, 2082 8743 16384, 2075 8756 16384, 2069 8763 16384</inkml:trace>
  <inkml:trace contextRef="#ctx0" brushRef="#br0">2777 8635 16384, 2777 8610 16384, 2777 8599 16384, 2774 8584 16384, 2769 8564 16384, 2759 8536 16384, 2744 8516 16384, 2729 8499 16384, 2711 8489 16384, 2691 8491 16384, 2673 8501 16384, 2653 8519 16384, 2631 8544 16384, 2613 8574 16384, 2595 8607 16384, 2588 8637 16384, 2590 8662 16384, 2600 8688 16384, 2613 8703 16384, 2628 8715 16384, 2646 8723 16384, 2666 8728 16384, 2688 8728 16384, 2711 8723 16384, 2734 8710 16384, 2751 8693 16384, 2772 8667 16384, 2787 8642 16384, 2797 8615 16384, 2802 8587 16384, 2804 8564 16384, 2804 8547 16384, 2804 8539 16384, 2802 8539 16384, 2799 8542 16384, 2794 8552 16384, 2792 8569 16384, 2787 8594 16384, 2782 8627 16384, 2777 8670 16384, 2772 8725 16384, 2761 8793 16384, 2751 8859 16384, 2741 8917 16384, 2729 8965 16384, 2719 8997 16384, 2706 9020 16384, 2691 9033 16384, 2678 9038 16384, 2658 9038 16384, 2636 9033 16384, 2613 9020 16384, 2588 9007 16384, 2568 8985 16384, 2555 8962 16384, 2545 8937 16384, 2542 8919 16384, 2547 8907 16384, 2560 8897 16384, 2575 8889 16384, 2598 8876 16384, 2628 8864 16384, 2661 8854 16384, 2699 8846 16384, 2739 8844 16384, 2777 8844 16384, 2807 8846 16384, 2835 8849 16384, 2852 8851 16384, 2865 8854 16384, 2877 8856 16384, 2885 8856 16384</inkml:trace>
  <inkml:trace contextRef="#ctx0" brushRef="#br0">3169 8492 16384, 3169 8490 16384, 3169 8489 16384, 3167 8489 16384, 3162 8492 16384, 3159 8497 16384, 3154 8504 16384, 3147 8514 16384, 3141 8527 16384, 3126 8561 16384, 3121 8574 16384, 3117 8587 16384, 3107 8621 16384, 3094 8676 16384, 3089 8716 16384, 3087 8761 16384, 3089 8828 16384, 3094 8874 16384, 3102 8917 16384, 3119 8966 16384, 3127 8994 16384, 3137 9014 16384, 3151 9031 16384, 3156 9038 16384</inkml:trace>
  <inkml:trace contextRef="#ctx0" brushRef="#br0">3398 8605 16384, 3381 8571 16384, 3384 8544 16384, 3406 8518 16384, 3450 8495 16384, 3509 8489 16384, 3572 8515 16384, 3615 8573 16384, 3619 8645 16384, 3586 8719 16384, 3530 8784 16384, 3477 8823 16384, 3451 8832 16384, 3442 8824 16384, 3444 8811 16384, 3469 8798 16384, 3519 8789 16384, 3584 8795 16384, 3645 8830 16384, 3675 8882 16384, 3672 8928 16384, 3645 8967 16384, 3596 9004 16384, 3536 9029 16384, 3467 9038 16384, 3404 9025 16384, 3378 9007 16384</inkml:trace>
  <inkml:trace contextRef="#ctx0" brushRef="#br0">3910 8489 16384, 3912 8489 16384, 3912 8491 16384, 3914 8491 16384, 3916 8493 16384, 3928 8506 16384, 3936 8524 16384, 3944 8551 16384, 3949 8585 16384, 3955 8620 16384, 3965 8683 16384, 3967 8704 16384, 3969 8726 16384, 3971 8767 16384, 3971 8830 16384, 3969 8865 16384, 3963 8900 16384, 3957 8934 16384, 3951 8959 16384, 3944 8992 16384, 3936 9010 16384, 3928 9024 16384, 3924 9028 16384, 3912 9038 16384</inkml:trace>
  <inkml:trace contextRef="#ctx0" brushRef="#br0">4571 8621 16384, 4572 8615 16384, 4572 8612 16384, 4571 8612 16384, 4568 8615 16384, 4562 8619 16384, 4555 8625 16384, 4543 8632 16384, 4527 8639 16384, 4509 8648 16384, 4490 8660 16384, 4470 8671 16384, 4452 8682 16384, 4434 8693 16384, 4415 8706 16384, 4400 8718 16384, 4386 8731 16384, 4380 8737 16384, 4372 8748 16384, 4367 8758 16384, 4364 8765 16384, 4364 8770 16384, 4365 8773 16384, 4372 8778 16384, 4379 8783 16384, 4392 8788 16384, 4407 8795 16384, 4425 8802 16384, 4445 8811 16384, 4464 8822 16384, 4487 8833 16384, 4509 8846 16384, 4530 8858 16384, 4550 8871 16384, 4566 8882 16384, 4580 8892 16384, 4592 8899 16384, 4601 8906 16384, 4608 8910 16384, 4613 8913 16384, 4614 8914 16384, 4615 8914 16384</inkml:trace>
  <inkml:trace contextRef="#ctx0" brushRef="#br0">5183 8503 16384, 5178 8493 16384, 5169 8493 16384, 5152 8511 16384, 5126 8557 16384, 5095 8636 16384, 5075 8744 16384, 5070 8873 16384, 5087 8956 16384, 5124 9008 16384, 5175 9035 16384, 5223 9038 16384, 5271 9007 16384, 5311 8944 16384, 5335 8851 16384, 5342 8748 16384, 5325 8676 16384, 5290 8624 16384, 5247 8579 16384, 5202 8527 16384, 5171 8491 16384, 5159 8489 16384, 5158 8509 16384</inkml:trace>
  <inkml:trace contextRef="#ctx0" brushRef="#br0">6003 8621 16384, 6005 8615 16384, 6005 8612 16384, 6003 8612 16384, 6001 8615 16384, 5995 8619 16384, 5988 8625 16384, 5975 8632 16384, 5960 8639 16384, 5942 8648 16384, 5922 8660 16384, 5903 8671 16384, 5885 8682 16384, 5866 8693 16384, 5848 8706 16384, 5833 8718 16384, 5819 8731 16384, 5813 8737 16384, 5805 8748 16384, 5799 8758 16384, 5796 8765 16384, 5796 8770 16384, 5798 8773 16384, 5805 8778 16384, 5812 8783 16384, 5824 8788 16384, 5840 8795 16384, 5858 8802 16384, 5878 8811 16384, 5897 8822 16384, 5920 8833 16384, 5942 8846 16384, 5963 8858 16384, 5982 8871 16384, 5999 8882 16384, 6013 8892 16384, 6024 8899 16384, 6034 8906 16384, 6041 8910 16384, 6045 8913 16384, 6047 8914 16384, 6048 8914 16384</inkml:trace>
  <inkml:trace contextRef="#ctx0" brushRef="#br0">6702 8635 16384, 6702 8610 16384, 6702 8599 16384, 6699 8584 16384, 6694 8564 16384, 6684 8536 16384, 6669 8516 16384, 6654 8499 16384, 6636 8489 16384, 6616 8491 16384, 6598 8501 16384, 6578 8519 16384, 6556 8544 16384, 6538 8574 16384, 6520 8607 16384, 6513 8637 16384, 6515 8662 16384, 6525 8688 16384, 6538 8703 16384, 6553 8715 16384, 6571 8723 16384, 6591 8728 16384, 6614 8728 16384, 6636 8723 16384, 6659 8710 16384, 6676 8693 16384, 6697 8667 16384, 6712 8642 16384, 6722 8615 16384, 6727 8587 16384, 6729 8564 16384, 6729 8547 16384, 6729 8539 16384, 6727 8539 16384, 6724 8542 16384, 6719 8552 16384, 6717 8569 16384, 6712 8594 16384, 6707 8627 16384, 6702 8670 16384, 6697 8725 16384, 6687 8793 16384, 6676 8859 16384, 6666 8917 16384, 6654 8965 16384, 6644 8997 16384, 6631 9020 16384, 6616 9033 16384, 6603 9038 16384, 6583 9038 16384, 6561 9033 16384, 6538 9020 16384, 6513 9007 16384, 6493 8985 16384, 6480 8962 16384, 6470 8937 16384, 6467 8919 16384, 6472 8907 16384, 6485 8897 16384, 6500 8889 16384, 6523 8876 16384, 6553 8864 16384, 6586 8854 16384, 6624 8846 16384, 6664 8844 16384, 6702 8844 16384, 6732 8846 16384, 6760 8849 16384, 6777 8851 16384, 6790 8854 16384, 6802 8856 16384, 6810 8856 16384</inkml:trace>
  <inkml:trace contextRef="#ctx0" brushRef="#br0">7094 8492 16384, 7094 8490 16384, 7094 8489 16384, 7092 8489 16384, 7087 8492 16384, 7084 8497 16384, 7079 8504 16384, 7072 8514 16384, 7066 8527 16384, 7051 8561 16384, 7046 8574 16384, 7042 8587 16384, 7032 8621 16384, 7019 8676 16384, 7014 8716 16384, 7012 8761 16384, 7014 8828 16384, 7019 8874 16384, 7027 8917 16384, 7044 8966 16384, 7052 8994 16384, 7062 9014 16384, 7076 9031 16384, 7081 9038 16384</inkml:trace>
  <inkml:trace contextRef="#ctx0" brushRef="#br0">7293 8489 16384, 7302 8495 16384, 7321 8507 16384, 7343 8536 16384, 7371 8570 16384, 7403 8620 16384, 7434 8686 16384, 7468 8749 16384, 7493 8815 16384, 7525 8871 16384, 7547 8915 16384, 7563 8953 16384, 7578 8984 16384, 7591 9003 16384, 7600 9022 16384, 7606 9031 16384, 7610 9034 16384</inkml:trace>
  <inkml:trace contextRef="#ctx0" brushRef="#br0">7663 8517 16384, 7638 8523 16384, 7628 8529 16384, 7616 8542 16384, 7597 8564 16384, 7569 8586 16384, 7534 8620 16384, 7490 8661 16384, 7443 8714 16384, 7393 8771 16384, 7346 8831 16384, 7305 8887 16384, 7274 8940 16384, 7255 8981 16384, 7246 9006 16384, 7239 9025 16384, 7239 9034 16384, 7239 9038 16384</inkml:trace>
  <inkml:trace contextRef="#ctx0" brushRef="#br0">7835 8489 16384, 7837 8489 16384, 7837 8491 16384, 7839 8491 16384, 7841 8493 16384, 7853 8506 16384, 7861 8524 16384, 7869 8551 16384, 7874 8585 16384, 7880 8620 16384, 7890 8683 16384, 7892 8704 16384, 7894 8726 16384, 7896 8767 16384, 7896 8830 16384, 7894 8865 16384, 7888 8900 16384, 7882 8934 16384, 7876 8959 16384, 7869 8992 16384, 7861 9010 16384, 7853 9024 16384, 7849 9028 16384, 7837 9038 16384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2092 9388 16384, 2092 9386 16384, 2092 9385 16384, 2090 9385 16384, 2084 9388 16384, 2081 9394 16384, 2075 9401 16384, 2067 9413 16384, 2060 9428 16384, 2043 9465 16384, 2037 9480 16384, 2034 9495 16384, 2022 9533 16384, 2007 9595 16384, 2002 9640 16384, 2000 9690 16384, 2002 9765 16384, 2007 9816 16384, 2017 9864 16384, 2036 9919 16384, 2045 9951 16384, 2056 9973 16384, 2071 9992 16384, 2077 9999 16384</inkml:trace>
  <inkml:trace contextRef="#ctx0" brushRef="#br0">2203 9534 16384, 2218 9522 16384, 2221 9522 16384, 2233 9519 16384, 2248 9515 16384, 2263 9515 16384, 2279 9515 16384, 2291 9519 16384, 2297 9528 16384, 2297 9540 16384, 2297 9564 16384, 2291 9598 16384, 2279 9643 16384, 2263 9701 16384, 2248 9765 16384, 2236 9829 16384, 2230 9884 16384, 2230 9923 16384, 2233 9954 16384, 2239 9975 16384, 2251 9987 16384, 2266 9993 16384, 2282 9999 16384, 2297 9999 16384, 2309 9990 16384, 2330 9975 16384, 2339 9966 16384</inkml:trace>
  <inkml:trace contextRef="#ctx0" brushRef="#br0">2327 9388 16384, 2318 9385 16384, 2300 9385 16384, 2297 9385 16384, 2297 9388 16384, 2297 9394 16384, 2297 9397 16384</inkml:trace>
  <inkml:trace contextRef="#ctx0" brushRef="#br0">2450 9534 16384, 2465 9522 16384, 2468 9522 16384, 2481 9519 16384, 2496 9515 16384, 2511 9515 16384, 2526 9515 16384, 2538 9519 16384, 2545 9528 16384, 2545 9540 16384, 2545 9564 16384, 2538 9598 16384, 2526 9643 16384, 2511 9701 16384, 2496 9765 16384, 2484 9829 16384, 2478 9884 16384, 2478 9923 16384, 2481 9954 16384, 2487 9975 16384, 2499 9987 16384, 2514 9993 16384, 2529 9999 16384, 2545 9999 16384, 2557 9990 16384, 2578 9975 16384, 2587 9966 16384</inkml:trace>
  <inkml:trace contextRef="#ctx0" brushRef="#br0">2575 9388 16384, 2566 9385 16384, 2548 9385 16384, 2545 9385 16384, 2545 9388 16384, 2545 9394 16384, 2545 9397 16384</inkml:trace>
  <inkml:trace contextRef="#ctx0" brushRef="#br0">2698 9385 16384, 2700 9385 16384, 2700 9387 16384, 2702 9387 16384, 2704 9389 16384, 2718 9404 16384, 2726 9424 16384, 2735 9455 16384, 2742 9492 16384, 2748 9532 16384, 2759 9602 16384, 2761 9626 16384, 2764 9650 16384, 2766 9696 16384, 2766 9767 16384, 2764 9806 16384, 2757 9846 16384, 2750 9883 16384, 2744 9912 16384, 2735 9949 16384, 2726 9969 16384, 2718 9984 16384, 2713 9988 16384, 2700 9999 16384</inkml:trace>
  <inkml:trace contextRef="#ctx0" brushRef="#br0">3314 9385 16384, 3324 9392 16384, 3346 9406 16384, 3370 9437 16384, 3402 9476 16384, 3437 9532 16384, 3472 9606 16384, 3511 9676 16384, 3539 9750 16384, 3574 9813 16384, 3599 9862 16384, 3616 9905 16384, 3634 9940 16384, 3648 9961 16384, 3658 9982 16384, 3665 9992 16384, 3669 9996 16384</inkml:trace>
  <inkml:trace contextRef="#ctx0" brushRef="#br0">3729 9416 16384, 3700 9423 16384, 3690 9430 16384, 3676 9444 16384, 3655 9469 16384, 3623 9494 16384, 3584 9532 16384, 3535 9578 16384, 3483 9638 16384, 3426 9701 16384, 3374 9768 16384, 3328 9831 16384, 3293 9891 16384, 3272 9936 16384, 3261 9964 16384, 3254 9985 16384, 3254 9996 16384, 3254 9999 16384</inkml:trace>
  <inkml:trace contextRef="#ctx0" brushRef="#br0">4127 9618 16384, 4125 9618 16384, 4125 9620 16384, 4129 9623 16384, 4136 9623 16384, 4149 9625 16384, 4172 9625 16384, 4216 9623 16384, 4250 9618 16384, 4286 9616 16384, 4322 9614 16384, 4369 9614 16384, 4393 9618 16384, 4414 9623 16384, 4425 9627 16384</inkml:trace>
  <inkml:trace contextRef="#ctx0" brushRef="#br0">4134 9770 16384, 4131 9770 16384, 4134 9770 16384, 4138 9770 16384, 4154 9770 16384, 4199 9770 16384, 4214 9768 16384, 4248 9766 16384, 4263 9766 16384, 4299 9764 16384, 4333 9761 16384, 4367 9759 16384, 4398 9757 16384, 4420 9757 16384, 4438 9755 16384, 4454 9755 16384, 4463 9755 16384</inkml:trace>
  <inkml:trace contextRef="#ctx0" brushRef="#br0">4952 9515 16384, 4934 9476 16384, 4936 9447 16384, 4962 9418 16384, 5011 9391 16384, 5077 9385 16384, 5148 9414 16384, 5196 9479 16384, 5200 9560 16384, 5163 9643 16384, 5100 9716 16384, 5042 9759 16384, 5012 9769 16384, 5002 9760 16384, 5004 9745 16384, 5032 9731 16384, 5088 9721 16384, 5161 9728 16384, 5229 9767 16384, 5262 9825 16384, 5260 9877 16384, 5229 9921 16384, 5175 9962 16384, 5107 9990 16384, 5030 9999 16384, 4959 9985 16384, 4930 9965 16384</inkml:trace>
  <inkml:trace contextRef="#ctx0" brushRef="#br0">6047 9425 16384, 6051 9435 16384, 6063 9507 16384, 6055 9636 16384, 6014 9753 16384, 5950 9860 16384, 5890 9924 16384, 5844 9936 16384, 5800 9916 16384, 5759 9852 16384, 5729 9738 16384, 5747 9586 16384, 5832 9479 16384, 5937 9425 16384, 6066 9385 16384, 6200 9390 16384, 6300 9475 16384, 6339 9645 16384, 6338 9838 16384, 6329 9937 16384, 6320 9988 16384, 6315 9999 16384</inkml:trace>
  <inkml:trace contextRef="#ctx0" brushRef="#br0">6757 9412 16384, 6765 9413 16384, 6806 9440 16384, 6866 9499 16384, 6917 9551 16384, 6957 9594 16384, 6991 9624 16384, 6998 9628 16384</inkml:trace>
  <inkml:trace contextRef="#ctx0" brushRef="#br0">7200 9456 16384, 7194 9456 16384, 7162 9472 16384, 7112 9519 16384, 7034 9600 16384, 6967 9684 16384, 6923 9772 16384, 6910 9842 16384, 6926 9889 16384, 6969 9928 16384, 7028 9958 16384, 7093 9968 16384, 7170 9972 16384, 7249 9966 16384, 7319 9952 16384, 7372 9939 16384</inkml:trace>
  <inkml:trace contextRef="#ctx0" brushRef="#br0">7487 9487 16384, 7484 9487 16384, 7487 9485 16384, 7517 9481 16384, 7586 9468 16384, 7671 9447 16384, 7745 9429 16384, 7811 9417 16384, 7859 9409 16384, 7884 9406 16384</inkml:trace>
  <inkml:trace contextRef="#ctx0" brushRef="#br0">7483 9669 16384, 7498 9665 16384, 7560 9654 16384, 7649 9624 16384, 7742 9589 16384, 7830 9567 16384, 7891 9558 16384, 7919 9554 16384, 7924 9554 16384</inkml:trace>
  <inkml:trace contextRef="#ctx0" brushRef="#br0">7619 9385 16384, 7644 9398 16384, 7702 9445 16384, 7747 9505 16384, 7782 9569 16384, 7801 9631 16384, 7809 9679 16384, 7810 9717 16384, 7800 9741 16384, 7783 9756 16384, 7756 9758 16384</inkml:trace>
  <inkml:trace contextRef="#ctx0" brushRef="#br0">7547 9863 16384, 7541 9870 16384, 7549 9900 16384, 7600 9939 16384, 7662 9967 16384, 7725 9988 16384, 7780 9998 16384, 7828 9999 16384, 7874 9997 16384</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2000 10346 16384, 5697 10346 16384</inkml:trace>
  <inkml:trace contextRef="#ctx0" brushRef="#br0">2000 11074 16384, 5697 11074 16384</inkml:trace>
  <inkml:trace contextRef="#ctx0" brushRef="#br0">2000 11802 16384, 5697 11802 16384</inkml:trace>
  <inkml:trace contextRef="#ctx0" brushRef="#br0">2000 12530 16384, 5697 12530 16384</inkml:trace>
  <inkml:trace contextRef="#ctx0" brushRef="#br0">2000 10346 16384, 2000 12530 16384</inkml:trace>
  <inkml:trace contextRef="#ctx0" brushRef="#br0">3603 10346 16384, 3603 12530 16384</inkml:trace>
  <inkml:trace contextRef="#ctx0" brushRef="#br0">3637 10346 16384, 3637 12530 16384</inkml:trace>
  <inkml:trace contextRef="#ctx0" brushRef="#br0">4301 10346 16384, 4301 12530 16384</inkml:trace>
  <inkml:trace contextRef="#ctx0" brushRef="#br0">4999 10346 16384, 4999 12530 16384</inkml:trace>
  <inkml:trace contextRef="#ctx0" brushRef="#br0">5697 10346 16384, 5697 12530 16384</inkml:trace>
  <inkml:trace contextRef="#ctx0" brushRef="#br0">2912 10559 16384, 2917 10548 16384, 2917 10544 16384, 2917 10539 16384, 2912 10533 16384, 2908 10524 16384, 2897 10514 16384, 2882 10503 16384, 2863 10496 16384, 2846 10496 16384, 2824 10498 16384, 2805 10507 16384, 2788 10518 16384, 2766 10535 16384, 2747 10554 16384, 2732 10574 16384, 2721 10595 16384, 2717 10615 16384, 2719 10636 16384, 2725 10660 16384, 2738 10686 16384, 2755 10707 16384, 2772 10733 16384, 2796 10757 16384, 2818 10776 16384, 2841 10793 16384, 2863 10810 16384, 2876 10826 16384, 2891 10841 16384, 2897 10854 16384, 2897 10866 16384, 2893 10877 16384, 2884 10888 16384, 2871 10899 16384, 2856 10907 16384, 2839 10916 16384, 2818 10920 16384, 2794 10922 16384, 2768 10925 16384, 2747 10925 16384, 2723 10922 16384, 2704 10916 16384, 2682 10905 16384, 2673 10897 16384</inkml:trace>
  <inkml:trace contextRef="#ctx0" brushRef="#br0">3796 10561 16384, 4095 10561 16384, 4095 10860 16384, 3796 10860 16384, 3796 10561 16384</inkml:trace>
  <inkml:trace contextRef="#ctx0" brushRef="#br0">4543 10587 16384, 4530 10560 16384, 4532 10540 16384, 4550 10520 16384, 4584 10501 16384, 4630 10496 16384, 4680 10517 16384, 4713 10562 16384, 4716 10619 16384, 4690 10676 16384, 4646 10727 16384, 4605 10757 16384, 4585 10764 16384, 4578 10758 16384, 4579 10748 16384, 4599 10737 16384, 4638 10731 16384, 4689 10735 16384, 4736 10762 16384, 4759 10803 16384, 4757 10839 16384, 4736 10870 16384, 4698 10899 16384, 4651 10918 16384, 4597 10925 16384, 4548 10914 16384, 4528 10900 16384</inkml:trace>
  <inkml:trace contextRef="#ctx0" brushRef="#br0">5192 10561 16384, 5491 10561 16384, 5491 10860 16384, 5192 10860 16384, 5192 10561 16384</inkml:trace>
  <inkml:trace contextRef="#ctx0" brushRef="#br0">2392 11338 16384, 2392 11319 16384, 2392 11311 16384, 2390 11299 16384, 2386 11283 16384, 2378 11262 16384, 2366 11246 16384, 2354 11232 16384, 2341 11224 16384, 2325 11226 16384, 2311 11234 16384, 2295 11248 16384, 2278 11267 16384, 2264 11291 16384, 2250 11317 16384, 2244 11340 16384, 2246 11360 16384, 2254 11379 16384, 2264 11391 16384, 2276 11401 16384, 2290 11407 16384, 2305 11411 16384, 2323 11411 16384, 2341 11407 16384, 2358 11397 16384, 2372 11383 16384, 2388 11364 16384, 2400 11344 16384, 2407 11322 16384, 2411 11301 16384, 2413 11283 16384, 2413 11269 16384, 2413 11264 16384, 2411 11264 16384, 2409 11266 16384, 2405 11273 16384, 2403 11287 16384, 2400 11307 16384, 2396 11332 16384, 2392 11366 16384, 2388 11409 16384, 2380 11462 16384, 2372 11513 16384, 2364 11558 16384, 2354 11595 16384, 2346 11621 16384, 2337 11639 16384, 2325 11649 16384, 2315 11652 16384, 2299 11652 16384, 2282 11649 16384, 2264 11639 16384, 2244 11629 16384, 2229 11611 16384, 2219 11594 16384, 2211 11574 16384, 2209 11560 16384, 2213 11550 16384, 2223 11542 16384, 2235 11537 16384, 2252 11527 16384, 2276 11517 16384, 2301 11509 16384, 2331 11503 16384, 2362 11501 16384, 2392 11501 16384, 2415 11503 16384, 2437 11505 16384, 2451 11507 16384, 2460 11509 16384, 2470 11511 16384, 2476 11511 16384</inkml:trace>
  <inkml:trace contextRef="#ctx0" brushRef="#br0">2590 11194 16384, 2588 11190 16384, 2586 11190 16384, 2586 11187 16384, 2588 11185 16384, 2591 11185 16384, 2596 11183 16384, 2599 11185 16384, 2602 11187 16384, 2605 11190 16384, 2607 11193 16384, 2607 11196 16384, 2605 11199 16384, 2602 11204 16384, 2597 11207 16384, 2591 11210 16384, 2585 11212 16384, 2579 11212 16384, 2574 11212 16384, 2572 11210 16384, 2572 11207 16384, 2572 11204 16384, 2574 11201 16384, 2579 11196 16384, 2583 11193 16384, 2590 11190 16384, 2596 11187 16384, 2602 11185 16384, 2608 11185 16384, 2613 11185 16384, 2616 11187 16384, 2616 11188 16384, 2615 11191 16384, 2612 11194 16384, 2608 11199 16384, 2602 11204 16384, 2594 11207 16384, 2588 11212 16384, 2582 11213 16384, 2577 11215 16384, 2575 11215 16384, 2575 11213 16384, 2577 11210 16384, 2580 11207 16384, 2583 11202 16384, 2590 11198 16384, 2594 11193 16384, 2601 11188 16384, 2608 11183 16384, 2615 11180 16384, 2619 11179 16384, 2623 11177 16384, 2624 11179 16384, 2624 11182 16384, 2623 11187 16384, 2619 11191 16384, 2615 11194 16384, 2610 11199 16384, 2607 11204 16384, 2602 11207 16384, 2597 11210 16384, 2594 11212 16384, 2591 11212 16384, 2590 11212 16384, 2590 11210 16384, 2590 11209 16384, 2593 11207 16384, 2594 11206 16384, 2599 11202 16384, 2602 11201 16384, 2607 11199 16384, 2610 11198 16384, 2615 11196 16384, 2616 11194 16384, 2618 11194 16384, 2618 11196 16384, 2616 11199 16384, 2613 11202 16384, 2610 11206 16384, 2605 11209 16384, 2602 11212 16384, 2599 11213 16384, 2597 11213 16384, 2596 11213 16384, 2597 11212 16384, 2599 11210 16384, 2601 11207 16384, 2602 11206 16384, 2605 11204 16384, 2607 11204 16384, 2610 11202 16384, 2612 11202 16384, 2613 11204 16384, 2615 11207 16384, 2615 11212 16384, 2613 11215 16384, 2612 11218 16384, 2610 11221 16384, 2607 11223 16384, 2604 11223 16384, 2601 11223 16384, 2597 11223 16384, 2596 11221 16384, 2593 11218 16384, 2593 11217 16384, 2593 11213 16384, 2594 11210 16384, 2596 11207 16384, 2599 11204 16384, 2604 11201 16384, 2608 11198 16384, 2612 11196 16384, 2618 11196 16384, 2623 11196 16384, 2627 11196 16384, 2629 11198 16384, 2631 11199 16384, 2627 11202 16384, 2623 11207 16384, 2618 11212 16384, 2612 11217 16384, 2605 11223 16384, 2599 11228 16384, 2593 11231 16384, 2590 11231 16384, 2590 11228 16384, 2591 11224 16384, 2593 11220 16384, 2596 11215 16384, 2599 11209 16384, 2604 11202 16384, 2608 11194 16384, 2613 11187 16384, 2619 11182 16384, 2624 11179 16384, 2627 11177 16384, 2631 11179 16384, 2631 11182 16384, 2631 11185 16384, 2629 11190 16384, 2626 11194 16384, 2621 11199 16384, 2618 11204 16384, 2613 11207 16384, 2608 11212 16384, 2604 11215 16384, 2599 11218 16384, 2596 11218 16384, 2594 11218 16384, 2593 11217 16384, 2593 11213 16384, 2593 11212 16384, 2594 11209 16384, 2594 11206 16384, 2596 11202 16384, 2597 11198 16384, 2599 11194 16384, 2601 11191 16384, 2601 11190 16384, 2601 11191 16384, 2601 11193 16384, 2602 11196 16384, 2604 11198 16384, 2605 11201 16384, 2608 11202 16384, 2610 11204 16384, 2613 11204 16384, 2615 11206 16384, 2618 11206 16384, 2619 11206 16384, 2623 11207 16384, 2626 11209 16384, 2629 11213 16384, 2631 11221 16384, 2634 11231 16384, 2635 11245 16384, 2635 11261 16384, 2635 11275 16384, 2632 11286 16384, 2631 11294 16384, 2627 11302 16384, 2623 11306 16384, 2619 11311 16384, 2618 11314 16384</inkml:trace>
  <inkml:trace contextRef="#ctx0" brushRef="#br0">2776 11227 16384, 2776 11226 16384, 2776 11224 16384, 2775 11224 16384, 2771 11227 16384, 2769 11231 16384, 2765 11236 16384, 2759 11244 16384, 2754 11254 16384, 2742 11280 16384, 2739 11291 16384, 2736 11301 16384, 2728 11327 16384, 2718 11370 16384, 2714 11402 16384, 2712 11437 16384, 2714 11489 16384, 2718 11525 16384, 2724 11558 16384, 2737 11596 16384, 2744 11619 16384, 2752 11634 16384, 2762 11647 16384, 2766 11652 16384</inkml:trace>
  <inkml:trace contextRef="#ctx0" brushRef="#br0">3172 11287 16384, 3176 11276 16384, 3176 11272 16384, 3176 11267 16384, 3172 11261 16384, 3168 11252 16384, 3157 11241 16384, 3142 11231 16384, 3123 11224 16384, 3105 11224 16384, 3084 11226 16384, 3065 11235 16384, 3047 11246 16384, 3026 11263 16384, 3006 11282 16384, 2991 11302 16384, 2981 11323 16384, 2976 11343 16384, 2978 11364 16384, 2985 11388 16384, 2998 11414 16384, 3015 11435 16384, 3032 11461 16384, 3056 11485 16384, 3077 11504 16384, 3101 11521 16384, 3123 11538 16384, 3136 11553 16384, 3151 11569 16384, 3157 11581 16384, 3157 11594 16384, 3153 11605 16384, 3144 11616 16384, 3131 11627 16384, 3116 11635 16384, 3099 11644 16384, 3077 11648 16384, 3054 11650 16384, 3028 11652 16384, 3006 11652 16384, 2983 11650 16384, 2963 11644 16384, 2942 11633 16384, 2933 11624 16384</inkml:trace>
  <inkml:trace contextRef="#ctx0" brushRef="#br0">3354 11224 16384, 3356 11224 16384, 3356 11226 16384, 3357 11226 16384, 3359 11227 16384, 3368 11238 16384, 3374 11252 16384, 3380 11273 16384, 3385 11299 16384, 3390 11327 16384, 3397 11376 16384, 3399 11392 16384, 3400 11409 16384, 3402 11441 16384, 3402 11490 16384, 3400 11518 16384, 3396 11545 16384, 3391 11571 16384, 3387 11591 16384, 3380 11617 16384, 3374 11631 16384, 3368 11642 16384, 3365 11645 16384, 3356 11652 16384</inkml:trace>
  <inkml:trace contextRef="#ctx0" brushRef="#br0">3831 11434 16384, 3828 11434 16384, 3829 11434 16384, 3832 11434 16384, 3836 11434 16384, 3841 11434 16384, 3845 11433 16384, 3852 11433 16384, 3861 11432 16384, 3872 11431 16384, 3884 11431 16384, 3896 11430 16384, 3910 11430 16384, 3924 11430 16384, 3937 11430 16384, 3951 11430 16384, 3966 11431 16384, 3979 11433 16384, 3994 11434 16384, 4008 11434 16384, 4020 11435 16384, 4032 11435 16384, 4042 11435 16384, 4049 11435 16384, 4054 11436 16384, 4058 11436 16384, 4061 11436 16384, 4062 11436 16384, 4063 11434 16384</inkml:trace>
  <inkml:trace contextRef="#ctx0" brushRef="#br0">3950 11336 16384, 3950 11337 16384, 3949 11338 16384, 3949 11339 16384, 3949 11343 16384, 3949 11347 16384, 3950 11354 16384, 3951 11363 16384, 3951 11373 16384, 3951 11386 16384, 3952 11400 16384, 3951 11416 16384, 3951 11431 16384, 3949 11447 16384, 3947 11464 16384, 3947 11478 16384, 3947 11492 16384, 3947 11505 16384, 3947 11514 16384, 3947 11523 16384, 3947 11530 16384, 3948 11536 16384, 3949 11539 16384, 3950 11541 16384</inkml:trace>
  <inkml:trace contextRef="#ctx0" brushRef="#br0">4626 11236 16384, 4622 11227 16384, 4614 11227 16384, 4602 11242 16384, 4581 11277 16384, 4557 11339 16384, 4541 11423 16384, 4537 11524 16384, 4551 11589 16384, 4580 11630 16384, 4619 11650 16384, 4657 11652 16384, 4694 11628 16384, 4726 11580 16384, 4744 11507 16384, 4750 11426 16384, 4736 11370 16384, 4709 11329 16384, 4676 11295 16384, 4640 11254 16384, 4616 11226 16384, 4607 11224 16384, 4606 11240 16384</inkml:trace>
  <inkml:trace contextRef="#ctx0" brushRef="#br0">5227 11434 16384, 5224 11434 16384, 5225 11434 16384, 5228 11434 16384, 5232 11434 16384, 5236 11434 16384, 5241 11433 16384, 5248 11433 16384, 5257 11432 16384, 5268 11431 16384, 5280 11431 16384, 5292 11430 16384, 5306 11430 16384, 5320 11430 16384, 5333 11430 16384, 5347 11430 16384, 5362 11431 16384, 5375 11433 16384, 5390 11434 16384, 5404 11434 16384, 5416 11435 16384, 5428 11435 16384, 5438 11435 16384, 5445 11435 16384, 5450 11436 16384, 5454 11436 16384, 5457 11436 16384, 5458 11436 16384, 5459 11434 16384</inkml:trace>
  <inkml:trace contextRef="#ctx0" brushRef="#br0">5346 11336 16384, 5346 11337 16384, 5345 11338 16384, 5345 11339 16384, 5345 11343 16384, 5345 11347 16384, 5346 11354 16384, 5347 11363 16384, 5347 11373 16384, 5347 11386 16384, 5348 11400 16384, 5347 11416 16384, 5347 11431 16384, 5345 11447 16384, 5343 11464 16384, 5343 11478 16384, 5343 11492 16384, 5343 11505 16384, 5343 11514 16384, 5343 11523 16384, 5343 11530 16384, 5344 11536 16384, 5345 11539 16384, 5346 11541 16384</inkml:trace>
  <inkml:trace contextRef="#ctx0" brushRef="#br0">2431 12066 16384, 2431 12046 16384, 2431 12039 16384, 2429 12027 16384, 2425 12011 16384, 2417 11989 16384, 2405 11974 16384, 2394 11960 16384, 2380 11952 16384, 2364 11954 16384, 2350 11962 16384, 2335 11976 16384, 2317 11995 16384, 2303 12019 16384, 2290 12044 16384, 2284 12068 16384, 2286 12088 16384, 2293 12107 16384, 2303 12119 16384, 2315 12129 16384, 2329 12135 16384, 2345 12139 16384, 2362 12139 16384, 2380 12135 16384, 2398 12125 16384, 2411 12111 16384, 2427 12092 16384, 2439 12072 16384, 2447 12050 16384, 2451 12029 16384, 2453 12011 16384, 2453 11997 16384, 2453 11991 16384, 2451 11991 16384, 2449 11993 16384, 2445 12001 16384, 2443 12015 16384, 2439 12035 16384, 2435 12060 16384, 2431 12094 16384, 2427 12137 16384, 2419 12190 16384, 2411 12241 16384, 2403 12286 16384, 2394 12323 16384, 2386 12349 16384, 2376 12367 16384, 2364 12376 16384, 2354 12380 16384, 2339 12380 16384, 2321 12376 16384, 2303 12367 16384, 2284 12357 16384, 2268 12339 16384, 2258 12321 16384, 2250 12302 16384, 2248 12288 16384, 2252 12278 16384, 2262 12270 16384, 2274 12264 16384, 2291 12255 16384, 2315 12245 16384, 2341 12237 16384, 2370 12231 16384, 2401 12229 16384, 2431 12229 16384, 2455 12231 16384, 2476 12233 16384, 2490 12235 16384, 2500 12237 16384, 2510 12239 16384, 2515 12239 16384</inkml:trace>
  <inkml:trace contextRef="#ctx0" brushRef="#br0">2737 11955 16384, 2737 11953 16384, 2737 11952 16384, 2736 11952 16384, 2732 11955 16384, 2729 11959 16384, 2725 11964 16384, 2720 11972 16384, 2715 11982 16384, 2703 12008 16384, 2699 12019 16384, 2697 12029 16384, 2689 12055 16384, 2678 12098 16384, 2674 12130 16384, 2673 12165 16384, 2674 12217 16384, 2678 12252 16384, 2685 12286 16384, 2698 12324 16384, 2704 12346 16384, 2712 12362 16384, 2723 12375 16384, 2727 12380 16384</inkml:trace>
  <inkml:trace contextRef="#ctx0" brushRef="#br0">3133 12015 16384, 3137 12004 16384, 3137 12000 16384, 3137 11995 16384, 3133 11989 16384, 3129 11980 16384, 3118 11969 16384, 3103 11959 16384, 3083 11952 16384, 3066 11952 16384, 3045 11954 16384, 3025 11963 16384, 3008 11974 16384, 2987 11991 16384, 2967 12010 16384, 2952 12030 16384, 2941 12051 16384, 2937 12071 16384, 2939 12092 16384, 2946 12116 16384, 2959 12142 16384, 2976 12163 16384, 2993 12189 16384, 3017 12213 16384, 3038 12232 16384, 3062 12249 16384, 3083 12266 16384, 3096 12281 16384, 3111 12296 16384, 3118 12309 16384, 3118 12322 16384, 3113 12333 16384, 3105 12344 16384, 3092 12355 16384, 3077 12363 16384, 3060 12372 16384, 3038 12376 16384, 3014 12378 16384, 2989 12380 16384, 2967 12380 16384, 2943 12378 16384, 2924 12372 16384, 2903 12361 16384, 2894 12352 16384</inkml:trace>
  <inkml:trace contextRef="#ctx0" brushRef="#br0">3315 11952 16384, 3317 11952 16384, 3317 11954 16384, 3318 11954 16384, 3320 11955 16384, 3329 11966 16384, 3335 11980 16384, 3341 12001 16384, 3346 12027 16384, 3350 12055 16384, 3358 12104 16384, 3359 12120 16384, 3361 12137 16384, 3363 12169 16384, 3363 12218 16384, 3361 12246 16384, 3356 12273 16384, 3352 12299 16384, 3347 12319 16384, 3341 12345 16384, 3335 12359 16384, 3329 12370 16384, 3326 12373 16384, 3317 12380 16384</inkml:trace>
  <inkml:trace contextRef="#ctx0" brushRef="#br0">3796 12016 16384, 4095 12016 16384, 4095 12316 16384, 3796 12316 16384, 3796 12016 16384</inkml:trace>
  <inkml:trace contextRef="#ctx0" brushRef="#br0">4626 11964 16384, 4622 11955 16384, 4614 11955 16384, 4602 11970 16384, 4581 12005 16384, 4557 12067 16384, 4541 12151 16384, 4537 12252 16384, 4551 12317 16384, 4580 12357 16384, 4619 12378 16384, 4657 12380 16384, 4694 12356 16384, 4726 12307 16384, 4744 12235 16384, 4750 12154 16384, 4736 12098 16384, 4709 12057 16384, 4676 12023 16384, 4640 11982 16384, 4616 11954 16384, 4607 11952 16384, 4606 11968 16384</inkml:trace>
  <inkml:trace contextRef="#ctx0" brushRef="#br0">5192 12016 16384, 5491 12016 16384, 5491 12316 16384, 5192 12316 16384, 5192 12016 16384</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2110 13017 16384, 2110 13024 16384, 2124 13045 16384, 2130 13065 16384, 2130 13072 16384, 2130 13086 16384, 2124 13100 16384, 2110 13113 16384, 2089 13120 16384, 2075 13120 16384, 2055 13120 16384, 2034 13120 16384, 2021 13113 16384, 2014 13100 16384, 2014 13086 16384, 2014 13052 16384, 2027 13031 16384, 2041 13011 16384, 2062 12997 16384, 2082 12990 16384, 2096 12983 16384, 2117 12983 16384, 2137 12983 16384, 2144 12983 16384, 2158 12997 16384, 2165 13004 16384, 2165 13024 16384, 2158 13031 16384, 2144 13045 16384, 2130 13059 16384, 2110 13065 16384, 2082 13079 16384, 2055 13086 16384, 2027 13086 16384, 2007 13079 16384, 2000 13072 16384, 2000 13059 16384, 2000 13045 16384, 2014 13031 16384, 2021 13024 16384, 2034 13011 16384, 2062 13004 16384, 2082 12997 16384, 2096 12997 16384, 2117 12997 16384, 2130 12997 16384, 2144 13017 16384, 2151 13038 16384, 2151 13052 16384, 2151 13065 16384, 2144 13079 16384, 2130 13093 16384, 2124 13100 16384, 2117 13100 16384, 2110 13100 16384, 2103 13093 16384, 2103 13086 16384, 2103 13072 16384, 2103 13065 16384, 2103 13059 16384, 2110 13045 16384, 2117 13038 16384, 2124 13031 16384, 2130 13031 16384, 2130 13038 16384, 2124 13052 16384, 2124 13059 16384, 2117 13059 16384, 2110 13065 16384, 2103 13072 16384, 2096 13072 16384, 2089 13072 16384, 2089 13065 16384, 2096 13052 16384, 2110 13038 16384, 2117 13031 16384, 2124 13024 16384, 2117 13038 16384, 2096 13052 16384, 2075 13065 16384, 2055 13072 16384, 2034 13086 16384, 2027 13086 16384, 2034 13079 16384, 2055 13065 16384, 2062 13059 16384, 2082 13045 16384, 2096 13031 16384, 2124 13011 16384, 2130 12997 16384, 2130 12990 16384, 2124 12990 16384, 2110 13004 16384, 2096 13017 16384, 2082 13031 16384, 2075 13045 16384, 2069 13052 16384</inkml:trace>
  <inkml:trace contextRef="#ctx0" brushRef="#br0">2777 12923 16384, 2777 12898 16384, 2777 12888 16384, 2774 12873 16384, 2769 12853 16384, 2759 12825 16384, 2744 12805 16384, 2729 12787 16384, 2711 12777 16384, 2691 12780 16384, 2673 12790 16384, 2653 12807 16384, 2631 12833 16384, 2613 12863 16384, 2595 12896 16384, 2588 12926 16384, 2590 12951 16384, 2600 12976 16384, 2613 12991 16384, 2628 13004 16384, 2646 13011 16384, 2666 13016 16384, 2688 13016 16384, 2711 13011 16384, 2734 12999 16384, 2751 12981 16384, 2772 12956 16384, 2787 12931 16384, 2797 12903 16384, 2802 12875 16384, 2804 12853 16384, 2804 12835 16384, 2804 12828 16384, 2802 12828 16384, 2799 12830 16384, 2794 12840 16384, 2792 12858 16384, 2787 12883 16384, 2782 12916 16384, 2777 12959 16384, 2772 13014 16384, 2761 13082 16384, 2751 13147 16384, 2741 13205 16384, 2729 13253 16384, 2719 13286 16384, 2706 13309 16384, 2691 13321 16384, 2678 13326 16384, 2658 13326 16384, 2636 13321 16384, 2613 13309 16384, 2588 13296 16384, 2568 13273 16384, 2555 13251 16384, 2545 13225 16384, 2542 13208 16384, 2547 13195 16384, 2560 13185 16384, 2575 13178 16384, 2598 13165 16384, 2628 13152 16384, 2661 13142 16384, 2699 13135 16384, 2739 13132 16384, 2777 13132 16384, 2807 13135 16384, 2835 13137 16384, 2852 13140 16384, 2865 13142 16384, 2877 13145 16384, 2885 13145 16384</inkml:trace>
  <inkml:trace contextRef="#ctx0" brushRef="#br0">3169 12781 16384, 3169 12779 16384, 3169 12777 16384, 3167 12777 16384, 3162 12781 16384, 3159 12786 16384, 3154 12792 16384, 3147 12802 16384, 3141 12816 16384, 3126 12849 16384, 3121 12863 16384, 3117 12876 16384, 3107 12909 16384, 3094 12965 16384, 3089 13005 16384, 3087 13050 16384, 3089 13117 16384, 3094 13162 16384, 3102 13206 16384, 3119 13254 16384, 3127 13283 16384, 3137 13303 16384, 3151 13320 16384, 3156 13326 16384</inkml:trace>
  <inkml:trace contextRef="#ctx0" brushRef="#br0">3676 12857 16384, 3682 12843 16384, 3682 12838 16384, 3682 12832 16384, 3676 12824 16384, 3671 12813 16384, 3657 12799 16384, 3638 12786 16384, 3613 12777 16384, 3591 12777 16384, 3563 12780 16384, 3539 12791 16384, 3516 12805 16384, 3489 12827 16384, 3464 12852 16384, 3445 12877 16384, 3431 12904 16384, 3425 12929 16384, 3428 12957 16384, 3436 12987 16384, 3453 13020 16384, 3475 13048 16384, 3497 13081 16384, 3527 13111 16384, 3555 13136 16384, 3585 13158 16384, 3613 13180 16384, 3630 13199 16384, 3649 13219 16384, 3657 13235 16384, 3657 13252 16384, 3652 13266 16384, 3641 13279 16384, 3624 13293 16384, 3605 13304 16384, 3583 13315 16384, 3555 13321 16384, 3525 13323 16384, 3492 13326 16384, 3464 13326 16384, 3434 13323 16384, 3409 13315 16384, 3381 13301 16384, 3370 13290 16384</inkml:trace>
  <inkml:trace contextRef="#ctx0" brushRef="#br0">3910 12777 16384, 3912 12777 16384, 3912 12779 16384, 3914 12779 16384, 3916 12781 16384, 3928 12795 16384, 3936 12813 16384, 3944 12840 16384, 3949 12873 16384, 3955 12909 16384, 3965 12971 16384, 3967 12993 16384, 3969 13014 16384, 3971 13056 16384, 3971 13118 16384, 3969 13154 16384, 3963 13189 16384, 3957 13222 16384, 3951 13248 16384, 3944 13281 16384, 3936 13299 16384, 3928 13312 16384, 3924 13316 16384, 3912 13326 16384</inkml:trace>
  <inkml:trace contextRef="#ctx0" brushRef="#br0">4341 12986 16384, 4339 12986 16384, 4339 12988 16384, 4343 12990 16384, 4349 12990 16384, 4361 12992 16384, 4381 12992 16384, 4421 12990 16384, 4451 12986 16384, 4483 12984 16384, 4515 12982 16384, 4557 12982 16384, 4578 12986 16384, 4596 12990 16384, 4606 12994 16384</inkml:trace>
  <inkml:trace contextRef="#ctx0" brushRef="#br0">4347 13122 16384, 4345 13122 16384, 4347 13122 16384, 4351 13122 16384, 4365 13122 16384, 4405 13122 16384, 4419 13120 16384, 4449 13118 16384, 4463 13118 16384, 4495 13116 16384, 4525 13114 16384, 4555 13112 16384, 4582 13110 16384, 4602 13110 16384, 4618 13108 16384, 4632 13108 16384, 4640 13108 16384</inkml:trace>
  <inkml:trace contextRef="#ctx0" brushRef="#br0">5183 12792 16384, 5178 12781 16384, 5169 12781 16384, 5152 12800 16384, 5126 12845 16384, 5095 12924 16384, 5075 13032 16384, 5070 13162 16384, 5087 13245 16384, 5124 13297 16384, 5175 13324 16384, 5223 13326 16384, 5271 13295 16384, 5311 13233 16384, 5335 13139 16384, 5342 13036 16384, 5325 12964 16384, 5290 12912 16384, 5247 12868 16384, 5202 12816 16384, 5171 12780 16384, 5159 12777 16384, 5158 12797 16384</inkml:trace>
  <inkml:trace contextRef="#ctx0" brushRef="#br0">5812 12837 16384, 5809 12835 16384, 5803 12850 16384, 5793 12901 16384, 5778 13001 16384, 5771 13122 16384, 5780 13211 16384, 5801 13254 16384, 5827 13269 16384</inkml:trace>
  <inkml:trace contextRef="#ctx0" brushRef="#br0">5935 12944 16384, 5983 12945 16384, 6051 12945 16384, 6117 12943 16384, 6178 12939 16384, 6218 12939 16384, 6233 12943 16384</inkml:trace>
  <inkml:trace contextRef="#ctx0" brushRef="#br0">6088 12845 16384, 6103 12881 16384, 6127 12954 16384, 6134 13049 16384, 6126 13142 16384, 6105 13210 16384, 6087 13244 16384, 6070 13249 16384, 6049 13240 16384, 6023 13213 16384, 6004 13177 16384, 5998 13149 16384, 6011 13133 16384, 6047 13120 16384, 6100 13110 16384, 6165 13119 16384, 6219 13144 16384, 6263 13174 16384, 6292 13193 16384, 6310 13201 16384, 6318 13204 16384, 6320 13204 16384</inkml:trace>
  <inkml:trace contextRef="#ctx0" brushRef="#br0">6419 13134 16384, 6423 13138 16384, 6426 13141 16384, 6433 13152 16384, 6451 13173 16384, 6472 13197 16384, 6489 13228 16384, 6506 13256 16384, 6520 13277 16384, 6538 13295 16384, 6552 13309 16384, 6562 13316 16384, 6569 13319 16384, 6576 13326 16384, 6580 13326 16384</inkml:trace>
  <inkml:trace contextRef="#ctx0" brushRef="#br0">6700 12884 16384, 6697 12882 16384, 6691 12878 16384, 6693 12880 16384, 6695 12886 16384, 6697 12895 16384, 6700 12905 16384, 6700 12922 16384, 6697 12945 16384, 6693 12978 16384, 6687 13016 16384, 6683 13060 16384, 6679 13102 16384, 6679 13142 16384, 6679 13180 16384, 6683 13211 16384, 6689 13238 16384, 6700 13261 16384, 6716 13282 16384, 6731 13299 16384, 6748 13312 16384, 6767 13320 16384, 6783 13324 16384, 6802 13326 16384, 6823 13322 16384, 6844 13316 16384, 6865 13303 16384, 6886 13289 16384, 6907 13272 16384, 6926 13257 16384, 6943 13242 16384, 6955 13228 16384, 6966 13215 16384, 6972 13205 16384, 6976 13198 16384</inkml:trace>
  <inkml:trace contextRef="#ctx0" brushRef="#br0">6911 12786 16384, 6909 12786 16384, 6905 12786 16384, 6903 12788 16384, 6903 12792 16384, 6905 12798 16384, 6909 12809 16384, 6911 12821 16384, 6913 12834 16384, 6915 12846 16384, 6915 12861 16384, 6915 12874 16384, 6915 12884 16384, 6915 12892 16384, 6917 12901 16384, 6917 12907 16384, 6922 12909 16384, 6922 12911 16384</inkml:trace>
  <inkml:trace contextRef="#ctx0" brushRef="#br0">6964 12777 16384, 6959 12777 16384, 6957 12779 16384, 6957 12781 16384, 6961 12790 16384, 6968 12800 16384, 6976 12817 16384, 6980 12834 16384, 6982 12853 16384, 6985 12872 16384, 6985 12886 16384, 6985 12901 16384, 6987 12911 16384, 6989 12918 16384, 6989 12924 16384, 6991 12926 16384</inkml:trace>
  <inkml:trace contextRef="#ctx0" brushRef="#br0">7099 13140 16384, 7090 13133 16384, 7092 13128 16384, 7101 13121 16384, 7116 13112 16384, 7132 13102 16384, 7156 13090 16384, 7179 13076 16384, 7208 13064 16384, 7234 13057 16384, 7264 13050 16384, 7290 13048 16384, 7318 13050 16384, 7344 13057 16384, 7363 13069 16384, 7377 13086 16384, 7387 13104 16384, 7392 13126 16384, 7389 13152 16384, 7382 13178 16384, 7370 13201 16384, 7359 13225 16384, 7344 13251 16384, 7328 13267 16384, 7314 13286 16384, 7297 13303 16384</inkml:trace>
  <inkml:trace contextRef="#ctx0" brushRef="#br0">7494 12913 16384, 7490 12912 16384, 7497 12912 16384, 7542 12907 16384, 7621 12900 16384, 7707 12898 16384, 7794 12895 16384, 7860 12891 16384, 7896 12888 16384, 7909 12887 16384</inkml:trace>
  <inkml:trace contextRef="#ctx0" brushRef="#br0">7735 12779 16384, 7733 12777 16384, 7749 12789 16384, 7775 12828 16384, 7790 12899 16384, 7787 12981 16384, 7772 13065 16384, 7754 13113 16384, 7734 13143 16384, 7713 13156 16384, 7692 13155 16384, 7672 13138 16384, 7660 13105 16384, 7662 13074 16384, 7679 13047 16384, 7710 13024 16384, 7746 13020 16384, 7777 13036 16384, 7793 13078 16384, 7792 13137 16384, 7773 13204 16384, 7743 13265 16384, 7719 13304 16384, 7704 13325 16384, 7696 13326 16384</inkml:trace>
  <inkml:trace contextRef="#ctx0" brushRef="#br0">8126 12777 16384, 8143 12785 16384, 8187 12797 16384, 8231 12808 16384, 8261 12821 16384, 8275 12835 16384</inkml:trace>
  <inkml:trace contextRef="#ctx0" brushRef="#br0">8014 13043 16384, 8007 13043 16384, 8013 13039 16384, 8047 13017 16384, 8105 12981 16384, 8170 12948 16384, 8235 12931 16384, 8293 12933 16384, 8337 12961 16384, 8363 13017 16384, 8367 13104 16384, 8352 13177 16384, 8318 13235 16384, 8278 13286 16384, 8247 13318 16384, 8233 13326 16384</inkml:trace>
  <inkml:trace contextRef="#ctx0" brushRef="#br0">8474 12954 16384, 8466 12953 16384, 8468 12953 16384, 8484 12953 16384, 8515 12945 16384, 8568 12926 16384, 8634 12909 16384, 8695 12902 16384, 8748 12906 16384, 8786 12932 16384, 8809 12983 16384, 8819 13052 16384, 8819 13124 16384, 8809 13196 16384, 8789 13260 16384, 8768 13304 16384, 8754 13324 16384, 8743 13326 16384, 8727 13306 16384, 8702 13261 16384</inkml:trace>
  <inkml:trace contextRef="#ctx0" brushRef="#br0">8725 12777 16384, 8726 12788 16384, 8716 12841 16384, 8679 12950 16384, 8631 13086 16384, 8587 13200 16384, 8564 13259 16384, 8557 13291 16384, 8556 13295 16384</inkml:trace>
  <inkml:trace contextRef="#ctx0" brushRef="#br0">8820 12850 16384, 8814 12849 16384, 8824 12859 16384, 8851 12894 16384, 8888 12968 16384, 8914 13051 16384, 8929 13109 16384, 8941 13142 16384, 8948 13160 16384</inkml:trace>
  <inkml:trace contextRef="#ctx0" brushRef="#br0">9052 12785 16384, 9050 12785 16384, 9047 12786 16384, 9047 12817 16384, 9052 12899 16384, 9062 13025 16384, 9079 13158 16384, 9102 13255 16384, 9131 13303 16384, 9158 13319 16384, 9180 13314 16384, 9205 13281 16384, 9234 13215 16384, 9273 13158 16384</inkml:trace>
  <inkml:trace contextRef="#ctx0" brushRef="#br0">9456 12905 16384, 9465 12911 16384, 9503 12939 16384, 9542 12987 16384, 9571 13046 16384, 9586 13093 16384, 9592 13125 16384, 9593 13138 16384, 9596 13138 16384</inkml:trace>
  <inkml:trace contextRef="#ctx0" brushRef="#br0">9735 12837 16384, 9732 12835 16384, 9726 12850 16384, 9716 12901 16384, 9701 13001 16384, 9695 13122 16384, 9703 13211 16384, 9724 13254 16384, 9750 13269 16384</inkml:trace>
  <inkml:trace contextRef="#ctx0" brushRef="#br0">9858 12944 16384, 9906 12945 16384, 9975 12945 16384, 10041 12943 16384, 10101 12939 16384, 10141 12939 16384, 10156 12943 16384</inkml:trace>
  <inkml:trace contextRef="#ctx0" brushRef="#br0">10011 12845 16384, 10027 12881 16384, 10050 12954 16384, 10057 13049 16384, 10049 13142 16384, 10029 13210 16384, 10010 13244 16384, 9993 13249 16384, 9972 13240 16384, 9947 13213 16384, 9927 13177 16384, 9922 13149 16384, 9935 13133 16384, 9970 13120 16384, 10023 13110 16384, 10088 13119 16384, 10142 13144 16384, 10186 13174 16384, 10216 13193 16384, 10233 13201 16384, 10242 13204 16384, 10243 13204 16384</inkml:trace>
  <inkml:trace contextRef="#ctx0" brushRef="#br0">10717 13311 16384, 10720 13317 16384, 10730 13326 16384, 10742 13326 16384, 10764 13317 16384, 10786 13298 16384, 10808 13270 16384, 10839 13229 16384, 10861 13188 16384, 10890 13141 16384, 10918 13085 16384, 10937 13028 16384, 10962 12965 16384, 10981 12903 16384, 10996 12853 16384, 11006 12812 16384, 11009 12787 16384, 11009 12777 16384, 11006 12777 16384, 10996 12780 16384, 10984 12793 16384, 10974 12809 16384, 10962 12834 16384, 10952 12868 16384, 10943 12915 16384, 10934 12969 16384, 10927 13031 16384, 10927 13110 16384, 10934 13188 16384, 10943 13245 16384, 10959 13279 16384, 10981 13298 16384, 10999 13304 16384, 11021 13307 16384, 11043 13307 16384, 11059 13301 16384</inkml:trace>
  <inkml:trace contextRef="#ctx0" brushRef="#br0">10818 12969 16384, 10805 12975 16384, 10786 12978 16384, 10792 12978 16384, 10808 12972 16384, 10827 12965 16384, 10849 12959 16384, 10880 12953 16384, 10918 12947 16384, 10959 12944 16384, 11003 12940 16384, 11037 12937 16384, 11065 12934 16384</inkml:trace>
  <inkml:trace contextRef="#ctx0" brushRef="#br0">11478 12884 16384, 11476 12882 16384, 11469 12878 16384, 11471 12880 16384, 11473 12886 16384, 11476 12895 16384, 11478 12905 16384, 11478 12922 16384, 11476 12945 16384, 11471 12978 16384, 11465 13016 16384, 11461 13060 16384, 11457 13102 16384, 11457 13142 16384, 11457 13180 16384, 11461 13211 16384, 11467 13238 16384, 11478 13261 16384, 11494 13282 16384, 11509 13299 16384, 11526 13312 16384, 11545 13320 16384, 11561 13324 16384, 11580 13326 16384, 11601 13322 16384, 11622 13316 16384, 11643 13303 16384, 11664 13289 16384, 11685 13272 16384, 11704 13257 16384, 11721 13242 16384, 11733 13228 16384, 11744 13215 16384, 11750 13205 16384, 11754 13198 16384</inkml:trace>
  <inkml:trace contextRef="#ctx0" brushRef="#br0">11689 12786 16384, 11687 12786 16384, 11683 12786 16384, 11681 12788 16384, 11681 12792 16384, 11683 12798 16384, 11687 12809 16384, 11689 12821 16384, 11691 12834 16384, 11693 12846 16384, 11693 12861 16384, 11693 12874 16384, 11693 12884 16384, 11693 12892 16384, 11696 12901 16384, 11696 12907 16384, 11700 12909 16384, 11700 12911 16384</inkml:trace>
  <inkml:trace contextRef="#ctx0" brushRef="#br0">11742 12777 16384, 11737 12777 16384, 11735 12779 16384, 11735 12781 16384, 11740 12790 16384, 11746 12800 16384, 11754 12817 16384, 11758 12834 16384, 11760 12853 16384, 11763 12872 16384, 11763 12886 16384, 11763 12901 16384, 11765 12911 16384, 11767 12918 16384, 11767 12924 16384, 11769 12926 16384</inkml:trace>
  <inkml:trace contextRef="#ctx0" brushRef="#br0">12133 12777 16384, 12126 12777 16384, 12116 12787 16384, 12083 12831 16384, 12024 12896 16384, 11971 12951 16384, 11931 12996 16384, 11903 13025 16384, 11882 13049 16384, 11870 13063 16384, 11868 13066 16384, 11872 13072 16384, 11889 13087 16384, 11921 13111 16384, 11971 13146 16384, 12035 13195 16384, 12100 13243 16384, 12148 13278 16384, 12184 13304 16384, 12204 13320 16384, 12212 13326 16384</inkml:trace>
  <inkml:trace contextRef="#ctx0" brushRef="#br0">12311 12802 16384, 12318 12803 16384, 12355 12826 16384, 12408 12880 16384, 12453 12926 16384, 12489 12964 16384, 12519 12991 16384, 12525 12995 16384</inkml:trace>
  <inkml:trace contextRef="#ctx0" brushRef="#br0">12706 12841 16384, 12701 12841 16384, 12672 12855 16384, 12627 12898 16384, 12557 12970 16384, 12498 13045 16384, 12459 13123 16384, 12447 13186 16384, 12461 13227 16384, 12499 13263 16384, 12553 13289 16384, 12611 13298 16384, 12680 13302 16384, 12749 13296 16384, 12812 13284 16384, 12860 13272 16384</inkml:trace>
  <inkml:trace contextRef="#ctx0" brushRef="#br0">13242 12814 16384, 13246 12823 16384, 13256 12887 16384, 13249 13002 16384, 13213 13106 16384, 13156 13202 16384, 13102 13259 16384, 13061 13269 16384, 13021 13252 16384, 12985 13195 16384, 12959 13093 16384, 12975 12957 16384, 13051 12862 16384, 13144 12814 16384, 13259 12777 16384, 13379 12782 16384, 13468 12858 16384, 13503 13009 16384, 13502 13182 16384, 13494 13271 16384, 13486 13316 16384, 13481 13326 16384</inkml:trace>
  <inkml:trace contextRef="#ctx0" brushRef="#br0">13876 12808 16384, 13884 12804 16384, 13941 12794 16384, 14036 12780 16384, 14132 12784 16384, 14216 12818 16384, 14275 12860 16384, 14299 12896 16384, 14295 12925 16384, 14261 12964 16384, 14248 12975 16384</inkml:trace>
  <inkml:trace contextRef="#ctx0" brushRef="#br0">13890 13110 16384, 13888 13120 16384, 13902 13171 16384, 13948 13236 16384, 14011 13285 16384, 14081 13313 16384, 14154 13322 16384, 14231 13323 16384, 14309 13314 16384, 14384 13296 16384, 14425 13281 16384</inkml:trace>
  <inkml:trace contextRef="#ctx0" brushRef="#br0">14643 12777 16384, 14660 12785 16384, 14704 12797 16384, 14747 12808 16384, 14778 12821 16384, 14792 12835 16384</inkml:trace>
  <inkml:trace contextRef="#ctx0" brushRef="#br0">14531 13043 16384, 14524 13043 16384, 14529 13039 16384, 14563 13017 16384, 14621 12981 16384, 14687 12948 16384, 14752 12931 16384, 14810 12933 16384, 14854 12961 16384, 14880 13017 16384, 14884 13104 16384, 14869 13177 16384, 14835 13235 16384, 14795 13286 16384, 14763 13318 16384, 14749 13326 16384</inkml:trace>
  <inkml:trace contextRef="#ctx0" brushRef="#br0">14985 12855 16384, 14983 12855 16384, 15010 12852 16384, 15084 12844 16384, 15175 12832 16384, 15277 12818 16384, 15383 12806 16384, 15469 12801 16384, 15520 12801 16384, 15532 12805 16384, 15524 12811 16384, 15482 12839 16384, 15411 12885 16384, 15338 12946 16384, 15281 13027 16384, 15268 13098 16384, 15279 13170 16384, 15312 13230 16384, 15363 13274 16384, 15420 13295 16384, 15483 13302 16384, 15530 13293 16384</inkml:trace>
  <inkml:trace contextRef="#ctx0" brushRef="#br0">15846 12787 16384, 15848 12780 16384, 15848 12777 16384, 15843 12793 16384, 15816 12849 16384, 15755 12971 16384, 15685 13121 16384, 15643 13230 16384, 15630 13287 16384, 15630 13314 16384, 15634 13326 16384, 15643 13320 16384, 15665 13279 16384, 15696 13204 16384, 15740 13112 16384, 15793 13040 16384, 15827 13018 16384, 15848 13011 16384, 15857 13026 16384, 15865 13069 16384, 15873 13138 16384, 15888 13213 16384, 15913 13266 16384, 15946 13293 16384, 15988 13308 16384, 16031 13309 16384, 16054 13304 16384</inkml:trace>
  <inkml:trace contextRef="#ctx0" brushRef="#br0">16156 12967 16384, 16154 12969 16384, 16152 12971 16384, 16160 12971 16384, 16174 12971 16384, 16194 12967 16384, 16223 12962 16384, 16256 12956 16384, 16290 12952 16384, 16329 12950 16384, 16370 12950 16384, 16405 12950 16384, 16439 12954 16384, 16466 12960 16384, 16490 12969 16384, 16507 12985 16384, 16521 13007 16384, 16527 13036 16384, 16527 13071 16384, 16525 13111 16384, 16519 13150 16384, 16509 13189 16384, 16500 13224 16384, 16492 13248 16384, 16486 13267 16384, 16480 13281 16384, 16476 13289 16384, 16470 13293 16384, 16464 13293 16384, 16458 13287 16384, 16452 13275 16384, 16449 13258 16384, 16443 13234 16384, 16439 13218 16384</inkml:trace>
  <inkml:trace contextRef="#ctx0" brushRef="#br0">16419 12811 16384, 16417 12813 16384, 16413 12815 16384, 16413 12822 16384, 16411 12832 16384, 16405 12852 16384, 16394 12883 16384, 16378 12946 16384, 16370 12975 16384, 16354 13046 16384, 16337 13116 16384, 16323 13177 16384, 16313 13222 16384, 16309 13238 16384, 16303 13262 16384, 16298 13279 16384, 16296 13283 16384</inkml:trace>
  <inkml:trace contextRef="#ctx0" brushRef="#br0">16523 12887 16384, 16521 12887 16384, 16513 12885 16384, 16513 12883 16384, 16515 12885 16384, 16521 12887 16384, 16527 12895 16384, 16543 12922 16384, 16554 12958 16384, 16562 12981 16384, 16572 13028 16384, 16574 13054 16384, 16580 13103 16384, 16584 13124 16384, 16588 13134 16384, 16596 13150 16384, 16601 13158 16384, 16605 13162 16384</inkml:trace>
  <inkml:trace contextRef="#ctx0" brushRef="#br0">16609 12920 16384, 16609 12924 16384, 16609 12926 16384, 16613 12934 16384, 16619 12948 16384, 16627 12962 16384, 16633 12977 16384, 16639 12991 16384, 16643 13003 16384, 16645 13011 16384, 16645 13016 16384, 16645 13018 16384, 16647 13020 16384</inkml:trace>
  <inkml:trace contextRef="#ctx0" brushRef="#br0">16682 12938 16384, 16682 12946 16384, 16684 12956 16384, 16688 12969 16384, 16692 12987 16384, 16696 13003 16384, 16698 13011 16384, 16701 13014 16384</inkml:trace>
  <inkml:trace contextRef="#ctx0" brushRef="#br0">17128 12777 16384, 17125 12778 16384, 17127 12806 16384, 17126 12892 16384, 17109 13027 16384, 17092 13153 16384, 17079 13242 16384, 17075 13301 16384, 17085 13326 16384</inkml:trace>
  <inkml:trace contextRef="#ctx0" brushRef="#br0">17226 12808 16384, 17234 12804 16384, 17291 12794 16384, 17386 12780 16384, 17482 12784 16384, 17566 12818 16384, 17625 12860 16384, 17649 12896 16384, 17645 12925 16384, 17611 12964 16384, 17598 12975 16384</inkml:trace>
  <inkml:trace contextRef="#ctx0" brushRef="#br0">17240 13110 16384, 17238 13120 16384, 17252 13171 16384, 17298 13236 16384, 17361 13285 16384, 17431 13313 16384, 17504 13322 16384, 17581 13323 16384, 17659 13314 16384, 17734 13296 16384, 17775 13281 16384</inkml:trace>
  <inkml:trace contextRef="#ctx0" brushRef="#br0">18163 12916 16384, 18151 12918 16384, 18149 12920 16384, 18149 12922 16384, 18153 12924 16384, 18161 12924 16384, 18180 12926 16384, 18199 12926 16384, 18209 12926 16384, 18239 12922 16384, 18270 12920 16384, 18308 12916 16384, 18352 12911 16384, 18390 12911 16384, 18432 12911 16384, 18471 12911 16384, 18509 12911 16384, 18538 12911 16384, 18564 12911 16384, 18576 12911 16384, 18587 12911 16384, 18591 12911 16384, 18587 12911 16384, 18576 12916 16384, 18564 12920 16384, 18545 12926 16384, 18522 12932 16384, 18501 12941 16384, 18476 12951 16384, 18450 12966 16384, 18425 12983 16384, 18400 13004 16384, 18379 13029 16384, 18367 13054 16384, 18352 13079 16384, 18341 13106 16384, 18337 13131 16384, 18335 13157 16384, 18337 13182 16384, 18344 13201 16384, 18356 13221 16384, 18373 13236 16384, 18390 13249 16384, 18411 13261 16384, 18432 13272 16384, 18452 13276 16384, 18473 13278 16384, 18496 13278 16384, 18520 13272 16384, 18545 13265 16384, 18568 13255 16384</inkml:trace>
  <inkml:trace contextRef="#ctx0" brushRef="#br0">18624 12830 16384, 18624 12832 16384, 18620 12838 16384, 18620 12844 16384, 18622 12857 16384, 18626 12869 16384, 18631 12884 16384, 18635 12909 16384, 18635 12924 16384, 18637 12930 16384, 18637 12934 16384, 18639 12943 16384, 18645 12947 16384, 18647 12949 16384</inkml:trace>
  <inkml:trace contextRef="#ctx0" brushRef="#br0">18668 12825 16384, 18668 12828 16384, 18668 12832 16384, 18672 12844 16384, 18675 12861 16384, 18677 12880 16384, 18679 12901 16384, 18681 12909 16384, 18681 12918 16384, 18685 12928 16384, 18691 12936 16384, 18696 12941 16384, 18698 12943 16384</inkml:trace>
  <inkml:trace contextRef="#ctx0" brushRef="#br0">18802 12909 16384, 18796 12902 16384, 18800 12901 16384, 18808 12902 16384, 18820 12906 16384, 18835 12910 16384, 18868 12914 16384, 18923 12914 16384, 18990 12911 16384, 19061 12903 16384, 19129 12892 16384, 19180 12883 16384, 19200 12877 16384</inkml:trace>
  <inkml:trace contextRef="#ctx0" brushRef="#br0">18962 12777 16384, 18953 12780 16384, 18948 12795 16384, 18947 12836 16384, 18943 12924 16384, 18941 13029 16384, 18950 13129 16384, 18973 13222 16384, 18999 13283 16384, 19028 13319 16384, 19036 13326 16384</inkml:trace>
  <inkml:trace contextRef="#ctx0" brushRef="#br0">19024 12969 16384, 19019 12971 16384, 19016 12983 16384, 19016 13025 16384, 19001 13102 16384, 18969 13193 16384, 18941 13252 16384, 18922 13274 16384, 18902 13281 16384, 18878 13264 16384, 18856 13223 16384, 18850 13168 16384, 18866 13131 16384, 18905 13101 16384, 18964 13075 16384, 19036 13066 16384, 19099 13082 16384, 19144 13124 16384, 19169 13185 16384, 19172 13239 16384, 19161 13278 16384, 19145 13304 16384, 19127 13316 16384</inkml:trace>
  <inkml:trace contextRef="#ctx0" brushRef="#br0">19308 12825 16384, 19300 12824 16384, 19309 12824 16384, 19344 12821 16384, 19402 12805 16384, 19466 12784 16384, 19518 12777 16384, 19542 12785 16384, 19545 12810 16384, 19521 12859 16384, 19469 12933 16384, 19402 13007 16384, 19341 13065 16384, 19307 13097 16384, 19299 13107 16384, 19319 13100 16384, 19363 13072 16384, 19430 13032 16384, 19515 13006 16384, 19590 13003 16384, 19645 13019 16384, 19679 13051 16384, 19689 13107 16384, 19676 13173 16384, 19639 13231 16384, 19590 13276 16384, 19539 13314 16384, 19495 13326 16384, 19464 13315 16384, 19442 13286 16384, 19436 13240 16384, 19455 13215 16384, 19492 13202 16384, 19540 13196 16384, 19585 13199 16384, 19615 13207 16384, 19635 13214 16384</inkml:trace>
  <inkml:trace contextRef="#ctx0" brushRef="#br0">20072 12814 16384, 20076 12823 16384, 20086 12887 16384, 20079 13002 16384, 20042 13106 16384, 19985 13202 16384, 19931 13259 16384, 19890 13269 16384, 19851 13252 16384, 19815 13195 16384, 19788 13093 16384, 19804 12957 16384, 19880 12862 16384, 19974 12814 16384, 20089 12777 16384, 20209 12782 16384, 20298 12858 16384, 20333 13009 16384, 20331 13182 16384, 20324 13271 16384, 20315 13316 16384, 20311 13326 16384</inkml:trace>
  <inkml:trace contextRef="#ctx0" brushRef="#br0">20446 12916 16384, 20434 12918 16384, 20432 12920 16384, 20432 12922 16384, 20436 12924 16384, 20444 12924 16384, 20463 12926 16384, 20482 12926 16384, 20492 12926 16384, 20522 12922 16384, 20553 12920 16384, 20591 12916 16384, 20635 12911 16384, 20673 12911 16384, 20715 12911 16384, 20754 12911 16384, 20792 12911 16384, 20821 12911 16384, 20847 12911 16384, 20859 12911 16384, 20870 12911 16384, 20874 12911 16384, 20870 12911 16384, 20859 12916 16384, 20847 12920 16384, 20828 12926 16384, 20805 12932 16384, 20784 12941 16384, 20759 12951 16384, 20733 12966 16384, 20708 12983 16384, 20683 13004 16384, 20662 13029 16384, 20650 13054 16384, 20635 13079 16384, 20624 13106 16384, 20620 13131 16384, 20618 13157 16384, 20620 13182 16384, 20627 13201 16384, 20639 13221 16384, 20656 13236 16384, 20673 13249 16384, 20694 13261 16384, 20715 13272 16384, 20735 13276 16384, 20756 13278 16384, 20779 13278 16384, 20803 13272 16384, 20828 13265 16384, 20851 13255 16384</inkml:trace>
  <inkml:trace contextRef="#ctx0" brushRef="#br0">20907 12830 16384, 20907 12832 16384, 20903 12838 16384, 20903 12844 16384, 20905 12857 16384, 20909 12869 16384, 20914 12884 16384, 20918 12909 16384, 20918 12924 16384, 20920 12930 16384, 20920 12934 16384, 20922 12943 16384, 20928 12947 16384, 20930 12949 16384</inkml:trace>
  <inkml:trace contextRef="#ctx0" brushRef="#br0">20951 12825 16384, 20951 12828 16384, 20951 12832 16384, 20955 12844 16384, 20958 12861 16384, 20960 12880 16384, 20962 12901 16384, 20964 12909 16384, 20964 12918 16384, 20968 12928 16384, 20974 12936 16384, 20979 12941 16384, 20981 12943 16384</inkml:trace>
  <inkml:trace contextRef="#ctx0" brushRef="#br0">21079 13134 16384, 21083 13138 16384, 21086 13141 16384, 21093 13152 16384, 21111 13173 16384, 21132 13197 16384, 21149 13228 16384, 21167 13256 16384, 21181 13277 16384, 21198 13295 16384, 21212 13309 16384, 21223 13316 16384, 21230 13319 16384, 21237 13326 16384, 21240 13326 16384</inkml:trace>
  <inkml:trace contextRef="#ctx0" brushRef="#br0">21360 12884 16384, 21358 12882 16384, 21352 12878 16384, 21354 12880 16384, 21356 12886 16384, 21358 12895 16384, 21360 12905 16384, 21360 12922 16384, 21358 12945 16384, 21354 12978 16384, 21347 13016 16384, 21343 13060 16384, 21339 13102 16384, 21339 13142 16384, 21339 13180 16384, 21343 13211 16384, 21349 13238 16384, 21360 13261 16384, 21377 13282 16384, 21391 13299 16384, 21408 13312 16384, 21427 13320 16384, 21444 13324 16384, 21463 13326 16384, 21484 13322 16384, 21504 13316 16384, 21525 13303 16384, 21546 13289 16384, 21567 13272 16384, 21586 13257 16384, 21603 13242 16384, 21616 13228 16384, 21626 13215 16384, 21632 13205 16384, 21636 13198 16384</inkml:trace>
  <inkml:trace contextRef="#ctx0" brushRef="#br0">21572 12786 16384, 21569 12786 16384, 21565 12786 16384, 21563 12788 16384, 21563 12792 16384, 21565 12798 16384, 21569 12809 16384, 21572 12821 16384, 21574 12834 16384, 21576 12846 16384, 21576 12861 16384, 21576 12874 16384, 21576 12884 16384, 21576 12892 16384, 21578 12901 16384, 21578 12907 16384, 21582 12909 16384, 21582 12911 16384</inkml:trace>
  <inkml:trace contextRef="#ctx0" brushRef="#br0">21624 12777 16384, 21620 12777 16384, 21618 12779 16384, 21618 12781 16384, 21622 12790 16384, 21628 12800 16384, 21636 12817 16384, 21641 12834 16384, 21643 12853 16384, 21645 12872 16384, 21645 12886 16384, 21645 12901 16384, 21647 12911 16384, 21649 12918 16384, 21649 12924 16384, 21651 12926 16384</inkml:trace>
  <inkml:trace contextRef="#ctx0" brushRef="#br0">21859 13138 16384, 21859 13136 16384, 21860 13132 16384, 21862 13132 16384, 21872 13128 16384, 21885 13127 16384, 21900 13123 16384, 21915 13120 16384, 21930 13118 16384, 21943 13117 16384, 21958 13113 16384, 21973 13110 16384, 21983 13108 16384, 21992 13105 16384, 21999 13105 16384, 22002 13103 16384</inkml:trace>
  <inkml:trace contextRef="#ctx0" brushRef="#br0">21839 13024 16384, 21841 13028 16384, 21844 13036 16384, 21851 13047 16384, 21856 13064 16384, 21860 13085 16384, 21862 13110 16384, 21864 13138 16384, 21864 13166 16384, 21862 13194 16384, 21860 13221 16384, 21856 13244 16384, 21849 13264 16384, 21842 13280 16384, 21834 13293 16384, 21827 13303 16384, 21821 13313 16384, 21809 13321 16384, 21798 13325 16384, 21786 13326 16384, 21778 13325 16384, 21766 13318 16384, 21758 13308 16384, 21753 13295 16384, 21750 13283 16384, 21750 13272 16384, 21753 13264 16384, 21760 13257 16384, 21770 13252 16384, 21783 13249 16384, 21798 13245 16384, 21816 13244 16384, 21836 13244 16384, 21859 13244 16384, 21882 13245 16384, 21902 13249 16384, 21918 13252 16384, 21936 13257 16384, 21948 13262 16384, 21959 13268 16384, 21969 13273 16384, 21974 13277 16384, 21978 13280 16384, 21979 13282 16384, 21979 13283 16384</inkml:trace>
  <inkml:trace contextRef="#ctx0" brushRef="#br0">22220 12777 16384, 22237 12785 16384, 22281 12797 16384, 22324 12808 16384, 22355 12821 16384, 22369 12835 16384</inkml:trace>
  <inkml:trace contextRef="#ctx0" brushRef="#br0">22108 13043 16384, 22101 13043 16384, 22106 13039 16384, 22140 13017 16384, 22198 12981 16384, 22264 12948 16384, 22329 12931 16384, 22387 12933 16384, 22431 12961 16384, 22457 13017 16384, 22461 13104 16384, 22446 13177 16384, 22412 13235 16384, 22372 13286 16384, 22340 13318 16384, 22326 13326 16384</inkml:trace>
  <inkml:trace contextRef="#ctx0" brushRef="#br0">22611 12780 16384, 22611 12777 16384, 22610 12793 16384, 22597 12845 16384, 22571 12946 16384, 22560 13067 16384, 22564 13191 16384, 22585 13273 16384, 22613 13310 16384, 22640 13326 16384, 22666 13320 16384, 22672 13314 16384</inkml:trace>
  <inkml:trace contextRef="#ctx0" brushRef="#br0">22753 12933 16384, 22757 12933 16384, 22795 12935 16384, 22870 12929 16384, 22945 12920 16384, 23014 12921 16384, 23065 12930 16384, 23089 12936 16384, 23094 12940 16384</inkml:trace>
  <inkml:trace contextRef="#ctx0" brushRef="#br0">22956 12793 16384, 22971 12810 16384, 22997 12874 16384, 23003 12986 16384, 22981 13111 16384, 22953 13209 16384, 22931 13257 16384, 22922 13280 16384</inkml:trace>
  <inkml:trace contextRef="#ctx0" brushRef="#br0">23409 12787 16384, 23410 12780 16384, 23410 12777 16384, 23405 12793 16384, 23378 12849 16384, 23317 12971 16384, 23248 13121 16384, 23205 13230 16384, 23193 13287 16384, 23193 13314 16384, 23196 13326 16384, 23205 13320 16384, 23227 13279 16384, 23259 13204 16384, 23303 13112 16384, 23355 13040 16384, 23389 13018 16384, 23410 13011 16384, 23420 13026 16384, 23427 13069 16384, 23436 13138 16384, 23450 13213 16384, 23476 13266 16384, 23509 13293 16384, 23550 13308 16384, 23593 13309 16384, 23616 13304 16384</inkml:trace>
  <inkml:trace contextRef="#ctx0" brushRef="#br0">23715 12866 16384, 23717 12865 16384, 23764 12862 16384, 23850 12850 16384, 23923 12838 16384, 23989 12831 16384, 24027 12828 16384, 24034 12828 16384, 24032 12828 16384</inkml:trace>
  <inkml:trace contextRef="#ctx0" brushRef="#br0">23879 12777 16384, 23868 12788 16384, 23868 12809 16384, 23861 12858 16384, 23839 12916 16384, 23817 12963 16384, 23812 12988 16384, 23821 12993 16384, 23840 12994 16384, 23872 12993 16384, 23923 12992 16384, 23978 13006 16384, 24021 13032 16384, 24044 13065 16384, 24049 13098 16384, 24036 13134 16384, 24009 13165 16384, 23976 13190 16384, 23959 13197 16384</inkml:trace>
  <inkml:trace contextRef="#ctx0" brushRef="#br0">24018 12959 16384, 23994 12962 16384, 23963 12985 16384, 23926 13030 16384, 23884 13094 16384, 23850 13165 16384, 23840 13234 16384, 23858 13286 16384, 23899 13314 16384, 23952 13326 16384, 24012 13321 16384, 24075 13299 16384, 24106 13287 16384</inkml:trace>
  <inkml:trace contextRef="#ctx0" brushRef="#br0">24484 12853 16384, 24480 12853 16384, 24490 12848 16384, 24524 12833 16384, 24576 12810 16384, 24624 12794 16384, 24661 12788 16384, 24688 12792 16384, 24706 12821 16384, 24710 12893 16384, 24693 13009 16384, 24662 13127 16384, 24622 13212 16384, 24583 13261 16384, 24551 13285 16384, 24522 13280 16384, 24496 13257 16384, 24482 13219 16384, 24488 13162 16384, 24526 13110 16384, 24600 13076 16384, 24707 13060 16384, 24817 13057 16384, 24912 13069 16384, 24982 13089 16384, 25021 13102 16384, 25029 13107 16384, 25026 13107 16384</inkml:trace>
  <inkml:trace contextRef="#ctx0" brushRef="#br0">24922 12843 16384, 24933 12910 16384, 24942 13031 16384, 24922 13150 16384, 24888 13246 16384, 24861 13305 16384, 24856 13316 16384</inkml:trace>
  <inkml:trace contextRef="#ctx0" brushRef="#br0">25133 12885 16384, 25127 12885 16384, 25159 12878 16384, 25213 12865 16384, 25278 12848 16384, 25336 12842 16384, 25381 12843 16384, 25409 12843 16384</inkml:trace>
  <inkml:trace contextRef="#ctx0" brushRef="#br0">25273 12777 16384, 25268 12778 16384, 25268 12791 16384, 25271 12836 16384, 25249 12939 16384, 25222 13070 16384, 25204 13191 16384, 25196 13265 16384, 25197 13306 16384, 25204 13326 16384</inkml:trace>
  <inkml:trace contextRef="#ctx0" brushRef="#br0">25356 13003 16384, 25356 12995 16384, 25397 12986 16384, 25441 12977 16384, 25486 12973 16384, 25520 12979 16384, 25540 12993 16384, 25546 13013 16384, 25537 13043 16384</inkml:trace>
  <inkml:trace contextRef="#ctx0" brushRef="#br0">25404 13205 16384, 25402 13208 16384, 25429 13253 16384, 25469 13272 16384, 25511 13286 16384, 25558 13289 16384, 25613 13272 16384</inkml:trace>
  <inkml:trace contextRef="#ctx0" brushRef="#br0">25712 12914 16384, 25741 12907 16384, 25818 12888 16384, 25908 12866 16384, 25994 12848 16384, 26061 12840 16384, 26097 12837 16384, 26109 12841 16384, 26110 12843 16384</inkml:trace>
  <inkml:trace contextRef="#ctx0" brushRef="#br0">25898 12777 16384, 25901 12778 16384, 25914 12785 16384, 25939 12812 16384, 25970 12857 16384, 25999 12916 16384, 26020 12968 16384, 26033 13001 16384, 26036 13020 16384, 26030 13033 16384, 26008 13043 16384</inkml:trace>
  <inkml:trace contextRef="#ctx0" brushRef="#br0">25756 13199 16384, 25757 13225 16384, 25785 13260 16384, 25832 13293 16384, 25883 13309 16384, 25942 13323 16384, 26009 13326 16384, 26073 13320 16384, 26124 13306 16384, 26156 13294 16384</inkml:trace>
  <inkml:trace contextRef="#ctx0" brushRef="#br0">26255 12881 16384, 26269 12875 16384, 26309 12865 16384, 26363 12856 16384, 26413 12852 16384, 26453 12851 16384, 26474 12849 16384, 26477 12848 16384</inkml:trace>
  <inkml:trace contextRef="#ctx0" brushRef="#br0">26402 12777 16384, 26399 12778 16384, 26385 12816 16384, 26367 12881 16384, 26326 12969 16384, 26288 13044 16384, 26271 13091 16384, 26271 13106 16384</inkml:trace>
  <inkml:trace contextRef="#ctx0" brushRef="#br0">26603 12835 16384, 26617 12837 16384, 26651 12862 16384, 26693 12895 16384, 26721 12932 16384, 26737 12964 16384, 26741 12991 16384, 26737 13014 16384, 26722 13028 16384</inkml:trace>
  <inkml:trace contextRef="#ctx0" brushRef="#br0">26531 13016 16384, 26529 13020 16384, 26548 13102 16384, 26555 13163 16384, 26540 13229 16384, 26512 13289 16384, 26484 13319 16384, 26454 13326 16384, 26425 13309 16384, 26400 13270 16384, 26394 13247 16384, 26406 13239 16384, 26440 13234 16384, 26496 13230 16384, 26576 13242 16384, 26647 13268 16384, 26692 13288 16384, 26726 13299 16384, 26751 13301 16384</inkml:trace>
  <inkml:trace contextRef="#ctx0" brushRef="#br0">26856 12785 16384, 26853 12785 16384, 26850 12786 16384, 26850 12817 16384, 26856 12899 16384, 26865 13025 16384, 26882 13158 16384, 26906 13255 16384, 26935 13303 16384, 26961 13319 16384, 26983 13314 16384, 27008 13281 16384, 27037 13215 16384, 27076 13158 16384</inkml:trace>
  <inkml:trace contextRef="#ctx0" brushRef="#br0">27259 12905 16384, 27269 12911 16384, 27306 12939 16384, 27345 12987 16384, 27374 13046 16384, 27389 13093 16384, 27395 13125 16384, 27396 13138 16384, 27399 13138 16384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2092 13677 16384, 2092 13675 16384, 2092 13673 16384, 2090 13673 16384, 2084 13677 16384, 2081 13683 16384, 2075 13690 16384, 2067 13701 16384, 2060 13716 16384, 2043 13754 16384, 2037 13769 16384, 2034 13784 16384, 2022 13821 16384, 2007 13883 16384, 2002 13928 16384, 2000 13979 16384, 2002 14054 16384, 2007 14104 16384, 2017 14153 16384, 2036 14207 16384, 2045 14239 16384, 2056 14262 16384, 2071 14281 16384, 2077 14288 16384</inkml:trace>
  <inkml:trace contextRef="#ctx0" brushRef="#br0">2203 13822 16384, 2218 13810 16384, 2221 13810 16384, 2233 13807 16384, 2248 13804 16384, 2263 13804 16384, 2279 13804 16384, 2291 13807 16384, 2297 13816 16384, 2297 13828 16384, 2297 13853 16384, 2291 13886 16384, 2279 13932 16384, 2263 13990 16384, 2248 14054 16384, 2236 14118 16384, 2230 14172 16384, 2230 14212 16384, 2233 14242 16384, 2239 14264 16384, 2251 14276 16384, 2266 14282 16384, 2282 14288 16384, 2297 14288 16384, 2309 14279 16384, 2330 14264 16384, 2339 14255 16384</inkml:trace>
  <inkml:trace contextRef="#ctx0" brushRef="#br0">2327 13676 16384, 2318 13673 16384, 2300 13673 16384, 2297 13673 16384, 2297 13676 16384, 2297 13682 16384, 2297 13685 16384</inkml:trace>
  <inkml:trace contextRef="#ctx0" brushRef="#br0">2450 13822 16384, 2465 13810 16384, 2468 13810 16384, 2481 13807 16384, 2496 13804 16384, 2511 13804 16384, 2526 13804 16384, 2538 13807 16384, 2545 13816 16384, 2545 13828 16384, 2545 13853 16384, 2538 13886 16384, 2526 13932 16384, 2511 13990 16384, 2496 14054 16384, 2484 14118 16384, 2478 14172 16384, 2478 14212 16384, 2481 14242 16384, 2487 14264 16384, 2499 14276 16384, 2514 14282 16384, 2529 14288 16384, 2545 14288 16384, 2557 14279 16384, 2578 14264 16384, 2587 14255 16384</inkml:trace>
  <inkml:trace contextRef="#ctx0" brushRef="#br0">2575 13676 16384, 2566 13673 16384, 2548 13673 16384, 2545 13673 16384, 2545 13676 16384, 2545 13682 16384, 2545 13685 16384</inkml:trace>
  <inkml:trace contextRef="#ctx0" brushRef="#br0">2698 13822 16384, 2713 13810 16384, 2716 13810 16384, 2728 13807 16384, 2743 13804 16384, 2759 13804 16384, 2774 13804 16384, 2786 13807 16384, 2792 13816 16384, 2792 13828 16384, 2792 13853 16384, 2786 13886 16384, 2774 13932 16384, 2759 13990 16384, 2743 14054 16384, 2731 14118 16384, 2725 14172 16384, 2725 14212 16384, 2728 14242 16384, 2734 14264 16384, 2746 14276 16384, 2762 14282 16384, 2777 14288 16384, 2792 14288 16384, 2804 14279 16384, 2826 14264 16384, 2835 14255 16384</inkml:trace>
  <inkml:trace contextRef="#ctx0" brushRef="#br0">2823 13676 16384, 2813 13673 16384, 2795 13673 16384, 2792 13673 16384, 2792 13676 16384, 2792 13682 16384, 2792 13685 16384</inkml:trace>
  <inkml:trace contextRef="#ctx0" brushRef="#br0">2945 13673 16384, 2948 13673 16384, 2948 13675 16384, 2950 13675 16384, 2952 13678 16384, 2965 13693 16384, 2974 13713 16384, 2983 13744 16384, 2989 13781 16384, 2996 13820 16384, 3007 13891 16384, 3009 13915 16384, 3011 13939 16384, 3014 13985 16384, 3014 14055 16384, 3011 14095 16384, 3005 14134 16384, 2998 14172 16384, 2992 14200 16384, 2983 14238 16384, 2974 14257 16384, 2965 14273 16384, 2961 14277 16384, 2948 14288 16384</inkml:trace>
  <inkml:trace contextRef="#ctx0" brushRef="#br0">3595 13804 16384, 3577 13765 16384, 3579 13736 16384, 3605 13707 16384, 3654 13680 16384, 3720 13673 16384, 3791 13703 16384, 3839 13768 16384, 3843 13849 16384, 3806 13931 16384, 3743 14005 16384, 3684 14047 16384, 3655 14058 16384, 3645 14049 16384, 3647 14034 16384, 3675 14019 16384, 3731 14010 16384, 3804 14017 16384, 3872 14055 16384, 3905 14114 16384, 3903 14166 16384, 3872 14210 16384, 3818 14251 16384, 3750 14279 16384, 3672 14288 16384, 3602 14273 16384, 3573 14253 16384</inkml:trace>
  <inkml:trace contextRef="#ctx0" brushRef="#br0">4632 13821 16384, 4634 13815 16384, 4634 13812 16384, 4632 13812 16384, 4629 13815 16384, 4623 13819 16384, 4615 13826 16384, 4601 13834 16384, 4584 13841 16384, 4563 13852 16384, 4541 13865 16384, 4519 13877 16384, 4499 13890 16384, 4479 13902 16384, 4458 13916 16384, 4441 13931 16384, 4426 13945 16384, 4419 13951 16384, 4410 13963 16384, 4404 13974 16384, 4400 13982 16384, 4400 13988 16384, 4402 13992 16384, 4410 13998 16384, 4418 14003 16384, 4432 14009 16384, 4449 14017 16384, 4469 14024 16384, 4491 14034 16384, 4513 14046 16384, 4538 14059 16384, 4563 14073 16384, 4587 14087 16384, 4609 14101 16384, 4627 14114 16384, 4643 14125 16384, 4656 14133 16384, 4667 14140 16384, 4674 14145 16384, 4679 14148 16384, 4681 14150 16384, 4682 14150 16384</inkml:trace>
  <inkml:trace contextRef="#ctx0" brushRef="#br0">5166 13673 16384, 5177 13680 16384, 5198 13694 16384, 5223 13726 16384, 5254 13765 16384, 5289 13821 16384, 5324 13895 16384, 5363 13965 16384, 5391 14039 16384, 5426 14102 16384, 5451 14151 16384, 5468 14193 16384, 5486 14228 16384, 5500 14249 16384, 5511 14271 16384, 5518 14281 16384, 5521 14285 16384</inkml:trace>
  <inkml:trace contextRef="#ctx0" brushRef="#br0">5581 13705 16384, 5553 13712 16384, 5542 13719 16384, 5528 13733 16384, 5507 13758 16384, 5475 13782 16384, 5437 13821 16384, 5388 13866 16384, 5335 13926 16384, 5279 13989 16384, 5226 14056 16384, 5180 14119 16384, 5145 14179 16384, 5124 14225 16384, 5114 14253 16384, 5107 14274 16384, 5107 14285 16384, 5107 14288 16384</inkml:trace>
  <inkml:trace contextRef="#ctx0" brushRef="#br0">6294 13714 16384, 6299 13724 16384, 6311 13796 16384, 6302 13925 16384, 6262 14041 16384, 6198 14149 16384, 6137 14213 16384, 6091 14224 16384, 6047 14205 16384, 6006 14141 16384, 5977 14026 16384, 5995 13874 16384, 6080 13768 16384, 6185 13714 16384, 6314 13673 16384, 6448 13678 16384, 6548 13763 16384, 6587 13933 16384, 6585 14126 16384, 6577 14226 16384, 6567 14277 16384, 6562 14288 16384</inkml:trace>
  <inkml:trace contextRef="#ctx0" brushRef="#br0">7005 13700 16384, 7013 13702 16384, 7054 13728 16384, 7114 13788 16384, 7164 13840 16384, 7204 13882 16384, 7239 13913 16384, 7245 13917 16384</inkml:trace>
  <inkml:trace contextRef="#ctx0" brushRef="#br0">7447 13744 16384, 7442 13744 16384, 7410 13760 16384, 7360 13808 16384, 7281 13889 16384, 7215 13973 16384, 7171 14060 16384, 7158 14131 16384, 7174 14177 16384, 7216 14217 16384, 7276 14246 16384, 7341 14257 16384, 7418 14261 16384, 7496 14254 16384, 7567 14241 16384, 7620 14228 16384</inkml:trace>
  <inkml:trace contextRef="#ctx0" brushRef="#br0">7734 13775 16384, 7732 13775 16384, 7734 13774 16384, 7765 13769 16384, 7834 13757 16384, 7919 13736 16384, 7992 13718 16384, 8059 13705 16384, 8107 13698 16384, 8131 13694 16384</inkml:trace>
  <inkml:trace contextRef="#ctx0" brushRef="#br0">7731 13957 16384, 7745 13954 16384, 7808 13943 16384, 7897 13913 16384, 7990 13877 16384, 8077 13855 16384, 8139 13847 16384, 8167 13843 16384, 8172 13843 16384</inkml:trace>
  <inkml:trace contextRef="#ctx0" brushRef="#br0">7867 13673 16384, 7892 13687 16384, 7949 13734 16384, 7995 13794 16384, 8029 13858 16384, 8049 13919 16384, 8056 13967 16384, 8058 14005 16384, 8048 14030 16384, 8031 14045 16384, 8003 14047 16384</inkml:trace>
  <inkml:trace contextRef="#ctx0" brushRef="#br0">7794 14152 16384, 7788 14159 16384, 7797 14188 16384, 7847 14228 16384, 7910 14256 16384, 7973 14277 16384, 8028 14287 16384, 8076 14288 16384, 8122 14286 16384</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2000 14635 16384, 10251 14635 16384</inkml:trace>
  <inkml:trace contextRef="#ctx0" brushRef="#br0">2000 15363 16384, 10251 15363 16384</inkml:trace>
  <inkml:trace contextRef="#ctx0" brushRef="#br0">2000 16091 16384, 10251 16091 16384</inkml:trace>
  <inkml:trace contextRef="#ctx0" brushRef="#br0">2000 16819 16384, 10251 16819 16384</inkml:trace>
  <inkml:trace contextRef="#ctx0" brushRef="#br0">2000 14635 16384, 2000 16819 16384</inkml:trace>
  <inkml:trace contextRef="#ctx0" brushRef="#br0">3603 14635 16384, 3603 16819 16384</inkml:trace>
  <inkml:trace contextRef="#ctx0" brushRef="#br0">3637 14635 16384, 3637 16819 16384</inkml:trace>
  <inkml:trace contextRef="#ctx0" brushRef="#br0">4301 14635 16384, 4301 16819 16384</inkml:trace>
  <inkml:trace contextRef="#ctx0" brushRef="#br0">6567 14635 16384, 6567 16819 16384</inkml:trace>
  <inkml:trace contextRef="#ctx0" brushRef="#br0">7265 14635 16384, 7265 16819 16384</inkml:trace>
  <inkml:trace contextRef="#ctx0" brushRef="#br0">9553 14635 16384, 9553 16819 16384</inkml:trace>
  <inkml:trace contextRef="#ctx0" brushRef="#br0">10251 14635 16384, 10251 16819 16384</inkml:trace>
  <inkml:trace contextRef="#ctx0" brushRef="#br0">2912 14847 16384, 2917 14837 16384, 2917 14832 16384, 2917 14828 16384, 2912 14822 16384, 2908 14813 16384, 2897 14802 16384, 2882 14791 16384, 2863 14785 16384, 2846 14785 16384, 2824 14787 16384, 2805 14796 16384, 2788 14806 16384, 2766 14824 16384, 2747 14843 16384, 2732 14862 16384, 2721 14884 16384, 2717 14903 16384, 2719 14925 16384, 2725 14949 16384, 2738 14974 16384, 2755 14996 16384, 2772 15022 16384, 2796 15045 16384, 2818 15065 16384, 2841 15082 16384, 2863 15099 16384, 2876 15114 16384, 2891 15129 16384, 2897 15142 16384, 2897 15155 16384, 2893 15166 16384, 2884 15177 16384, 2871 15187 16384, 2856 15196 16384, 2839 15205 16384, 2818 15209 16384, 2794 15211 16384, 2768 15213 16384, 2747 15213 16384, 2723 15211 16384, 2704 15205 16384, 2682 15194 16384, 2673 15185 16384</inkml:trace>
  <inkml:trace contextRef="#ctx0" brushRef="#br0">3796 14849 16384, 4095 14849 16384, 4095 15149 16384, 3796 15149 16384, 3796 14849 16384</inkml:trace>
  <inkml:trace contextRef="#ctx0" brushRef="#br0">5328 14876 16384, 5315 14849 16384, 5316 14829 16384, 5334 14808 16384, 5368 14790 16384, 5415 14785 16384, 5464 14805 16384, 5497 14851 16384, 5500 14907 16384, 5474 14965 16384, 5430 15016 16384, 5390 15045 16384, 5369 15053 16384, 5362 15046 16384, 5364 15036 16384, 5383 15026 16384, 5422 15019 16384, 5473 15024 16384, 5520 15051 16384, 5544 15092 16384, 5542 15128 16384, 5520 15158 16384, 5482 15187 16384, 5435 15207 16384, 5381 15213 16384, 5332 15203 16384, 5312 15189 16384</inkml:trace>
  <inkml:trace contextRef="#ctx0" brushRef="#br0">6760 14849 16384, 7060 14849 16384, 7060 15149 16384, 6760 15149 16384, 6760 14849 16384</inkml:trace>
  <inkml:trace contextRef="#ctx0" brushRef="#br0">8279 14785 16384, 8286 14790 16384, 8301 14800 16384, 8318 14822 16384, 8340 14849 16384, 8365 14888 16384, 8389 14939 16384, 8416 14988 16384, 8436 15039 16384, 8460 15083 16384, 8477 15118 16384, 8489 15147 16384, 8502 15172 16384, 8512 15186 16384, 8519 15201 16384, 8524 15208 16384, 8526 15211 16384</inkml:trace>
  <inkml:trace contextRef="#ctx0" brushRef="#br0">8568 14807 16384, 8548 14812 16384, 8541 14817 16384, 8531 14827 16384, 8516 14844 16384, 8494 14861 16384, 8467 14888 16384, 8433 14920 16384, 8397 14961 16384, 8357 15005 16384, 8321 15052 16384, 8289 15096 16384, 8264 15137 16384, 8250 15169 16384, 8242 15189 16384, 8237 15203 16384, 8237 15211 16384, 8237 15213 16384</inkml:trace>
  <inkml:trace contextRef="#ctx0" brushRef="#br0">9745 14849 16384, 10045 14849 16384, 10045 15149 16384, 9745 15149 16384, 9745 14849 16384</inkml:trace>
  <inkml:trace contextRef="#ctx0" brushRef="#br0">2392 15627 16384, 2392 15607 16384, 2392 15599 16384, 2390 15588 16384, 2386 15572 16384, 2378 15550 16384, 2366 15534 16384, 2354 15521 16384, 2341 15513 16384, 2325 15515 16384, 2311 15523 16384, 2295 15536 16384, 2278 15556 16384, 2264 15580 16384, 2250 15605 16384, 2244 15629 16384, 2246 15648 16384, 2254 15668 16384, 2264 15680 16384, 2276 15690 16384, 2290 15696 16384, 2305 15699 16384, 2323 15699 16384, 2341 15696 16384, 2358 15686 16384, 2372 15672 16384, 2388 15652 16384, 2400 15633 16384, 2407 15611 16384, 2411 15589 16384, 2413 15572 16384, 2413 15558 16384, 2413 15552 16384, 2411 15552 16384, 2409 15554 16384, 2405 15562 16384, 2403 15576 16384, 2400 15595 16384, 2396 15621 16384, 2392 15654 16384, 2388 15698 16384, 2380 15751 16384, 2372 15802 16384, 2364 15847 16384, 2354 15884 16384, 2346 15910 16384, 2337 15927 16384, 2325 15937 16384, 2315 15941 16384, 2299 15941 16384, 2282 15937 16384, 2264 15927 16384, 2244 15918 16384, 2229 15900 16384, 2219 15882 16384, 2211 15863 16384, 2209 15849 16384, 2213 15839 16384, 2223 15831 16384, 2235 15825 16384, 2252 15815 16384, 2276 15806 16384, 2301 15798 16384, 2331 15792 16384, 2362 15790 16384, 2392 15790 16384, 2415 15792 16384, 2437 15794 16384, 2451 15796 16384, 2460 15798 16384, 2470 15800 16384, 2476 15800 16384</inkml:trace>
  <inkml:trace contextRef="#ctx0" brushRef="#br0">2590 15483 16384, 2588 15478 16384, 2586 15478 16384, 2586 15475 16384, 2588 15474 16384, 2591 15474 16384, 2596 15472 16384, 2599 15474 16384, 2602 15475 16384, 2605 15478 16384, 2607 15482 16384, 2607 15485 16384, 2605 15488 16384, 2602 15493 16384, 2597 15496 16384, 2591 15499 16384, 2585 15500 16384, 2579 15500 16384, 2574 15500 16384, 2572 15499 16384, 2572 15496 16384, 2572 15493 16384, 2574 15489 16384, 2579 15485 16384, 2583 15482 16384, 2590 15478 16384, 2596 15475 16384, 2602 15474 16384, 2608 15474 16384, 2613 15474 16384, 2616 15475 16384, 2616 15477 16384, 2615 15480 16384, 2612 15483 16384, 2608 15488 16384, 2602 15493 16384, 2594 15496 16384, 2588 15500 16384, 2582 15502 16384, 2577 15504 16384, 2575 15504 16384, 2575 15502 16384, 2577 15499 16384, 2580 15496 16384, 2583 15491 16384, 2590 15486 16384, 2594 15482 16384, 2601 15477 16384, 2608 15472 16384, 2615 15469 16384, 2619 15467 16384, 2623 15466 16384, 2624 15467 16384, 2624 15471 16384, 2623 15475 16384, 2619 15480 16384, 2615 15483 16384, 2610 15488 16384, 2607 15493 16384, 2602 15496 16384, 2597 15499 16384, 2594 15500 16384, 2591 15500 16384, 2590 15500 16384, 2590 15499 16384, 2590 15497 16384, 2593 15496 16384, 2594 15494 16384, 2599 15491 16384, 2602 15489 16384, 2607 15488 16384, 2610 15486 16384, 2615 15485 16384, 2616 15483 16384, 2618 15483 16384, 2618 15485 16384, 2616 15488 16384, 2613 15491 16384, 2610 15494 16384, 2605 15497 16384, 2602 15500 16384, 2599 15502 16384, 2597 15502 16384, 2596 15502 16384, 2597 15500 16384, 2599 15499 16384, 2601 15496 16384, 2602 15494 16384, 2605 15493 16384, 2607 15493 16384, 2610 15491 16384, 2612 15491 16384, 2613 15493 16384, 2615 15496 16384, 2615 15500 16384, 2613 15504 16384, 2612 15507 16384, 2610 15510 16384, 2607 15511 16384, 2604 15511 16384, 2601 15511 16384, 2597 15511 16384, 2596 15510 16384, 2593 15507 16384, 2593 15505 16384, 2593 15502 16384, 2594 15499 16384, 2596 15496 16384, 2599 15493 16384, 2604 15489 16384, 2608 15486 16384, 2612 15485 16384, 2618 15485 16384, 2623 15485 16384, 2627 15485 16384, 2629 15486 16384, 2631 15488 16384, 2627 15491 16384, 2623 15496 16384, 2618 15500 16384, 2612 15505 16384, 2605 15511 16384, 2599 15516 16384, 2593 15519 16384, 2590 15519 16384, 2590 15516 16384, 2591 15513 16384, 2593 15508 16384, 2596 15504 16384, 2599 15497 16384, 2604 15491 16384, 2608 15483 16384, 2613 15475 16384, 2619 15471 16384, 2624 15467 16384, 2627 15466 16384, 2631 15467 16384, 2631 15471 16384, 2631 15474 16384, 2629 15478 16384, 2626 15483 16384, 2621 15488 16384, 2618 15493 16384, 2613 15496 16384, 2608 15500 16384, 2604 15504 16384, 2599 15507 16384, 2596 15507 16384, 2594 15507 16384, 2593 15505 16384, 2593 15502 16384, 2593 15500 16384, 2594 15497 16384, 2594 15494 16384, 2596 15491 16384, 2597 15486 16384, 2599 15483 16384, 2601 15480 16384, 2601 15478 16384, 2601 15480 16384, 2601 15482 16384, 2602 15485 16384, 2604 15486 16384, 2605 15489 16384, 2608 15491 16384, 2610 15493 16384, 2613 15493 16384, 2615 15494 16384, 2618 15494 16384, 2619 15494 16384, 2623 15496 16384, 2626 15497 16384, 2629 15502 16384, 2631 15510 16384, 2634 15519 16384, 2635 15534 16384, 2635 15549 16384, 2635 15563 16384, 2632 15574 16384, 2631 15582 16384, 2627 15590 16384, 2623 15595 16384, 2619 15600 16384, 2618 15603 16384</inkml:trace>
  <inkml:trace contextRef="#ctx0" brushRef="#br0">2776 15516 16384, 2776 15514 16384, 2776 15513 16384, 2775 15513 16384, 2771 15516 16384, 2769 15519 16384, 2765 15525 16384, 2759 15532 16384, 2754 15543 16384, 2742 15569 16384, 2739 15579 16384, 2736 15590 16384, 2728 15616 16384, 2718 15659 16384, 2714 15690 16384, 2712 15726 16384, 2714 15778 16384, 2718 15813 16384, 2724 15847 16384, 2737 15885 16384, 2744 15907 16384, 2752 15923 16384, 2762 15936 16384, 2766 15941 16384</inkml:trace>
  <inkml:trace contextRef="#ctx0" brushRef="#br0">3172 15575 16384, 3176 15565 16384, 3176 15560 16384, 3176 15556 16384, 3172 15549 16384, 3168 15541 16384, 3157 15530 16384, 3142 15519 16384, 3123 15513 16384, 3105 15513 16384, 3084 15515 16384, 3065 15524 16384, 3047 15534 16384, 3026 15552 16384, 3006 15571 16384, 2991 15590 16384, 2981 15612 16384, 2976 15631 16384, 2978 15653 16384, 2985 15676 16384, 2998 15702 16384, 3015 15724 16384, 3032 15750 16384, 3056 15773 16384, 3077 15793 16384, 3101 15810 16384, 3123 15827 16384, 3136 15842 16384, 3151 15857 16384, 3157 15870 16384, 3157 15883 16384, 3153 15894 16384, 3144 15904 16384, 3131 15915 16384, 3116 15924 16384, 3099 15932 16384, 3077 15937 16384, 3054 15939 16384, 3028 15941 16384, 3006 15941 16384, 2983 15939 16384, 2963 15932 16384, 2942 15922 16384, 2933 15913 16384</inkml:trace>
  <inkml:trace contextRef="#ctx0" brushRef="#br0">3354 15513 16384, 3356 15513 16384, 3356 15514 16384, 3357 15514 16384, 3359 15516 16384, 3368 15527 16384, 3374 15540 16384, 3380 15562 16384, 3385 15588 16384, 3390 15615 16384, 3397 15664 16384, 3399 15681 16384, 3400 15698 16384, 3402 15730 16384, 3402 15779 16384, 3400 15807 16384, 3396 15834 16384, 3391 15860 16384, 3387 15880 16384, 3380 15906 16384, 3374 15920 16384, 3368 15930 16384, 3365 15933 16384, 3356 15941 16384</inkml:trace>
  <inkml:trace contextRef="#ctx0" brushRef="#br0">3831 15723 16384, 3828 15723 16384, 3829 15723 16384, 3832 15723 16384, 3836 15722 16384, 3841 15722 16384, 3845 15721 16384, 3852 15721 16384, 3861 15721 16384, 3872 15720 16384, 3884 15720 16384, 3896 15719 16384, 3910 15719 16384, 3924 15718 16384, 3937 15718 16384, 3951 15719 16384, 3966 15720 16384, 3979 15721 16384, 3994 15722 16384, 4008 15723 16384, 4020 15724 16384, 4032 15724 16384, 4042 15724 16384, 4049 15724 16384, 4054 15725 16384, 4058 15725 16384, 4061 15725 16384, 4062 15725 16384, 4063 15723 16384</inkml:trace>
  <inkml:trace contextRef="#ctx0" brushRef="#br0">3950 15625 16384, 3950 15626 16384, 3949 15626 16384, 3949 15628 16384, 3949 15631 16384, 3949 15636 16384, 3950 15642 16384, 3951 15651 16384, 3951 15662 16384, 3951 15674 16384, 3952 15689 16384, 3951 15705 16384, 3951 15720 16384, 3949 15736 16384, 3947 15753 16384, 3947 15767 16384, 3947 15780 16384, 3947 15793 16384, 3947 15803 16384, 3947 15812 16384, 3947 15819 16384, 3948 15824 16384, 3949 15828 16384, 3950 15829 16384</inkml:trace>
  <inkml:trace contextRef="#ctx0" brushRef="#br0">5410 15524 16384, 5406 15516 16384, 5399 15516 16384, 5386 15531 16384, 5365 15566 16384, 5341 15627 16384, 5326 15712 16384, 5321 15813 16384, 5335 15878 16384, 5364 15918 16384, 5404 15939 16384, 5441 15941 16384, 5479 15917 16384, 5510 15868 16384, 5529 15795 16384, 5534 15715 16384, 5520 15659 16384, 5493 15618 16384, 5460 15584 16384, 5425 15543 16384, 5401 15515 16384, 5391 15513 16384, 5390 15529 16384</inkml:trace>
  <inkml:trace contextRef="#ctx0" brushRef="#br0">6806 15725 16384, 6805 15725 16384, 6804 15726 16384, 6803 15726 16384, 6804 15727 16384, 6808 15730 16384, 6814 15731 16384, 6822 15732 16384, 6833 15732 16384, 6847 15730 16384, 6863 15727 16384, 6883 15724 16384, 6901 15722 16384, 6919 15722 16384, 6937 15722 16384, 6951 15722 16384, 6964 15723 16384, 6977 15724 16384, 6987 15725 16384, 6996 15726 16384, 7004 15726 16384, 7013 15725 16384, 7017 15724 16384</inkml:trace>
  <inkml:trace contextRef="#ctx0" brushRef="#br0">8385 15524 16384, 8381 15516 16384, 8373 15516 16384, 8361 15531 16384, 8340 15566 16384, 8316 15627 16384, 8301 15712 16384, 8296 15813 16384, 8310 15878 16384, 8339 15918 16384, 8379 15939 16384, 8416 15941 16384, 8454 15917 16384, 8485 15868 16384, 8504 15795 16384, 8509 15715 16384, 8495 15659 16384, 8468 15618 16384, 8435 15584 16384, 8400 15543 16384, 8376 15515 16384, 8366 15513 16384, 8365 15529 16384</inkml:trace>
  <inkml:trace contextRef="#ctx0" brushRef="#br0">9781 15723 16384, 9778 15723 16384, 9779 15723 16384, 9782 15723 16384, 9786 15722 16384, 9790 15722 16384, 9795 15721 16384, 9802 15721 16384, 9811 15721 16384, 9822 15720 16384, 9834 15720 16384, 9846 15719 16384, 9860 15719 16384, 9874 15718 16384, 9887 15718 16384, 9901 15719 16384, 9916 15720 16384, 9929 15721 16384, 9944 15722 16384, 9958 15723 16384, 9970 15724 16384, 9982 15724 16384, 9992 15724 16384, 9999 15724 16384, 10004 15725 16384, 10008 15725 16384, 10011 15725 16384, 10012 15725 16384, 10013 15723 16384</inkml:trace>
  <inkml:trace contextRef="#ctx0" brushRef="#br0">9900 15625 16384, 9900 15626 16384, 9899 15626 16384, 9899 15628 16384, 9899 15631 16384, 9899 15636 16384, 9900 15642 16384, 9901 15651 16384, 9901 15662 16384, 9901 15674 16384, 9902 15689 16384, 9901 15705 16384, 9901 15720 16384, 9899 15736 16384, 9897 15753 16384, 9897 15767 16384, 9897 15780 16384, 9897 15793 16384, 9897 15803 16384, 9897 15812 16384, 9897 15819 16384, 9898 15824 16384, 9899 15828 16384, 9900 15829 16384</inkml:trace>
  <inkml:trace contextRef="#ctx0" brushRef="#br0">2431 16355 16384, 2431 16335 16384, 2431 16327 16384, 2429 16315 16384, 2425 16300 16384, 2417 16278 16384, 2405 16262 16384, 2394 16249 16384, 2380 16241 16384, 2364 16243 16384, 2350 16251 16384, 2335 16264 16384, 2317 16284 16384, 2303 16308 16384, 2290 16333 16384, 2284 16357 16384, 2286 16376 16384, 2293 16396 16384, 2303 16408 16384, 2315 16418 16384, 2329 16423 16384, 2345 16427 16384, 2362 16427 16384, 2380 16423 16384, 2398 16414 16384, 2411 16400 16384, 2427 16380 16384, 2439 16361 16384, 2447 16339 16384, 2451 16317 16384, 2453 16300 16384, 2453 16286 16384, 2453 16280 16384, 2451 16280 16384, 2449 16282 16384, 2445 16290 16384, 2443 16304 16384, 2439 16323 16384, 2435 16349 16384, 2431 16382 16384, 2427 16425 16384, 2419 16478 16384, 2411 16530 16384, 2403 16575 16384, 2394 16612 16384, 2386 16638 16384, 2376 16655 16384, 2364 16665 16384, 2354 16669 16384, 2339 16669 16384, 2321 16665 16384, 2303 16655 16384, 2284 16645 16384, 2268 16628 16384, 2258 16610 16384, 2250 16590 16384, 2248 16577 16384, 2252 16567 16384, 2262 16559 16384, 2274 16553 16384, 2291 16543 16384, 2315 16533 16384, 2341 16526 16384, 2370 16520 16384, 2401 16518 16384, 2431 16518 16384, 2455 16520 16384, 2476 16522 16384, 2490 16524 16384, 2500 16526 16384, 2510 16528 16384, 2515 16528 16384</inkml:trace>
  <inkml:trace contextRef="#ctx0" brushRef="#br0">2737 16243 16384, 2737 16242 16384, 2737 16241 16384, 2736 16241 16384, 2732 16243 16384, 2729 16247 16384, 2725 16253 16384, 2720 16260 16384, 2715 16271 16384, 2703 16297 16384, 2699 16307 16384, 2697 16318 16384, 2689 16344 16384, 2678 16387 16384, 2674 16418 16384, 2673 16454 16384, 2674 16506 16384, 2678 16541 16384, 2685 16575 16384, 2698 16613 16384, 2704 16635 16384, 2712 16651 16384, 2723 16664 16384, 2727 16669 16384</inkml:trace>
  <inkml:trace contextRef="#ctx0" brushRef="#br0">3133 16303 16384, 3137 16292 16384, 3137 16288 16384, 3137 16284 16384, 3133 16277 16384, 3129 16269 16384, 3118 16258 16384, 3103 16247 16384, 3083 16241 16384, 3066 16241 16384, 3045 16243 16384, 3025 16252 16384, 3008 16262 16384, 2987 16280 16384, 2967 16299 16384, 2952 16318 16384, 2941 16340 16384, 2937 16359 16384, 2939 16381 16384, 2946 16404 16384, 2959 16430 16384, 2976 16452 16384, 2993 16477 16384, 3017 16501 16384, 3038 16521 16384, 3062 16538 16384, 3083 16555 16384, 3096 16570 16384, 3111 16585 16384, 3118 16598 16384, 3118 16611 16384, 3113 16622 16384, 3105 16632 16384, 3092 16643 16384, 3077 16652 16384, 3060 16660 16384, 3038 16665 16384, 3014 16667 16384, 2989 16669 16384, 2967 16669 16384, 2943 16667 16384, 2924 16660 16384, 2903 16650 16384, 2894 16641 16384</inkml:trace>
  <inkml:trace contextRef="#ctx0" brushRef="#br0">3315 16241 16384, 3317 16241 16384, 3317 16242 16384, 3318 16242 16384, 3320 16244 16384, 3329 16255 16384, 3335 16268 16384, 3341 16290 16384, 3346 16316 16384, 3350 16343 16384, 3358 16392 16384, 3359 16409 16384, 3361 16426 16384, 3363 16458 16384, 3363 16507 16384, 3361 16534 16384, 3356 16562 16384, 3352 16588 16384, 3347 16608 16384, 3341 16634 16384, 3335 16648 16384, 3329 16658 16384, 3326 16661 16384, 3317 16669 16384</inkml:trace>
  <inkml:trace contextRef="#ctx0" brushRef="#br0">3796 16305 16384, 4095 16305 16384, 4095 16605 16384, 3796 16605 16384, 3796 16305 16384</inkml:trace>
  <inkml:trace contextRef="#ctx0" brushRef="#br0">4432 16312 16384, 4430 16312 16384, 4432 16311 16384, 4453 16308 16384, 4501 16299 16384, 4560 16284 16384, 4612 16272 16384, 4658 16263 16384, 4691 16258 16384, 4709 16255 16384</inkml:trace>
  <inkml:trace contextRef="#ctx0" brushRef="#br0">4429 16439 16384, 4440 16436 16384, 4483 16428 16384, 4545 16408 16384, 4610 16383 16384, 4671 16368 16384, 4714 16362 16384, 4733 16359 16384, 4737 16359 16384</inkml:trace>
  <inkml:trace contextRef="#ctx0" brushRef="#br0">4524 16241 16384, 4542 16250 16384, 4582 16283 16384, 4613 16325 16384, 4637 16369 16384, 4651 16412 16384, 4656 16445 16384, 4657 16472 16384, 4650 16489 16384, 4638 16499 16384, 4619 16501 16384</inkml:trace>
  <inkml:trace contextRef="#ctx0" brushRef="#br0">4474 16574 16384, 4470 16579 16384, 4476 16600 16384, 4511 16627 16384, 4554 16647 16384, 4598 16661 16384, 4637 16668 16384, 4670 16669 16384, 4702 16667 16384</inkml:trace>
  <inkml:trace contextRef="#ctx0" brushRef="#br0">4899 16522 16384, 4899 16521 16384, 4900 16517 16384, 4901 16517 16384, 4909 16515 16384, 4919 16513 16384, 4931 16511 16384, 4943 16508 16384, 4954 16507 16384, 4964 16506 16384, 4976 16503 16384, 4988 16500 16384, 4995 16499 16384, 5003 16497 16384, 5008 16497 16384, 5011 16495 16384</inkml:trace>
  <inkml:trace contextRef="#ctx0" brushRef="#br0">4883 16433 16384, 4885 16436 16384, 4887 16443 16384, 4892 16452 16384, 4896 16464 16384, 4900 16481 16384, 4901 16500 16384, 4903 16522 16384, 4903 16544 16384, 4901 16566 16384, 4900 16587 16384, 4896 16605 16384, 4891 16620 16384, 4886 16633 16384, 4879 16643 16384, 4874 16651 16384, 4869 16659 16384, 4860 16665 16384, 4851 16668 16384, 4842 16669 16384, 4836 16668 16384, 4827 16663 16384, 4820 16655 16384, 4816 16645 16384, 4814 16636 16384, 4814 16627 16384, 4816 16620 16384, 4822 16615 16384, 4829 16611 16384, 4840 16609 16384, 4851 16606 16384, 4865 16605 16384, 4881 16605 16384, 4899 16605 16384, 4917 16606 16384, 4932 16609 16384, 4945 16611 16384, 4959 16615 16384, 4968 16619 16384, 4977 16624 16384, 4985 16628 16384, 4989 16630 16384, 4991 16633 16384, 4993 16634 16384, 4993 16636 16384</inkml:trace>
  <inkml:trace contextRef="#ctx0" brushRef="#br0">5295 16241 16384, 5289 16241 16384, 5282 16248 16384, 5256 16283 16384, 5210 16333 16384, 5168 16377 16384, 5137 16411 16384, 5116 16434 16384, 5099 16453 16384, 5089 16463 16384, 5088 16466 16384, 5091 16471 16384, 5104 16482 16384, 5130 16501 16384, 5168 16528 16384, 5218 16567 16384, 5269 16604 16384, 5306 16631 16384, 5334 16652 16384, 5350 16664 16384, 5356 16669 16384</inkml:trace>
  <inkml:trace contextRef="#ctx0" brushRef="#br0">5433 16335 16384, 5433 16334 16384, 5442 16327 16384, 5452 16323 16384, 5467 16320 16384, 5486 16315 16384, 5504 16310 16384, 5536 16303 16384, 5555 16301 16384, 5575 16298 16384, 5590 16296 16384, 5604 16295 16384, 5614 16295 16384, 5619 16295 16384</inkml:trace>
  <inkml:trace contextRef="#ctx0" brushRef="#br0">5543 16241 16384, 5541 16241 16384, 5538 16241 16384, 5536 16244 16384, 5535 16254 16384, 5531 16266 16384, 5528 16283 16384, 5521 16307 16384, 5513 16337 16384, 5508 16355 16384, 5504 16376 16384, 5496 16421 16384, 5482 16490 16384, 5476 16536 16384, 5474 16570 16384, 5472 16613 16384, 5474 16634 16384, 5476 16650 16384, 5477 16656 16384, 5479 16664 16384, 5484 16667 16384, 5487 16669 16384</inkml:trace>
  <inkml:trace contextRef="#ctx0" brushRef="#br0">5573 16448 16384, 5578 16438 16384, 5587 16431 16384, 5609 16425 16384, 5617 16421 16384, 5634 16418 16384, 5644 16416 16384, 5664 16418 16384, 5680 16421 16384, 5691 16425 16384, 5701 16430 16384, 5712 16435 16384, 5718 16438 16384, 5722 16443 16384, 5722 16448 16384</inkml:trace>
  <inkml:trace contextRef="#ctx0" brushRef="#br0">5602 16546 16384, 5592 16554 16384, 5587 16566 16384, 5592 16576 16384, 5602 16585 16384, 5614 16593 16384, 5624 16602 16384, 5637 16613 16384, 5653 16625 16384, 5666 16634 16384, 5683 16642 16384, 5698 16645 16384, 5715 16647 16384, 5730 16642 16384, 5749 16634 16384</inkml:trace>
  <inkml:trace contextRef="#ctx0" brushRef="#br0">5784 16268 16384, 5782 16273 16384, 5787 16286 16384, 5791 16301 16384, 5794 16313 16384, 5794 16318 16384, 5798 16332 16384, 5801 16340 16384, 5804 16344 16384, 5808 16344 16384</inkml:trace>
  <inkml:trace contextRef="#ctx0" brushRef="#br0">5835 16268 16384, 5836 16268 16384, 5838 16273 16384, 5841 16281 16384, 5845 16298 16384, 5848 16318 16384, 5852 16335 16384, 5857 16345 16384</inkml:trace>
  <inkml:trace contextRef="#ctx0" brushRef="#br0">5938 16247 16384, 5936 16247 16384, 5934 16248 16384, 5934 16272 16384, 5938 16335 16384, 5946 16434 16384, 5959 16538 16384, 5977 16613 16384, 6000 16651 16384, 6020 16663 16384, 6037 16660 16384, 6057 16634 16384, 6080 16582 16384, 6110 16538 16384</inkml:trace>
  <inkml:trace contextRef="#ctx0" brushRef="#br0">6253 16341 16384, 6260 16345 16384, 6289 16367 16384, 6320 16405 16384, 6342 16450 16384, 6354 16487 16384, 6359 16512 16384, 6360 16522 16384, 6362 16522 16384</inkml:trace>
  <inkml:trace contextRef="#ctx0" brushRef="#br0">6760 16305 16384, 7060 16305 16384, 7060 16605 16384, 6760 16605 16384, 6760 16305 16384</inkml:trace>
  <inkml:trace contextRef="#ctx0" brushRef="#br0">7396 16312 16384, 7395 16312 16384, 7396 16311 16384, 7418 16308 16384, 7466 16299 16384, 7525 16284 16384, 7576 16272 16384, 7622 16263 16384, 7656 16258 16384, 7673 16255 16384</inkml:trace>
  <inkml:trace contextRef="#ctx0" brushRef="#br0">7394 16439 16384, 7404 16436 16384, 7448 16428 16384, 7509 16408 16384, 7574 16383 16384, 7635 16368 16384, 7678 16362 16384, 7698 16359 16384, 7701 16359 16384</inkml:trace>
  <inkml:trace contextRef="#ctx0" brushRef="#br0">7489 16241 16384, 7506 16250 16384, 7546 16283 16384, 7578 16325 16384, 7602 16369 16384, 7616 16412 16384, 7621 16445 16384, 7622 16472 16384, 7615 16489 16384, 7603 16499 16384, 7584 16501 16384</inkml:trace>
  <inkml:trace contextRef="#ctx0" brushRef="#br0">7438 16574 16384, 7434 16579 16384, 7440 16600 16384, 7475 16627 16384, 7519 16647 16384, 7562 16661 16384, 7601 16668 16384, 7634 16669 16384, 7666 16667 16384</inkml:trace>
  <inkml:trace contextRef="#ctx0" brushRef="#br0">7863 16522 16384, 7863 16521 16384, 7864 16517 16384, 7866 16517 16384, 7873 16515 16384, 7884 16513 16384, 7895 16511 16384, 7907 16508 16384, 7919 16507 16384, 7929 16506 16384, 7940 16503 16384, 7952 16500 16384, 7960 16499 16384, 7967 16497 16384, 7973 16497 16384, 7975 16495 16384</inkml:trace>
  <inkml:trace contextRef="#ctx0" brushRef="#br0">7848 16433 16384, 7849 16436 16384, 7852 16443 16384, 7857 16452 16384, 7861 16464 16384, 7864 16481 16384, 7866 16500 16384, 7867 16522 16384, 7867 16544 16384, 7866 16566 16384, 7864 16587 16384, 7861 16605 16384, 7855 16620 16384, 7850 16633 16384, 7844 16643 16384, 7839 16651 16384, 7834 16659 16384, 7825 16665 16384, 7816 16668 16384, 7807 16669 16384, 7800 16668 16384, 7791 16663 16384, 7785 16655 16384, 7781 16645 16384, 7778 16636 16384, 7778 16627 16384, 7781 16620 16384, 7786 16615 16384, 7794 16611 16384, 7804 16609 16384, 7816 16606 16384, 7830 16605 16384, 7845 16605 16384, 7863 16605 16384, 7881 16606 16384, 7897 16609 16384, 7910 16611 16384, 7924 16615 16384, 7933 16619 16384, 7942 16624 16384, 7949 16628 16384, 7953 16630 16384, 7956 16633 16384, 7957 16634 16384, 7957 16636 16384</inkml:trace>
  <inkml:trace contextRef="#ctx0" brushRef="#br0">8259 16241 16384, 8254 16241 16384, 8246 16248 16384, 8220 16283 16384, 8174 16333 16384, 8132 16377 16384, 8101 16411 16384, 8080 16434 16384, 8064 16453 16384, 8054 16463 16384, 8052 16466 16384, 8056 16471 16384, 8069 16482 16384, 8094 16501 16384, 8132 16528 16384, 8182 16567 16384, 8233 16604 16384, 8271 16631 16384, 8299 16652 16384, 8314 16664 16384, 8321 16669 16384</inkml:trace>
  <inkml:trace contextRef="#ctx0" brushRef="#br0">8427 16242 16384, 8425 16241 16384, 8420 16241 16384, 8417 16252 16384, 8413 16294 16384, 8404 16357 16384, 8398 16441 16384, 8400 16541 16384, 8417 16606 16384, 8448 16646 16384, 8493 16667 16384, 8537 16669 16384, 8581 16651 16384, 8631 16619 16384, 8676 16586 16384, 8710 16555 16384, 8716 16549 16384</inkml:trace>
  <inkml:trace contextRef="#ctx0" brushRef="#br0">8878 16522 16384, 8878 16521 16384, 8879 16517 16384, 8880 16517 16384, 8888 16515 16384, 8898 16513 16384, 8910 16511 16384, 8921 16508 16384, 8933 16507 16384, 8943 16506 16384, 8955 16503 16384, 8967 16500 16384, 8974 16499 16384, 8982 16497 16384, 8987 16497 16384, 8990 16495 16384</inkml:trace>
  <inkml:trace contextRef="#ctx0" brushRef="#br0">8862 16433 16384, 8864 16436 16384, 8866 16443 16384, 8871 16452 16384, 8875 16464 16384, 8879 16481 16384, 8880 16500 16384, 8882 16522 16384, 8882 16544 16384, 8880 16566 16384, 8879 16587 16384, 8875 16605 16384, 8870 16620 16384, 8865 16633 16384, 8858 16643 16384, 8853 16651 16384, 8848 16659 16384, 8839 16665 16384, 8830 16668 16384, 8821 16669 16384, 8815 16668 16384, 8806 16663 16384, 8799 16655 16384, 8795 16645 16384, 8793 16636 16384, 8793 16627 16384, 8795 16620 16384, 8801 16615 16384, 8808 16611 16384, 8819 16609 16384, 8830 16606 16384, 8844 16605 16384, 8860 16605 16384, 8878 16605 16384, 8896 16606 16384, 8911 16609 16384, 8924 16611 16384, 8938 16615 16384, 8947 16619 16384, 8956 16624 16384, 8964 16628 16384, 8968 16630 16384, 8970 16633 16384, 8972 16634 16384, 8972 16636 16384</inkml:trace>
  <inkml:trace contextRef="#ctx0" brushRef="#br0">9159 16241 16384, 9172 16247 16384, 9207 16256 16384, 9241 16265 16384, 9265 16275 16384, 9275 16286 16384</inkml:trace>
  <inkml:trace contextRef="#ctx0" brushRef="#br0">9072 16448 16384, 9067 16448 16384, 9071 16445 16384, 9097 16428 16384, 9143 16400 16384, 9194 16374 16384, 9244 16360 16384, 9290 16362 16384, 9324 16384 16384, 9344 16428 16384, 9347 16496 16384, 9336 16553 16384, 9309 16598 16384, 9278 16638 16384, 9253 16662 16384, 9242 16669 16384</inkml:trace>
  <inkml:trace contextRef="#ctx0" brushRef="#br0">9745 16305 16384, 10045 16305 16384, 10045 16605 16384, 9745 16605 16384, 9745 16305 16384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2110 17306 16384, 2110 17313 16384, 2124 17334 16384, 2130 17354 16384, 2130 17361 16384, 2130 17375 16384, 2124 17388 16384, 2110 17402 16384, 2089 17409 16384, 2075 17409 16384, 2055 17409 16384, 2034 17409 16384, 2021 17402 16384, 2014 17388 16384, 2014 17375 16384, 2014 17340 16384, 2027 17320 16384, 2041 17299 16384, 2062 17285 16384, 2082 17279 16384, 2096 17272 16384, 2117 17272 16384, 2137 17272 16384, 2144 17272 16384, 2158 17285 16384, 2165 17292 16384, 2165 17313 16384, 2158 17320 16384, 2144 17334 16384, 2130 17347 16384, 2110 17354 16384, 2082 17368 16384, 2055 17375 16384, 2027 17375 16384, 2007 17368 16384, 2000 17361 16384, 2000 17347 16384, 2000 17334 16384, 2014 17320 16384, 2021 17313 16384, 2034 17299 16384, 2062 17292 16384, 2082 17285 16384, 2096 17285 16384, 2117 17285 16384, 2130 17285 16384, 2144 17306 16384, 2151 17327 16384, 2151 17340 16384, 2151 17354 16384, 2144 17368 16384, 2130 17382 16384, 2124 17388 16384, 2117 17388 16384, 2110 17388 16384, 2103 17382 16384, 2103 17375 16384, 2103 17361 16384, 2103 17354 16384, 2103 17347 16384, 2110 17334 16384, 2117 17327 16384, 2124 17320 16384, 2130 17320 16384, 2130 17327 16384, 2124 17340 16384, 2124 17347 16384, 2117 17347 16384, 2110 17354 16384, 2103 17361 16384, 2096 17361 16384, 2089 17361 16384, 2089 17354 16384, 2096 17340 16384, 2110 17327 16384, 2117 17320 16384, 2124 17313 16384, 2117 17327 16384, 2096 17340 16384, 2075 17354 16384, 2055 17361 16384, 2034 17375 16384, 2027 17375 16384, 2034 17368 16384, 2055 17354 16384, 2062 17347 16384, 2082 17334 16384, 2096 17320 16384, 2124 17299 16384, 2130 17285 16384, 2130 17279 16384, 2124 17279 16384, 2110 17292 16384, 2096 17306 16384, 2082 17320 16384, 2075 17334 16384, 2069 17340 16384</inkml:trace>
  <inkml:trace contextRef="#ctx0" brushRef="#br0">2613 17107 16384, 2611 17107 16384, 2608 17112 16384, 2608 17115 16384, 2605 17125 16384, 2603 17141 16384, 2595 17157 16384, 2582 17178 16384, 2566 17202 16384, 2550 17228 16384, 2526 17257 16384, 2505 17286 16384, 2487 17307 16384, 2468 17328 16384, 2452 17347 16384, 2447 17355 16384, 2439 17365 16384</inkml:trace>
  <inkml:trace contextRef="#ctx0" brushRef="#br0">2566 17123 16384, 2568 17115 16384, 2571 17112 16384, 2576 17112 16384, 2587 17109 16384, 2605 17109 16384, 2624 17109 16384, 2642 17109 16384, 2666 17112 16384, 2687 17115 16384, 2711 17120 16384, 2735 17128 16384, 2761 17133 16384, 2782 17141 16384, 2801 17149 16384, 2814 17157 16384, 2824 17165 16384, 2830 17173 16384, 2830 17183 16384, 2827 17199 16384, 2819 17218 16384, 2809 17241 16384, 2793 17270 16384, 2774 17305 16384, 2751 17347 16384, 2727 17392 16384, 2698 17442 16384, 2674 17487 16384, 2656 17521 16384, 2637 17550 16384, 2627 17571 16384, 2621 17584 16384, 2616 17598 16384, 2611 17608 16384, 2608 17611 16384</inkml:trace>
  <inkml:trace contextRef="#ctx0" brushRef="#br0">2875 17083 16384, 2875 17080 16384, 2875 17078 16384, 2877 17083 16384, 2880 17091 16384, 2885 17099 16384, 2888 17109 16384, 2890 17123 16384, 2893 17136 16384, 2893 17149 16384, 2896 17160 16384, 2898 17168 16384, 2898 17173 16384, 2901 17175 16384, 2904 17175 16384, 2906 17175 16384</inkml:trace>
  <inkml:trace contextRef="#ctx0" brushRef="#br0">2922 17070 16384, 2927 17072 16384, 2935 17078 16384, 2946 17086 16384, 2959 17099 16384, 2964 17109 16384, 2970 17123 16384, 2975 17136 16384, 2980 17144 16384, 2983 17154 16384, 2985 17162 16384, 2988 17168 16384, 2988 17170 16384</inkml:trace>
  <inkml:trace contextRef="#ctx0" brushRef="#br0">3129 17072 16384, 3117 17066 16384, 3126 17066 16384, 3141 17066 16384, 3162 17069 16384, 3191 17072 16384, 3224 17072 16384, 3263 17072 16384, 3302 17072 16384, 3338 17072 16384, 3373 17072 16384, 3406 17072 16384, 3430 17072 16384, 3439 17072 16384</inkml:trace>
  <inkml:trace contextRef="#ctx0" brushRef="#br0">3093 17206 16384, 3090 17206 16384, 3087 17206 16384, 3093 17206 16384, 3111 17206 16384, 3138 17206 16384, 3176 17206 16384, 3218 17200 16384, 3260 17197 16384, 3302 17194 16384, 3349 17194 16384, 3391 17191 16384, 3430 17191 16384, 3463 17197 16384, 3481 17206 16384, 3493 17218 16384, 3502 17236 16384, 3499 17257 16384, 3487 17290 16384, 3466 17331 16384, 3448 17373 16384, 3421 17424 16384, 3391 17475 16384, 3367 17513 16384, 3341 17546 16384, 3323 17573 16384, 3308 17591 16384, 3290 17606 16384, 3278 17615 16384</inkml:trace>
  <inkml:trace contextRef="#ctx0" brushRef="#br0">3621 17106 16384, 3600 17106 16384, 3604 17106 16384, 3625 17110 16384, 3657 17110 16384, 3693 17110 16384, 3742 17106 16384, 3794 17094 16384, 3859 17082 16384, 3915 17074 16384, 3976 17066 16384, 4032 17066 16384, 4073 17078 16384, 4109 17094 16384, 4129 17122 16384, 4133 17151 16384, 4133 17191 16384, 4121 17239 16384, 4097 17284 16384, 4065 17336 16384, 4028 17389 16384, 3988 17437 16384, 3948 17486 16384, 3911 17530 16384, 3879 17562 16384, 3859 17583 16384, 3839 17603 16384, 3822 17611 16384, 3814 17615 16384</inkml:trace>
  <inkml:trace contextRef="#ctx0" brushRef="#br0">4515 17102 16384, 4520 17111 16384, 4530 17175 16384, 4523 17291 16384, 4486 17394 16384, 4429 17491 16384, 4375 17548 16384, 4334 17558 16384, 4295 17540 16384, 4258 17483 16384, 4232 17381 16384, 4248 17245 16384, 4324 17151 16384, 4417 17102 16384, 4533 17066 16384, 4653 17070 16384, 4742 17146 16384, 4777 17298 16384, 4775 17470 16384, 4768 17559 16384, 4759 17605 16384, 4755 17615 16384</inkml:trace>
  <inkml:trace contextRef="#ctx0" brushRef="#br0">5154 17256 16384, 5152 17258 16384, 5150 17260 16384, 5158 17260 16384, 5172 17260 16384, 5191 17256 16384, 5221 17250 16384, 5254 17244 16384, 5287 17240 16384, 5326 17238 16384, 5368 17238 16384, 5403 17238 16384, 5436 17242 16384, 5464 17248 16384, 5487 17258 16384, 5505 17274 16384, 5519 17295 16384, 5524 17325 16384, 5524 17360 16384, 5522 17399 16384, 5517 17438 16384, 5507 17478 16384, 5497 17513 16384, 5489 17536 16384, 5483 17556 16384, 5477 17570 16384, 5473 17578 16384, 5468 17582 16384, 5462 17582 16384, 5456 17576 16384, 5450 17564 16384, 5446 17546 16384, 5440 17523 16384, 5436 17507 16384</inkml:trace>
  <inkml:trace contextRef="#ctx0" brushRef="#br0">5417 17099 16384, 5415 17101 16384, 5411 17103 16384, 5411 17111 16384, 5409 17121 16384, 5403 17140 16384, 5391 17172 16384, 5375 17234 16384, 5368 17264 16384, 5352 17334 16384, 5334 17405 16384, 5321 17466 16384, 5311 17511 16384, 5307 17527 16384, 5301 17550 16384, 5295 17568 16384, 5293 17572 16384</inkml:trace>
  <inkml:trace contextRef="#ctx0" brushRef="#br0">5520 17176 16384, 5519 17176 16384, 5511 17174 16384, 5511 17172 16384, 5513 17174 16384, 5519 17176 16384, 5524 17184 16384, 5540 17211 16384, 5552 17246 16384, 5560 17270 16384, 5569 17317 16384, 5571 17342 16384, 5577 17391 16384, 5581 17413 16384, 5585 17423 16384, 5593 17438 16384, 5599 17446 16384, 5603 17450 16384</inkml:trace>
  <inkml:trace contextRef="#ctx0" brushRef="#br0">5607 17209 16384, 5607 17213 16384, 5607 17215 16384, 5611 17223 16384, 5617 17236 16384, 5624 17250 16384, 5630 17266 16384, 5636 17280 16384, 5640 17291 16384, 5642 17299 16384, 5642 17305 16384, 5642 17307 16384, 5644 17309 16384</inkml:trace>
  <inkml:trace contextRef="#ctx0" brushRef="#br0">5679 17227 16384, 5679 17234 16384, 5681 17244 16384, 5685 17258 16384, 5689 17276 16384, 5693 17291 16384, 5695 17299 16384, 5699 17303 16384</inkml:trace>
  <inkml:trace contextRef="#ctx0" brushRef="#br0">5803 17074 16384, 5800 17074 16384, 5798 17075 16384, 5798 17105 16384, 5803 17187 16384, 5813 17313 16384, 5830 17446 16384, 5853 17543 16384, 5882 17592 16384, 5909 17607 16384, 5931 17603 16384, 5956 17570 16384, 5985 17503 16384, 6024 17446 16384</inkml:trace>
  <inkml:trace contextRef="#ctx0" brushRef="#br0">6207 17194 16384, 6216 17200 16384, 6254 17227 16384, 6293 17276 16384, 6322 17334 16384, 6337 17381 16384, 6343 17413 16384, 6344 17427 16384, 6347 17427 16384</inkml:trace>
  <inkml:trace contextRef="#ctx0" brushRef="#br0">6497 17069 16384, 6497 17066 16384, 6496 17082 16384, 6483 17134 16384, 6457 17235 16384, 6445 17356 16384, 6450 17479 16384, 6471 17562 16384, 6499 17598 16384, 6526 17615 16384, 6552 17609 16384, 6558 17602 16384</inkml:trace>
  <inkml:trace contextRef="#ctx0" brushRef="#br0">6639 17221 16384, 6643 17221 16384, 6681 17223 16384, 6755 17217 16384, 6831 17209 16384, 6899 17210 16384, 6951 17218 16384, 6975 17225 16384, 6980 17229 16384</inkml:trace>
  <inkml:trace contextRef="#ctx0" brushRef="#br0">6842 17082 16384, 6857 17098 16384, 6883 17163 16384, 6889 17275 16384, 6867 17400 16384, 6839 17498 16384, 6817 17546 16384, 6808 17569 16384</inkml:trace>
  <inkml:trace contextRef="#ctx0" brushRef="#br0">7084 17074 16384, 7081 17074 16384, 7079 17075 16384, 7079 17105 16384, 7084 17187 16384, 7094 17313 16384, 7111 17446 16384, 7134 17543 16384, 7163 17592 16384, 7190 17607 16384, 7212 17603 16384, 7237 17570 16384, 7266 17503 16384, 7305 17446 16384</inkml:trace>
  <inkml:trace contextRef="#ctx0" brushRef="#br0">7488 17194 16384, 7497 17200 16384, 7535 17227 16384, 7574 17276 16384, 7603 17334 16384, 7618 17381 16384, 7623 17413 16384, 7625 17427 16384, 7628 17427 16384</inkml:trace>
  <inkml:trace contextRef="#ctx0" brushRef="#br0">8190 17231 16384, 8185 17220 16384, 8187 17220 16384, 8215 17222 16384, 8272 17222 16384, 8340 17219 16384, 8398 17217 16384, 8435 17217 16384, 8448 17222 16384</inkml:trace>
  <inkml:trace contextRef="#ctx0" brushRef="#br0">8209 17068 16384, 8202 17066 16384, 8209 17073 16384, 8223 17103 16384, 8226 17178 16384, 8213 17315 16384, 8190 17438 16384, 8163 17527 16384, 8134 17585 16384, 8110 17614 16384, 8082 17615 16384, 8048 17591 16384, 8016 17540 16384, 8001 17500 16384, 8011 17491 16384, 8042 17479 16384, 8098 17473 16384, 8178 17493 16384, 8269 17534 16384, 8340 17572 16384, 8383 17594 16384, 8405 17605 16384, 8416 17609 16384</inkml:trace>
  <inkml:trace contextRef="#ctx0" brushRef="#br0">8578 17066 16384, 8578 17069 16384, 8573 17109 16384, 8559 17183 16384, 8547 17258 16384, 8549 17321 16384, 8564 17355 16384, 8587 17367 16384, 8615 17367 16384, 8648 17339 16384</inkml:trace>
  <inkml:trace contextRef="#ctx0" brushRef="#br0">8837 17075 16384, 8842 17096 16384, 8858 17141 16384, 8872 17199 16384, 8873 17289 16384, 8858 17394 16384, 8833 17488 16384, 8803 17560 16384, 8782 17601 16384, 8772 17615 16384</inkml:trace>
  <inkml:trace contextRef="#ctx0" brushRef="#br0">8972 17423 16384, 8976 17426 16384, 8979 17430 16384, 8986 17440 16384, 9003 17461 16384, 9024 17486 16384, 9042 17517 16384, 9059 17545 16384, 9073 17566 16384, 9091 17583 16384, 9105 17597 16384, 9115 17604 16384, 9122 17608 16384, 9129 17615 16384, 9133 17615 16384</inkml:trace>
  <inkml:trace contextRef="#ctx0" brushRef="#br0">9569 17212 16384, 9569 17187 16384, 9569 17177 16384, 9566 17162 16384, 9561 17141 16384, 9551 17114 16384, 9536 17094 16384, 9521 17076 16384, 9503 17066 16384, 9483 17068 16384, 9466 17078 16384, 9446 17096 16384, 9423 17121 16384, 9405 17152 16384, 9388 17184 16384, 9380 17214 16384, 9383 17240 16384, 9393 17265 16384, 9405 17280 16384, 9420 17293 16384, 9438 17300 16384, 9458 17305 16384, 9481 17305 16384, 9503 17300 16384, 9526 17287 16384, 9544 17270 16384, 9564 17245 16384, 9579 17219 16384, 9589 17192 16384, 9594 17164 16384, 9597 17141 16384, 9597 17124 16384, 9597 17116 16384, 9594 17116 16384, 9592 17119 16384, 9587 17129 16384, 9584 17146 16384, 9579 17172 16384, 9574 17204 16384, 9569 17247 16384, 9564 17303 16384, 9554 17371 16384, 9544 17436 16384, 9534 17494 16384, 9521 17542 16384, 9511 17575 16384, 9498 17597 16384, 9483 17610 16384, 9471 17615 16384, 9451 17615 16384, 9428 17610 16384, 9405 17597 16384, 9380 17585 16384, 9360 17562 16384, 9347 17539 16384, 9337 17514 16384, 9335 17496 16384, 9340 17484 16384, 9352 17474 16384, 9368 17466 16384, 9390 17454 16384, 9420 17441 16384, 9453 17431 16384, 9491 17423 16384, 9531 17421 16384, 9569 17421 16384, 9599 17423 16384, 9627 17426 16384, 9645 17429 16384, 9657 17431 16384, 9670 17434 16384, 9677 17434 16384</inkml:trace>
  <inkml:trace contextRef="#ctx0" brushRef="#br0">9961 17069 16384, 9961 17068 16384, 9961 17066 16384, 9960 17066 16384, 9955 17069 16384, 9951 17074 16384, 9946 17081 16384, 9940 17091 16384, 9933 17104 16384, 9918 17138 16384, 9913 17151 16384, 9910 17165 16384, 9900 17198 16384, 9886 17253 16384, 9881 17294 16384, 9879 17339 16384, 9881 17406 16384, 9886 17451 16384, 9895 17494 16384, 9911 17543 16384, 9920 17571 16384, 9930 17591 16384, 9943 17608 16384, 9948 17615 16384</inkml:trace>
  <inkml:trace contextRef="#ctx0" brushRef="#br0">10469 17146 16384, 10474 17132 16384, 10474 17127 16384, 10474 17121 16384, 10469 17113 16384, 10463 17102 16384, 10449 17088 16384, 10430 17074 16384, 10405 17066 16384, 10383 17066 16384, 10356 17069 16384, 10331 17080 16384, 10309 17093 16384, 10281 17116 16384, 10256 17140 16384, 10237 17165 16384, 10223 17193 16384, 10218 17218 16384, 10221 17245 16384, 10229 17276 16384, 10245 17309 16384, 10267 17336 16384, 10289 17369 16384, 10320 17400 16384, 10347 17425 16384, 10378 17447 16384, 10405 17469 16384, 10422 17488 16384, 10441 17507 16384, 10449 17524 16384, 10449 17540 16384, 10444 17554 16384, 10433 17568 16384, 10416 17582 16384, 10397 17593 16384, 10375 17604 16384, 10347 17609 16384, 10317 17612 16384, 10284 17615 16384, 10256 17615 16384, 10226 17612 16384, 10201 17604 16384, 10174 17590 16384, 10163 17579 16384</inkml:trace>
  <inkml:trace contextRef="#ctx0" brushRef="#br0">10703 17066 16384, 10704 17066 16384, 10704 17068 16384, 10706 17068 16384, 10708 17070 16384, 10720 17084 16384, 10728 17101 16384, 10736 17129 16384, 10742 17162 16384, 10748 17197 16384, 10757 17260 16384, 10759 17282 16384, 10761 17303 16384, 10763 17344 16384, 10763 17407 16384, 10761 17442 16384, 10755 17478 16384, 10750 17511 16384, 10744 17536 16384, 10736 17570 16384, 10728 17587 16384, 10720 17601 16384, 10716 17605 16384, 10704 17615 16384</inkml:trace>
  <inkml:trace contextRef="#ctx0" brushRef="#br0">11133 17274 16384, 11131 17274 16384, 11131 17276 16384, 11135 17278 16384, 11141 17278 16384, 11153 17280 16384, 11173 17280 16384, 11213 17278 16384, 11243 17274 16384, 11275 17272 16384, 11307 17270 16384, 11349 17270 16384, 11371 17274 16384, 11389 17278 16384, 11399 17282 16384</inkml:trace>
  <inkml:trace contextRef="#ctx0" brushRef="#br0">11139 17410 16384, 11137 17410 16384, 11139 17410 16384, 11143 17410 16384, 11157 17410 16384, 11197 17410 16384, 11211 17408 16384, 11241 17406 16384, 11255 17406 16384, 11287 17404 16384, 11317 17402 16384, 11347 17400 16384, 11375 17398 16384, 11395 17398 16384, 11411 17396 16384, 11425 17396 16384, 11433 17396 16384</inkml:trace>
  <inkml:trace contextRef="#ctx0" brushRef="#br0">11976 17081 16384, 11970 17070 16384, 11961 17070 16384, 11945 17089 16384, 11918 17134 16384, 11887 17213 16384, 11867 17321 16384, 11862 17451 16384, 11879 17533 16384, 11917 17585 16384, 11968 17612 16384, 12016 17615 16384, 12064 17584 16384, 12104 17521 16384, 12128 17428 16384, 12135 17325 16384, 12117 17253 16384, 12082 17201 16384, 12040 17157 16384, 11994 17105 16384, 11964 17069 16384, 11952 17066 16384, 11950 17086 16384</inkml:trace>
  <inkml:trace contextRef="#ctx0" brushRef="#br0">12847 17102 16384, 12851 17111 16384, 12862 17175 16384, 12854 17291 16384, 12818 17394 16384, 12761 17491 16384, 12707 17548 16384, 12666 17558 16384, 12626 17540 16384, 12590 17483 16384, 12564 17381 16384, 12580 17245 16384, 12656 17151 16384, 12749 17102 16384, 12864 17066 16384, 12984 17070 16384, 13073 17146 16384, 13108 17298 16384, 13107 17470 16384, 13100 17559 16384, 13091 17605 16384, 13086 17615 16384</inkml:trace>
  <inkml:trace contextRef="#ctx0" brushRef="#br0">13482 17096 16384, 13489 17093 16384, 13546 17083 16384, 13641 17069 16384, 13737 17073 16384, 13821 17106 16384, 13881 17148 16384, 13904 17184 16384, 13900 17214 16384, 13866 17252 16384, 13853 17264 16384</inkml:trace>
  <inkml:trace contextRef="#ctx0" brushRef="#br0">13495 17399 16384, 13493 17409 16384, 13508 17459 16384, 13553 17525 16384, 13617 17573 16384, 13686 17602 16384, 13759 17611 16384, 13836 17612 16384, 13914 17603 16384, 13990 17584 16384, 14031 17570 16384</inkml:trace>
  <inkml:trace contextRef="#ctx0" brushRef="#br0">14129 17090 16384, 14136 17091 16384, 14173 17115 16384, 14227 17168 16384, 14272 17215 16384, 14307 17253 16384, 14338 17280 16384, 14344 17283 16384</inkml:trace>
  <inkml:trace contextRef="#ctx0" brushRef="#br0">14524 17129 16384, 14519 17129 16384, 14491 17144 16384, 14446 17186 16384, 14376 17259 16384, 14317 17333 16384, 14278 17412 16384, 14266 17474 16384, 14280 17516 16384, 14318 17551 16384, 14371 17577 16384, 14429 17587 16384, 14498 17591 16384, 14568 17585 16384, 14631 17573 16384, 14678 17561 16384</inkml:trace>
  <inkml:trace contextRef="#ctx0" brushRef="#br0">14777 17170 16384, 14790 17164 16384, 14831 17153 16384, 14885 17144 16384, 14935 17140 16384, 14975 17139 16384, 14996 17137 16384, 14999 17136 16384</inkml:trace>
  <inkml:trace contextRef="#ctx0" brushRef="#br0">14924 17066 16384, 14921 17067 16384, 14906 17105 16384, 14889 17170 16384, 14847 17257 16384, 14810 17333 16384, 14792 17380 16384, 14792 17395 16384</inkml:trace>
  <inkml:trace contextRef="#ctx0" brushRef="#br0">15124 17124 16384, 15139 17126 16384, 15173 17150 16384, 15215 17184 16384, 15243 17221 16384, 15259 17252 16384, 15263 17280 16384, 15259 17302 16384, 15244 17316 16384</inkml:trace>
  <inkml:trace contextRef="#ctx0" brushRef="#br0">15053 17304 16384, 15051 17308 16384, 15069 17391 16384, 15077 17452 16384, 15062 17518 16384, 15034 17577 16384, 15006 17608 16384, 14976 17615 16384, 14947 17598 16384, 14922 17559 16384, 14916 17535 16384, 14928 17527 16384, 14961 17522 16384, 15017 17519 16384, 15098 17530 16384, 15169 17557 16384, 15214 17576 16384, 15248 17587 16384, 15273 17589 16384</inkml:trace>
  <inkml:trace contextRef="#ctx0" brushRef="#br0">15381 17114 16384, 15373 17113 16384, 15382 17113 16384, 15418 17110 16384, 15475 17093 16384, 15539 17073 16384, 15591 17066 16384, 15615 17074 16384, 15618 17098 16384, 15594 17148 16384, 15542 17221 16384, 15475 17295 16384, 15415 17354 16384, 15380 17386 16384, 15372 17396 16384, 15392 17389 16384, 15436 17360 16384, 15503 17321 16384, 15588 17294 16384, 15663 17291 16384, 15718 17307 16384, 15752 17340 16384, 15763 17396 16384, 15749 17462 16384, 15712 17519 16384, 15663 17565 16384, 15612 17603 16384, 15568 17615 16384, 15537 17604 16384, 15515 17574 16384, 15509 17529 16384, 15528 17503 16384, 15565 17491 16384, 15613 17485 16384, 15658 17488 16384, 15689 17496 16384, 15708 17502 16384</inkml:trace>
  <inkml:trace contextRef="#ctx0" brushRef="#br0">16157 17173 16384, 16155 17171 16384, 16148 17166 16384, 16151 17169 16384, 16153 17175 16384, 16155 17183 16384, 16157 17194 16384, 16157 17210 16384, 16155 17234 16384, 16151 17267 16384, 16144 17305 16384, 16140 17349 16384, 16136 17391 16384, 16136 17430 16384, 16136 17468 16384, 16140 17500 16384, 16146 17527 16384, 16157 17550 16384, 16174 17571 16384, 16188 17588 16384, 16205 17600 16384, 16224 17609 16384, 16241 17613 16384, 16259 17615 16384, 16280 17611 16384, 16301 17604 16384, 16322 17592 16384, 16343 17577 16384, 16364 17560 16384, 16383 17546 16384, 16400 17531 16384, 16412 17516 16384, 16423 17504 16384, 16429 17493 16384, 16433 17487 16384</inkml:trace>
  <inkml:trace contextRef="#ctx0" brushRef="#br0">16368 17074 16384, 16366 17074 16384, 16362 17074 16384, 16360 17076 16384, 16360 17081 16384, 16362 17087 16384, 16366 17097 16384, 16368 17110 16384, 16371 17122 16384, 16373 17135 16384, 16373 17150 16384, 16373 17162 16384, 16373 17173 16384, 16373 17181 16384, 16375 17190 16384, 16375 17196 16384, 16379 17198 16384, 16379 17200 16384</inkml:trace>
  <inkml:trace contextRef="#ctx0" brushRef="#br0">16421 17066 16384, 16417 17066 16384, 16415 17068 16384, 16415 17070 16384, 16419 17078 16384, 16425 17089 16384, 16433 17106 16384, 16438 17122 16384, 16440 17141 16384, 16442 17160 16384, 16442 17175 16384, 16442 17190 16384, 16444 17200 16384, 16446 17206 16384, 16446 17213 16384, 16448 17215 16384</inkml:trace>
  <inkml:trace contextRef="#ctx0" brushRef="#br0">16556 17429 16384, 16547 17421 16384, 16549 17417 16384, 16559 17410 16384, 16573 17400 16384, 16589 17391 16384, 16613 17379 16384, 16637 17365 16384, 16665 17353 16384, 16691 17346 16384, 16721 17339 16384, 16747 17337 16384, 16776 17339 16384, 16802 17346 16384, 16820 17358 16384, 16835 17374 16384, 16844 17393 16384, 16849 17414 16384, 16846 17440 16384, 16839 17466 16384, 16828 17490 16384, 16816 17513 16384, 16802 17539 16384, 16785 17556 16384, 16771 17575 16384, 16754 17591 16384</inkml:trace>
  <inkml:trace contextRef="#ctx0" brushRef="#br0">16951 17201 16384, 16948 17200 16384, 16954 17200 16384, 16999 17196 16384, 17078 17189 16384, 17164 17186 16384, 17251 17183 16384, 17317 17180 16384, 17354 17177 16384, 17366 17176 16384</inkml:trace>
  <inkml:trace contextRef="#ctx0" brushRef="#br0">17192 17068 16384, 17190 17066 16384, 17206 17077 16384, 17232 17117 16384, 17247 17188 16384, 17245 17270 16384, 17230 17354 16384, 17211 17401 16384, 17191 17432 16384, 17170 17445 16384, 17149 17444 16384, 17129 17427 16384, 17117 17394 16384, 17120 17363 16384, 17137 17336 16384, 17168 17313 16384, 17203 17308 16384, 17234 17324 16384, 17250 17367 16384, 17249 17426 16384, 17231 17493 16384, 17200 17554 16384, 17176 17592 16384, 17161 17614 16384, 17153 17615 16384</inkml:trace>
  <inkml:trace contextRef="#ctx0" brushRef="#br0">17583 17066 16384, 17600 17073 16384, 17645 17086 16384, 17688 17097 16384, 17719 17109 16384, 17732 17124 16384</inkml:trace>
  <inkml:trace contextRef="#ctx0" brushRef="#br0">17471 17331 16384, 17465 17331 16384, 17470 17327 16384, 17504 17306 16384, 17562 17270 16384, 17628 17236 16384, 17692 17219 16384, 17750 17221 16384, 17795 17250 16384, 17820 17306 16384, 17824 17393 16384, 17810 17466 16384, 17776 17524 16384, 17735 17575 16384, 17704 17606 16384, 17690 17615 16384</inkml:trace>
  <inkml:trace contextRef="#ctx0" brushRef="#br0">17932 17243 16384, 17923 17242 16384, 17925 17242 16384, 17941 17242 16384, 17972 17233 16384, 18026 17214 16384, 18092 17198 16384, 18152 17190 16384, 18205 17195 16384, 18243 17221 16384, 18266 17272 16384, 18277 17341 16384, 18277 17413 16384, 18266 17484 16384, 18246 17549 16384, 18225 17593 16384, 18212 17613 16384, 18200 17615 16384, 18185 17595 16384, 18159 17550 16384</inkml:trace>
  <inkml:trace contextRef="#ctx0" brushRef="#br0">18182 17066 16384, 18184 17076 16384, 18173 17130 16384, 18136 17238 16384, 18088 17374 16384, 18044 17488 16384, 18021 17548 16384, 18014 17579 16384, 18013 17583 16384</inkml:trace>
  <inkml:trace contextRef="#ctx0" brushRef="#br0">18278 17139 16384, 18271 17138 16384, 18281 17147 16384, 18308 17183 16384, 18346 17256 16384, 18372 17340 16384, 18386 17397 16384, 18398 17431 16384, 18405 17449 16384</inkml:trace>
  <inkml:trace contextRef="#ctx0" brushRef="#br0">18510 17074 16384, 18507 17074 16384, 18504 17075 16384, 18504 17105 16384, 18510 17187 16384, 18519 17313 16384, 18536 17446 16384, 18559 17543 16384, 18589 17592 16384, 18615 17607 16384, 18637 17603 16384, 18662 17570 16384, 18691 17503 16384, 18730 17446 16384</inkml:trace>
  <inkml:trace contextRef="#ctx0" brushRef="#br0">18913 17194 16384, 18923 17200 16384, 18960 17227 16384, 18999 17276 16384, 19028 17334 16384, 19043 17381 16384, 19049 17413 16384, 19050 17427 16384, 19053 17427 16384</inkml:trace>
  <inkml:trace contextRef="#ctx0" brushRef="#br0">19156 17256 16384, 19154 17258 16384, 19152 17260 16384, 19160 17260 16384, 19173 17260 16384, 19193 17256 16384, 19222 17250 16384, 19256 17244 16384, 19289 17240 16384, 19328 17238 16384, 19369 17238 16384, 19405 17238 16384, 19438 17242 16384, 19465 17248 16384, 19489 17258 16384, 19507 17274 16384, 19520 17295 16384, 19526 17325 16384, 19526 17360 16384, 19524 17399 16384, 19518 17438 16384, 19509 17478 16384, 19499 17513 16384, 19491 17536 16384, 19485 17556 16384, 19479 17570 16384, 19475 17578 16384, 19469 17582 16384, 19464 17582 16384, 19458 17576 16384, 19452 17564 16384, 19448 17546 16384, 19442 17523 16384, 19438 17507 16384</inkml:trace>
  <inkml:trace contextRef="#ctx0" brushRef="#br0">19418 17099 16384, 19416 17101 16384, 19413 17103 16384, 19413 17111 16384, 19411 17121 16384, 19405 17140 16384, 19393 17172 16384, 19377 17234 16384, 19369 17264 16384, 19354 17334 16384, 19336 17405 16384, 19322 17466 16384, 19313 17511 16384, 19309 17527 16384, 19303 17550 16384, 19297 17568 16384, 19295 17572 16384</inkml:trace>
  <inkml:trace contextRef="#ctx0" brushRef="#br0">19522 17176 16384, 19520 17176 16384, 19513 17174 16384, 19513 17172 16384, 19514 17174 16384, 19520 17176 16384, 19526 17184 16384, 19542 17211 16384, 19554 17246 16384, 19562 17270 16384, 19571 17317 16384, 19573 17342 16384, 19579 17391 16384, 19583 17413 16384, 19587 17423 16384, 19595 17438 16384, 19601 17446 16384, 19605 17450 16384</inkml:trace>
  <inkml:trace contextRef="#ctx0" brushRef="#br0">19609 17209 16384, 19609 17213 16384, 19609 17215 16384, 19613 17223 16384, 19618 17236 16384, 19626 17250 16384, 19632 17266 16384, 19638 17280 16384, 19642 17291 16384, 19644 17299 16384, 19644 17305 16384, 19644 17307 16384, 19646 17309 16384</inkml:trace>
  <inkml:trace contextRef="#ctx0" brushRef="#br0">19681 17227 16384, 19681 17234 16384, 19683 17244 16384, 19687 17258 16384, 19691 17276 16384, 19695 17291 16384, 19697 17299 16384, 19701 17303 16384</inkml:trace>
  <inkml:trace contextRef="#ctx0" brushRef="#br0">20094 17182 16384, 20078 17148 16384, 20080 17122 16384, 20103 17096 16384, 20147 17072 16384, 20206 17066 16384, 20269 17092 16384, 20312 17150 16384, 20315 17223 16384, 20282 17296 16384, 20226 17362 16384, 20174 17400 16384, 20148 17409 16384, 20138 17401 16384, 20141 17388 16384, 20166 17375 16384, 20215 17367 16384, 20281 17372 16384, 20341 17407 16384, 20371 17459 16384, 20369 17506 16384, 20341 17545 16384, 20293 17582 16384, 20232 17607 16384, 20163 17615 16384, 20100 17602 16384, 20074 17584 16384</inkml:trace>
  <inkml:trace contextRef="#ctx0" brushRef="#br0">20476 17256 16384, 20470 17249 16384, 20477 17241 16384, 20520 17219 16384, 20605 17179 16384, 20707 17152 16384, 20816 17147 16384, 20915 17168 16384, 20980 17209 16384, 21015 17259 16384, 21019 17317 16384, 20990 17373 16384, 20936 17426 16384, 20874 17480 16384, 20825 17518 16384, 20807 17534 16384</inkml:trace>
  <inkml:trace contextRef="#ctx0" brushRef="#br0">21456 17069 16384, 21469 17070 16384, 21520 17071 16384, 21587 17066 16384, 21650 17070 16384, 21709 17085 16384, 21756 17096 16384, 21781 17103 16384, 21783 17105 16384, 21763 17112 16384, 21709 17131 16384, 21638 17155 16384, 21554 17184 16384, 21473 17221 16384, 21422 17247 16384, 21395 17260 16384, 21392 17262 16384, 21405 17266 16384, 21445 17270 16384, 21514 17265 16384, 21601 17254 16384, 21702 17246 16384, 21784 17245 16384, 21822 17246 16384, 21829 17247 16384, 21818 17251 16384, 21781 17267 16384, 21721 17295 16384, 21651 17338 16384, 21600 17397 16384, 21578 17463 16384, 21578 17522 16384, 21601 17570 16384, 21644 17602 16384, 21701 17615 16384, 21760 17608 16384, 21793 17598 16384</inkml:trace>
  <inkml:trace contextRef="#ctx0" brushRef="#br0">22143 17076 16384, 22145 17068 16384, 22145 17066 16384, 22140 17082 16384, 22113 17138 16384, 22052 17260 16384, 21982 17410 16384, 21940 17518 16384, 21928 17576 16384, 21928 17603 16384, 21931 17615 16384, 21940 17609 16384, 21962 17567 16384, 21993 17493 16384, 22037 17400 16384, 22090 17328 16384, 22124 17306 16384, 22145 17300 16384, 22154 17315 16384, 22162 17357 16384, 22170 17427 16384, 22185 17501 16384, 22211 17555 16384, 22243 17582 16384, 22285 17597 16384, 22328 17598 16384, 22351 17593 16384</inkml:trace>
  <inkml:trace contextRef="#ctx0" brushRef="#br0">22450 17239 16384, 22473 17237 16384, 22494 17235 16384, 22523 17230 16384, 22552 17226 16384, 22588 17222 16384, 22626 17216 16384, 22665 17209 16384, 22705 17205 16384, 22743 17199 16384, 22776 17197 16384, 22808 17193 16384, 22833 17191 16384, 22852 17191 16384, 22862 17191 16384, 22871 17191 16384, 22877 17191 16384, 22879 17191 16384</inkml:trace>
  <inkml:trace contextRef="#ctx0" brushRef="#br0">22676 17115 16384, 22674 17113 16384, 22670 17111 16384, 22672 17111 16384, 22676 17111 16384, 22684 17117 16384, 22695 17124 16384, 22705 17136 16384, 22718 17155 16384, 22728 17182 16384, 22737 17212 16384, 22745 17237 16384, 22751 17256 16384, 22758 17272 16384, 22762 17287 16384, 22762 17300 16384, 22764 17310 16384, 22764 17318 16384, 22764 17327 16384, 22760 17333 16384, 22753 17339 16384, 22747 17341 16384</inkml:trace>
  <inkml:trace contextRef="#ctx0" brushRef="#br0">22494 17408 16384, 22485 17421 16384, 22483 17434 16384, 22485 17452 16384, 22494 17469 16384, 22508 17486 16384, 22527 17501 16384, 22544 17515 16384, 22563 17532 16384, 22582 17549 16384, 22600 17564 16384, 22619 17578 16384, 22636 17589 16384, 22657 17599 16384, 22676 17605 16384, 22695 17612 16384, 22718 17614 16384, 22737 17614 16384, 22758 17610 16384, 22776 17599 16384</inkml:trace>
  <inkml:trace contextRef="#ctx0" brushRef="#br0">22923 17080 16384, 22921 17082 16384, 22919 17082 16384, 22917 17086 16384, 22919 17092 16384, 22923 17100 16384, 22929 17113 16384, 22936 17130 16384, 22938 17147 16384, 22942 17165 16384, 22944 17182 16384, 22946 17197 16384, 22948 17209 16384, 22952 17222 16384, 22952 17228 16384, 22955 17235 16384, 22955 17237 16384, 22957 17237 16384</inkml:trace>
  <inkml:trace contextRef="#ctx0" brushRef="#br0">22957 17067 16384, 22957 17069 16384, 22952 17069 16384, 22950 17073 16384, 22950 17080 16384, 22955 17090 16384, 22959 17105 16384, 22963 17121 16384, 22967 17140 16384, 22973 17163 16384, 22978 17182 16384, 22982 17199 16384, 22986 17214 16384, 22988 17224 16384, 22990 17235 16384, 22992 17243 16384, 22994 17249 16384, 22996 17253 16384, 22999 17256 16384</inkml:trace>
  <inkml:trace contextRef="#ctx0" brushRef="#br0">23103 17074 16384, 23100 17074 16384, 23097 17075 16384, 23097 17105 16384, 23103 17187 16384, 23113 17313 16384, 23129 17446 16384, 23153 17543 16384, 23182 17592 16384, 23208 17607 16384, 23230 17603 16384, 23255 17570 16384, 23285 17503 16384, 23323 17446 16384</inkml:trace>
  <inkml:trace contextRef="#ctx0" brushRef="#br0">23506 17194 16384, 23516 17200 16384, 23553 17227 16384, 23592 17276 16384, 23621 17334 16384, 23637 17381 16384, 23642 17413 16384, 23644 17427 16384, 23646 17427 16384</inkml:trace>
  <inkml:trace contextRef="#ctx0" brushRef="#br0">23749 17201 16384, 23745 17200 16384, 23752 17200 16384, 23797 17196 16384, 23876 17189 16384, 23961 17186 16384, 24049 17183 16384, 24115 17180 16384, 24151 17177 16384, 24163 17176 16384</inkml:trace>
  <inkml:trace contextRef="#ctx0" brushRef="#br0">23990 17068 16384, 23988 17066 16384, 24004 17077 16384, 24030 17117 16384, 24045 17188 16384, 24042 17270 16384, 24027 17354 16384, 24008 17401 16384, 23989 17432 16384, 23968 17445 16384, 23946 17444 16384, 23927 17427 16384, 23914 17394 16384, 23917 17363 16384, 23934 17336 16384, 23965 17313 16384, 24001 17308 16384, 24032 17324 16384, 24048 17367 16384, 24047 17426 16384, 24028 17493 16384, 23998 17554 16384, 23974 17592 16384, 23959 17614 16384, 23951 17615 16384</inkml:trace>
  <inkml:trace contextRef="#ctx0" brushRef="#br0">24271 17114 16384, 24263 17113 16384, 24272 17113 16384, 24308 17110 16384, 24366 17093 16384, 24430 17073 16384, 24481 17066 16384, 24506 17074 16384, 24509 17098 16384, 24484 17148 16384, 24433 17221 16384, 24366 17295 16384, 24305 17354 16384, 24270 17386 16384, 24262 17396 16384, 24283 17389 16384, 24326 17360 16384, 24393 17321 16384, 24478 17294 16384, 24553 17291 16384, 24608 17307 16384, 24643 17340 16384, 24653 17396 16384, 24640 17462 16384, 24602 17519 16384, 24553 17565 16384, 24503 17603 16384, 24458 17615 16384, 24428 17604 16384, 24405 17574 16384, 24399 17529 16384, 24419 17503 16384, 24455 17491 16384, 24504 17485 16384, 24548 17488 16384, 24579 17496 16384, 24598 17502 16384</inkml:trace>
  <inkml:trace contextRef="#ctx0" brushRef="#br0">25035 17102 16384, 25039 17111 16384, 25050 17175 16384, 25042 17291 16384, 25006 17394 16384, 24949 17491 16384, 24895 17548 16384, 24854 17558 16384, 24815 17540 16384, 24778 17483 16384, 24752 17381 16384, 24768 17245 16384, 24844 17151 16384, 24937 17102 16384, 25053 17066 16384, 25172 17070 16384, 25261 17146 16384, 25296 17298 16384, 25295 17470 16384, 25288 17559 16384, 25279 17605 16384, 25274 17615 16384</inkml:trace>
  <inkml:trace contextRef="#ctx0" brushRef="#br0">25436 17125 16384, 25432 17124 16384, 25427 17138 16384, 25417 17190 16384, 25402 17289 16384, 25395 17411 16384, 25404 17499 16384, 25425 17542 16384, 25451 17557 16384</inkml:trace>
  <inkml:trace contextRef="#ctx0" brushRef="#br0">25559 17232 16384, 25606 17233 16384, 25675 17233 16384, 25741 17232 16384, 25802 17228 16384, 25842 17228 16384, 25857 17232 16384</inkml:trace>
  <inkml:trace contextRef="#ctx0" brushRef="#br0">25711 17134 16384, 25727 17170 16384, 25751 17243 16384, 25758 17338 16384, 25750 17431 16384, 25729 17499 16384, 25711 17533 16384, 25694 17538 16384, 25672 17528 16384, 25647 17501 16384, 25628 17466 16384, 25622 17438 16384, 25635 17421 16384, 25671 17408 16384, 25724 17399 16384, 25789 17407 16384, 25843 17432 16384, 25886 17462 16384, 25916 17482 16384, 25934 17489 16384, 25942 17493 16384, 25944 17493 16384</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2110 18202 16384, 2110 18209 16384, 2124 18229 16384, 2130 18250 16384, 2130 18257 16384, 2130 18271 16384, 2124 18284 16384, 2110 18298 16384, 2089 18305 16384, 2075 18305 16384, 2055 18305 16384, 2034 18305 16384, 2021 18298 16384, 2014 18284 16384, 2014 18271 16384, 2014 18236 16384, 2027 18216 16384, 2041 18195 16384, 2062 18181 16384, 2082 18175 16384, 2096 18168 16384, 2117 18168 16384, 2137 18168 16384, 2144 18168 16384, 2158 18181 16384, 2165 18188 16384, 2165 18209 16384, 2158 18216 16384, 2144 18229 16384, 2130 18243 16384, 2110 18250 16384, 2082 18264 16384, 2055 18271 16384, 2027 18271 16384, 2007 18264 16384, 2000 18257 16384, 2000 18243 16384, 2000 18229 16384, 2014 18216 16384, 2021 18209 16384, 2034 18195 16384, 2062 18188 16384, 2082 18181 16384, 2096 18181 16384, 2117 18181 16384, 2130 18181 16384, 2144 18202 16384, 2151 18223 16384, 2151 18236 16384, 2151 18250 16384, 2144 18264 16384, 2130 18278 16384, 2124 18284 16384, 2117 18284 16384, 2110 18284 16384, 2103 18278 16384, 2103 18271 16384, 2103 18257 16384, 2103 18250 16384, 2103 18243 16384, 2110 18229 16384, 2117 18223 16384, 2124 18216 16384, 2130 18216 16384, 2130 18223 16384, 2124 18236 16384, 2124 18243 16384, 2117 18243 16384, 2110 18250 16384, 2103 18257 16384, 2096 18257 16384, 2089 18257 16384, 2089 18250 16384, 2096 18236 16384, 2110 18223 16384, 2117 18216 16384, 2124 18209 16384, 2117 18223 16384, 2096 18236 16384, 2075 18250 16384, 2055 18257 16384, 2034 18271 16384, 2027 18271 16384, 2034 18264 16384, 2055 18250 16384, 2062 18243 16384, 2082 18229 16384, 2096 18216 16384, 2124 18195 16384, 2130 18181 16384, 2130 18175 16384, 2124 18175 16384, 2110 18188 16384, 2096 18202 16384, 2082 18216 16384, 2075 18229 16384, 2069 18236 16384</inkml:trace>
  <inkml:trace contextRef="#ctx0" brushRef="#br0">2777 18108 16384, 2777 18083 16384, 2777 18073 16384, 2774 18058 16384, 2769 18037 16384, 2759 18010 16384, 2744 17990 16384, 2729 17972 16384, 2711 17962 16384, 2691 17964 16384, 2673 17974 16384, 2653 17992 16384, 2631 18017 16384, 2613 18047 16384, 2595 18080 16384, 2588 18110 16384, 2590 18136 16384, 2600 18161 16384, 2613 18176 16384, 2628 18189 16384, 2646 18196 16384, 2666 18201 16384, 2688 18201 16384, 2711 18196 16384, 2734 18183 16384, 2751 18166 16384, 2772 18141 16384, 2787 18115 16384, 2797 18088 16384, 2802 18060 16384, 2804 18037 16384, 2804 18020 16384, 2804 18012 16384, 2802 18012 16384, 2799 18015 16384, 2794 18025 16384, 2792 18042 16384, 2787 18068 16384, 2782 18100 16384, 2777 18143 16384, 2772 18199 16384, 2761 18267 16384, 2751 18332 16384, 2741 18390 16384, 2729 18438 16384, 2719 18471 16384, 2706 18493 16384, 2691 18506 16384, 2678 18511 16384, 2658 18511 16384, 2636 18506 16384, 2613 18493 16384, 2588 18481 16384, 2568 18458 16384, 2555 18435 16384, 2545 18410 16384, 2542 18392 16384, 2547 18380 16384, 2560 18370 16384, 2575 18362 16384, 2598 18350 16384, 2628 18337 16384, 2661 18327 16384, 2699 18319 16384, 2739 18317 16384, 2777 18317 16384, 2807 18319 16384, 2835 18322 16384, 2852 18324 16384, 2865 18327 16384, 2877 18330 16384, 2885 18330 16384</inkml:trace>
  <inkml:trace contextRef="#ctx0" brushRef="#br0">3169 17965 16384, 3169 17964 16384, 3169 17962 16384, 3167 17962 16384, 3162 17965 16384, 3159 17970 16384, 3154 17977 16384, 3147 17987 16384, 3141 18000 16384, 3126 18034 16384, 3121 18047 16384, 3117 18061 16384, 3107 18094 16384, 3094 18149 16384, 3089 18189 16384, 3087 18235 16384, 3089 18302 16384, 3094 18347 16384, 3102 18390 16384, 3119 18439 16384, 3127 18467 16384, 3137 18487 16384, 3151 18504 16384, 3156 18511 16384</inkml:trace>
  <inkml:trace contextRef="#ctx0" brushRef="#br0">3368 17962 16384, 3377 17968 16384, 3396 17981 16384, 3418 18009 16384, 3446 18043 16384, 3477 18094 16384, 3509 18160 16384, 3543 18222 16384, 3568 18288 16384, 3600 18345 16384, 3622 18388 16384, 3637 18426 16384, 3653 18458 16384, 3666 18476 16384, 3675 18495 16384, 3681 18505 16384, 3685 18508 16384</inkml:trace>
  <inkml:trace contextRef="#ctx0" brushRef="#br0">3738 17990 16384, 3713 17996 16384, 3703 18003 16384, 3691 18015 16384, 3672 18037 16384, 3644 18059 16384, 3609 18094 16384, 3565 18134 16384, 3518 18188 16384, 3468 18244 16384, 3421 18304 16384, 3380 18360 16384, 3349 18414 16384, 3330 18454 16384, 3321 18479 16384, 3314 18498 16384, 3314 18508 16384, 3314 18511 16384</inkml:trace>
  <inkml:trace contextRef="#ctx0" brushRef="#br0">3910 17962 16384, 3912 17962 16384, 3912 17964 16384, 3914 17964 16384, 3916 17966 16384, 3928 17980 16384, 3936 17997 16384, 3944 18025 16384, 3949 18058 16384, 3955 18093 16384, 3965 18156 16384, 3967 18178 16384, 3969 18199 16384, 3971 18240 16384, 3971 18303 16384, 3969 18338 16384, 3963 18374 16384, 3957 18407 16384, 3951 18432 16384, 3944 18466 16384, 3936 18483 16384, 3928 18497 16384, 3924 18501 16384, 3912 18511 16384</inkml:trace>
  <inkml:trace contextRef="#ctx0" brushRef="#br0">4571 18094 16384, 4572 18088 16384, 4572 18085 16384, 4571 18085 16384, 4568 18088 16384, 4562 18092 16384, 4555 18098 16384, 4543 18105 16384, 4527 18112 16384, 4509 18122 16384, 4490 18133 16384, 4470 18144 16384, 4452 18155 16384, 4434 18166 16384, 4415 18179 16384, 4400 18192 16384, 4386 18204 16384, 4380 18210 16384, 4372 18221 16384, 4367 18231 16384, 4364 18238 16384, 4364 18243 16384, 4365 18246 16384, 4372 18252 16384, 4379 18256 16384, 4392 18262 16384, 4407 18269 16384, 4425 18275 16384, 4445 18284 16384, 4464 18295 16384, 4487 18306 16384, 4509 18319 16384, 4530 18331 16384, 4550 18344 16384, 4566 18355 16384, 4580 18365 16384, 4592 18372 16384, 4601 18379 16384, 4608 18383 16384, 4613 18386 16384, 4614 18387 16384, 4615 18387 16384</inkml:trace>
  <inkml:trace contextRef="#ctx0" brushRef="#br0">5183 17977 16384, 5178 17966 16384, 5169 17966 16384, 5152 17985 16384, 5126 18030 16384, 5095 18109 16384, 5075 18217 16384, 5070 18347 16384, 5087 18429 16384, 5124 18481 16384, 5175 18508 16384, 5223 18511 16384, 5271 18480 16384, 5311 18417 16384, 5335 18324 16384, 5342 18221 16384, 5325 18149 16384, 5290 18097 16384, 5247 18053 16384, 5202 18001 16384, 5171 17965 16384, 5159 17962 16384, 5158 17982 16384</inkml:trace>
  <inkml:trace contextRef="#ctx0" brushRef="#br0">6003 18094 16384, 6005 18088 16384, 6005 18085 16384, 6003 18085 16384, 6001 18088 16384, 5995 18092 16384, 5988 18098 16384, 5975 18105 16384, 5960 18112 16384, 5942 18122 16384, 5922 18133 16384, 5903 18144 16384, 5885 18155 16384, 5866 18166 16384, 5848 18179 16384, 5833 18192 16384, 5819 18204 16384, 5813 18210 16384, 5805 18221 16384, 5799 18231 16384, 5796 18238 16384, 5796 18243 16384, 5798 18246 16384, 5805 18252 16384, 5812 18256 16384, 5824 18262 16384, 5840 18269 16384, 5858 18275 16384, 5878 18284 16384, 5897 18295 16384, 5920 18306 16384, 5942 18319 16384, 5963 18331 16384, 5982 18344 16384, 5999 18355 16384, 6013 18365 16384, 6024 18372 16384, 6034 18379 16384, 6041 18383 16384, 6045 18386 16384, 6047 18387 16384, 6048 18387 16384</inkml:trace>
  <inkml:trace contextRef="#ctx0" brushRef="#br0">6702 18108 16384, 6702 18083 16384, 6702 18073 16384, 6699 18058 16384, 6694 18037 16384, 6684 18010 16384, 6669 17990 16384, 6654 17972 16384, 6636 17962 16384, 6616 17964 16384, 6598 17974 16384, 6578 17992 16384, 6556 18017 16384, 6538 18047 16384, 6520 18080 16384, 6513 18110 16384, 6515 18136 16384, 6525 18161 16384, 6538 18176 16384, 6553 18189 16384, 6571 18196 16384, 6591 18201 16384, 6614 18201 16384, 6636 18196 16384, 6659 18183 16384, 6676 18166 16384, 6697 18141 16384, 6712 18115 16384, 6722 18088 16384, 6727 18060 16384, 6729 18037 16384, 6729 18020 16384, 6729 18012 16384, 6727 18012 16384, 6724 18015 16384, 6719 18025 16384, 6717 18042 16384, 6712 18068 16384, 6707 18100 16384, 6702 18143 16384, 6697 18199 16384, 6687 18267 16384, 6676 18332 16384, 6666 18390 16384, 6654 18438 16384, 6644 18471 16384, 6631 18493 16384, 6616 18506 16384, 6603 18511 16384, 6583 18511 16384, 6561 18506 16384, 6538 18493 16384, 6513 18481 16384, 6493 18458 16384, 6480 18435 16384, 6470 18410 16384, 6467 18392 16384, 6472 18380 16384, 6485 18370 16384, 6500 18362 16384, 6523 18350 16384, 6553 18337 16384, 6586 18327 16384, 6624 18319 16384, 6664 18317 16384, 6702 18317 16384, 6732 18319 16384, 6760 18322 16384, 6777 18324 16384, 6790 18327 16384, 6802 18330 16384, 6810 18330 16384</inkml:trace>
  <inkml:trace contextRef="#ctx0" brushRef="#br0">7094 17965 16384, 7094 17964 16384, 7094 17962 16384, 7092 17962 16384, 7087 17965 16384, 7084 17970 16384, 7079 17977 16384, 7072 17987 16384, 7066 18000 16384, 7051 18034 16384, 7046 18047 16384, 7042 18061 16384, 7032 18094 16384, 7019 18149 16384, 7014 18189 16384, 7012 18235 16384, 7014 18302 16384, 7019 18347 16384, 7027 18390 16384, 7044 18439 16384, 7052 18467 16384, 7062 18487 16384, 7076 18504 16384, 7081 18511 16384</inkml:trace>
  <inkml:trace contextRef="#ctx0" brushRef="#br0">7323 18078 16384, 7306 18044 16384, 7309 18018 16384, 7331 17992 16384, 7375 17968 16384, 7435 17962 16384, 7497 17988 16384, 7540 18046 16384, 7544 18119 16384, 7511 18192 16384, 7455 18258 16384, 7402 18296 16384, 7376 18305 16384, 7367 18297 16384, 7369 18284 16384, 7394 18271 16384, 7444 18262 16384, 7509 18268 16384, 7570 18303 16384, 7600 18355 16384, 7597 18402 16384, 7570 18441 16384, 7521 18478 16384, 7461 18503 16384, 7392 18511 16384, 7329 18498 16384, 7303 18480 16384</inkml:trace>
  <inkml:trace contextRef="#ctx0" brushRef="#br0">7835 17962 16384, 7837 17962 16384, 7837 17964 16384, 7839 17964 16384, 7841 17966 16384, 7853 17980 16384, 7861 17997 16384, 7869 18025 16384, 7874 18058 16384, 7880 18093 16384, 7890 18156 16384, 7892 18178 16384, 7894 18199 16384, 7896 18240 16384, 7896 18303 16384, 7894 18338 16384, 7888 18374 16384, 7882 18407 16384, 7876 18432 16384, 7869 18466 16384, 7861 18483 16384, 7853 18497 16384, 7849 18501 16384, 7837 18511 16384</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1500 1162 16384, 1509 1153 16384, 1554 1135 16384, 1599 1135 16384, 1689 1117 16384, 1806 1099 16384, 1932 1081 16384, 2058 1054 16384, 2184 1027 16384, 2319 1009 16384, 2445 1000 16384, 2544 1000 16384, 2643 1018 16384, 2697 1045 16384, 2733 1099 16384, 2751 1171 16384, 2742 1252 16384, 2706 1360 16384, 2652 1495 16384, 2580 1630 16384, 2481 1783 16384, 2364 1954 16384, 2247 2116 16384, 2112 2287 16384, 1986 2440 16384, 1878 2566 16384, 1788 2665 16384, 1725 2737 16384, 1671 2782 16384, 1653 2800 16384</inkml:trace>
  <inkml:trace contextRef="#ctx0" brushRef="#br0">2283 2134 16384, 2319 2134 16384, 2418 2179 16384, 2454 2206 16384, 2526 2260 16384, 2598 2314 16384, 2661 2386 16384, 2706 2458 16384, 2751 2530 16384, 2796 2593 16384, 2832 2638 16384, 2868 2674 16384, 2895 2692 16384, 2904 2701 16384</inkml:trace>
  <inkml:trace contextRef="#ctx0" brushRef="#br0">3365 1020 16384, 3326 1000 16384, 3355 1000 16384, 3404 1000 16384, 3473 1010 16384, 3570 1020 16384, 3678 1020 16384, 3805 1020 16384, 3932 1020 16384, 4050 1020 16384, 4167 1020 16384, 4275 1020 16384, 4353 1020 16384, 4382 1020 16384</inkml:trace>
  <inkml:trace contextRef="#ctx0" brushRef="#br0">3248 1460 16384, 3238 1460 16384, 3228 1460 16384, 3248 1460 16384, 3306 1460 16384, 3394 1460 16384, 3521 1460 16384, 3658 1440 16384, 3795 1430 16384, 3932 1421 16384, 4089 1421 16384, 4226 1411 16384, 4353 1411 16384, 4461 1430 16384, 4519 1460 16384, 4558 1499 16384, 4588 1558 16384, 4578 1626 16384, 4539 1734 16384, 4470 1871 16384, 4412 2008 16384, 4324 2174 16384, 4226 2340 16384, 4148 2467 16384, 4060 2575 16384, 4001 2663 16384, 3952 2722 16384, 3893 2771 16384, 3854 2800 16384</inkml:trace>
  <inkml:trace contextRef="#ctx0" brushRef="#br0">5999 1000 16384, 5964 1014 16384, 5956 1021 16384, 5935 1056 16384, 5900 1106 16384, 5844 1184 16384, 5752 1289 16384, 5646 1409 16384, 5512 1558 16384, 5371 1727 16384, 5236 1875 16384, 5109 2016 16384, 5025 2122 16384, 4968 2179 16384, 4933 2207 16384, 4919 2207 16384, 4912 2207 16384</inkml:trace>
  <inkml:trace contextRef="#ctx0" brushRef="#br0">5498 1586 16384, 5526 1607 16384, 5540 1635 16384, 5561 1713 16384, 5582 1812 16384, 5604 1925 16384, 5611 2052 16384, 5611 2179 16384, 5596 2320 16384, 5575 2461 16384, 5554 2581 16384, 5547 2673 16384, 5540 2736 16384, 5540 2779 16384, 5547 2793 16384, 5547 2800 16384</inkml:trace>
  <inkml:trace contextRef="#ctx0" brushRef="#br0">6353 1160 16384, 6353 1183 16384, 6346 1229 16384, 6346 1290 16384, 6346 1397 16384, 6346 1511 16384, 6338 1641 16384, 6330 1786 16384, 6330 1938 16384, 6323 2083 16384, 6323 2236 16384, 6323 2419 16384, 6323 2525 16384, 6330 2602 16384, 6330 2640 16384, 6338 2724 16384, 6338 2769 16384, 6338 2800 16384</inkml:trace>
  <inkml:trace contextRef="#ctx0" brushRef="#br0">6353 2060 16384, 6376 2060 16384, 6384 2060 16384, 6422 2075 16384, 6475 2098 16384, 6544 2136 16384, 6620 2175 16384, 6697 2205 16384, 6780 2228 16384, 6841 2243 16384, 6903 2266 16384, 6964 2297 16384, 7002 2319 16384, 7032 2342 16384, 7070 2358 16384, 7101 2358 16384</inkml:trace>
  <inkml:trace contextRef="#ctx0" brushRef="#br0">6887 1046 16384, 6887 1053 16384, 6887 1061 16384, 6903 1076 16384, 6925 1107 16384, 6956 1145 16384, 6986 1221 16384, 7002 1267 16384, 7009 1313 16384, 7017 1351 16384, 7025 1374 16384, 7032 1381 16384, 7040 1389 16384, 7040 1397 16384</inkml:trace>
  <inkml:trace contextRef="#ctx0" brushRef="#br0">7162 1000 16384, 7169 1000 16384, 7177 1015 16384, 7192 1031 16384, 7208 1069 16384, 7230 1114 16384, 7246 1175 16384, 7261 1229 16384, 7276 1290 16384, 7284 1336 16384, 7299 1381 16384, 7314 1412 16384, 7330 1435 16384, 7345 1458 16384</inkml:trace>
  <inkml:trace contextRef="#ctx0" brushRef="#br0">8242 1003 16384, 8232 1000 16384, 8187 1041 16384, 8070 1204 16384, 7907 1487 16384, 7766 1850 16384, 7669 2240 16384, 7679 2513 16384, 7779 2672 16384, 7907 2769 16384, 8059 2800 16384, 8208 2759 16384, 8349 2638 16384, 8443 2479 16384, 8453 2278 16384, 8384 2078 16384, 8256 1954 16384, 8101 1909 16384, 7925 1922 16384, 7786 1967 16384, 7717 2012 16384</inkml:trace>
  <inkml:trace contextRef="#ctx0" brushRef="#br0">9845 1010 16384, 9845 1000 16384, 9841 1051 16384, 9800 1222 16384, 9715 1554 16384, 9677 1951 16384, 9691 2355 16384, 9759 2625 16384, 9852 2745 16384, 9941 2800 16384, 10026 2779 16384, 10047 2759 16384</inkml:trace>
  <inkml:trace contextRef="#ctx0" brushRef="#br0">10310 1510 16384, 10324 1510 16384, 10451 1517 16384, 10693 1496 16384, 10940 1469 16384, 11166 1472 16384, 11333 1500 16384, 11412 1520 16384, 11429 1534 16384</inkml:trace>
  <inkml:trace contextRef="#ctx0" brushRef="#br0">10978 1051 16384, 11025 1106 16384, 11111 1318 16384, 11132 1684 16384, 11060 2095 16384, 10967 2417 16384, 10895 2574 16384, 10865 2649 16384</inkml:trace>
  <inkml:trace contextRef="#ctx0" brushRef="#br0">11773 1622 16384, 11753 1602 16384, 11777 1574 16384, 11917 1502 16384, 12197 1370 16384, 12529 1282 16384, 12889 1266 16384, 13213 1334 16384, 13425 1470 16384, 13541 1634 16384, 13553 1822 16384, 13457 2006 16384, 13281 2182 16384, 13077 2358 16384, 12917 2482 16384, 12857 2534 16384</inkml:trace>
  <inkml:trace contextRef="#ctx0" brushRef="#br0">14188 1068 16384, 14150 1068 16384, 14120 1068 16384, 14135 1076 16384, 14214 1083 16384, 14374 1064 16384, 14612 1015 16384, 14821 1000 16384, 14908 1027 16384, 14900 1091 16384, 14790 1220 16384, 14574 1421 16384, 14317 1633 16384, 14055 1830 16384, 13900 1959 16384, 13877 1985 16384, 13915 1981 16384, 14048 1928 16384, 14260 1815 16384, 14533 1712 16384, 14866 1675 16384, 15124 1735 16384, 15291 1860 16384, 15363 2023 16384, 15348 2216 16384, 15257 2402 16384, 15105 2557 16384, 14916 2679 16384, 14703 2758 16384, 14484 2800 16384, 14438 2800 16384</inkml:trace>
  <inkml:trace contextRef="#ctx0" brushRef="#br0">16395 1032 16384, 16399 1008 16384, 16399 1000 16384, 16383 1052 16384, 16295 1236 16384, 16095 1636 16384, 15867 2128 16384, 15727 2484 16384, 15687 2672 16384, 15687 2760 16384, 15699 2800 16384, 15727 2780 16384, 15799 2644 16384, 15903 2400 16384, 16047 2096 16384, 16219 1860 16384, 16331 1788 16384, 16399 1768 16384, 16431 1816 16384, 16455 1956 16384, 16483 2184 16384, 16531 2428 16384, 16615 2604 16384, 16723 2692 16384, 16859 2740 16384, 16999 2744 16384, 17075 2728 16384</inkml:trace>
  <inkml:trace contextRef="#ctx0" brushRef="#br0">18568 1011 16384, 18568 1005 16384, 18568 1000 16384, 18562 1000 16384, 18546 1011 16384, 18535 1027 16384, 18518 1049 16384, 18496 1082 16384, 18474 1126 16384, 18425 1236 16384, 18408 1280 16384, 18397 1324 16384, 18365 1434 16384, 18321 1615 16384, 18304 1746 16384, 18299 1895 16384, 18304 2114 16384, 18321 2262 16384, 18348 2405 16384, 18403 2564 16384, 18430 2657 16384, 18463 2723 16384, 18507 2778 16384, 18524 2800 16384</inkml:trace>
  <inkml:trace contextRef="#ctx0" brushRef="#br0">18993 1000 16384, 18993 1010 16384, 18977 1141 16384, 18931 1384 16384, 18892 1631 16384, 18898 1838 16384, 18947 1949 16384, 19023 1989 16384, 19115 1989 16384, 19223 1897 16384</inkml:trace>
  <inkml:trace contextRef="#ctx0" brushRef="#br0">19844 1030 16384, 19861 1099 16384, 19913 1246 16384, 19959 1437 16384, 19962 1732 16384, 19913 2077 16384, 19831 2383 16384, 19732 2619 16384, 19664 2754 16384, 19631 2800 16384</inkml:trace>
  <inkml:trace contextRef="#ctx0" brushRef="#br0">20643 2183 16384, 20643 2178 16384, 20649 2162 16384, 20654 2162 16384, 20687 2151 16384, 20730 2145 16384, 20779 2135 16384, 20827 2124 16384, 20876 2118 16384, 20919 2113 16384, 20968 2102 16384, 21017 2091 16384, 21049 2086 16384, 21082 2075 16384, 21103 2075 16384, 21114 2070 16384</inkml:trace>
  <inkml:trace contextRef="#ctx0" brushRef="#br0">20579 1810 16384, 20584 1821 16384, 20595 1848 16384, 20616 1886 16384, 20633 1940 16384, 20649 2010 16384, 20654 2091 16384, 20660 2183 16384, 20660 2275 16384, 20654 2367 16384, 20649 2454 16384, 20633 2530 16384, 20611 2594 16384, 20589 2649 16384, 20562 2692 16384, 20541 2724 16384, 20519 2757 16384, 20481 2784 16384, 20443 2795 16384, 20405 2800 16384, 20378 2795 16384, 20341 2773 16384, 20313 2740 16384, 20297 2697 16384, 20286 2659 16384, 20286 2621 16384, 20297 2594 16384, 20319 2573 16384, 20351 2557 16384, 20395 2546 16384, 20443 2535 16384, 20503 2530 16384, 20568 2530 16384, 20643 2530 16384, 20719 2535 16384, 20784 2546 16384, 20838 2557 16384, 20898 2573 16384, 20936 2589 16384, 20973 2611 16384, 21006 2627 16384, 21022 2638 16384, 21033 2649 16384, 21038 2654 16384, 21038 2659 16384</inkml:trace>
  <inkml:trace contextRef="#ctx0" brushRef="#br0">21827 1000 16384, 21882 1024 16384, 22028 1066 16384, 22170 1101 16384, 22270 1142 16384, 22316 1191 16384</inkml:trace>
  <inkml:trace contextRef="#ctx0" brushRef="#br0">21459 1871 16384, 21438 1871 16384, 21455 1857 16384, 21566 1787 16384, 21757 1669 16384, 21972 1558 16384, 22184 1503 16384, 22375 1510 16384, 22520 1603 16384, 22603 1787 16384, 22617 2072 16384, 22569 2311 16384, 22458 2502 16384, 22326 2668 16384, 22222 2772 16384, 22177 2800 16384</inkml:trace>
  <inkml:trace contextRef="#ctx0" brushRef="#br0">22959 1025 16384, 22950 1025 16384, 22941 1030 16384, 22941 1130 16384, 22959 1398 16384, 22991 1811 16384, 23046 2248 16384, 23123 2566 16384, 23219 2725 16384, 23305 2775 16384, 23378 2761 16384, 23459 2652 16384, 23555 2434 16384, 23682 2248 16384</inkml:trace>
  <inkml:trace contextRef="#ctx0" brushRef="#br0">24282 1420 16384, 24314 1439 16384, 24437 1530 16384, 24564 1689 16384, 24659 1880 16384, 24709 2034 16384, 24728 2139 16384, 24732 2184 16384, 24741 2184 16384</inkml:trace>
  <inkml:trace contextRef="#ctx0" brushRef="#br0">25076 1299 16384, 25069 1299 16384, 25076 1295 16384, 25166 1281 16384, 25368 1245 16384, 25616 1184 16384, 25832 1130 16384, 26027 1094 16384, 26167 1072 16384, 26239 1061 16384</inkml:trace>
  <inkml:trace contextRef="#ctx0" brushRef="#br0">25065 1832 16384, 25109 1821 16384, 25292 1788 16384, 25551 1702 16384, 25825 1598 16384, 26081 1533 16384, 26261 1508 16384, 26343 1497 16384, 26358 1497 16384</inkml:trace>
  <inkml:trace contextRef="#ctx0" brushRef="#br0">25465 1000 16384, 25537 1040 16384, 25706 1176 16384, 25839 1353 16384, 25940 1540 16384, 25998 1720 16384, 26019 1860 16384, 26023 1972 16384, 25994 2044 16384, 25944 2087 16384, 25865 2094 16384</inkml:trace>
  <inkml:trace contextRef="#ctx0" brushRef="#br0">25253 2400 16384, 25235 2422 16384, 25260 2508 16384, 25407 2624 16384, 25591 2706 16384, 25775 2768 16384, 25937 2796 16384, 26077 2800 16384, 26210 2793 16384</inkml:trace>
  <inkml:trace contextRef="#ctx0" brushRef="#br0">26682 1000 16384, 26688 1000 16384, 26688 1006 16384, 26695 1006 16384, 26701 1013 16384, 26740 1058 16384, 26765 1116 16384, 26791 1206 16384, 26810 1315 16384, 26830 1431 16384, 26862 1636 16384, 26868 1707 16384, 26875 1778 16384, 26881 1913 16384, 26881 2119 16384, 26875 2234 16384, 26855 2350 16384, 26836 2459 16384, 26817 2543 16384, 26791 2652 16384, 26765 2710 16384, 26740 2755 16384, 26727 2768 16384, 26688 2800 16384</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4594 16384, 2180 4605 16384, 2203 4639 16384, 2214 4673 16384, 2214 4684 16384, 2214 4707 16384, 2203 4729 16384, 2180 4752 16384, 2146 4763 16384, 2124 4763 16384, 2090 4763 16384, 2056 4763 16384, 2034 4752 16384, 2023 4729 16384, 2023 4707 16384, 2023 4650 16384, 2045 4617 16384, 2068 4583 16384, 2101 4560 16384, 2135 4549 16384, 2158 4538 16384, 2191 4538 16384, 2225 4538 16384, 2236 4538 16384, 2259 4560 16384, 2270 4572 16384, 2270 4605 16384, 2259 4617 16384, 2236 4639 16384, 2214 4662 16384, 2180 4673 16384, 2135 4695 16384, 2090 4707 16384, 2045 4707 16384, 2011 4695 16384, 2000 4684 16384, 2000 4662 16384, 2000 4639 16384, 2023 4617 16384, 2034 4605 16384, 2056 4583 16384, 2101 4572 16384, 2135 4560 16384, 2158 4560 16384, 2191 4560 16384, 2214 4560 16384, 2236 4594 16384, 2248 4628 16384, 2248 4650 16384, 2248 4673 16384, 2236 4695 16384, 2214 4718 16384, 2203 4729 16384, 2191 4729 16384, 2180 4729 16384, 2169 4718 16384, 2169 4707 16384, 2169 4684 16384, 2169 4673 16384, 2169 4662 16384, 2180 4639 16384, 2191 4628 16384, 2203 4617 16384, 2214 4617 16384, 2214 4628 16384, 2203 4650 16384, 2203 4662 16384, 2191 4662 16384, 2180 4673 16384, 2169 4684 16384, 2158 4684 16384, 2146 4684 16384, 2146 4673 16384, 2158 4650 16384, 2180 4628 16384, 2191 4617 16384, 2203 4605 16384, 2191 4628 16384, 2158 4650 16384, 2124 4673 16384, 2090 4684 16384, 2056 4707 16384, 2045 4707 16384, 2056 4695 16384, 2090 4673 16384, 2101 4662 16384, 2135 4639 16384, 2158 4617 16384, 2203 4583 16384, 2214 4560 16384, 2214 4549 16384, 2203 4549 16384, 2180 4572 16384, 2158 4594 16384, 2135 4617 16384, 2124 4639 16384, 2113 4650 16384</inkml:trace>
  <inkml:trace contextRef="#ctx0" brushRef="#br0">3274 4440 16384, 3274 4398 16384, 3274 4382 16384, 3270 4357 16384, 3262 4324 16384, 3245 4278 16384, 3220 4245 16384, 3196 4217 16384, 3167 4200 16384, 3134 4204 16384, 3105 4221 16384, 3072 4250 16384, 3034 4291 16384, 3006 4340 16384, 2977 4394 16384, 2964 4444 16384, 2968 4485 16384, 2985 4526 16384, 3006 4551 16384, 3030 4572 16384, 3059 4584 16384, 3092 4592 16384, 3130 4592 16384, 3167 4584 16384, 3204 4564 16384, 3233 4535 16384, 3266 4493 16384, 3291 4452 16384, 3307 4407 16384, 3315 4361 16384, 3320 4324 16384, 3320 4295 16384, 3320 4283 16384, 3315 4283 16384, 3311 4287 16384, 3303 4303 16384, 3299 4332 16384, 3291 4374 16384, 3282 4427 16384, 3274 4497 16384, 3266 4588 16384, 3249 4700 16384, 3233 4807 16384, 3216 4902 16384, 3196 4981 16384, 3179 5035 16384, 3158 5072 16384, 3134 5092 16384, 3113 5101 16384, 3080 5101 16384, 3043 5092 16384, 3006 5072 16384, 2964 5051 16384, 2931 5014 16384, 2911 4977 16384, 2894 4935 16384, 2890 4906 16384, 2898 4886 16384, 2919 4869 16384, 2944 4857 16384, 2981 4836 16384, 3030 4816 16384, 3084 4799 16384, 3146 4787 16384, 3212 4783 16384, 3274 4783 16384, 3324 4787 16384, 3369 4791 16384, 3398 4795 16384, 3419 4799 16384, 3439 4803 16384, 3452 4803 16384</inkml:trace>
  <inkml:trace contextRef="#ctx0" brushRef="#br0">3918 4205 16384, 3918 4203 16384, 3918 4200 16384, 3915 4200 16384, 3907 4205 16384, 3902 4214 16384, 3893 4225 16384, 3882 4241 16384, 3871 4263 16384, 3847 4318 16384, 3838 4340 16384, 3833 4362 16384, 3816 4417 16384, 3795 4508 16384, 3786 4573 16384, 3784 4648 16384, 3786 4757 16384, 3795 4832 16384, 3808 4903 16384, 3836 4983 16384, 3849 5029 16384, 3866 5062 16384, 3888 5090 16384, 3896 5101 16384</inkml:trace>
  <inkml:trace contextRef="#ctx0" brushRef="#br0">4293 4391 16384, 4266 4335 16384, 4270 4292 16384, 4307 4249 16384, 4379 4210 16384, 4476 4200 16384, 4580 4243 16384, 4650 4338 16384, 4656 4457 16384, 4601 4578 16384, 4510 4685 16384, 4424 4748 16384, 4381 4763 16384, 4365 4750 16384, 4369 4728 16384, 4410 4707 16384, 4492 4693 16384, 4599 4703 16384, 4699 4759 16384, 4747 4845 16384, 4744 4921 16384, 4699 4986 16384, 4619 5046 16384, 4519 5087 16384, 4406 5101 16384, 4303 5079 16384, 4260 5050 16384</inkml:trace>
  <inkml:trace contextRef="#ctx0" brushRef="#br0">5134 4200 16384, 5137 4200 16384, 5137 4203 16384, 5140 4203 16384, 5144 4206 16384, 5163 4229 16384, 5176 4258 16384, 5189 4303 16384, 5198 4358 16384, 5208 4416 16384, 5224 4518 16384, 5227 4554 16384, 5230 4589 16384, 5234 4657 16384, 5234 4760 16384, 5230 4818 16384, 5221 4875 16384, 5211 4930 16384, 5201 4972 16384, 5189 5027 16384, 5176 5056 16384, 5163 5078 16384, 5156 5085 16384, 5137 5101 16384</inkml:trace>
  <inkml:trace contextRef="#ctx0" brushRef="#br0">5840 4542 16384, 5837 4542 16384, 5837 4545 16384, 5843 4549 16384, 5853 4549 16384, 5873 4552 16384, 5906 4552 16384, 5971 4549 16384, 6020 4542 16384, 6073 4539 16384, 6125 4536 16384, 6194 4536 16384, 6230 4542 16384, 6260 4549 16384, 6276 4555 16384</inkml:trace>
  <inkml:trace contextRef="#ctx0" brushRef="#br0">5850 4765 16384, 5847 4765 16384, 5850 4765 16384, 5856 4765 16384, 5879 4765 16384, 5945 4765 16384, 5968 4762 16384, 6017 4759 16384, 6040 4759 16384, 6093 4755 16384, 6142 4752 16384, 6191 4749 16384, 6237 4745 16384, 6270 4745 16384, 6296 4742 16384, 6319 4742 16384, 6332 4742 16384</inkml:trace>
  <inkml:trace contextRef="#ctx0" brushRef="#br0">7303 4200 16384, 7298 4202 16384, 7301 4247 16384, 7300 4388 16384, 7273 4610 16384, 7245 4817 16384, 7223 4962 16384, 7216 5059 16384, 7233 5101 16384</inkml:trace>
  <inkml:trace contextRef="#ctx0" brushRef="#br0">7958 4473 16384, 7949 4461 16384, 7930 4435 16384, 7914 4390 16384, 7918 4322 16384, 7954 4261 16384, 8015 4214 16384, 8094 4200 16384, 8168 4238 16384, 8224 4343 16384, 8247 4516 16384, 8231 4704 16384, 8186 4824 16384, 8111 4922 16384, 8069 4967 16384, 8031 5002 16384, 7975 5045 16384, 7951 5054 16384, 7970 5048 16384, 8029 5047 16384, 8116 5055 16384, 8220 5075 16384, 8316 5092 16384, 8389 5101 16384, 8445 5097 16384, 8460 5094 16384</inkml:trace>
  <inkml:trace contextRef="#ctx0" brushRef="#br0">8855 4200 16384, 8871 4210 16384, 8901 4231 16384, 8938 4277 16384, 8984 4334 16384, 9035 4416 16384, 9087 4524 16384, 9143 4627 16384, 9185 4735 16384, 9236 4828 16384, 9272 4900 16384, 9298 4962 16384, 9323 5013 16384, 9344 5044 16384, 9360 5075 16384, 9370 5090 16384, 9375 5095 16384</inkml:trace>
  <inkml:trace contextRef="#ctx0" brushRef="#br0">9462 4246 16384, 9421 4257 16384, 9406 4267 16384, 9385 4287 16384, 9354 4324 16384, 9308 4360 16384, 9251 4416 16384, 9179 4483 16384, 9102 4571 16384, 9020 4663 16384, 8943 4761 16384, 8876 4854 16384, 8824 4941 16384, 8793 5008 16384, 8778 5049 16384, 8768 5080 16384, 8768 5095 16384, 8768 5101 16384</inkml:trace>
  <inkml:trace contextRef="#ctx0" brushRef="#br0">10049 4647 16384, 10047 4647 16384, 10045 4649 16384, 10043 4649 16384, 10045 4651 16384, 10053 4656 16384, 10066 4658 16384, 10083 4660 16384, 10106 4660 16384, 10136 4656 16384, 10170 4651 16384, 10211 4645 16384, 10249 4641 16384, 10287 4641 16384, 10325 4641 16384, 10355 4641 16384, 10383 4643 16384, 10408 4645 16384, 10429 4647 16384, 10448 4649 16384, 10465 4649 16384, 10485 4647 16384, 10493 4645 16384</inkml:trace>
  <inkml:trace contextRef="#ctx0" brushRef="#br0">11191 4473 16384, 11183 4461 16384, 11163 4435 16384, 11148 4390 16384, 11151 4322 16384, 11188 4261 16384, 11249 4214 16384, 11327 4200 16384, 11402 4238 16384, 11457 4343 16384, 11480 4516 16384, 11464 4704 16384, 11419 4824 16384, 11344 4922 16384, 11302 4967 16384, 11264 5002 16384, 11209 5045 16384, 11184 5054 16384, 11203 5048 16384, 11262 5047 16384, 11349 5055 16384, 11454 5075 16384, 11549 5092 16384, 11622 5101 16384, 11678 5097 16384, 11694 5094 16384</inkml:trace>
  <inkml:trace contextRef="#ctx0" brushRef="#br0">12311 4224 16384, 12302 4207 16384, 12287 4207 16384, 12261 4237 16384, 12217 4312 16384, 12166 4441 16384, 12134 4619 16384, 12125 4831 16384, 12153 4967 16384, 12215 5052 16384, 12298 5096 16384, 12377 5101 16384, 12456 5050 16384, 12521 4947 16384, 12561 4794 16384, 12572 4625 16384, 12543 4507 16384, 12486 4421 16384, 12416 4349 16384, 12342 4264 16384, 12291 4204 16384, 12272 4200 16384, 12269 4233 16384</inkml:trace>
  <inkml:trace contextRef="#ctx0" brushRef="#br0">13283 4642 16384, 13276 4642 16384, 13279 4642 16384, 13284 4642 16384, 13293 4640 16384, 13303 4640 16384, 13313 4639 16384, 13328 4639 16384, 13347 4637 16384, 13368 4635 16384, 13395 4635 16384, 13420 4634 16384, 13449 4634 16384, 13479 4632 16384, 13506 4632 16384, 13535 4634 16384, 13567 4635 16384, 13595 4639 16384, 13625 4640 16384, 13656 4642 16384, 13681 4644 16384, 13706 4644 16384, 13726 4644 16384, 13741 4644 16384, 13751 4645 16384, 13760 4645 16384, 13766 4645 16384, 13770 4645 16384, 13771 4642 16384</inkml:trace>
  <inkml:trace contextRef="#ctx0" brushRef="#br0">13533 4435 16384, 13533 4437 16384, 13531 4439 16384, 13531 4442 16384, 13531 4449 16384, 13531 4459 16384, 13533 4472 16384, 13535 4491 16384, 13536 4513 16384, 13536 4539 16384, 13538 4570 16384, 13536 4603 16384, 13535 4635 16384, 13531 4669 16384, 13528 4704 16384, 13526 4734 16384, 13526 4763 16384, 13526 4790 16384, 13526 4810 16384, 13526 4828 16384, 13528 4843 16384, 13530 4855 16384, 13531 4862 16384, 13533 4865 16384</inkml:trace>
  <inkml:trace contextRef="#ctx0" brushRef="#br0">14370 4200 16384, 14381 4207 16384, 14388 4211 16384, 14395 4218 16384, 14417 4237 16384, 14465 4288 16384, 14501 4332 16384, 14545 4379 16384, 14611 4460 16384, 14651 4504 16384, 14666 4530 16384, 14681 4551 16384, 14725 4599 16384, 14747 4617 16384, 14769 4628 16384</inkml:trace>
  <inkml:trace contextRef="#ctx0" brushRef="#br0">15025 4270 16384, 15029 4262 16384, 15029 4259 16384, 15014 4273 16384, 14996 4288 16384, 14974 4303 16384, 14944 4324 16384, 14904 4350 16384, 14886 4365 16384, 14867 4379 16384, 14820 4427 16384, 14802 4445 16384, 14787 4464 16384, 14761 4486 16384, 14754 4489 16384, 14743 4500 16384, 14743 4504 16384, 14739 4511 16384, 14736 4530 16384, 14732 4548 16384, 14732 4570 16384, 14732 4603 16384, 14728 4643 16384, 14728 4716 16384, 14728 4778 16384, 14728 4837 16384, 14732 4866 16384, 14736 4921 16384, 14739 4947 16384, 14743 5005 16384, 14747 5038 16384, 14754 5064 16384, 14758 5079 16384, 14761 5093 16384, 14761 5101 16384</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6000 16384, 2180 6011 16384, 2203 6045 16384, 2214 6079 16384, 2214 6090 16384, 2214 6113 16384, 2203 6135 16384, 2180 6158 16384, 2146 6169 16384, 2124 6169 16384, 2090 6169 16384, 2056 6169 16384, 2034 6158 16384, 2023 6135 16384, 2023 6113 16384, 2023 6056 16384, 2045 6022 16384, 2068 5989 16384, 2101 5966 16384, 2135 5955 16384, 2158 5944 16384, 2191 5944 16384, 2225 5944 16384, 2236 5944 16384, 2259 5966 16384, 2270 5977 16384, 2270 6011 16384, 2259 6022 16384, 2236 6045 16384, 2214 6068 16384, 2180 6079 16384, 2135 6101 16384, 2090 6113 16384, 2045 6113 16384, 2011 6101 16384, 2000 6090 16384, 2000 6068 16384, 2000 6045 16384, 2023 6022 16384, 2034 6011 16384, 2056 5989 16384, 2101 5977 16384, 2135 5966 16384, 2158 5966 16384, 2191 5966 16384, 2214 5966 16384, 2236 6000 16384, 2248 6034 16384, 2248 6056 16384, 2248 6079 16384, 2236 6101 16384, 2214 6124 16384, 2203 6135 16384, 2191 6135 16384, 2180 6135 16384, 2169 6124 16384, 2169 6113 16384, 2169 6090 16384, 2169 6079 16384, 2169 6068 16384, 2180 6045 16384, 2191 6034 16384, 2203 6022 16384, 2214 6022 16384, 2214 6034 16384, 2203 6056 16384, 2203 6068 16384, 2191 6068 16384, 2180 6079 16384, 2169 6090 16384, 2158 6090 16384, 2146 6090 16384, 2146 6079 16384, 2158 6056 16384, 2180 6034 16384, 2191 6022 16384, 2203 6011 16384, 2191 6034 16384, 2158 6056 16384, 2124 6079 16384, 2090 6090 16384, 2056 6113 16384, 2045 6113 16384, 2056 6101 16384, 2090 6079 16384, 2101 6068 16384, 2135 6045 16384, 2158 6022 16384, 2203 5989 16384, 2214 5966 16384, 2214 5955 16384, 2203 5955 16384, 2180 5977 16384, 2158 6000 16384, 2135 6022 16384, 2124 6045 16384, 2113 6056 16384</inkml:trace>
  <inkml:trace contextRef="#ctx0" brushRef="#br0">3274 5846 16384, 3274 5804 16384, 3274 5788 16384, 3270 5763 16384, 3262 5730 16384, 3245 5684 16384, 3220 5651 16384, 3196 5622 16384, 3167 5606 16384, 3134 5610 16384, 3105 5627 16384, 3072 5656 16384, 3034 5697 16384, 3006 5746 16384, 2977 5800 16384, 2964 5850 16384, 2968 5891 16384, 2985 5932 16384, 3006 5957 16384, 3030 5978 16384, 3059 5990 16384, 3092 5998 16384, 3130 5998 16384, 3167 5990 16384, 3204 5969 16384, 3233 5941 16384, 3266 5899 16384, 3291 5858 16384, 3307 5812 16384, 3315 5767 16384, 3320 5730 16384, 3320 5701 16384, 3320 5689 16384, 3315 5689 16384, 3311 5693 16384, 3303 5709 16384, 3299 5738 16384, 3291 5779 16384, 3282 5833 16384, 3274 5903 16384, 3266 5994 16384, 3249 6106 16384, 3233 6213 16384, 3216 6308 16384, 3196 6387 16384, 3179 6440 16384, 3158 6478 16384, 3134 6498 16384, 3113 6507 16384, 3080 6507 16384, 3043 6498 16384, 3006 6478 16384, 2964 6457 16384, 2931 6420 16384, 2911 6383 16384, 2894 6341 16384, 2890 6312 16384, 2898 6292 16384, 2919 6275 16384, 2944 6263 16384, 2981 6242 16384, 3030 6222 16384, 3084 6205 16384, 3146 6193 16384, 3212 6188 16384, 3274 6188 16384, 3324 6193 16384, 3369 6197 16384, 3398 6201 16384, 3419 6205 16384, 3439 6209 16384, 3452 6209 16384</inkml:trace>
  <inkml:trace contextRef="#ctx0" brushRef="#br0">3918 5611 16384, 3918 5609 16384, 3918 5606 16384, 3915 5606 16384, 3907 5611 16384, 3902 5620 16384, 3893 5631 16384, 3882 5647 16384, 3871 5669 16384, 3847 5724 16384, 3838 5746 16384, 3833 5768 16384, 3816 5823 16384, 3795 5913 16384, 3786 5979 16384, 3784 6054 16384, 3786 6163 16384, 3795 6237 16384, 3808 6309 16384, 3836 6388 16384, 3849 6435 16384, 3866 6468 16384, 3888 6496 16384, 3896 6507 16384</inkml:trace>
  <inkml:trace contextRef="#ctx0" brushRef="#br0">4244 5606 16384, 4259 5616 16384, 4290 5637 16384, 4326 5683 16384, 4373 5740 16384, 4424 5822 16384, 4475 5930 16384, 4532 6033 16384, 4573 6141 16384, 4625 6234 16384, 4661 6306 16384, 4686 6368 16384, 4712 6419 16384, 4733 6450 16384, 4748 6481 16384, 4759 6496 16384, 4764 6501 16384</inkml:trace>
  <inkml:trace contextRef="#ctx0" brushRef="#br0">4851 5652 16384, 4810 5663 16384, 4795 5673 16384, 4774 5693 16384, 4743 5729 16384, 4697 5765 16384, 4640 5822 16384, 4568 5889 16384, 4491 5976 16384, 4409 6069 16384, 4331 6167 16384, 4264 6260 16384, 4213 6347 16384, 4182 6414 16384, 4167 6455 16384, 4156 6486 16384, 4156 6501 16384, 4156 6507 16384</inkml:trace>
  <inkml:trace contextRef="#ctx0" brushRef="#br0">5134 5606 16384, 5137 5606 16384, 5137 5609 16384, 5140 5609 16384, 5144 5612 16384, 5163 5635 16384, 5176 5664 16384, 5189 5709 16384, 5198 5764 16384, 5208 5821 16384, 5224 5924 16384, 5227 5960 16384, 5230 5995 16384, 5234 6063 16384, 5234 6166 16384, 5230 6224 16384, 5221 6281 16384, 5211 6336 16384, 5201 6378 16384, 5189 6433 16384, 5176 6462 16384, 5163 6484 16384, 5156 6490 16384, 5137 6507 16384</inkml:trace>
  <inkml:trace contextRef="#ctx0" brushRef="#br0">5840 5948 16384, 5837 5948 16384, 5837 5951 16384, 5843 5955 16384, 5853 5955 16384, 5873 5958 16384, 5906 5958 16384, 5971 5955 16384, 6020 5948 16384, 6073 5945 16384, 6125 5941 16384, 6194 5941 16384, 6230 5948 16384, 6260 5955 16384, 6276 5961 16384</inkml:trace>
  <inkml:trace contextRef="#ctx0" brushRef="#br0">5850 6171 16384, 5847 6171 16384, 5850 6171 16384, 5856 6171 16384, 5879 6171 16384, 5945 6171 16384, 5968 6168 16384, 6017 6165 16384, 6040 6165 16384, 6093 6161 16384, 6142 6158 16384, 6191 6155 16384, 6237 6151 16384, 6270 6151 16384, 6296 6148 16384, 6319 6148 16384, 6332 6148 16384</inkml:trace>
  <inkml:trace contextRef="#ctx0" brushRef="#br0">6816 6053 16384, 6814 6053 16384, 6812 6055 16384, 6809 6055 16384, 6812 6057 16384, 6820 6062 16384, 6833 6064 16384, 6850 6066 16384, 6873 6066 16384, 6903 6062 16384, 6937 6057 16384, 6977 6051 16384, 7015 6047 16384, 7054 6047 16384, 7092 6047 16384, 7122 6047 16384, 7149 6049 16384, 7175 6051 16384, 7196 6053 16384, 7215 6055 16384, 7232 6055 16384, 7251 6053 16384, 7260 6051 16384</inkml:trace>
  <inkml:trace contextRef="#ctx0" brushRef="#br0">7477 5606 16384, 7493 5616 16384, 7524 5637 16384, 7560 5683 16384, 7606 5740 16384, 7657 5822 16384, 7709 5930 16384, 7765 6033 16384, 7807 6141 16384, 7858 6234 16384, 7894 6306 16384, 7920 6368 16384, 7946 6419 16384, 7966 6450 16384, 7982 6481 16384, 7992 6496 16384, 7997 6501 16384</inkml:trace>
  <inkml:trace contextRef="#ctx0" brushRef="#br0">8084 5652 16384, 8043 5663 16384, 8028 5673 16384, 8007 5693 16384, 7976 5729 16384, 7930 5765 16384, 7873 5822 16384, 7801 5889 16384, 7724 5976 16384, 7642 6069 16384, 7565 6167 16384, 7498 6260 16384, 7446 6347 16384, 7415 6414 16384, 7400 6455 16384, 7390 6486 16384, 7390 6501 16384, 7390 6507 16384</inkml:trace>
  <inkml:trace contextRef="#ctx0" brushRef="#br0">8219 5568 16384, 8210 5550 16384, 8212 5536 16384, 8223 5522 16384, 8247 5510 16384, 8278 5507 16384, 8311 5521 16384, 8333 5551 16384, 8335 5589 16384, 8318 5628 16384, 8288 5662 16384, 8261 5682 16384, 8247 5687 16384, 8242 5683 16384, 8243 5676 16384, 8257 5669 16384, 8283 5665 16384, 8317 5668 16384, 8349 5686 16384, 8364 5713 16384, 8363 5738 16384, 8349 5758 16384, 8323 5778 16384, 8291 5791 16384, 8255 5795 16384, 8222 5788 16384, 8208 5779 16384</inkml:trace>
  <inkml:trace contextRef="#ctx0" brushRef="#br0">8849 6048 16384, 8842 6048 16384, 8845 6048 16384, 8850 6048 16384, 8859 6046 16384, 8869 6046 16384, 8879 6044 16384, 8894 6044 16384, 8912 6043 16384, 8934 6041 16384, 8961 6041 16384, 8986 6039 16384, 9015 6039 16384, 9045 6038 16384, 9072 6038 16384, 9100 6039 16384, 9132 6041 16384, 9161 6044 16384, 9191 6046 16384, 9221 6048 16384, 9246 6050 16384, 9272 6050 16384, 9292 6050 16384, 9307 6050 16384, 9317 6051 16384, 9325 6051 16384, 9332 6051 16384, 9335 6051 16384, 9337 6048 16384</inkml:trace>
  <inkml:trace contextRef="#ctx0" brushRef="#br0">9099 5841 16384, 9099 5843 16384, 9097 5845 16384, 9097 5848 16384, 9097 5855 16384, 9097 5865 16384, 9099 5878 16384, 9100 5897 16384, 9102 5919 16384, 9102 5945 16384, 9104 5976 16384, 9102 6009 16384, 9100 6041 16384, 9097 6075 16384, 9094 6110 16384, 9092 6140 16384, 9092 6169 16384, 9092 6196 16384, 9092 6216 16384, 9092 6234 16384, 9094 6249 16384, 9095 6261 16384, 9097 6268 16384, 9099 6271 16384</inkml:trace>
  <inkml:trace contextRef="#ctx0" brushRef="#br0">10396 5847 16384, 10405 5821 16384, 10413 5798 16384, 10426 5741 16384, 10405 5650 16384, 10340 5606 16384, 10249 5614 16384, 10158 5651 16384, 10089 5713 16384, 10049 5804 16384, 10040 5908 16384, 10076 5986 16384, 10146 6032 16384, 10240 6048 16384, 10327 6024 16384, 10406 5962 16384, 10465 5887 16384, 10489 5825 16384, 10488 5812 16384, 10471 5822 16384, 10444 5881 16384, 10392 6007 16384, 10320 6204 16384, 10271 6381 16384, 10262 6476 16384, 10286 6507 16384</inkml:trace>
  <inkml:trace contextRef="#ctx0" brushRef="#br0">10933 5606 16384, 10948 5616 16384, 10979 5637 16384, 11015 5683 16384, 11061 5740 16384, 11113 5822 16384, 11164 5930 16384, 11221 6033 16384, 11262 6141 16384, 11313 6234 16384, 11349 6306 16384, 11375 6368 16384, 11401 6419 16384, 11421 6450 16384, 11437 6481 16384, 11447 6496 16384, 11452 6501 16384</inkml:trace>
  <inkml:trace contextRef="#ctx0" brushRef="#br0">11540 5652 16384, 11499 5663 16384, 11483 5673 16384, 11463 5693 16384, 11432 5729 16384, 11385 5765 16384, 11329 5822 16384, 11257 5889 16384, 11180 5976 16384, 11097 6069 16384, 11020 6167 16384, 10953 6260 16384, 10902 6347 16384, 10871 6414 16384, 10855 6455 16384, 10845 6486 16384, 10845 6501 16384, 10845 6507 16384</inkml:trace>
  <inkml:trace contextRef="#ctx0" brushRef="#br0">11668 5594 16384, 11666 5590 16384, 11660 5582 16384, 11655 5568 16384, 11656 5546 16384, 11667 5526 16384, 11687 5511 16384, 11712 5507 16384, 11736 5519 16384, 11754 5552 16384, 11761 5608 16384, 11756 5668 16384, 11741 5707 16384, 11717 5738 16384, 11704 5752 16384, 11692 5763 16384, 11674 5777 16384, 11666 5780 16384, 11672 5778 16384, 11691 5778 16384, 11719 5781 16384, 11752 5787 16384, 11783 5792 16384, 11806 5795 16384, 11824 5794 16384, 11829 5793 16384</inkml:trace>
  <inkml:trace contextRef="#ctx0" brushRef="#br0">12313 6053 16384, 12311 6053 16384, 12309 6055 16384, 12307 6055 16384, 12309 6057 16384, 12317 6062 16384, 12330 6064 16384, 12347 6066 16384, 12370 6066 16384, 12400 6062 16384, 12434 6057 16384, 12474 6051 16384, 12513 6047 16384, 12551 6047 16384, 12589 6047 16384, 12619 6047 16384, 12646 6049 16384, 12672 6051 16384, 12693 6053 16384, 12712 6055 16384, 12729 6055 16384, 12748 6053 16384, 12757 6051 16384</inkml:trace>
  <inkml:trace contextRef="#ctx0" brushRef="#br0">13728 5606 16384, 13723 5608 16384, 13726 5653 16384, 13725 5794 16384, 13698 6016 16384, 13670 6223 16384, 13648 6368 16384, 13641 6465 16384, 13658 6507 16384</inkml:trace>
  <inkml:trace contextRef="#ctx0" brushRef="#br0">14456 5613 16384, 14449 5620 16384, 14447 5669 16384, 14423 5791 16384, 14382 5922 16384, 14354 6011 16384, 14345 6062 16384, 14347 6083 16384, 14360 6085 16384, 14382 6082 16384, 14423 6064 16384, 14491 6034 16384, 14572 6022 16384, 14654 6042 16384, 14714 6098 16384, 14750 6180 16384, 14759 6271 16384, 14737 6350 16384, 14678 6423 16384, 14598 6478 16384, 14514 6507 16384, 14429 6499 16384, 14387 6476 16384</inkml:trace>
  <inkml:trace contextRef="#ctx0" brushRef="#br0">14443 5617 16384, 14440 5617 16384, 14451 5617 16384, 14512 5619 16384, 14625 5611 16384, 14741 5606 16384, 14841 5626 16384, 14879 5644 16384</inkml:trace>
  <inkml:trace contextRef="#ctx0" brushRef="#br0">15280 5606 16384, 15295 5616 16384, 15326 5637 16384, 15362 5683 16384, 15409 5740 16384, 15460 5822 16384, 15512 5930 16384, 15568 6033 16384, 15609 6141 16384, 15661 6234 16384, 15697 6306 16384, 15723 6368 16384, 15748 6419 16384, 15769 6450 16384, 15784 6481 16384, 15795 6496 16384, 15800 6501 16384</inkml:trace>
  <inkml:trace contextRef="#ctx0" brushRef="#br0">15887 5652 16384, 15846 5663 16384, 15831 5673 16384, 15810 5693 16384, 15779 5729 16384, 15733 5765 16384, 15676 5822 16384, 15604 5889 16384, 15527 5976 16384, 15445 6069 16384, 15367 6167 16384, 15301 6260 16384, 15249 6347 16384, 15218 6414 16384, 15203 6455 16384, 15192 6486 16384, 15192 6501 16384, 15192 6507 16384</inkml:trace>
  <inkml:trace contextRef="#ctx0" brushRef="#br0">16474 6048 16384, 16468 6048 16384, 16471 6048 16384, 16476 6048 16384, 16484 6046 16384, 16494 6046 16384, 16504 6044 16384, 16520 6044 16384, 16538 6043 16384, 16560 6041 16384, 16587 6041 16384, 16612 6039 16384, 16640 6039 16384, 16671 6038 16384, 16698 6038 16384, 16726 6039 16384, 16758 6041 16384, 16787 6044 16384, 16817 6046 16384, 16847 6048 16384, 16872 6050 16384, 16897 6050 16384, 16918 6050 16384, 16933 6050 16384, 16943 6051 16384, 16951 6051 16384, 16958 6051 16384, 16961 6051 16384, 16963 6048 16384</inkml:trace>
  <inkml:trace contextRef="#ctx0" brushRef="#br0">16724 5841 16384, 16724 5843 16384, 16723 5845 16384, 16723 5848 16384, 16723 5855 16384, 16723 5865 16384, 16724 5878 16384, 16726 5897 16384, 16728 5919 16384, 16728 5945 16384, 16729 5976 16384, 16728 6009 16384, 16726 6041 16384, 16723 6075 16384, 16719 6110 16384, 16718 6140 16384, 16718 6169 16384, 16718 6196 16384, 16718 6216 16384, 16718 6234 16384, 16719 6249 16384, 16721 6261 16384, 16723 6268 16384, 16724 6271 16384</inkml:trace>
  <inkml:trace contextRef="#ctx0" brushRef="#br0">17727 5627 16384, 17714 5630 16384, 17703 5644 16384, 17706 5689 16384, 17716 5769 16384, 17728 5853 16384, 17746 5911 16384, 17757 5928 16384</inkml:trace>
  <inkml:trace contextRef="#ctx0" brushRef="#br0">17738 5606 16384, 17741 5608 16384, 17791 5612 16384, 17882 5612 16384, 17949 5612 16384, 18003 5619 16384, 18045 5649 16384, 18069 5694 16384, 18078 5750 16384, 18073 5842 16384, 18049 5976 16384, 18011 6139 16384, 17974 6288 16384, 17958 6377 16384, 17958 6436 16384, 17970 6484 16384, 17976 6507 16384</inkml:trace>
  <inkml:trace contextRef="#ctx0" brushRef="#br0">18825 6048 16384, 18818 6048 16384, 18822 6048 16384, 18827 6048 16384, 18835 6046 16384, 18845 6046 16384, 18855 6044 16384, 18870 6044 16384, 18889 6043 16384, 18911 6041 16384, 18937 6041 16384, 18963 6039 16384, 18991 6039 16384, 19021 6038 16384, 19048 6038 16384, 19077 6039 16384, 19109 6041 16384, 19137 6044 16384, 19167 6046 16384, 19198 6048 16384, 19223 6050 16384, 19248 6050 16384, 19268 6050 16384, 19283 6050 16384, 19293 6051 16384, 19302 6051 16384, 19308 6051 16384, 19312 6051 16384, 19314 6048 16384</inkml:trace>
  <inkml:trace contextRef="#ctx0" brushRef="#br0">19075 5841 16384, 19075 5843 16384, 19073 5845 16384, 19073 5848 16384, 19073 5855 16384, 19073 5865 16384, 19075 5878 16384, 19077 5897 16384, 19078 5919 16384, 19078 5945 16384, 19080 5976 16384, 19078 6009 16384, 19077 6041 16384, 19073 6075 16384, 19070 6110 16384, 19068 6140 16384, 19068 6169 16384, 19068 6196 16384, 19068 6216 16384, 19068 6234 16384, 19070 6249 16384, 19072 6261 16384, 19073 6268 16384, 19075 6271 16384</inkml:trace>
  <inkml:trace contextRef="#ctx0" brushRef="#br0">19912 5606 16384, 19923 5613 16384, 19930 5617 16384, 19937 5624 16384, 19959 5643 16384, 20007 5694 16384, 20043 5738 16384, 20087 5785 16384, 20153 5866 16384, 20194 5910 16384, 20208 5935 16384, 20223 5957 16384, 20267 6005 16384, 20289 6023 16384, 20311 6034 16384</inkml:trace>
  <inkml:trace contextRef="#ctx0" brushRef="#br0">20567 5675 16384, 20571 5668 16384, 20571 5665 16384, 20556 5679 16384, 20538 5694 16384, 20516 5708 16384, 20486 5730 16384, 20446 5756 16384, 20428 5771 16384, 20410 5785 16384, 20362 5833 16384, 20344 5851 16384, 20329 5870 16384, 20303 5891 16384, 20296 5895 16384, 20285 5906 16384, 20285 5910 16384, 20281 5917 16384, 20278 5935 16384, 20274 5954 16384, 20274 5976 16384, 20274 6009 16384, 20270 6049 16384, 20270 6122 16384, 20270 6184 16384, 20270 6243 16384, 20274 6272 16384, 20278 6327 16384, 20281 6353 16384, 20285 6411 16384, 20289 6444 16384, 20296 6470 16384, 20300 6485 16384, 20303 6499 16384, 20303 6507 16384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7505 16384, 2180 7516 16384, 2203 7550 16384, 2214 7584 16384, 2214 7595 16384, 2214 7618 16384, 2203 7640 16384, 2180 7663 16384, 2146 7674 16384, 2124 7674 16384, 2090 7674 16384, 2056 7674 16384, 2034 7663 16384, 2023 7640 16384, 2023 7618 16384, 2023 7561 16384, 2045 7527 16384, 2068 7494 16384, 2101 7471 16384, 2135 7460 16384, 2158 7449 16384, 2191 7449 16384, 2225 7449 16384, 2236 7449 16384, 2259 7471 16384, 2270 7482 16384, 2270 7516 16384, 2259 7527 16384, 2236 7550 16384, 2214 7573 16384, 2180 7584 16384, 2135 7606 16384, 2090 7618 16384, 2045 7618 16384, 2011 7606 16384, 2000 7595 16384, 2000 7573 16384, 2000 7550 16384, 2023 7527 16384, 2034 7516 16384, 2056 7494 16384, 2101 7482 16384, 2135 7471 16384, 2158 7471 16384, 2191 7471 16384, 2214 7471 16384, 2236 7505 16384, 2248 7539 16384, 2248 7561 16384, 2248 7584 16384, 2236 7606 16384, 2214 7629 16384, 2203 7640 16384, 2191 7640 16384, 2180 7640 16384, 2169 7629 16384, 2169 7618 16384, 2169 7595 16384, 2169 7584 16384, 2169 7573 16384, 2180 7550 16384, 2191 7539 16384, 2203 7527 16384, 2214 7527 16384, 2214 7539 16384, 2203 7561 16384, 2203 7573 16384, 2191 7573 16384, 2180 7584 16384, 2169 7595 16384, 2158 7595 16384, 2146 7595 16384, 2146 7584 16384, 2158 7561 16384, 2180 7539 16384, 2191 7527 16384, 2203 7516 16384, 2191 7539 16384, 2158 7561 16384, 2124 7584 16384, 2090 7595 16384, 2056 7618 16384, 2045 7618 16384, 2056 7606 16384, 2090 7584 16384, 2101 7573 16384, 2135 7550 16384, 2158 7527 16384, 2203 7494 16384, 2214 7471 16384, 2214 7460 16384, 2203 7460 16384, 2180 7482 16384, 2158 7505 16384, 2135 7527 16384, 2124 7550 16384, 2113 7561 16384</inkml:trace>
  <inkml:trace contextRef="#ctx0" brushRef="#br0">2745 7338 16384, 2724 7341 16384, 2721 7345 16384, 2721 7348 16384, 2727 7352 16384, 2741 7352 16384, 2772 7355 16384, 2803 7355 16384, 2820 7355 16384, 2868 7348 16384, 2920 7345 16384, 2982 7338 16384, 3054 7331 16384, 3116 7331 16384, 3185 7331 16384, 3250 7331 16384, 3312 7331 16384, 3360 7331 16384, 3401 7331 16384, 3422 7331 16384, 3439 7331 16384, 3446 7331 16384, 3439 7331 16384, 3422 7338 16384, 3401 7345 16384, 3370 7355 16384, 3332 7365 16384, 3298 7379 16384, 3257 7396 16384, 3216 7420 16384, 3174 7448 16384, 3133 7482 16384, 3099 7523 16384, 3078 7565 16384, 3054 7606 16384, 3037 7651 16384, 3030 7692 16384, 3026 7733 16384, 3030 7774 16384, 3040 7805 16384, 3061 7840 16384, 3088 7864 16384, 3116 7884 16384, 3150 7905 16384, 3185 7922 16384, 3219 7929 16384, 3253 7933 16384, 3291 7933 16384, 3329 7922 16384, 3370 7912 16384, 3408 7895 16384</inkml:trace>
  <inkml:trace contextRef="#ctx0" brushRef="#br0">3501 7197 16384, 3501 7200 16384, 3494 7211 16384, 3494 7221 16384, 3497 7242 16384, 3504 7262 16384, 3511 7286 16384, 3518 7327 16384, 3518 7352 16384, 3521 7362 16384, 3521 7369 16384, 3525 7382 16384, 3535 7389 16384, 3539 7393 16384</inkml:trace>
  <inkml:trace contextRef="#ctx0" brushRef="#br0">3573 7190 16384, 3573 7193 16384, 3573 7200 16384, 3580 7221 16384, 3583 7248 16384, 3587 7279 16384, 3590 7314 16384, 3594 7327 16384, 3594 7341 16384, 3601 7358 16384, 3611 7372 16384, 3618 7379 16384, 3621 7382 16384</inkml:trace>
  <inkml:trace contextRef="#ctx0" brushRef="#br0">3792 7327 16384, 3783 7315 16384, 3788 7313 16384, 3802 7315 16384, 3821 7322 16384, 3847 7329 16384, 3901 7336 16384, 3991 7336 16384, 4101 7330 16384, 4217 7317 16384, 4330 7299 16384, 4413 7284 16384, 4445 7275 16384</inkml:trace>
  <inkml:trace contextRef="#ctx0" brushRef="#br0">4055 7111 16384, 4041 7116 16384, 4032 7140 16384, 4030 7208 16384, 4024 7351 16384, 4020 7524 16384, 4036 7688 16384, 4074 7840 16384, 4115 7941 16384, 4164 7999 16384, 4176 8012 16384</inkml:trace>
  <inkml:trace contextRef="#ctx0" brushRef="#br0">4157 7426 16384, 4148 7429 16384, 4143 7448 16384, 4143 7517 16384, 4119 7643 16384, 4067 7794 16384, 4020 7891 16384, 3989 7925 16384, 3956 7937 16384, 3916 7910 16384, 3882 7842 16384, 3871 7752 16384, 3897 7692 16384, 3961 7642 16384, 4058 7600 16384, 4176 7585 16384, 4279 7611 16384, 4354 7680 16384, 4395 7780 16384, 4399 7868 16384, 4381 7932 16384, 4355 7975 16384, 4326 7994 16384</inkml:trace>
  <inkml:trace contextRef="#ctx0" brushRef="#br0">4622 7189 16384, 4609 7188 16384, 4624 7188 16384, 4682 7183 16384, 4777 7156 16384, 4882 7123 16384, 4967 7111 16384, 5007 7124 16384, 5012 7164 16384, 4972 7246 16384, 4887 7366 16384, 4777 7487 16384, 4677 7584 16384, 4621 7635 16384, 4607 7652 16384, 4641 7640 16384, 4712 7594 16384, 4822 7529 16384, 4962 7486 16384, 5085 7481 16384, 5175 7507 16384, 5232 7560 16384, 5248 7652 16384, 5227 7760 16384, 5165 7855 16384, 5085 7930 16384, 5002 7992 16384, 4929 8012 16384, 4879 7993 16384, 4842 7945 16384, 4832 7870 16384, 4864 7828 16384, 4924 7808 16384, 5004 7798 16384, 5077 7803 16384, 5127 7817 16384, 5159 7827 16384</inkml:trace>
  <inkml:trace contextRef="#ctx0" brushRef="#br0">5875 7401 16384, 5861 7399 16384, 5864 7399 16384, 5890 7399 16384, 5941 7385 16384, 6029 7355 16384, 6137 7327 16384, 6237 7315 16384, 6324 7322 16384, 6386 7365 16384, 6424 7449 16384, 6441 7562 16384, 6441 7680 16384, 6424 7797 16384, 6391 7903 16384, 6357 7976 16384, 6334 8008 16384, 6315 8012 16384, 6290 7979 16384, 6249 7905 16384</inkml:trace>
  <inkml:trace contextRef="#ctx0" brushRef="#br0">6286 7111 16384, 6288 7128 16384, 6271 7216 16384, 6211 7394 16384, 6132 7617 16384, 6060 7804 16384, 6022 7902 16384, 6010 7953 16384, 6008 7960 16384</inkml:trace>
  <inkml:trace contextRef="#ctx0" brushRef="#br0">6442 7231 16384, 6432 7229 16384, 6448 7245 16384, 6492 7303 16384, 6554 7423 16384, 6597 7560 16384, 6621 7655 16384, 6640 7710 16384, 6652 7739 16384</inkml:trace>
  <inkml:trace contextRef="#ctx0" brushRef="#br0">6968 7111 16384, 6971 7114 16384, 6992 7143 16384, 7039 7204 16384, 7075 7246 16384, 7088 7266 16384, 7077 7285 16384, 7056 7300 16384</inkml:trace>
  <inkml:trace contextRef="#ctx0" brushRef="#br0">6852 7306 16384, 6846 7311 16384, 6846 7335 16384, 6852 7401 16384, 6841 7492 16384, 6823 7577 16384, 6814 7635 16384, 6817 7653 16384, 6830 7660 16384, 6854 7660 16384, 6902 7641 16384, 6971 7621 16384, 7058 7616 16384, 7148 7643 16384, 7222 7695 16384, 7267 7753 16384, 7282 7818 16384, 7263 7881 16384, 7216 7937 16384, 7151 7983 16384, 7075 8010 16384, 7008 8012 16384, 6994 8007 16384</inkml:trace>
  <inkml:trace contextRef="#ctx0" brushRef="#br0">7444 7696 16384, 7449 7702 16384, 7455 7708 16384, 7467 7725 16384, 7495 7759 16384, 7530 7800 16384, 7558 7851 16384, 7587 7897 16384, 7610 7931 16384, 7639 7960 16384, 7661 7983 16384, 7679 7994 16384, 7690 8000 16384, 7702 8012 16384, 7707 8012 16384</inkml:trace>
  <inkml:trace contextRef="#ctx0" brushRef="#br0">8004 7116 16384, 8004 7114 16384, 8004 7111 16384, 8001 7111 16384, 7993 7116 16384, 7988 7125 16384, 7979 7136 16384, 7968 7152 16384, 7957 7174 16384, 7933 7229 16384, 7924 7251 16384, 7919 7273 16384, 7902 7328 16384, 7880 7418 16384, 7872 7484 16384, 7869 7559 16384, 7872 7668 16384, 7880 7742 16384, 7894 7814 16384, 7922 7893 16384, 7935 7940 16384, 7952 7973 16384, 7974 8001 16384, 7982 8012 16384</inkml:trace>
  <inkml:trace contextRef="#ctx0" brushRef="#br0">8166 7329 16384, 8188 7312 16384, 8193 7312 16384, 8211 7307 16384, 8233 7303 16384, 8255 7303 16384, 8278 7303 16384, 8295 7307 16384, 8304 7320 16384, 8304 7338 16384, 8304 7374 16384, 8295 7423 16384, 8278 7490 16384, 8255 7575 16384, 8233 7668 16384, 8215 7762 16384, 8206 7842 16384, 8206 7900 16384, 8211 7945 16384, 8220 7976 16384, 8237 7994 16384, 8260 8003 16384, 8282 8012 16384, 8304 8012 16384, 8322 7998 16384, 8353 7976 16384, 8367 7963 16384</inkml:trace>
  <inkml:trace contextRef="#ctx0" brushRef="#br0">8349 7115 16384, 8336 7111 16384, 8309 7111 16384, 8304 7111 16384, 8304 7115 16384, 8304 7124 16384, 8304 7129 16384</inkml:trace>
  <inkml:trace contextRef="#ctx0" brushRef="#br0">8529 7111 16384, 8532 7111 16384, 8532 7114 16384, 8535 7114 16384, 8538 7117 16384, 8558 7140 16384, 8571 7169 16384, 8584 7214 16384, 8593 7269 16384, 8603 7326 16384, 8619 7429 16384, 8622 7465 16384, 8625 7500 16384, 8629 7568 16384, 8629 7671 16384, 8625 7729 16384, 8616 7786 16384, 8606 7841 16384, 8596 7883 16384, 8584 7938 16384, 8571 7967 16384, 8558 7989 16384, 8551 7995 16384, 8532 8012 16384</inkml:trace>
  <inkml:trace contextRef="#ctx0" brushRef="#br0">9376 7246 16384, 10007 7246 16384, 10007 7876 16384, 9376 7876 16384, 9376 7246 16384</inkml:trace>
  <inkml:trace contextRef="#ctx0" brushRef="#br0">10754 7116 16384, 10754 7114 16384, 10754 7111 16384, 10751 7111 16384, 10743 7116 16384, 10737 7125 16384, 10729 7136 16384, 10718 7152 16384, 10707 7174 16384, 10682 7229 16384, 10674 7251 16384, 10668 7273 16384, 10652 7328 16384, 10630 7418 16384, 10622 7484 16384, 10619 7559 16384, 10622 7668 16384, 10630 7742 16384, 10644 7814 16384, 10671 7893 16384, 10685 7940 16384, 10701 7973 16384, 10723 8001 16384, 10732 8012 16384</inkml:trace>
  <inkml:trace contextRef="#ctx0" brushRef="#br0">10916 7329 16384, 10938 7312 16384, 10942 7312 16384, 10960 7307 16384, 10983 7303 16384, 11005 7303 16384, 11027 7303 16384, 11045 7307 16384, 11054 7320 16384, 11054 7338 16384, 11054 7374 16384, 11045 7423 16384, 11027 7490 16384, 11005 7575 16384, 10983 7668 16384, 10965 7762 16384, 10956 7842 16384, 10956 7900 16384, 10960 7945 16384, 10969 7976 16384, 10987 7994 16384, 11009 8003 16384, 11032 8012 16384, 11054 8012 16384, 11072 7998 16384, 11103 7976 16384, 11116 7963 16384</inkml:trace>
  <inkml:trace contextRef="#ctx0" brushRef="#br0">11098 7115 16384, 11085 7111 16384, 11058 7111 16384, 11054 7111 16384, 11054 7115 16384, 11054 7124 16384, 11054 7129 16384</inkml:trace>
  <inkml:trace contextRef="#ctx0" brushRef="#br0">11278 7329 16384, 11301 7312 16384, 11305 7312 16384, 11323 7307 16384, 11345 7303 16384, 11368 7303 16384, 11390 7303 16384, 11408 7307 16384, 11417 7320 16384, 11417 7338 16384, 11417 7374 16384, 11408 7423 16384, 11390 7490 16384, 11368 7575 16384, 11345 7668 16384, 11327 7762 16384, 11319 7842 16384, 11319 7900 16384, 11323 7945 16384, 11332 7976 16384, 11350 7994 16384, 11372 8003 16384, 11394 8012 16384, 11417 8012 16384, 11434 7998 16384, 11466 7976 16384, 11479 7963 16384</inkml:trace>
  <inkml:trace contextRef="#ctx0" brushRef="#br0">11461 7115 16384, 11448 7111 16384, 11421 7111 16384, 11417 7111 16384, 11417 7115 16384, 11417 7124 16384, 11417 7129 16384</inkml:trace>
  <inkml:trace contextRef="#ctx0" brushRef="#br0">11641 7329 16384, 11663 7312 16384, 11668 7312 16384, 11686 7307 16384, 11708 7303 16384, 11730 7303 16384, 11753 7303 16384, 11770 7307 16384, 11779 7320 16384, 11779 7338 16384, 11779 7374 16384, 11770 7423 16384, 11753 7490 16384, 11730 7575 16384, 11708 7668 16384, 11690 7762 16384, 11681 7842 16384, 11681 7900 16384, 11686 7945 16384, 11695 7976 16384, 11712 7994 16384, 11735 8003 16384, 11757 8012 16384, 11779 8012 16384, 11797 7998 16384, 11828 7976 16384, 11842 7963 16384</inkml:trace>
  <inkml:trace contextRef="#ctx0" brushRef="#br0">11824 7115 16384, 11811 7111 16384, 11784 7111 16384, 11779 7111 16384, 11779 7115 16384, 11779 7124 16384, 11779 7129 16384</inkml:trace>
  <inkml:trace contextRef="#ctx0" brushRef="#br0">12004 7111 16384, 12007 7111 16384, 12007 7114 16384, 12010 7114 16384, 12014 7117 16384, 12033 7140 16384, 12046 7169 16384, 12059 7214 16384, 12068 7269 16384, 12078 7326 16384, 12094 7429 16384, 12097 7465 16384, 12100 7500 16384, 12104 7568 16384, 12104 7671 16384, 12100 7729 16384, 12091 7786 16384, 12081 7841 16384, 12071 7883 16384, 12059 7938 16384, 12046 7967 16384, 12033 7989 16384, 12026 7995 16384, 12007 8012 16384</inkml:trace>
  <inkml:trace contextRef="#ctx0" brushRef="#br0">13027 7382 16384, 13018 7365 16384, 13021 7365 16384, 13068 7366 16384, 13161 7366 16384, 13272 7363 16384, 13368 7359 16384, 13429 7359 16384, 13449 7366 16384</inkml:trace>
  <inkml:trace contextRef="#ctx0" brushRef="#br0">13058 7114 16384, 13046 7111 16384, 13058 7123 16384, 13080 7171 16384, 13085 7296 16384, 13065 7520 16384, 13027 7722 16384, 12982 7867 16384, 12935 7963 16384, 12895 8010 16384, 12849 8012 16384, 12794 7972 16384, 12740 7889 16384, 12716 7824 16384, 12733 7808 16384, 12783 7789 16384, 12875 7779 16384, 13006 7811 16384, 13156 7879 16384, 13272 7941 16384, 13342 7977 16384, 13379 7996 16384, 13398 8001 16384</inkml:trace>
  <inkml:trace contextRef="#ctx0" brushRef="#br0">13662 7111 16384, 13662 7116 16384, 13654 7182 16384, 13631 7303 16384, 13611 7426 16384, 13615 7530 16384, 13639 7586 16384, 13677 7606 16384, 13723 7606 16384, 13777 7560 16384</inkml:trace>
  <inkml:trace contextRef="#ctx0" brushRef="#br0">14088 7126 16384, 14096 7160 16384, 14123 7234 16384, 14146 7330 16384, 14147 7477 16384, 14123 7650 16384, 14081 7803 16384, 14032 7921 16384, 13998 7989 16384, 13981 8012 16384</inkml:trace>
  <inkml:trace contextRef="#ctx0" brushRef="#br0">14309 7696 16384, 14315 7702 16384, 14321 7708 16384, 14332 7725 16384, 14361 7759 16384, 14395 7800 16384, 14424 7851 16384, 14453 7897 16384, 14476 7931 16384, 14504 7960 16384, 14527 7983 16384, 14544 7994 16384, 14556 8000 16384, 14567 8012 16384, 14573 8012 16384</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8911 16384, 2180 8922 16384, 2203 8956 16384, 2214 8990 16384, 2214 9001 16384, 2214 9023 16384, 2203 9046 16384, 2180 9069 16384, 2146 9080 16384, 2124 9080 16384, 2090 9080 16384, 2056 9080 16384, 2034 9069 16384, 2023 9046 16384, 2023 9023 16384, 2023 8967 16384, 2045 8933 16384, 2068 8900 16384, 2101 8877 16384, 2135 8866 16384, 2158 8855 16384, 2191 8855 16384, 2225 8855 16384, 2236 8855 16384, 2259 8877 16384, 2270 8888 16384, 2270 8922 16384, 2259 8933 16384, 2236 8956 16384, 2214 8978 16384, 2180 8990 16384, 2135 9012 16384, 2090 9023 16384, 2045 9023 16384, 2011 9012 16384, 2000 9001 16384, 2000 8978 16384, 2000 8956 16384, 2023 8933 16384, 2034 8922 16384, 2056 8900 16384, 2101 8888 16384, 2135 8877 16384, 2158 8877 16384, 2191 8877 16384, 2214 8877 16384, 2236 8911 16384, 2248 8945 16384, 2248 8967 16384, 2248 8990 16384, 2236 9012 16384, 2214 9035 16384, 2203 9046 16384, 2191 9046 16384, 2180 9046 16384, 2169 9035 16384, 2169 9023 16384, 2169 9001 16384, 2169 8990 16384, 2169 8978 16384, 2180 8956 16384, 2191 8945 16384, 2203 8933 16384, 2214 8933 16384, 2214 8945 16384, 2203 8967 16384, 2203 8978 16384, 2191 8978 16384, 2180 8990 16384, 2169 9001 16384, 2158 9001 16384, 2146 9001 16384, 2146 8990 16384, 2158 8967 16384, 2180 8945 16384, 2191 8933 16384, 2203 8922 16384, 2191 8945 16384, 2158 8967 16384, 2124 8990 16384, 2090 9001 16384, 2056 9023 16384, 2045 9023 16384, 2056 9012 16384, 2090 8990 16384, 2101 8978 16384, 2135 8956 16384, 2158 8933 16384, 2203 8900 16384, 2214 8877 16384, 2214 8866 16384, 2203 8866 16384, 2180 8888 16384, 2158 8911 16384, 2135 8933 16384, 2124 8956 16384, 2113 8967 16384</inkml:trace>
  <inkml:trace contextRef="#ctx0" brushRef="#br0">2911 8517 16384, 2926 8527 16384, 2957 8548 16384, 2993 8594 16384, 3040 8651 16384, 3091 8733 16384, 3143 8841 16384, 3199 8944 16384, 3240 9052 16384, 3292 9145 16384, 3328 9217 16384, 3354 9279 16384, 3379 9330 16384, 3400 9361 16384, 3415 9392 16384, 3426 9407 16384, 3431 9412 16384</inkml:trace>
  <inkml:trace contextRef="#ctx0" brushRef="#br0">3518 8563 16384, 3477 8573 16384, 3462 8584 16384, 3441 8604 16384, 3410 8640 16384, 3364 8676 16384, 3307 8733 16384, 3235 8800 16384, 3158 8887 16384, 3076 8980 16384, 2998 9078 16384, 2932 9170 16384, 2880 9258 16384, 2849 9325 16384, 2834 9366 16384, 2823 9397 16384, 2823 9412 16384, 2823 9418 16384</inkml:trace>
  <inkml:trace contextRef="#ctx0" brushRef="#br0">4479 8733 16384, 4481 8724 16384, 4481 8720 16384, 4479 8720 16384, 4475 8724 16384, 4465 8731 16384, 4454 8740 16384, 4433 8752 16384, 4408 8763 16384, 4378 8779 16384, 4346 8797 16384, 4314 8816 16384, 4284 8834 16384, 4254 8853 16384, 4225 8873 16384, 4199 8894 16384, 4176 8914 16384, 4167 8924 16384, 4154 8942 16384, 4144 8958 16384, 4140 8969 16384, 4140 8979 16384, 4142 8983 16384, 4154 8992 16384, 4165 8999 16384, 4186 9008 16384, 4211 9020 16384, 4241 9031 16384, 4273 9045 16384, 4305 9063 16384, 4342 9082 16384, 4378 9102 16384, 4413 9123 16384, 4445 9144 16384, 4472 9162 16384, 4495 9178 16384, 4514 9190 16384, 4530 9201 16384, 4541 9208 16384, 4548 9213 16384, 4550 9215 16384, 4553 9215 16384</inkml:trace>
  <inkml:trace contextRef="#ctx0" brushRef="#br0">5311 8708 16384, 5284 8651 16384, 5288 8608 16384, 5325 8566 16384, 5397 8527 16384, 5494 8517 16384, 5598 8560 16384, 5668 8655 16384, 5674 8774 16384, 5619 8895 16384, 5527 9002 16384, 5442 9065 16384, 5399 9080 16384, 5383 9067 16384, 5387 9045 16384, 5428 9024 16384, 5510 9010 16384, 5617 9020 16384, 5716 9076 16384, 5765 9162 16384, 5761 9238 16384, 5716 9302 16384, 5637 9363 16384, 5537 9404 16384, 5424 9418 16384, 5321 9396 16384, 5278 9367 16384</inkml:trace>
  <inkml:trace contextRef="#ctx0" brushRef="#br0">6914 8577 16384, 6921 8591 16384, 6938 8697 16384, 6926 8886 16384, 6866 9056 16384, 6773 9214 16384, 6684 9307 16384, 6617 9324 16384, 6552 9295 16384, 6492 9202 16384, 6449 9034 16384, 6476 8811 16384, 6600 8656 16384, 6753 8577 16384, 6943 8517 16384, 7139 8524 16384, 7285 8649 16384, 7343 8898 16384, 7340 9180 16384, 7328 9326 16384, 7314 9401 16384, 7307 9418 16384</inkml:trace>
  <inkml:trace contextRef="#ctx0" brushRef="#br0">7955 8557 16384, 7967 8559 16384, 8027 8598 16384, 8115 8685 16384, 8188 8761 16384, 8247 8823 16384, 8297 8868 16384, 8307 8874 16384</inkml:trace>
  <inkml:trace contextRef="#ctx0" brushRef="#br0">8603 8621 16384, 8595 8621 16384, 8548 8644 16384, 8474 8714 16384, 8360 8833 16384, 8262 8956 16384, 8198 9084 16384, 8179 9187 16384, 8202 9255 16384, 8264 9313 16384, 8352 9356 16384, 8447 9372 16384, 8560 9378 16384, 8675 9368 16384, 8778 9348 16384, 8856 9329 16384</inkml:trace>
  <inkml:trace contextRef="#ctx0" brushRef="#br0">9023 8666 16384, 9020 8666 16384, 9023 8665 16384, 9068 8657 16384, 9169 8639 16384, 9293 8609 16384, 9401 8582 16384, 9499 8564 16384, 9569 8553 16384, 9605 8547 16384</inkml:trace>
  <inkml:trace contextRef="#ctx0" brushRef="#br0">9018 8933 16384, 9039 8928 16384, 9131 8911 16384, 9261 8868 16384, 9398 8816 16384, 9526 8783 16384, 9616 8771 16384, 9657 8765 16384, 9664 8765 16384</inkml:trace>
  <inkml:trace contextRef="#ctx0" brushRef="#br0">9218 8517 16384, 9254 8537 16384, 9338 8605 16384, 9405 8693 16384, 9456 8787 16384, 9484 8877 16384, 9495 8947 16384, 9497 9003 16384, 9483 9039 16384, 9457 9061 16384, 9418 9064 16384</inkml:trace>
  <inkml:trace contextRef="#ctx0" brushRef="#br0">9111 9218 16384, 9102 9228 16384, 9115 9272 16384, 9189 9329 16384, 9281 9371 16384, 9373 9401 16384, 9454 9416 16384, 9524 9418 16384, 9591 9414 16384</inkml:trace>
  <inkml:trace contextRef="#ctx0" brushRef="#br0">9836 8872 16384, 9836 8870 16384, 9833 8864 16384, 9835 8861 16384, 9836 8859 16384, 9839 8857 16384, 9842 8856 16384, 9846 8855 16384, 9848 8855 16384, 9851 8856 16384, 9853 8859 16384, 9853 8863 16384, 9853 8867 16384, 9853 8871 16384, 9850 8876 16384, 9848 8879 16384, 9844 8882 16384, 9840 8883 16384, 9836 8885 16384, 9833 8885 16384, 9829 8883 16384, 9828 8882 16384, 9827 8879 16384, 9827 8876 16384, 9828 8874 16384, 9829 8871 16384, 9831 8868 16384, 9833 8866 16384, 9836 8864 16384, 9840 8864 16384, 9843 8864 16384, 9847 8864 16384, 9850 8866 16384, 9853 8868 16384, 9854 8870 16384, 9854 8872 16384, 9853 8875 16384, 9851 8876 16384, 9848 8878 16384, 9846 8879 16384, 9842 8879 16384, 9839 8879 16384, 9836 8879 16384, 9835 8878 16384, 9833 8875 16384, 9833 8872 16384, 9833 8868 16384, 9835 8864 16384, 9838 8861 16384, 9840 8859 16384, 9843 8857 16384, 9847 8856 16384, 9850 8856 16384, 9854 8856 16384, 9858 8859 16384, 9861 8860 16384, 9863 8863 16384, 9865 8866 16384, 9865 8870 16384, 9865 8872 16384, 9862 8875 16384, 9859 8878 16384, 9857 8881 16384, 9854 8881 16384, 9851 8882 16384, 9848 8882 16384, 9847 8882 16384, 9844 8881 16384, 9844 8879 16384, 9843 8878 16384, 9843 8875 16384, 9844 8874 16384, 9847 8871 16384, 9848 8868 16384, 9851 8867 16384, 9854 8866 16384, 9855 8864 16384, 9858 8864 16384, 9861 8866 16384, 9862 8866 16384, 9862 8868 16384, 9862 8870 16384, 9862 8872 16384, 9859 8874 16384, 9858 8876 16384, 9855 8878 16384, 9853 8879 16384, 9850 8879 16384, 9847 8879 16384, 9846 8878 16384, 9844 8876 16384, 9844 8875 16384, 9844 8874 16384, 9844 8872 16384, 9846 8871 16384, 9847 8871 16384, 9848 8871 16384, 9850 8872 16384, 9851 8874 16384, 9851 8875 16384, 9851 8876 16384, 9851 8878 16384, 9850 8879 16384, 9848 8879 16384, 9847 8879 16384, 9847 8878 16384, 9847 8876 16384, 9847 8875 16384, 9847 8874 16384, 9847 8871 16384, 9848 8868 16384, 9848 8866 16384, 9848 8863 16384, 9848 8861 16384, 9846 8861 16384, 9844 8864 16384, 9840 8867 16384, 9838 8870 16384, 9835 8872 16384, 9833 8874 16384, 9831 8875 16384, 9831 8874 16384, 9831 8872 16384, 9831 8871 16384, 9832 8868 16384, 9835 8867 16384, 9836 8866 16384, 9839 8864 16384, 9842 8864 16384, 9844 8864 16384, 9847 8864 16384, 9848 8867 16384, 9850 8868 16384, 9850 8871 16384, 9851 8872 16384, 9851 8874 16384, 9851 8875 16384, 9853 8875 16384</inkml:trace>
  <inkml:trace contextRef="#ctx0" brushRef="#br0">9843 9076 16384, 9843 9074 16384, 9843 9073 16384, 9844 9072 16384, 9843 9072 16384, 9842 9073 16384, 9840 9076 16384, 9839 9077 16384, 9838 9078 16384, 9836 9080 16384, 9835 9080 16384, 9835 9077 16384, 9838 9074 16384, 9839 9070 16384, 9842 9067 16384, 9844 9065 16384, 9847 9063 16384, 9850 9063 16384, 9851 9063 16384, 9853 9066 16384, 9853 9069 16384, 9853 9072 16384, 9851 9074 16384, 9850 9076 16384, 9848 9078 16384, 9847 9078 16384, 9843 9080 16384, 9840 9080 16384, 9838 9078 16384, 9835 9077 16384, 9832 9074 16384, 9831 9072 16384, 9829 9067 16384, 9829 9065 16384, 9831 9061 16384, 9832 9058 16384, 9835 9055 16384, 9838 9054 16384, 9842 9052 16384, 9846 9052 16384, 9850 9052 16384, 9854 9054 16384, 9855 9055 16384, 9858 9058 16384, 9858 9061 16384, 9858 9063 16384, 9858 9066 16384, 9855 9070 16384, 9854 9073 16384, 9850 9074 16384, 9847 9076 16384, 9843 9076 16384, 9840 9076 16384, 9838 9074 16384, 9836 9070 16384, 9833 9067 16384, 9833 9063 16384, 9832 9059 16384, 9832 9054 16384, 9833 9051 16384, 9836 9048 16384, 9840 9046 16384, 9844 9044 16384, 9848 9044 16384, 9854 9044 16384, 9857 9047 16384, 9859 9048 16384, 9862 9051 16384, 9863 9054 16384, 9863 9058 16384, 9863 9061 16384, 9862 9065 16384, 9859 9067 16384, 9857 9070 16384, 9853 9073 16384, 9850 9073 16384, 9847 9073 16384, 9844 9073 16384, 9842 9070 16384, 9839 9067 16384, 9839 9065 16384, 9838 9061 16384, 9838 9057 16384, 9840 9054 16384, 9843 9051 16384, 9847 9050 16384, 9850 9048 16384, 9854 9047 16384, 9859 9047 16384, 9863 9047 16384, 9866 9048 16384, 9870 9050 16384, 9872 9051 16384, 9872 9052 16384, 9872 9055 16384, 9869 9057 16384, 9866 9059 16384, 9862 9062 16384, 9858 9063 16384, 9854 9065 16384, 9850 9066 16384, 9846 9066 16384, 9843 9066 16384, 9842 9065 16384, 9840 9062 16384, 9840 9058 16384, 9842 9055 16384, 9844 9052 16384, 9847 9051 16384, 9850 9048 16384, 9854 9047 16384, 9858 9046 16384, 9861 9046 16384, 9865 9046 16384, 9866 9047 16384, 9868 9048 16384, 9868 9051 16384, 9868 9054 16384, 9866 9057 16384, 9863 9059 16384, 9861 9061 16384, 9858 9062 16384, 9855 9062 16384, 9854 9062 16384, 9851 9062 16384, 9850 9061 16384, 9850 9058 16384, 9848 9057 16384, 9848 9054 16384, 9848 9052 16384, 9850 9051 16384, 9851 9051 16384, 9853 9051 16384, 9854 9052 16384, 9855 9054 16384, 9855 9055 16384, 9857 9058 16384, 9857 9059 16384, 9857 9061 16384, 9855 9062 16384, 9855 9063 16384, 9854 9063 16384, 9854 9062 16384, 9854 9061 16384, 9855 9059 16384, 9855 9058 16384, 9857 9057 16384, 9857 9055 16384, 9857 9054 16384, 9857 9055 16384, 9855 9055 16384, 9855 9057 16384, 9854 9058 16384</inkml:trace>
  <inkml:trace contextRef="#ctx0" brushRef="#br0">10978 8517 16384, 10973 8519 16384, 10976 8564 16384, 10974 8705 16384, 10948 8927 16384, 10919 9134 16384, 10898 9279 16384, 10891 9376 16384, 10908 9418 16384</inkml:trace>
  <inkml:trace contextRef="#ctx0" brushRef="#br0">11633 8790 16384, 11624 8778 16384, 11605 8752 16384, 11589 8706 16384, 11593 8639 16384, 11629 8578 16384, 11690 8531 16384, 11768 8517 16384, 11843 8555 16384, 11899 8659 16384, 11921 8833 16384, 11906 9021 16384, 11860 9141 16384, 11786 9238 16384, 11744 9284 16384, 11706 9318 16384, 11650 9362 16384, 11626 9371 16384, 11645 9365 16384, 11704 9364 16384, 11791 9372 16384, 11895 9391 16384, 11991 9409 16384, 12064 9418 16384, 12119 9414 16384, 12135 9411 16384</inkml:trace>
  <inkml:trace contextRef="#ctx0" brushRef="#br0">12530 8517 16384, 12545 8527 16384, 12576 8548 16384, 12612 8594 16384, 12658 8651 16384, 12710 8733 16384, 12761 8841 16384, 12818 8944 16384, 12859 9052 16384, 12911 9145 16384, 12947 9217 16384, 12972 9279 16384, 12998 9330 16384, 13019 9361 16384, 13034 9392 16384, 13044 9407 16384, 13050 9412 16384</inkml:trace>
  <inkml:trace contextRef="#ctx0" brushRef="#br0">13137 8563 16384, 13096 8573 16384, 13080 8584 16384, 13060 8604 16384, 13029 8640 16384, 12983 8676 16384, 12926 8733 16384, 12854 8800 16384, 12777 8887 16384, 12694 8980 16384, 12617 9078 16384, 12550 9170 16384, 12499 9258 16384, 12468 9325 16384, 12453 9366 16384, 12442 9397 16384, 12442 9412 16384, 12442 9418 16384</inkml:trace>
  <inkml:trace contextRef="#ctx0" brushRef="#br0">13724 8964 16384, 13722 8964 16384, 13719 8966 16384, 13717 8966 16384, 13719 8968 16384, 13728 8972 16384, 13741 8975 16384, 13758 8977 16384, 13781 8977 16384, 13811 8972 16384, 13845 8968 16384, 13885 8962 16384, 13923 8958 16384, 13962 8958 16384, 14000 8958 16384, 14030 8958 16384, 14057 8960 16384, 14083 8962 16384, 14104 8964 16384, 14123 8966 16384, 14140 8966 16384, 14159 8964 16384, 14168 8962 16384</inkml:trace>
  <inkml:trace contextRef="#ctx0" brushRef="#br0">14866 8790 16384, 14857 8778 16384, 14838 8752 16384, 14822 8706 16384, 14826 8639 16384, 14862 8578 16384, 14923 8531 16384, 15001 8517 16384, 15076 8555 16384, 15132 8659 16384, 15154 8833 16384, 15139 9021 16384, 15094 9141 16384, 15019 9238 16384, 14977 9284 16384, 14939 9318 16384, 14883 9362 16384, 14859 9371 16384, 14878 9365 16384, 14937 9364 16384, 15024 9372 16384, 15128 9391 16384, 15224 9409 16384, 15297 9418 16384, 15353 9414 16384, 15368 9411 16384</inkml:trace>
  <inkml:trace contextRef="#ctx0" brushRef="#br0">15986 8541 16384, 15977 8523 16384, 15962 8523 16384, 15935 8554 16384, 15892 8629 16384, 15841 8758 16384, 15808 8935 16384, 15799 9148 16384, 15828 9284 16384, 15889 9369 16384, 15973 9413 16384, 16051 9418 16384, 16130 9367 16384, 16196 9264 16384, 16236 9111 16384, 16247 8942 16384, 16218 8824 16384, 16161 8738 16384, 16091 8666 16384, 16016 8580 16384, 15966 8521 16384, 15946 8517 16384, 15944 8550 16384</inkml:trace>
  <inkml:trace contextRef="#ctx0" brushRef="#br0">16957 8959 16384, 16951 8959 16384, 16954 8959 16384, 16959 8959 16384, 16967 8957 16384, 16978 8957 16384, 16988 8955 16384, 17003 8955 16384, 17021 8954 16384, 17043 8952 16384, 17070 8952 16384, 17095 8950 16384, 17124 8950 16384, 17154 8949 16384, 17181 8949 16384, 17209 8950 16384, 17241 8952 16384, 17270 8955 16384, 17300 8957 16384, 17330 8959 16384, 17355 8960 16384, 17381 8960 16384, 17401 8960 16384, 17416 8960 16384, 17426 8962 16384, 17434 8962 16384, 17441 8962 16384, 17444 8962 16384, 17446 8959 16384</inkml:trace>
  <inkml:trace contextRef="#ctx0" brushRef="#br0">17208 8752 16384, 17208 8754 16384, 17206 8756 16384, 17206 8759 16384, 17206 8766 16384, 17206 8776 16384, 17208 8789 16384, 17209 8808 16384, 17211 8829 16384, 17211 8856 16384, 17213 8887 16384, 17211 8920 16384, 17209 8952 16384, 17206 8986 16384, 17203 9021 16384, 17201 9051 16384, 17201 9080 16384, 17201 9107 16384, 17201 9127 16384, 17201 9145 16384, 17203 9160 16384, 17204 9172 16384, 17206 9179 16384, 17208 9182 16384</inkml:trace>
  <inkml:trace contextRef="#ctx0" brushRef="#br0">18044 8517 16384, 18055 8524 16384, 18062 8528 16384, 18070 8535 16384, 18092 8553 16384, 18139 8605 16384, 18176 8649 16384, 18220 8696 16384, 18286 8777 16384, 18326 8821 16384, 18341 8846 16384, 18355 8868 16384, 18399 8916 16384, 18421 8934 16384, 18443 8945 16384</inkml:trace>
  <inkml:trace contextRef="#ctx0" brushRef="#br0">18700 8586 16384, 18703 8579 16384, 18703 8575 16384, 18689 8590 16384, 18670 8605 16384, 18648 8619 16384, 18619 8641 16384, 18579 8667 16384, 18560 8682 16384, 18542 8696 16384, 18494 8744 16384, 18476 8762 16384, 18462 8780 16384, 18436 8802 16384, 18429 8806 16384, 18418 8817 16384, 18418 8821 16384, 18414 8828 16384, 18410 8846 16384, 18407 8865 16384, 18407 8887 16384, 18407 8920 16384, 18403 8960 16384, 18403 9033 16384, 18403 9095 16384, 18403 9154 16384, 18407 9183 16384, 18410 9238 16384, 18414 9264 16384, 18418 9322 16384, 18421 9355 16384, 18429 9381 16384, 18432 9396 16384, 18436 9410 16384, 18436 9418 16384</inkml:trace>
  <inkml:trace contextRef="#ctx0" brushRef="#br0">19682 8733 16384, 19684 8724 16384, 19684 8720 16384, 19682 8720 16384, 19677 8724 16384, 19668 8731 16384, 19657 8740 16384, 19636 8752 16384, 19611 8763 16384, 19581 8779 16384, 19549 8797 16384, 19517 8816 16384, 19487 8834 16384, 19457 8853 16384, 19427 8873 16384, 19402 8894 16384, 19379 8914 16384, 19370 8924 16384, 19356 8942 16384, 19347 8958 16384, 19343 8969 16384, 19343 8979 16384, 19345 8983 16384, 19356 8992 16384, 19368 8999 16384, 19388 9008 16384, 19414 9020 16384, 19444 9031 16384, 19476 9045 16384, 19508 9063 16384, 19544 9082 16384, 19581 9102 16384, 19616 9123 16384, 19648 9144 16384, 19675 9162 16384, 19698 9178 16384, 19716 9190 16384, 19732 9201 16384, 19744 9208 16384, 19751 9213 16384, 19753 9215 16384, 19755 9215 16384</inkml:trace>
  <inkml:trace contextRef="#ctx0" brushRef="#br0">20687 8541 16384, 20678 8523 16384, 20663 8523 16384, 20637 8554 16384, 20593 8629 16384, 20542 8758 16384, 20510 8935 16384, 20501 9148 16384, 20529 9284 16384, 20591 9369 16384, 20674 9413 16384, 20753 9418 16384, 20832 9367 16384, 20897 9264 16384, 20937 9111 16384, 20948 8942 16384, 20919 8824 16384, 20862 8738 16384, 20792 8666 16384, 20718 8580 16384, 20667 8521 16384, 20648 8517 16384, 20645 8550 16384</inkml:trace>
  <inkml:trace contextRef="#ctx0" brushRef="#br0">22033 8733 16384, 22035 8724 16384, 22035 8720 16384, 22033 8720 16384, 22028 8724 16384, 22019 8731 16384, 22007 8740 16384, 21987 8752 16384, 21962 8763 16384, 21932 8779 16384, 21900 8797 16384, 21868 8816 16384, 21838 8834 16384, 21808 8853 16384, 21778 8873 16384, 21753 8894 16384, 21730 8914 16384, 21721 8924 16384, 21707 8942 16384, 21698 8958 16384, 21693 8969 16384, 21693 8979 16384, 21696 8983 16384, 21707 8992 16384, 21719 8999 16384, 21739 9008 16384, 21764 9020 16384, 21794 9031 16384, 21826 9045 16384, 21858 9063 16384, 21895 9082 16384, 21932 9102 16384, 21966 9123 16384, 21998 9144 16384, 22026 9162 16384, 22049 9178 16384, 22067 9190 16384, 22083 9201 16384, 22095 9208 16384, 22101 9213 16384, 22104 9215 16384, 22106 9215 16384</inkml:trace>
  <inkml:trace contextRef="#ctx0" brushRef="#br0">22631 8964 16384, 22629 8964 16384, 22627 8966 16384, 22625 8966 16384, 22627 8968 16384, 22635 8972 16384, 22648 8975 16384, 22665 8977 16384, 22688 8977 16384, 22718 8972 16384, 22752 8968 16384, 22793 8962 16384, 22831 8958 16384, 22869 8958 16384, 22907 8958 16384, 22937 8958 16384, 22965 8960 16384, 22990 8962 16384, 23011 8964 16384, 23030 8966 16384, 23047 8966 16384, 23067 8964 16384, 23075 8962 16384</inkml:trace>
  <inkml:trace contextRef="#ctx0" brushRef="#br0">23292 8517 16384, 23308 8527 16384, 23339 8548 16384, 23375 8594 16384, 23421 8651 16384, 23473 8733 16384, 23524 8841 16384, 23581 8944 16384, 23622 9052 16384, 23673 9145 16384, 23709 9217 16384, 23735 9279 16384, 23761 9330 16384, 23781 9361 16384, 23797 9392 16384, 23807 9407 16384, 23812 9412 16384</inkml:trace>
  <inkml:trace contextRef="#ctx0" brushRef="#br0">23900 8563 16384, 23859 8573 16384, 23843 8584 16384, 23823 8604 16384, 23792 8640 16384, 23745 8676 16384, 23689 8733 16384, 23617 8800 16384, 23539 8887 16384, 23457 8980 16384, 23380 9078 16384, 23313 9170 16384, 23262 9258 16384, 23231 9325 16384, 23215 9366 16384, 23205 9397 16384, 23205 9412 16384, 23205 9418 16384</inkml:trace>
  <inkml:trace contextRef="#ctx0" brushRef="#br0">24034 8479 16384, 24026 8461 16384, 24027 8447 16384, 24039 8433 16384, 24062 8421 16384, 24093 8418 16384, 24126 8432 16384, 24149 8462 16384, 24150 8500 16384, 24133 8539 16384, 24104 8573 16384, 24076 8593 16384, 24062 8598 16384, 24057 8594 16384, 24059 8587 16384, 24072 8580 16384, 24098 8576 16384, 24132 8579 16384, 24164 8597 16384, 24180 8624 16384, 24178 8649 16384, 24164 8669 16384, 24139 8689 16384, 24107 8702 16384, 24071 8706 16384, 24037 8699 16384, 24024 8690 16384</inkml:trace>
  <inkml:trace contextRef="#ctx0" brushRef="#br0">24664 8959 16384, 24657 8959 16384, 24660 8959 16384, 24665 8959 16384, 24674 8957 16384, 24684 8957 16384, 24694 8955 16384, 24709 8955 16384, 24728 8954 16384, 24749 8952 16384, 24776 8952 16384, 24801 8950 16384, 24830 8950 16384, 24860 8949 16384, 24887 8949 16384, 24916 8950 16384, 24948 8952 16384, 24976 8955 16384, 25006 8957 16384, 25037 8959 16384, 25062 8960 16384, 25087 8960 16384, 25107 8960 16384, 25122 8960 16384, 25132 8962 16384, 25141 8962 16384, 25147 8962 16384, 25151 8962 16384, 25152 8959 16384</inkml:trace>
  <inkml:trace contextRef="#ctx0" brushRef="#br0">24914 8752 16384, 24914 8754 16384, 24912 8756 16384, 24912 8759 16384, 24912 8766 16384, 24912 8776 16384, 24914 8789 16384, 24916 8808 16384, 24917 8829 16384, 24917 8856 16384, 24919 8887 16384, 24917 8920 16384, 24916 8952 16384, 24912 8986 16384, 24909 9021 16384, 24907 9051 16384, 24907 9080 16384, 24907 9107 16384, 24907 9127 16384, 24907 9145 16384, 24909 9160 16384, 24911 9172 16384, 24912 9179 16384, 24914 9182 16384</inkml:trace>
  <inkml:trace contextRef="#ctx0" brushRef="#br0">26212 8757 16384, 26220 8731 16384, 26228 8709 16384, 26241 8652 16384, 26220 8561 16384, 26155 8517 16384, 26064 8525 16384, 25973 8562 16384, 25905 8624 16384, 25864 8715 16384, 25856 8819 16384, 25891 8897 16384, 25961 8943 16384, 26056 8959 16384, 26142 8935 16384, 26222 8873 16384, 26280 8798 16384, 26304 8736 16384, 26303 8723 16384, 26287 8733 16384, 26259 8792 16384, 26207 8918 16384, 26135 9115 16384, 26087 9292 16384, 26077 9387 16384, 26101 9418 16384</inkml:trace>
  <inkml:trace contextRef="#ctx0" brushRef="#br0">26748 8517 16384, 26763 8527 16384, 26794 8548 16384, 26830 8594 16384, 26877 8651 16384, 26928 8733 16384, 26979 8841 16384, 27036 8944 16384, 27077 9052 16384, 27129 9145 16384, 27165 9217 16384, 27190 9279 16384, 27216 9330 16384, 27237 9361 16384, 27252 9392 16384, 27262 9407 16384, 27268 9412 16384</inkml:trace>
  <inkml:trace contextRef="#ctx0" brushRef="#br0">27355 8563 16384, 27314 8573 16384, 27299 8584 16384, 27278 8604 16384, 27247 8640 16384, 27201 8676 16384, 27144 8733 16384, 27072 8800 16384, 26995 8887 16384, 26913 8980 16384, 26835 9078 16384, 26768 9170 16384, 26717 9258 16384, 26686 9325 16384, 26671 9366 16384, 26660 9397 16384, 26660 9412 16384, 26660 9418 16384</inkml:trace>
  <inkml:trace contextRef="#ctx0" brushRef="#br0">27484 8505 16384, 27481 8501 16384, 27475 8493 16384, 27470 8478 16384, 27471 8457 16384, 27483 8437 16384, 27502 8422 16384, 27527 8418 16384, 27551 8430 16384, 27569 8463 16384, 27576 8519 16384, 27571 8579 16384, 27557 8618 16384, 27533 8649 16384, 27519 8663 16384, 27507 8674 16384, 27489 8688 16384, 27481 8691 16384, 27488 8689 16384, 27507 8689 16384, 27534 8692 16384, 27568 8698 16384, 27598 8703 16384, 27622 8706 16384, 27639 8705 16384, 27644 8704 16384</inkml:trace>
  <inkml:trace contextRef="#ctx0" brushRef="#br0">28128 8964 16384, 28126 8964 16384, 28124 8966 16384, 28122 8966 16384, 28124 8968 16384, 28132 8972 16384, 28145 8975 16384, 28162 8977 16384, 28186 8977 16384, 28215 8972 16384, 28249 8968 16384, 28290 8962 16384, 28328 8958 16384, 28366 8958 16384, 28404 8958 16384, 28434 8958 16384, 28462 8960 16384, 28487 8962 16384, 28508 8964 16384, 28528 8966 16384, 28545 8966 16384, 28564 8964 16384, 28572 8962 16384</inkml:trace>
  <inkml:trace contextRef="#ctx0" brushRef="#br0">29543 8517 16384, 29538 8519 16384, 29541 8564 16384, 29540 8705 16384, 29513 8927 16384, 29485 9134 16384, 29463 9279 16384, 29456 9376 16384, 29473 9418 16384</inkml:trace>
  <inkml:trace contextRef="#ctx0" brushRef="#br0">30271 8524 16384, 30264 8531 16384, 30262 8580 16384, 30239 8702 16384, 30197 8833 16384, 30170 8922 16384, 30161 8973 16384, 30162 8994 16384, 30175 8996 16384, 30197 8993 16384, 30239 8974 16384, 30306 8945 16384, 30388 8933 16384, 30469 8953 16384, 30529 9009 16384, 30565 9091 16384, 30575 9181 16384, 30553 9261 16384, 30493 9334 16384, 30413 9388 16384, 30329 9418 16384, 30244 9410 16384, 30202 9387 16384</inkml:trace>
  <inkml:trace contextRef="#ctx0" brushRef="#br0">30259 8528 16384, 30255 8528 16384, 30266 8528 16384, 30328 8530 16384, 30440 8522 16384, 30556 8517 16384, 30656 8537 16384, 30694 8555 16384</inkml:trace>
  <inkml:trace contextRef="#ctx0" brushRef="#br0">31095 8517 16384, 31111 8527 16384, 31142 8548 16384, 31178 8594 16384, 31224 8651 16384, 31275 8733 16384, 31327 8841 16384, 31383 8944 16384, 31425 9052 16384, 31476 9145 16384, 31512 9217 16384, 31538 9279 16384, 31564 9330 16384, 31584 9361 16384, 31600 9392 16384, 31610 9407 16384, 31615 9412 16384</inkml:trace>
  <inkml:trace contextRef="#ctx0" brushRef="#br0">31703 8563 16384, 31661 8573 16384, 31646 8584 16384, 31625 8604 16384, 31594 8640 16384, 31548 8676 16384, 31492 8733 16384, 31419 8800 16384, 31342 8887 16384, 31260 8980 16384, 31183 9078 16384, 31116 9170 16384, 31064 9258 16384, 31033 9325 16384, 31018 9366 16384, 31008 9397 16384, 31008 9412 16384, 31008 9418 16384</inkml:trace>
  <inkml:trace contextRef="#ctx0" brushRef="#br0">32290 8959 16384, 32283 8959 16384, 32286 8959 16384, 32291 8959 16384, 32300 8957 16384, 32310 8957 16384, 32320 8955 16384, 32335 8955 16384, 32353 8954 16384, 32375 8952 16384, 32402 8952 16384, 32427 8950 16384, 32456 8950 16384, 32486 8949 16384, 32513 8949 16384, 32541 8950 16384, 32573 8952 16384, 32602 8955 16384, 32632 8957 16384, 32662 8959 16384, 32687 8960 16384, 32713 8960 16384, 32733 8960 16384, 32748 8960 16384, 32758 8962 16384, 32766 8962 16384, 32773 8962 16384, 32776 8962 16384, 32778 8959 16384</inkml:trace>
  <inkml:trace contextRef="#ctx0" brushRef="#br0">32540 8752 16384, 32540 8754 16384, 32538 8756 16384, 32538 8759 16384, 32538 8766 16384, 32538 8776 16384, 32540 8789 16384, 32541 8808 16384, 32543 8829 16384, 32543 8856 16384, 32545 8887 16384, 32543 8920 16384, 32541 8952 16384, 32538 8986 16384, 32535 9021 16384, 32533 9051 16384, 32533 9080 16384, 32533 9107 16384, 32533 9127 16384, 32533 9145 16384, 32535 9160 16384, 32536 9172 16384, 32538 9179 16384, 32540 9182 16384</inkml:trace>
  <inkml:trace contextRef="#ctx0" brushRef="#br0">33542 8538 16384, 33529 8541 16384, 33518 8555 16384, 33521 8600 16384, 33531 8680 16384, 33544 8764 16384, 33561 8822 16384, 33572 8839 16384</inkml:trace>
  <inkml:trace contextRef="#ctx0" brushRef="#br0">33553 8517 16384, 33556 8518 16384, 33606 8523 16384, 33697 8523 16384, 33764 8523 16384, 33818 8530 16384, 33860 8560 16384, 33884 8605 16384, 33893 8661 16384, 33889 8753 16384, 33865 8887 16384, 33826 9050 16384, 33790 9199 16384, 33774 9288 16384, 33774 9347 16384, 33785 9395 16384, 33791 9418 16384</inkml:trace>
  <inkml:trace contextRef="#ctx0" brushRef="#br0">34640 8959 16384, 34633 8959 16384, 34637 8959 16384, 34642 8959 16384, 34650 8957 16384, 34660 8957 16384, 34670 8955 16384, 34686 8955 16384, 34704 8954 16384, 34726 8952 16384, 34753 8952 16384, 34778 8950 16384, 34806 8950 16384, 34837 8949 16384, 34864 8949 16384, 34892 8950 16384, 34924 8952 16384, 34952 8955 16384, 34983 8957 16384, 35013 8959 16384, 35038 8960 16384, 35063 8960 16384, 35083 8960 16384, 35099 8960 16384, 35109 8962 16384, 35117 8962 16384, 35124 8962 16384, 35127 8962 16384, 35129 8959 16384</inkml:trace>
  <inkml:trace contextRef="#ctx0" brushRef="#br0">34890 8752 16384, 34890 8754 16384, 34889 8756 16384, 34889 8759 16384, 34889 8766 16384, 34889 8776 16384, 34890 8789 16384, 34892 8808 16384, 34894 8829 16384, 34894 8856 16384, 34895 8887 16384, 34894 8920 16384, 34892 8952 16384, 34889 8986 16384, 34885 9021 16384, 34884 9051 16384, 34884 9080 16384, 34884 9107 16384, 34884 9127 16384, 34884 9145 16384, 34885 9160 16384, 34887 9172 16384, 34889 9179 16384, 34890 9182 16384</inkml:trace>
  <inkml:trace contextRef="#ctx0" brushRef="#br0">35727 8517 16384, 35738 8524 16384, 35745 8528 16384, 35753 8535 16384, 35775 8553 16384, 35822 8605 16384, 35859 8649 16384, 35903 8696 16384, 35969 8777 16384, 36009 8821 16384, 36024 8846 16384, 36038 8868 16384, 36082 8916 16384, 36104 8934 16384, 36126 8945 16384</inkml:trace>
  <inkml:trace contextRef="#ctx0" brushRef="#br0">36382 8586 16384, 36386 8579 16384, 36386 8575 16384, 36371 8590 16384, 36353 8605 16384, 36331 8619 16384, 36302 8641 16384, 36261 8667 16384, 36243 8682 16384, 36225 8696 16384, 36177 8744 16384, 36159 8762 16384, 36144 8780 16384, 36119 8802 16384, 36111 8806 16384, 36100 8817 16384, 36100 8821 16384, 36097 8828 16384, 36093 8846 16384, 36089 8865 16384, 36089 8887 16384, 36089 8920 16384, 36086 8960 16384, 36086 9033 16384, 36086 9095 16384, 36086 9154 16384, 36089 9183 16384, 36093 9238 16384, 36097 9264 16384, 36100 9322 16384, 36104 9355 16384, 36111 9381 16384, 36115 9396 16384, 36119 9410 16384, 36119 9418 16384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10416 16384, 2180 10427 16384, 2203 10461 16384, 2214 10495 16384, 2214 10506 16384, 2214 10528 16384, 2203 10551 16384, 2180 10574 16384, 2146 10585 16384, 2124 10585 16384, 2090 10585 16384, 2056 10585 16384, 2034 10574 16384, 2023 10551 16384, 2023 10528 16384, 2023 10472 16384, 2045 10438 16384, 2068 10405 16384, 2101 10382 16384, 2135 10371 16384, 2158 10360 16384, 2191 10360 16384, 2225 10360 16384, 2236 10360 16384, 2259 10382 16384, 2270 10393 16384, 2270 10427 16384, 2259 10438 16384, 2236 10461 16384, 2214 10483 16384, 2180 10495 16384, 2135 10517 16384, 2090 10528 16384, 2045 10528 16384, 2011 10517 16384, 2000 10506 16384, 2000 10483 16384, 2000 10461 16384, 2023 10438 16384, 2034 10427 16384, 2056 10405 16384, 2101 10393 16384, 2135 10382 16384, 2158 10382 16384, 2191 10382 16384, 2214 10382 16384, 2236 10416 16384, 2248 10450 16384, 2248 10472 16384, 2248 10495 16384, 2236 10517 16384, 2214 10540 16384, 2203 10551 16384, 2191 10551 16384, 2180 10551 16384, 2169 10540 16384, 2169 10528 16384, 2169 10506 16384, 2169 10495 16384, 2169 10483 16384, 2180 10461 16384, 2191 10450 16384, 2203 10438 16384, 2214 10438 16384, 2214 10450 16384, 2203 10472 16384, 2203 10483 16384, 2191 10483 16384, 2180 10495 16384, 2169 10506 16384, 2158 10506 16384, 2146 10506 16384, 2146 10495 16384, 2158 10472 16384, 2180 10450 16384, 2191 10438 16384, 2203 10427 16384, 2191 10450 16384, 2158 10472 16384, 2124 10495 16384, 2090 10506 16384, 2056 10528 16384, 2045 10528 16384, 2056 10517 16384, 2090 10495 16384, 2101 10483 16384, 2135 10461 16384, 2158 10438 16384, 2203 10405 16384, 2214 10382 16384, 2214 10371 16384, 2203 10371 16384, 2180 10393 16384, 2158 10416 16384, 2135 10438 16384, 2124 10461 16384, 2113 10472 16384</inkml:trace>
  <inkml:trace contextRef="#ctx0" brushRef="#br0">2727 10244 16384, 2721 10242 16384, 2731 10242 16384, 2805 10235 16384, 2935 10224 16384, 3075 10219 16384, 3219 10215 16384, 3327 10208 16384, 3387 10204 16384, 3407 10202 16384</inkml:trace>
  <inkml:trace contextRef="#ctx0" brushRef="#br0">3121 10025 16384, 3118 10022 16384, 3145 10040 16384, 3188 10105 16384, 3212 10222 16384, 3208 10357 16384, 3183 10494 16384, 3152 10572 16384, 3120 10622 16384, 3086 10643 16384, 3051 10642 16384, 3018 10614 16384, 2998 10560 16384, 3003 10509 16384, 3030 10464 16384, 3081 10427 16384, 3140 10420 16384, 3191 10446 16384, 3217 10515 16384, 3216 10613 16384, 3185 10722 16384, 3135 10822 16384, 3095 10885 16384, 3071 10921 16384, 3058 10923 16384</inkml:trace>
  <inkml:trace contextRef="#ctx0" brushRef="#br0">3569 10192 16384, 3591 10182 16384, 3657 10166 16384, 3746 10151 16384, 3828 10144 16384, 3893 10142 16384, 3928 10139 16384, 3933 10137 16384</inkml:trace>
  <inkml:trace contextRef="#ctx0" brushRef="#br0">3810 10022 16384, 3805 10024 16384, 3781 10085 16384, 3753 10192 16384, 3684 10336 16384, 3622 10460 16384, 3594 10537 16384, 3594 10562 16384</inkml:trace>
  <inkml:trace contextRef="#ctx0" brushRef="#br0">4139 10117 16384, 4162 10120 16384, 4219 10161 16384, 4287 10216 16384, 4333 10276 16384, 4359 10328 16384, 4366 10373 16384, 4359 10410 16384, 4334 10433 16384</inkml:trace>
  <inkml:trace contextRef="#ctx0" brushRef="#br0">4022 10413 16384, 4018 10420 16384, 4048 10555 16384, 4060 10655 16384, 4037 10764 16384, 3990 10861 16384, 3945 10911 16384, 3895 10923 16384, 3848 10894 16384, 3806 10831 16384, 3796 10792 16384, 3816 10779 16384, 3871 10770 16384, 3963 10765 16384, 4095 10784 16384, 4212 10827 16384, 4286 10859 16384, 4341 10877 16384, 4383 10881 16384</inkml:trace>
  <inkml:trace contextRef="#ctx0" brushRef="#br0">4712 10024 16384, 4707 10022 16384, 4705 10029 16384, 4716 10097 16384, 4718 10269 16384, 4705 10523 16384, 4683 10736 16384, 4674 10849 16384, 4679 10904 16384, 4694 10923 16384</inkml:trace>
  <inkml:trace contextRef="#ctx0" brushRef="#br0">4582 10315 16384, 4578 10304 16384, 4580 10263 16384, 4613 10223 16384, 4655 10195 16384, 4677 10188 16384, 4681 10204 16384, 4674 10280 16384, 4637 10438 16384, 4578 10626 16384, 4545 10716 16384, 4548 10720 16384, 4565 10713 16384, 4606 10659 16384, 4677 10528 16384, 4795 10375 16384, 4943 10291 16384, 5073 10258 16384, 5175 10261 16384, 5263 10307 16384, 5318 10431 16384, 5324 10593 16384, 5307 10729 16384, 5276 10825 16384, 5241 10895 16384, 5232 10910 16384</inkml:trace>
  <inkml:trace contextRef="#ctx0" brushRef="#br0">5488 10206 16384, 5486 10200 16384, 5509 10200 16384, 5599 10206 16384, 5738 10208 16384, 5894 10198 16384, 6041 10187 16384, 6156 10179 16384, 6222 10173 16384</inkml:trace>
  <inkml:trace contextRef="#ctx0" brushRef="#br0">5890 10022 16384, 5878 10024 16384, 5857 10035 16384, 5855 10096 16384, 5818 10224 16384, 5758 10362 16384, 5721 10451 16384, 5715 10503 16384, 5723 10519 16384, 5742 10521 16384, 5785 10511 16384, 5853 10488 16384, 5944 10472 16384, 6041 10490 16384, 6125 10536 16384, 6189 10606 16384, 6231 10693 16384, 6239 10783 16384, 6210 10843 16384, 6152 10895 16384, 6074 10923 16384, 5985 10923 16384, 5934 10909 16384</inkml:trace>
  <inkml:trace contextRef="#ctx0" brushRef="#br0">6401 10607 16384, 6407 10613 16384, 6413 10619 16384, 6424 10636 16384, 6453 10670 16384, 6487 10710 16384, 6516 10762 16384, 6544 10808 16384, 6567 10842 16384, 6596 10871 16384, 6619 10894 16384, 6636 10905 16384, 6648 10911 16384, 6659 10923 16384, 6665 10923 16384</inkml:trace>
  <inkml:trace contextRef="#ctx0" brushRef="#br0">7017 10022 16384, 7033 10032 16384, 7064 10053 16384, 7100 10099 16384, 7146 10156 16384, 7198 10238 16384, 7249 10346 16384, 7306 10449 16384, 7347 10557 16384, 7398 10650 16384, 7434 10722 16384, 7460 10784 16384, 7486 10835 16384, 7506 10866 16384, 7522 10897 16384, 7532 10912 16384, 7537 10917 16384</inkml:trace>
  <inkml:trace contextRef="#ctx0" brushRef="#br0">7625 10068 16384, 7584 10078 16384, 7568 10089 16384, 7547 10109 16384, 7517 10145 16384, 7470 10181 16384, 7414 10238 16384, 7342 10305 16384, 7264 10392 16384, 7182 10485 16384, 7105 10583 16384, 7038 10675 16384, 6987 10763 16384, 6956 10830 16384, 6940 10871 16384, 6930 10902 16384, 6930 10917 16384, 6930 10923 16384</inkml:trace>
  <inkml:trace contextRef="#ctx0" brushRef="#br0">7759 9984 16384, 7751 9966 16384, 7752 9952 16384, 7764 9938 16384, 7787 9926 16384, 7818 9923 16384, 7851 9937 16384, 7873 9967 16384, 7875 10005 16384, 7858 10044 16384, 7829 10078 16384, 7801 10098 16384, 7787 10103 16384, 7782 10099 16384, 7784 10092 16384, 7797 10085 16384, 7823 10081 16384, 7857 10084 16384, 7889 10102 16384, 7905 10129 16384, 7903 10154 16384, 7889 10174 16384, 7863 10194 16384, 7832 10207 16384, 7795 10211 16384, 7762 10204 16384, 7749 10195 16384</inkml:trace>
  <inkml:trace contextRef="#ctx0" brushRef="#br0">8388 10469 16384, 8386 10469 16384, 8384 10471 16384, 8382 10471 16384, 8384 10473 16384, 8393 10477 16384, 8405 10480 16384, 8422 10482 16384, 8446 10482 16384, 8475 10477 16384, 8509 10473 16384, 8550 10467 16384, 8588 10463 16384, 8626 10463 16384, 8665 10463 16384, 8694 10463 16384, 8722 10465 16384, 8747 10467 16384, 8769 10469 16384, 8788 10471 16384, 8805 10471 16384, 8824 10469 16384, 8832 10467 16384</inkml:trace>
  <inkml:trace contextRef="#ctx0" brushRef="#br0">9892 10262 16384, 9900 10236 16384, 9908 10214 16384, 9921 10157 16384, 9900 10066 16384, 9835 10022 16384, 9744 10030 16384, 9653 10067 16384, 9584 10129 16384, 9544 10220 16384, 9536 10324 16384, 9571 10402 16384, 9641 10448 16384, 9736 10464 16384, 9822 10440 16384, 9901 10378 16384, 9960 10303 16384, 9984 10241 16384, 9983 10228 16384, 9966 10238 16384, 9939 10297 16384, 9887 10423 16384, 9815 10620 16384, 9766 10797 16384, 9757 10892 16384, 9781 10923 16384</inkml:trace>
  <inkml:trace contextRef="#ctx0" brushRef="#br0">10428 10022 16384, 10443 10032 16384, 10474 10053 16384, 10510 10099 16384, 10556 10156 16384, 10608 10238 16384, 10659 10346 16384, 10716 10449 16384, 10757 10557 16384, 10809 10650 16384, 10845 10722 16384, 10870 10784 16384, 10896 10835 16384, 10917 10866 16384, 10932 10897 16384, 10942 10912 16384, 10948 10917 16384</inkml:trace>
  <inkml:trace contextRef="#ctx0" brushRef="#br0">11035 10068 16384, 10994 10078 16384, 10978 10089 16384, 10958 10109 16384, 10927 10145 16384, 10881 10181 16384, 10824 10238 16384, 10752 10305 16384, 10675 10392 16384, 10592 10485 16384, 10515 10583 16384, 10448 10675 16384, 10397 10763 16384, 10366 10830 16384, 10351 10871 16384, 10340 10902 16384, 10340 10917 16384, 10340 10923 16384</inkml:trace>
  <inkml:trace contextRef="#ctx0" brushRef="#br0">11164 10010 16384, 11161 10006 16384, 11155 9998 16384, 11150 9983 16384, 11151 9962 16384, 11162 9942 16384, 11182 9927 16384, 11207 9923 16384, 11231 9935 16384, 11249 9968 16384, 11256 10024 16384, 11251 10084 16384, 11236 10123 16384, 11213 10154 16384, 11199 10168 16384, 11187 10179 16384, 11169 10193 16384, 11161 10196 16384, 11167 10194 16384, 11186 10194 16384, 11214 10197 16384, 11248 10203 16384, 11278 10208 16384, 11302 10211 16384, 11319 10210 16384, 11324 10209 16384</inkml:trace>
  <inkml:trace contextRef="#ctx0" brushRef="#br0">11808 10464 16384, 11802 10464 16384, 11805 10464 16384, 11810 10464 16384, 11819 10462 16384, 11829 10462 16384, 11839 10460 16384, 11854 10460 16384, 11872 10459 16384, 11894 10457 16384, 11921 10457 16384, 11946 10455 16384, 11975 10455 16384, 12005 10454 16384, 12032 10454 16384, 12060 10455 16384, 12092 10457 16384, 12121 10460 16384, 12151 10462 16384, 12181 10464 16384, 12206 10465 16384, 12232 10465 16384, 12252 10465 16384, 12267 10465 16384, 12277 10467 16384, 12285 10467 16384, 12292 10467 16384, 12295 10467 16384, 12297 10464 16384</inkml:trace>
  <inkml:trace contextRef="#ctx0" brushRef="#br0">12059 10257 16384, 12059 10259 16384, 12057 10261 16384, 12057 10264 16384, 12057 10271 16384, 12057 10281 16384, 12059 10294 16384, 12060 10313 16384, 12062 10334 16384, 12062 10361 16384, 12064 10392 16384, 12062 10425 16384, 12060 10457 16384, 12057 10491 16384, 12054 10526 16384, 12052 10556 16384, 12052 10585 16384, 12052 10612 16384, 12052 10632 16384, 12052 10650 16384, 12054 10665 16384, 12055 10677 16384, 12057 10684 16384, 12059 10687 16384</inkml:trace>
  <inkml:trace contextRef="#ctx0" brushRef="#br0">13268 10022 16384, 13263 10024 16384, 13266 10069 16384, 13265 10210 16384, 13238 10432 16384, 13210 10639 16384, 13188 10784 16384, 13181 10881 16384, 13198 10923 16384</inkml:trace>
  <inkml:trace contextRef="#ctx0" brushRef="#br0">13996 10029 16384, 13989 10036 16384, 13987 10085 16384, 13964 10207 16384, 13922 10338 16384, 13895 10427 16384, 13885 10478 16384, 13887 10499 16384, 13900 10501 16384, 13922 10498 16384, 13964 10479 16384, 14031 10450 16384, 14112 10438 16384, 14194 10458 16384, 14254 10514 16384, 14290 10596 16384, 14299 10686 16384, 14278 10766 16384, 14218 10839 16384, 14138 10893 16384, 14054 10923 16384, 13969 10915 16384, 13927 10892 16384</inkml:trace>
  <inkml:trace contextRef="#ctx0" brushRef="#br0">13984 10033 16384, 13980 10033 16384, 13991 10033 16384, 14053 10035 16384, 14165 10027 16384, 14281 10022 16384, 14381 10042 16384, 14419 10060 16384</inkml:trace>
  <inkml:trace contextRef="#ctx0" brushRef="#br0">14820 10022 16384, 14836 10032 16384, 14866 10053 16384, 14902 10099 16384, 14949 10156 16384, 15000 10238 16384, 15052 10346 16384, 15108 10449 16384, 15150 10557 16384, 15201 10650 16384, 15237 10722 16384, 15263 10784 16384, 15288 10835 16384, 15309 10866 16384, 15325 10897 16384, 15335 10912 16384, 15340 10917 16384</inkml:trace>
  <inkml:trace contextRef="#ctx0" brushRef="#br0">15427 10068 16384, 15386 10078 16384, 15371 10089 16384, 15350 10109 16384, 15319 10145 16384, 15273 10181 16384, 15216 10238 16384, 15144 10305 16384, 15067 10392 16384, 14985 10485 16384, 14908 10583 16384, 14841 10675 16384, 14789 10763 16384, 14758 10830 16384, 14743 10871 16384, 14733 10902 16384, 14733 10917 16384, 14733 10923 16384</inkml:trace>
  <inkml:trace contextRef="#ctx0" brushRef="#br0">16014 10469 16384, 16012 10469 16384, 16010 10471 16384, 16008 10471 16384, 16010 10473 16384, 16018 10477 16384, 16031 10480 16384, 16048 10482 16384, 16071 10482 16384, 16101 10477 16384, 16135 10473 16384, 16176 10467 16384, 16214 10463 16384, 16252 10463 16384, 16290 10463 16384, 16320 10463 16384, 16348 10465 16384, 16373 10467 16384, 16394 10469 16384, 16413 10471 16384, 16430 10471 16384, 16450 10469 16384, 16458 10467 16384</inkml:trace>
  <inkml:trace contextRef="#ctx0" brushRef="#br0">17222 10043 16384, 17209 10046 16384, 17198 10060 16384, 17201 10105 16384, 17211 10185 16384, 17224 10269 16384, 17241 10327 16384, 17252 10344 16384</inkml:trace>
  <inkml:trace contextRef="#ctx0" brushRef="#br0">17233 10022 16384, 17236 10023 16384, 17286 10028 16384, 17377 10028 16384, 17444 10028 16384, 17498 10035 16384, 17540 10065 16384, 17564 10110 16384, 17573 10166 16384, 17569 10258 16384, 17545 10392 16384, 17506 10555 16384, 17470 10704 16384, 17454 10793 16384, 17454 10852 16384, 17465 10900 16384, 17471 10923 16384</inkml:trace>
  <inkml:trace contextRef="#ctx0" brushRef="#br0">18694 10238 16384, 18696 10229 16384, 18696 10225 16384, 18694 10225 16384, 18689 10229 16384, 18680 10236 16384, 18669 10245 16384, 18648 10257 16384, 18623 10268 16384, 18593 10284 16384, 18561 10302 16384, 18529 10321 16384, 18499 10339 16384, 18469 10358 16384, 18439 10378 16384, 18414 10399 16384, 18391 10419 16384, 18382 10429 16384, 18368 10447 16384, 18359 10463 16384, 18355 10474 16384, 18355 10484 16384, 18357 10488 16384, 18368 10497 16384, 18380 10504 16384, 18400 10513 16384, 18426 10525 16384, 18456 10536 16384, 18488 10550 16384, 18520 10568 16384, 18556 10587 16384, 18593 10607 16384, 18628 10628 16384, 18660 10649 16384, 18687 10667 16384, 18710 10683 16384, 18728 10695 16384, 18744 10706 16384, 18756 10713 16384, 18763 10718 16384, 18765 10720 16384, 18767 10720 16384</inkml:trace>
  <inkml:trace contextRef="#ctx0" brushRef="#br0">19407 10022 16384, 19418 10029 16384, 19425 10033 16384, 19432 10040 16384, 19454 10058 16384, 19502 10110 16384, 19539 10154 16384, 19583 10201 16384, 19648 10282 16384, 19689 10326 16384, 19703 10351 16384, 19718 10373 16384, 19762 10421 16384, 19784 10439 16384, 19806 10450 16384</inkml:trace>
  <inkml:trace contextRef="#ctx0" brushRef="#br0">20062 10091 16384, 20066 10084 16384, 20066 10080 16384, 20051 10095 16384, 20033 10110 16384, 20011 10124 16384, 19982 10146 16384, 19941 10172 16384, 19923 10187 16384, 19905 10201 16384, 19857 10249 16384, 19839 10267 16384, 19824 10285 16384, 19799 10307 16384, 19791 10311 16384, 19780 10322 16384, 19780 10326 16384, 19777 10333 16384, 19773 10351 16384, 19769 10370 16384, 19769 10392 16384, 19769 10425 16384, 19766 10465 16384, 19766 10538 16384, 19766 10600 16384, 19766 10659 16384, 19769 10688 16384, 19773 10743 16384, 19777 10769 16384, 19780 10827 16384, 19784 10860 16384, 19791 10886 16384, 19795 10901 16384, 19799 10915 16384, 19799 10923 16384</inkml:trace>
  <inkml:trace contextRef="#ctx0" brushRef="#br0">21045 10238 16384, 21047 10229 16384, 21047 10225 16384, 21045 10225 16384, 21040 10229 16384, 21031 10236 16384, 21019 10245 16384, 20999 10257 16384, 20974 10268 16384, 20944 10284 16384, 20912 10302 16384, 20880 10321 16384, 20850 10339 16384, 20820 10358 16384, 20790 10378 16384, 20765 10399 16384, 20742 10419 16384, 20733 10429 16384, 20719 10447 16384, 20710 10463 16384, 20705 10474 16384, 20705 10484 16384, 20708 10488 16384, 20719 10497 16384, 20731 10504 16384, 20751 10513 16384, 20776 10525 16384, 20806 10536 16384, 20838 10550 16384, 20870 10568 16384, 20907 10587 16384, 20944 10607 16384, 20978 10628 16384, 21010 10649 16384, 21038 10667 16384, 21061 10683 16384, 21079 10695 16384, 21095 10706 16384, 21107 10713 16384, 21114 10718 16384, 21116 10720 16384, 21118 10720 16384</inkml:trace>
  <inkml:trace contextRef="#ctx0" brushRef="#br0">21643 10469 16384, 21641 10469 16384, 21639 10471 16384, 21637 10471 16384, 21639 10473 16384, 21647 10477 16384, 21660 10480 16384, 21677 10482 16384, 21700 10482 16384, 21730 10477 16384, 21764 10473 16384, 21805 10467 16384, 21843 10463 16384, 21881 10463 16384, 21919 10463 16384, 21949 10463 16384, 21977 10465 16384, 22002 10467 16384, 22023 10469 16384, 22042 10471 16384, 22059 10471 16384, 22079 10469 16384, 22087 10467 16384</inkml:trace>
  <inkml:trace contextRef="#ctx0" brushRef="#br0">22608 10022 16384, 22603 10024 16384, 22606 10069 16384, 22604 10210 16384, 22578 10432 16384, 22549 10639 16384, 22528 10784 16384, 22521 10881 16384, 22538 10923 16384</inkml:trace>
  <inkml:trace contextRef="#ctx0" brushRef="#br0">23263 10295 16384, 23254 10283 16384, 23235 10257 16384, 23219 10211 16384, 23223 10144 16384, 23259 10083 16384, 23320 10036 16384, 23398 10022 16384, 23473 10060 16384, 23529 10164 16384, 23551 10338 16384, 23536 10526 16384, 23490 10646 16384, 23416 10743 16384, 23374 10789 16384, 23336 10823 16384, 23280 10867 16384, 23256 10876 16384, 23275 10870 16384, 23334 10869 16384, 23421 10877 16384, 23525 10896 16384, 23621 10914 16384, 23694 10923 16384, 23749 10919 16384, 23765 10916 16384</inkml:trace>
  <inkml:trace contextRef="#ctx0" brushRef="#br0">24160 10022 16384, 24175 10032 16384, 24206 10053 16384, 24242 10099 16384, 24288 10156 16384, 24340 10238 16384, 24391 10346 16384, 24448 10449 16384, 24489 10557 16384, 24541 10650 16384, 24577 10722 16384, 24602 10784 16384, 24628 10835 16384, 24649 10866 16384, 24664 10897 16384, 24674 10912 16384, 24680 10917 16384</inkml:trace>
  <inkml:trace contextRef="#ctx0" brushRef="#br0">24767 10068 16384, 24726 10078 16384, 24710 10089 16384, 24690 10109 16384, 24659 10145 16384, 24613 10181 16384, 24556 10238 16384, 24484 10305 16384, 24407 10392 16384, 24324 10485 16384, 24247 10583 16384, 24180 10675 16384, 24129 10763 16384, 24098 10830 16384, 24083 10871 16384, 24072 10902 16384, 24072 10917 16384, 24072 10923 16384</inkml:trace>
  <inkml:trace contextRef="#ctx0" brushRef="#br0">25354 10464 16384, 25347 10464 16384, 25351 10464 16384, 25356 10464 16384, 25364 10462 16384, 25374 10462 16384, 25384 10460 16384, 25399 10460 16384, 25418 10459 16384, 25440 10457 16384, 25467 10457 16384, 25492 10455 16384, 25520 10455 16384, 25551 10454 16384, 25577 10454 16384, 25606 10455 16384, 25638 10457 16384, 25666 10460 16384, 25697 10462 16384, 25727 10464 16384, 25752 10465 16384, 25777 10465 16384, 25797 10465 16384, 25812 10465 16384, 25823 10467 16384, 25831 10467 16384, 25838 10467 16384, 25841 10467 16384, 25843 10464 16384</inkml:trace>
  <inkml:trace contextRef="#ctx0" brushRef="#br0">25604 10257 16384, 25604 10259 16384, 25603 10261 16384, 25603 10264 16384, 25603 10271 16384, 25603 10281 16384, 25604 10294 16384, 25606 10313 16384, 25608 10334 16384, 25608 10361 16384, 25609 10392 16384, 25608 10425 16384, 25606 10457 16384, 25603 10491 16384, 25599 10526 16384, 25598 10556 16384, 25598 10585 16384, 25598 10612 16384, 25598 10632 16384, 25598 10650 16384, 25599 10665 16384, 25601 10677 16384, 25603 10684 16384, 25604 10687 16384</inkml:trace>
  <inkml:trace contextRef="#ctx0" brushRef="#br0">26541 10295 16384, 26532 10283 16384, 26513 10257 16384, 26497 10211 16384, 26501 10144 16384, 26537 10083 16384, 26598 10036 16384, 26676 10022 16384, 26751 10060 16384, 26807 10164 16384, 26829 10338 16384, 26814 10526 16384, 26769 10646 16384, 26694 10743 16384, 26652 10789 16384, 26614 10823 16384, 26558 10867 16384, 26534 10876 16384, 26553 10870 16384, 26612 10869 16384, 26699 10877 16384, 26803 10896 16384, 26899 10914 16384, 26972 10923 16384, 27028 10919 16384, 27043 10916 16384</inkml:trace>
  <inkml:trace contextRef="#ctx0" brushRef="#br0">27661 10046 16384, 27652 10028 16384, 27637 10028 16384, 27610 10059 16384, 27567 10134 16384, 27516 10263 16384, 27483 10440 16384, 27475 10653 16384, 27503 10789 16384, 27564 10874 16384, 27648 10918 16384, 27727 10923 16384, 27805 10872 16384, 27871 10769 16384, 27911 10616 16384, 27922 10447 16384, 27893 10329 16384, 27836 10243 16384, 27766 10171 16384, 27691 10085 16384, 27641 10026 16384, 27621 10022 16384, 27619 10055 16384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11921 16384, 2180 11932 16384, 2203 11966 16384, 2214 12000 16384, 2214 12011 16384, 2214 12033 16384, 2203 12056 16384, 2180 12079 16384, 2146 12090 16384, 2124 12090 16384, 2090 12090 16384, 2056 12090 16384, 2034 12079 16384, 2023 12056 16384, 2023 12033 16384, 2023 11977 16384, 2045 11943 16384, 2068 11910 16384, 2101 11887 16384, 2135 11876 16384, 2158 11865 16384, 2191 11865 16384, 2225 11865 16384, 2236 11865 16384, 2259 11887 16384, 2270 11898 16384, 2270 11932 16384, 2259 11943 16384, 2236 11966 16384, 2214 11988 16384, 2180 12000 16384, 2135 12022 16384, 2090 12033 16384, 2045 12033 16384, 2011 12022 16384, 2000 12011 16384, 2000 11988 16384, 2000 11966 16384, 2023 11943 16384, 2034 11932 16384, 2056 11910 16384, 2101 11898 16384, 2135 11887 16384, 2158 11887 16384, 2191 11887 16384, 2214 11887 16384, 2236 11921 16384, 2248 11955 16384, 2248 11977 16384, 2248 12000 16384, 2236 12022 16384, 2214 12045 16384, 2203 12056 16384, 2191 12056 16384, 2180 12056 16384, 2169 12045 16384, 2169 12033 16384, 2169 12011 16384, 2169 12000 16384, 2169 11988 16384, 2180 11966 16384, 2191 11955 16384, 2203 11943 16384, 2214 11943 16384, 2214 11955 16384, 2203 11977 16384, 2203 11988 16384, 2191 11988 16384, 2180 12000 16384, 2169 12011 16384, 2158 12011 16384, 2146 12011 16384, 2146 12000 16384, 2158 11977 16384, 2180 11955 16384, 2191 11943 16384, 2203 11932 16384, 2191 11955 16384, 2158 11977 16384, 2124 12000 16384, 2090 12011 16384, 2056 12033 16384, 2045 12033 16384, 2056 12022 16384, 2090 12000 16384, 2101 11988 16384, 2135 11966 16384, 2158 11943 16384, 2203 11910 16384, 2214 11887 16384, 2214 11876 16384, 2203 11876 16384, 2180 11898 16384, 2158 11921 16384, 2135 11943 16384, 2124 11966 16384, 2113 11977 16384</inkml:trace>
  <inkml:trace contextRef="#ctx0" brushRef="#br0">2960 11718 16384, 2933 11661 16384, 2937 11618 16384, 2974 11576 16384, 3046 11537 16384, 3144 11527 16384, 3247 11570 16384, 3317 11665 16384, 3323 11784 16384, 3268 11905 16384, 3177 12012 16384, 3091 12075 16384, 3048 12090 16384, 3032 12077 16384, 3036 12055 16384, 3077 12034 16384, 3159 12020 16384, 3266 12030 16384, 3366 12086 16384, 3415 12172 16384, 3411 12248 16384, 3366 12312 16384, 3286 12373 16384, 3186 12414 16384, 3073 12428 16384, 2970 12406 16384, 2927 12377 16384</inkml:trace>
  <inkml:trace contextRef="#ctx0" brushRef="#br0">4479 11743 16384, 4481 11734 16384, 4481 11730 16384, 4479 11730 16384, 4475 11734 16384, 4465 11741 16384, 4454 11750 16384, 4433 11762 16384, 4408 11773 16384, 4378 11789 16384, 4346 11807 16384, 4314 11826 16384, 4284 11844 16384, 4254 11863 16384, 4225 11883 16384, 4199 11904 16384, 4176 11924 16384, 4167 11934 16384, 4154 11952 16384, 4144 11968 16384, 4140 11979 16384, 4140 11989 16384, 4142 11993 16384, 4154 12002 16384, 4165 12009 16384, 4186 12018 16384, 4211 12030 16384, 4241 12041 16384, 4273 12055 16384, 4305 12073 16384, 4342 12092 16384, 4378 12112 16384, 4413 12133 16384, 4445 12154 16384, 4472 12172 16384, 4495 12188 16384, 4514 12200 16384, 4530 12211 16384, 4541 12218 16384, 4548 12223 16384, 4550 12225 16384, 4553 12225 16384</inkml:trace>
  <inkml:trace contextRef="#ctx0" brushRef="#br0">5262 11527 16384, 5277 11537 16384, 5308 11558 16384, 5344 11604 16384, 5390 11661 16384, 5442 11743 16384, 5493 11851 16384, 5550 11954 16384, 5591 12062 16384, 5642 12155 16384, 5678 12227 16384, 5704 12289 16384, 5730 12340 16384, 5751 12371 16384, 5766 12402 16384, 5776 12417 16384, 5781 12422 16384</inkml:trace>
  <inkml:trace contextRef="#ctx0" brushRef="#br0">5869 11573 16384, 5828 11583 16384, 5812 11594 16384, 5792 11614 16384, 5761 11650 16384, 5715 11686 16384, 5658 11743 16384, 5586 11810 16384, 5509 11897 16384, 5426 11990 16384, 5349 12088 16384, 5282 12180 16384, 5231 12268 16384, 5200 12335 16384, 5184 12376 16384, 5174 12407 16384, 5174 12422 16384, 5174 12428 16384</inkml:trace>
  <inkml:trace contextRef="#ctx0" brushRef="#br0">6914 11587 16384, 6921 11601 16384, 6938 11707 16384, 6926 11896 16384, 6866 12066 16384, 6773 12224 16384, 6684 12317 16384, 6617 12334 16384, 6552 12305 16384, 6492 12212 16384, 6449 12044 16384, 6476 11821 16384, 6600 11666 16384, 6753 11587 16384, 6943 11527 16384, 7139 11534 16384, 7285 11659 16384, 7343 11908 16384, 7340 12190 16384, 7328 12336 16384, 7314 12411 16384, 7307 12428 16384</inkml:trace>
  <inkml:trace contextRef="#ctx0" brushRef="#br0">7955 11567 16384, 7967 11569 16384, 8027 11608 16384, 8115 11695 16384, 8188 11771 16384, 8247 11833 16384, 8297 11878 16384, 8307 11884 16384</inkml:trace>
  <inkml:trace contextRef="#ctx0" brushRef="#br0">8603 11631 16384, 8595 11631 16384, 8548 11654 16384, 8474 11724 16384, 8360 11843 16384, 8262 11966 16384, 8198 12094 16384, 8179 12197 16384, 8202 12265 16384, 8264 12323 16384, 8352 12366 16384, 8447 12382 16384, 8560 12388 16384, 8675 12378 16384, 8778 12358 16384, 8856 12339 16384</inkml:trace>
  <inkml:trace contextRef="#ctx0" brushRef="#br0">9023 11676 16384, 9020 11676 16384, 9023 11675 16384, 9068 11667 16384, 9169 11649 16384, 9293 11619 16384, 9401 11592 16384, 9499 11574 16384, 9569 11563 16384, 9605 11557 16384</inkml:trace>
  <inkml:trace contextRef="#ctx0" brushRef="#br0">9018 11943 16384, 9039 11938 16384, 9131 11921 16384, 9261 11878 16384, 9398 11826 16384, 9526 11793 16384, 9616 11781 16384, 9657 11775 16384, 9664 11775 16384</inkml:trace>
  <inkml:trace contextRef="#ctx0" brushRef="#br0">9218 11527 16384, 9254 11547 16384, 9338 11615 16384, 9405 11703 16384, 9456 11797 16384, 9484 11887 16384, 9495 11957 16384, 9497 12013 16384, 9483 12049 16384, 9457 12071 16384, 9418 12074 16384</inkml:trace>
  <inkml:trace contextRef="#ctx0" brushRef="#br0">9111 12228 16384, 9102 12238 16384, 9115 12282 16384, 9189 12339 16384, 9281 12381 16384, 9373 12411 16384, 9454 12426 16384, 9524 12428 16384, 9591 12424 16384</inkml:trace>
  <inkml:trace contextRef="#ctx0" brushRef="#br0">9836 11882 16384, 9836 11880 16384, 9833 11874 16384, 9835 11871 16384, 9836 11869 16384, 9839 11867 16384, 9842 11866 16384, 9846 11865 16384, 9848 11865 16384, 9851 11866 16384, 9853 11869 16384, 9853 11873 16384, 9853 11877 16384, 9853 11881 16384, 9850 11886 16384, 9848 11889 16384, 9844 11892 16384, 9840 11893 16384, 9836 11895 16384, 9833 11895 16384, 9829 11893 16384, 9828 11892 16384, 9827 11889 16384, 9827 11886 16384, 9828 11884 16384, 9829 11881 16384, 9831 11878 16384, 9833 11876 16384, 9836 11874 16384, 9840 11874 16384, 9843 11874 16384, 9847 11874 16384, 9850 11876 16384, 9853 11878 16384, 9854 11880 16384, 9854 11882 16384, 9853 11885 16384, 9851 11886 16384, 9848 11888 16384, 9846 11889 16384, 9842 11889 16384, 9839 11889 16384, 9836 11889 16384, 9835 11888 16384, 9833 11885 16384, 9833 11882 16384, 9833 11878 16384, 9835 11874 16384, 9838 11871 16384, 9840 11869 16384, 9843 11867 16384, 9847 11866 16384, 9850 11866 16384, 9854 11866 16384, 9858 11869 16384, 9861 11870 16384, 9863 11873 16384, 9865 11876 16384, 9865 11880 16384, 9865 11882 16384, 9862 11885 16384, 9859 11888 16384, 9857 11891 16384, 9854 11891 16384, 9851 11892 16384, 9848 11892 16384, 9847 11892 16384, 9844 11891 16384, 9844 11889 16384, 9843 11888 16384, 9843 11885 16384, 9844 11884 16384, 9847 11881 16384, 9848 11878 16384, 9851 11877 16384, 9854 11876 16384, 9855 11874 16384, 9858 11874 16384, 9861 11876 16384, 9862 11876 16384, 9862 11878 16384, 9862 11880 16384, 9862 11882 16384, 9859 11884 16384, 9858 11886 16384, 9855 11888 16384, 9853 11889 16384, 9850 11889 16384, 9847 11889 16384, 9846 11888 16384, 9844 11886 16384, 9844 11885 16384, 9844 11884 16384, 9844 11882 16384, 9846 11881 16384, 9847 11881 16384, 9848 11881 16384, 9850 11882 16384, 9851 11884 16384, 9851 11885 16384, 9851 11886 16384, 9851 11888 16384, 9850 11889 16384, 9848 11889 16384, 9847 11889 16384, 9847 11888 16384, 9847 11886 16384, 9847 11885 16384, 9847 11884 16384, 9847 11881 16384, 9848 11878 16384, 9848 11876 16384, 9848 11873 16384, 9848 11871 16384, 9846 11871 16384, 9844 11874 16384, 9840 11877 16384, 9838 11880 16384, 9835 11882 16384, 9833 11884 16384, 9831 11885 16384, 9831 11884 16384, 9831 11882 16384, 9831 11881 16384, 9832 11878 16384, 9835 11877 16384, 9836 11876 16384, 9839 11874 16384, 9842 11874 16384, 9844 11874 16384, 9847 11874 16384, 9848 11877 16384, 9850 11878 16384, 9850 11881 16384, 9851 11882 16384, 9851 11884 16384, 9851 11885 16384, 9853 11885 16384</inkml:trace>
  <inkml:trace contextRef="#ctx0" brushRef="#br0">9843 12086 16384, 9843 12084 16384, 9843 12083 16384, 9844 12082 16384, 9843 12082 16384, 9842 12083 16384, 9840 12086 16384, 9839 12087 16384, 9838 12088 16384, 9836 12090 16384, 9835 12090 16384, 9835 12087 16384, 9838 12084 16384, 9839 12080 16384, 9842 12077 16384, 9844 12075 16384, 9847 12073 16384, 9850 12073 16384, 9851 12073 16384, 9853 12076 16384, 9853 12079 16384, 9853 12082 16384, 9851 12084 16384, 9850 12086 16384, 9848 12088 16384, 9847 12088 16384, 9843 12090 16384, 9840 12090 16384, 9838 12088 16384, 9835 12087 16384, 9832 12084 16384, 9831 12082 16384, 9829 12077 16384, 9829 12075 16384, 9831 12071 16384, 9832 12068 16384, 9835 12065 16384, 9838 12064 16384, 9842 12062 16384, 9846 12062 16384, 9850 12062 16384, 9854 12064 16384, 9855 12065 16384, 9858 12068 16384, 9858 12071 16384, 9858 12073 16384, 9858 12076 16384, 9855 12080 16384, 9854 12083 16384, 9850 12084 16384, 9847 12086 16384, 9843 12086 16384, 9840 12086 16384, 9838 12084 16384, 9836 12080 16384, 9833 12077 16384, 9833 12073 16384, 9832 12069 16384, 9832 12064 16384, 9833 12061 16384, 9836 12058 16384, 9840 12056 16384, 9844 12054 16384, 9848 12054 16384, 9854 12054 16384, 9857 12057 16384, 9859 12058 16384, 9862 12061 16384, 9863 12064 16384, 9863 12068 16384, 9863 12071 16384, 9862 12075 16384, 9859 12077 16384, 9857 12080 16384, 9853 12083 16384, 9850 12083 16384, 9847 12083 16384, 9844 12083 16384, 9842 12080 16384, 9839 12077 16384, 9839 12075 16384, 9838 12071 16384, 9838 12067 16384, 9840 12064 16384, 9843 12061 16384, 9847 12060 16384, 9850 12058 16384, 9854 12057 16384, 9859 12057 16384, 9863 12057 16384, 9866 12058 16384, 9870 12060 16384, 9872 12061 16384, 9872 12062 16384, 9872 12065 16384, 9869 12067 16384, 9866 12069 16384, 9862 12072 16384, 9858 12073 16384, 9854 12075 16384, 9850 12076 16384, 9846 12076 16384, 9843 12076 16384, 9842 12075 16384, 9840 12072 16384, 9840 12068 16384, 9842 12065 16384, 9844 12062 16384, 9847 12061 16384, 9850 12058 16384, 9854 12057 16384, 9858 12056 16384, 9861 12056 16384, 9865 12056 16384, 9866 12057 16384, 9868 12058 16384, 9868 12061 16384, 9868 12064 16384, 9866 12067 16384, 9863 12069 16384, 9861 12071 16384, 9858 12072 16384, 9855 12072 16384, 9854 12072 16384, 9851 12072 16384, 9850 12071 16384, 9850 12068 16384, 9848 12067 16384, 9848 12064 16384, 9848 12062 16384, 9850 12061 16384, 9851 12061 16384, 9853 12061 16384, 9854 12062 16384, 9855 12064 16384, 9855 12065 16384, 9857 12068 16384, 9857 12069 16384, 9857 12071 16384, 9855 12072 16384, 9855 12073 16384, 9854 12073 16384, 9854 12072 16384, 9854 12071 16384, 9855 12069 16384, 9855 12068 16384, 9857 12067 16384, 9857 12065 16384, 9857 12064 16384, 9857 12065 16384, 9855 12065 16384, 9855 12067 16384, 9854 12068 16384</inkml:trace>
  <inkml:trace contextRef="#ctx0" brushRef="#br0">10490 11974 16384, 10488 11974 16384, 10486 11976 16384, 10484 11976 16384, 10486 11978 16384, 10495 11982 16384, 10507 11985 16384, 10524 11987 16384, 10548 11987 16384, 10578 11982 16384, 10612 11978 16384, 10652 11972 16384, 10690 11968 16384, 10728 11968 16384, 10767 11968 16384, 10796 11968 16384, 10824 11970 16384, 10849 11972 16384, 10871 11974 16384, 10890 11976 16384, 10907 11976 16384, 10926 11974 16384, 10934 11972 16384</inkml:trace>
  <inkml:trace contextRef="#ctx0" brushRef="#br0">11152 11527 16384, 11167 11537 16384, 11198 11558 16384, 11234 11604 16384, 11280 11661 16384, 11332 11743 16384, 11383 11851 16384, 11440 11954 16384, 11481 12062 16384, 11533 12155 16384, 11569 12227 16384, 11594 12289 16384, 11620 12340 16384, 11641 12371 16384, 11656 12402 16384, 11666 12417 16384, 11672 12422 16384</inkml:trace>
  <inkml:trace contextRef="#ctx0" brushRef="#br0">11759 11573 16384, 11718 11583 16384, 11702 11594 16384, 11682 11614 16384, 11651 11650 16384, 11605 11686 16384, 11548 11743 16384, 11476 11810 16384, 11399 11897 16384, 11317 11990 16384, 11239 12088 16384, 11172 12180 16384, 11121 12268 16384, 11090 12335 16384, 11075 12376 16384, 11064 12407 16384, 11064 12422 16384, 11064 12428 16384</inkml:trace>
  <inkml:trace contextRef="#ctx0" brushRef="#br0">11894 11489 16384, 11885 11471 16384, 11886 11457 16384, 11898 11443 16384, 11921 11431 16384, 11952 11428 16384, 11985 11442 16384, 12008 11472 16384, 12010 11510 16384, 11992 11549 16384, 11963 11583 16384, 11936 11603 16384, 11922 11608 16384, 11917 11604 16384, 11918 11597 16384, 11931 11590 16384, 11957 11586 16384, 11992 11589 16384, 12023 11607 16384, 12039 11634 16384, 12038 11659 16384, 12023 11679 16384, 11998 11699 16384, 11966 11712 16384, 11930 11716 16384, 11897 11709 16384, 11883 11700 16384</inkml:trace>
  <inkml:trace contextRef="#ctx0" brushRef="#br0">12523 11969 16384, 12516 11969 16384, 12520 11969 16384, 12525 11969 16384, 12533 11967 16384, 12543 11967 16384, 12553 11965 16384, 12568 11965 16384, 12587 11964 16384, 12609 11962 16384, 12636 11962 16384, 12661 11960 16384, 12689 11960 16384, 12720 11959 16384, 12746 11959 16384, 12775 11960 16384, 12807 11962 16384, 12835 11965 16384, 12866 11967 16384, 12896 11969 16384, 12921 11970 16384, 12946 11970 16384, 12966 11970 16384, 12982 11970 16384, 12992 11972 16384, 13000 11972 16384, 13007 11972 16384, 13010 11972 16384, 13012 11969 16384</inkml:trace>
  <inkml:trace contextRef="#ctx0" brushRef="#br0">12773 11762 16384, 12773 11764 16384, 12772 11766 16384, 12772 11769 16384, 12772 11776 16384, 12772 11786 16384, 12773 11799 16384, 12775 11818 16384, 12777 11839 16384, 12777 11866 16384, 12778 11897 16384, 12777 11930 16384, 12775 11962 16384, 12772 11996 16384, 12768 12031 16384, 12767 12061 16384, 12767 12090 16384, 12767 12117 16384, 12767 12137 16384, 12767 12155 16384, 12768 12170 16384, 12770 12182 16384, 12772 12189 16384, 12773 12192 16384</inkml:trace>
  <inkml:trace contextRef="#ctx0" brushRef="#br0">14071 11767 16384, 14079 11741 16384, 14087 11719 16384, 14100 11662 16384, 14079 11571 16384, 14014 11527 16384, 13923 11535 16384, 13832 11572 16384, 13764 11634 16384, 13723 11725 16384, 13715 11829 16384, 13751 11907 16384, 13821 11953 16384, 13915 11969 16384, 14001 11945 16384, 14081 11883 16384, 14139 11808 16384, 14164 11746 16384, 14162 11733 16384, 14146 11743 16384, 14118 11802 16384, 14066 11928 16384, 13995 12125 16384, 13946 12302 16384, 13936 12397 16384, 13961 12428 16384</inkml:trace>
  <inkml:trace contextRef="#ctx0" brushRef="#br0">14607 11527 16384, 14623 11537 16384, 14654 11558 16384, 14690 11604 16384, 14736 11661 16384, 14787 11743 16384, 14839 11851 16384, 14895 11954 16384, 14937 12062 16384, 14988 12155 16384, 15024 12227 16384, 15050 12289 16384, 15076 12340 16384, 15096 12371 16384, 15112 12402 16384, 15122 12417 16384, 15127 12422 16384</inkml:trace>
  <inkml:trace contextRef="#ctx0" brushRef="#br0">15214 11573 16384, 15173 11583 16384, 15158 11594 16384, 15137 11614 16384, 15106 11650 16384, 15060 11686 16384, 15003 11743 16384, 14931 11810 16384, 14854 11897 16384, 14772 11990 16384, 14695 12088 16384, 14628 12180 16384, 14576 12268 16384, 14545 12335 16384, 14530 12376 16384, 14520 12407 16384, 14520 12422 16384, 14520 12428 16384</inkml:trace>
  <inkml:trace contextRef="#ctx0" brushRef="#br0">15343 11515 16384, 15340 11511 16384, 15334 11503 16384, 15329 11488 16384, 15330 11467 16384, 15342 11447 16384, 15361 11432 16384, 15386 11428 16384, 15410 11440 16384, 15428 11473 16384, 15435 11529 16384, 15430 11589 16384, 15416 11628 16384, 15392 11659 16384, 15379 11673 16384, 15366 11684 16384, 15349 11698 16384, 15341 11701 16384, 15347 11699 16384, 15366 11699 16384, 15394 11702 16384, 15427 11708 16384, 15458 11713 16384, 15481 11716 16384, 15499 11715 16384, 15504 11714 16384</inkml:trace>
  <inkml:trace contextRef="#ctx0" brushRef="#br0">15988 11974 16384, 15985 11974 16384, 15983 11976 16384, 15981 11976 16384, 15983 11978 16384, 15992 11982 16384, 16005 11985 16384, 16022 11987 16384, 16045 11987 16384, 16075 11982 16384, 16109 11978 16384, 16149 11972 16384, 16187 11968 16384, 16225 11968 16384, 16264 11968 16384, 16293 11968 16384, 16321 11970 16384, 16347 11972 16384, 16368 11974 16384, 16387 11976 16384, 16404 11976 16384, 16423 11974 16384, 16432 11972 16384</inkml:trace>
  <inkml:trace contextRef="#ctx0" brushRef="#br0">17403 11527 16384, 17398 11529 16384, 17401 11574 16384, 17399 11715 16384, 17373 11937 16384, 17344 12144 16384, 17322 12289 16384, 17316 12386 16384, 17332 12428 16384</inkml:trace>
  <inkml:trace contextRef="#ctx0" brushRef="#br0">18131 11534 16384, 18123 11541 16384, 18122 11590 16384, 18098 11712 16384, 18056 11843 16384, 18029 11932 16384, 18020 11983 16384, 18022 12004 16384, 18034 12006 16384, 18056 12003 16384, 18098 11984 16384, 18165 11955 16384, 18247 11943 16384, 18329 11963 16384, 18389 12019 16384, 18425 12101 16384, 18434 12191 16384, 18412 12271 16384, 18352 12344 16384, 18272 12398 16384, 18189 12428 16384, 18103 12420 16384, 18062 12397 16384</inkml:trace>
  <inkml:trace contextRef="#ctx0" brushRef="#br0">18118 11538 16384, 18114 11538 16384, 18125 11538 16384, 18187 11540 16384, 18300 11532 16384, 18416 11527 16384, 18516 11547 16384, 18554 11565 16384</inkml:trace>
  <inkml:trace contextRef="#ctx0" brushRef="#br0">18955 11527 16384, 18970 11537 16384, 19001 11558 16384, 19037 11604 16384, 19083 11661 16384, 19135 11743 16384, 19186 11851 16384, 19243 11954 16384, 19284 12062 16384, 19335 12155 16384, 19371 12227 16384, 19397 12289 16384, 19423 12340 16384, 19444 12371 16384, 19459 12402 16384, 19469 12417 16384, 19474 12422 16384</inkml:trace>
  <inkml:trace contextRef="#ctx0" brushRef="#br0">19562 11573 16384, 19521 11583 16384, 19505 11594 16384, 19485 11614 16384, 19454 11650 16384, 19407 11686 16384, 19351 11743 16384, 19279 11810 16384, 19202 11897 16384, 19119 11990 16384, 19042 12088 16384, 18975 12180 16384, 18924 12268 16384, 18893 12335 16384, 18877 12376 16384, 18867 12407 16384, 18867 12422 16384, 18867 12428 16384</inkml:trace>
  <inkml:trace contextRef="#ctx0" brushRef="#br0">20149 11969 16384, 20142 11969 16384, 20146 11969 16384, 20151 11969 16384, 20159 11967 16384, 20169 11967 16384, 20179 11965 16384, 20194 11965 16384, 20213 11964 16384, 20234 11962 16384, 20261 11962 16384, 20287 11960 16384, 20315 11960 16384, 20345 11959 16384, 20372 11959 16384, 20401 11960 16384, 20433 11962 16384, 20461 11965 16384, 20491 11967 16384, 20522 11969 16384, 20547 11970 16384, 20572 11970 16384, 20592 11970 16384, 20607 11970 16384, 20617 11972 16384, 20626 11972 16384, 20632 11972 16384, 20636 11972 16384, 20637 11969 16384</inkml:trace>
  <inkml:trace contextRef="#ctx0" brushRef="#br0">20399 11762 16384, 20399 11764 16384, 20397 11766 16384, 20397 11769 16384, 20397 11776 16384, 20397 11786 16384, 20399 11799 16384, 20401 11818 16384, 20402 11839 16384, 20402 11866 16384, 20404 11897 16384, 20402 11930 16384, 20401 11962 16384, 20397 11996 16384, 20394 12031 16384, 20392 12061 16384, 20392 12090 16384, 20392 12117 16384, 20392 12137 16384, 20392 12155 16384, 20394 12170 16384, 20396 12182 16384, 20397 12189 16384, 20399 12192 16384</inkml:trace>
  <inkml:trace contextRef="#ctx0" brushRef="#br0">21401 11548 16384, 21389 11551 16384, 21378 11565 16384, 21381 11610 16384, 21390 11690 16384, 21403 11774 16384, 21421 11832 16384, 21432 11849 16384</inkml:trace>
  <inkml:trace contextRef="#ctx0" brushRef="#br0">21413 11527 16384, 21416 11528 16384, 21465 11533 16384, 21556 11533 16384, 21623 11533 16384, 21678 11540 16384, 21719 11570 16384, 21743 11615 16384, 21753 11671 16384, 21748 11763 16384, 21724 11897 16384, 21686 12060 16384, 21649 12209 16384, 21633 12298 16384, 21633 12357 16384, 21644 12405 16384, 21651 12428 16384</inkml:trace>
  <inkml:trace contextRef="#ctx0" brushRef="#br0">22500 11969 16384, 22493 11969 16384, 22496 11969 16384, 22501 11969 16384, 22510 11967 16384, 22520 11967 16384, 22530 11965 16384, 22545 11965 16384, 22563 11964 16384, 22585 11962 16384, 22612 11962 16384, 22637 11960 16384, 22666 11960 16384, 22696 11959 16384, 22723 11959 16384, 22751 11960 16384, 22783 11962 16384, 22812 11965 16384, 22842 11967 16384, 22872 11969 16384, 22897 11970 16384, 22923 11970 16384, 22943 11970 16384, 22958 11970 16384, 22968 11972 16384, 22976 11972 16384, 22983 11972 16384, 22986 11972 16384, 22988 11969 16384</inkml:trace>
  <inkml:trace contextRef="#ctx0" brushRef="#br0">22750 11762 16384, 22750 11764 16384, 22748 11766 16384, 22748 11769 16384, 22748 11776 16384, 22748 11786 16384, 22750 11799 16384, 22751 11818 16384, 22753 11839 16384, 22753 11866 16384, 22755 11897 16384, 22753 11930 16384, 22751 11962 16384, 22748 11996 16384, 22745 12031 16384, 22743 12061 16384, 22743 12090 16384, 22743 12117 16384, 22743 12137 16384, 22743 12155 16384, 22745 12170 16384, 22746 12182 16384, 22748 12189 16384, 22750 12192 16384</inkml:trace>
  <inkml:trace contextRef="#ctx0" brushRef="#br0">23586 11527 16384, 23597 11534 16384, 23605 11538 16384, 23612 11545 16384, 23634 11563 16384, 23682 11615 16384, 23718 11659 16384, 23762 11706 16384, 23828 11787 16384, 23868 11831 16384, 23883 11856 16384, 23898 11878 16384, 23941 11926 16384, 23963 11944 16384, 23985 11955 16384</inkml:trace>
  <inkml:trace contextRef="#ctx0" brushRef="#br0">24242 11596 16384, 24245 11589 16384, 24245 11585 16384, 24231 11600 16384, 24212 11615 16384, 24190 11629 16384, 24161 11651 16384, 24121 11677 16384, 24103 11692 16384, 24084 11706 16384, 24037 11754 16384, 24018 11772 16384, 24004 11790 16384, 23978 11812 16384, 23971 11816 16384, 23960 11827 16384, 23960 11831 16384, 23956 11838 16384, 23952 11856 16384, 23949 11875 16384, 23949 11897 16384, 23949 11930 16384, 23945 11970 16384, 23945 12043 16384, 23945 12105 16384, 23945 12164 16384, 23949 12193 16384, 23952 12248 16384, 23956 12274 16384, 23960 12332 16384, 23963 12365 16384, 23971 12391 16384, 23974 12406 16384, 23978 12420 16384, 23978 12428 16384</inkml:trace>
  <inkml:trace contextRef="#ctx0" brushRef="#br0">25224 11743 16384, 25226 11734 16384, 25226 11730 16384, 25224 11730 16384, 25220 11734 16384, 25210 11741 16384, 25199 11750 16384, 25178 11762 16384, 25153 11773 16384, 25123 11789 16384, 25091 11807 16384, 25059 11826 16384, 25029 11844 16384, 24999 11863 16384, 24970 11883 16384, 24944 11904 16384, 24921 11924 16384, 24912 11934 16384, 24899 11952 16384, 24889 11968 16384, 24885 11979 16384, 24885 11989 16384, 24887 11993 16384, 24899 12002 16384, 24910 12009 16384, 24931 12018 16384, 24956 12030 16384, 24986 12041 16384, 25018 12055 16384, 25050 12073 16384, 25087 12092 16384, 25123 12112 16384, 25158 12133 16384, 25190 12154 16384, 25217 12172 16384, 25240 12188 16384, 25259 12200 16384, 25275 12211 16384, 25286 12218 16384, 25293 12223 16384, 25295 12225 16384, 25298 12225 16384</inkml:trace>
  <inkml:trace contextRef="#ctx0" brushRef="#br0">26229 11551 16384, 26220 11533 16384, 26205 11533 16384, 26179 11564 16384, 26135 11639 16384, 26085 11768 16384, 26052 11945 16384, 26043 12158 16384, 26071 12294 16384, 26133 12379 16384, 26216 12423 16384, 26295 12428 16384, 26374 12377 16384, 26440 12274 16384, 26479 12121 16384, 26490 11952 16384, 26462 11834 16384, 26405 11748 16384, 26334 11676 16384, 26260 11590 16384, 26210 11531 16384, 26190 11527 16384, 26188 11560 16384</inkml:trace>
  <inkml:trace contextRef="#ctx0" brushRef="#br0">27575 11743 16384, 27577 11734 16384, 27577 11730 16384, 27575 11730 16384, 27570 11734 16384, 27561 11741 16384, 27550 11750 16384, 27529 11762 16384, 27504 11773 16384, 27474 11789 16384, 27442 11807 16384, 27410 11826 16384, 27380 11844 16384, 27350 11863 16384, 27320 11883 16384, 27295 11904 16384, 27272 11924 16384, 27263 11934 16384, 27249 11952 16384, 27240 11968 16384, 27235 11979 16384, 27235 11989 16384, 27238 11993 16384, 27249 12002 16384, 27261 12009 16384, 27281 12018 16384, 27307 12030 16384, 27336 12041 16384, 27368 12055 16384, 27401 12073 16384, 27437 12092 16384, 27474 12112 16384, 27508 12133 16384, 27540 12154 16384, 27568 12172 16384, 27591 12188 16384, 27609 12200 16384, 27625 12211 16384, 27637 12218 16384, 27644 12223 16384, 27646 12225 16384, 27648 12225 16384</inkml:trace>
  <inkml:trace contextRef="#ctx0" brushRef="#br0">28661 11527 16384, 28656 11529 16384, 28659 11574 16384, 28657 11715 16384, 28631 11937 16384, 28602 12144 16384, 28580 12289 16384, 28574 12386 16384, 28590 12428 16384</inkml:trace>
  <inkml:trace contextRef="#ctx0" brushRef="#br0">29315 11800 16384, 29307 11788 16384, 29288 11762 16384, 29272 11716 16384, 29275 11649 16384, 29312 11588 16384, 29373 11541 16384, 29451 11527 16384, 29526 11565 16384, 29581 11669 16384, 29604 11843 16384, 29588 12031 16384, 29543 12151 16384, 29468 12248 16384, 29427 12294 16384, 29388 12328 16384, 29333 12372 16384, 29308 12381 16384, 29327 12375 16384, 29387 12374 16384, 29474 12382 16384, 29578 12401 16384, 29673 12419 16384, 29747 12428 16384, 29802 12424 16384, 29818 12421 16384</inkml:trace>
  <inkml:trace contextRef="#ctx0" brushRef="#br0">30213 11527 16384, 30228 11537 16384, 30259 11558 16384, 30295 11604 16384, 30341 11661 16384, 30393 11743 16384, 30444 11851 16384, 30501 11954 16384, 30542 12062 16384, 30593 12155 16384, 30629 12227 16384, 30655 12289 16384, 30681 12340 16384, 30702 12371 16384, 30717 12402 16384, 30727 12417 16384, 30732 12422 16384</inkml:trace>
  <inkml:trace contextRef="#ctx0" brushRef="#br0">30820 11573 16384, 30779 11583 16384, 30763 11594 16384, 30743 11614 16384, 30712 11650 16384, 30665 11686 16384, 30609 11743 16384, 30537 11810 16384, 30460 11897 16384, 30377 11990 16384, 30300 12088 16384, 30233 12180 16384, 30182 12268 16384, 30151 12335 16384, 30135 12376 16384, 30125 12407 16384, 30125 12422 16384, 30125 12428 16384</inkml:trace>
  <inkml:trace contextRef="#ctx0" brushRef="#br0">31407 11974 16384, 31404 11974 16384, 31402 11976 16384, 31400 11976 16384, 31402 11978 16384, 31411 11982 16384, 31424 11985 16384, 31441 11987 16384, 31464 11987 16384, 31494 11982 16384, 31528 11978 16384, 31568 11972 16384, 31606 11968 16384, 31644 11968 16384, 31683 11968 16384, 31712 11968 16384, 31740 11970 16384, 31766 11972 16384, 31787 11974 16384, 31806 11976 16384, 31823 11976 16384, 31842 11974 16384, 31850 11972 16384</inkml:trace>
  <inkml:trace contextRef="#ctx0" brushRef="#br0">32549 11800 16384, 32540 11788 16384, 32521 11762 16384, 32505 11716 16384, 32509 11649 16384, 32545 11588 16384, 32606 11541 16384, 32684 11527 16384, 32759 11565 16384, 32815 11669 16384, 32837 11843 16384, 32822 12031 16384, 32776 12151 16384, 32702 12248 16384, 32660 12294 16384, 32622 12328 16384, 32566 12372 16384, 32542 12381 16384, 32561 12375 16384, 32620 12374 16384, 32707 12382 16384, 32811 12401 16384, 32907 12419 16384, 32980 12428 16384, 33035 12424 16384, 33051 12421 16384</inkml:trace>
  <inkml:trace contextRef="#ctx0" brushRef="#br0">33669 11551 16384, 33660 11533 16384, 33644 11533 16384, 33618 11564 16384, 33574 11639 16384, 33524 11768 16384, 33491 11945 16384, 33482 12158 16384, 33511 12294 16384, 33572 12379 16384, 33655 12423 16384, 33734 12428 16384, 33813 12377 16384, 33879 12274 16384, 33918 12121 16384, 33929 11952 16384, 33901 11834 16384, 33844 11748 16384, 33774 11676 16384, 33699 11590 16384, 33649 11531 16384, 33629 11527 16384, 33627 11560 16384</inkml:trace>
  <inkml:trace contextRef="#ctx0" brushRef="#br0">34640 11969 16384, 34633 11969 16384, 34637 11969 16384, 34642 11969 16384, 34650 11967 16384, 34660 11967 16384, 34670 11965 16384, 34686 11965 16384, 34704 11964 16384, 34726 11962 16384, 34753 11962 16384, 34778 11960 16384, 34806 11960 16384, 34837 11959 16384, 34864 11959 16384, 34892 11960 16384, 34924 11962 16384, 34952 11965 16384, 34983 11967 16384, 35013 11969 16384, 35038 11970 16384, 35063 11970 16384, 35083 11970 16384, 35099 11970 16384, 35109 11972 16384, 35117 11972 16384, 35124 11972 16384, 35127 11972 16384, 35129 11969 16384</inkml:trace>
  <inkml:trace contextRef="#ctx0" brushRef="#br0">34890 11762 16384, 34890 11764 16384, 34889 11766 16384, 34889 11769 16384, 34889 11776 16384, 34889 11786 16384, 34890 11799 16384, 34892 11818 16384, 34894 11839 16384, 34894 11866 16384, 34895 11897 16384, 34894 11930 16384, 34892 11962 16384, 34889 11996 16384, 34885 12031 16384, 34884 12061 16384, 34884 12090 16384, 34884 12117 16384, 34884 12137 16384, 34884 12155 16384, 34885 12170 16384, 34887 12182 16384, 34889 12189 16384, 34890 12192 16384</inkml:trace>
  <inkml:trace contextRef="#ctx0" brushRef="#br0">35727 11527 16384, 35738 11534 16384, 35745 11538 16384, 35753 11545 16384, 35775 11563 16384, 35822 11615 16384, 35859 11659 16384, 35903 11706 16384, 35969 11787 16384, 36009 11831 16384, 36024 11856 16384, 36038 11878 16384, 36082 11926 16384, 36104 11944 16384, 36126 11955 16384</inkml:trace>
  <inkml:trace contextRef="#ctx0" brushRef="#br0">36382 11596 16384, 36386 11589 16384, 36386 11585 16384, 36371 11600 16384, 36353 11615 16384, 36331 11629 16384, 36302 11651 16384, 36261 11677 16384, 36243 11692 16384, 36225 11706 16384, 36177 11754 16384, 36159 11772 16384, 36144 11790 16384, 36119 11812 16384, 36111 11816 16384, 36100 11827 16384, 36100 11831 16384, 36097 11838 16384, 36093 11856 16384, 36089 11875 16384, 36089 11897 16384, 36089 11930 16384, 36086 11970 16384, 36086 12043 16384, 36086 12105 16384, 36086 12164 16384, 36089 12193 16384, 36093 12248 16384, 36097 12274 16384, 36100 12332 16384, 36104 12365 16384, 36111 12391 16384, 36115 12406 16384, 36119 12420 16384, 36119 12428 16384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13426 16384, 2180 13437 16384, 2203 13471 16384, 2214 13505 16384, 2214 13516 16384, 2214 13538 16384, 2203 13561 16384, 2180 13584 16384, 2146 13595 16384, 2124 13595 16384, 2090 13595 16384, 2056 13595 16384, 2034 13584 16384, 2023 13561 16384, 2023 13538 16384, 2023 13482 16384, 2045 13448 16384, 2068 13415 16384, 2101 13392 16384, 2135 13381 16384, 2158 13370 16384, 2191 13370 16384, 2225 13370 16384, 2236 13370 16384, 2259 13392 16384, 2270 13403 16384, 2270 13437 16384, 2259 13448 16384, 2236 13471 16384, 2214 13493 16384, 2180 13505 16384, 2135 13527 16384, 2090 13538 16384, 2045 13538 16384, 2011 13527 16384, 2000 13516 16384, 2000 13493 16384, 2000 13471 16384, 2023 13448 16384, 2034 13437 16384, 2056 13415 16384, 2101 13403 16384, 2135 13392 16384, 2158 13392 16384, 2191 13392 16384, 2214 13392 16384, 2236 13426 16384, 2248 13460 16384, 2248 13482 16384, 2248 13505 16384, 2236 13527 16384, 2214 13550 16384, 2203 13561 16384, 2191 13561 16384, 2180 13561 16384, 2169 13550 16384, 2169 13538 16384, 2169 13516 16384, 2169 13505 16384, 2169 13493 16384, 2180 13471 16384, 2191 13460 16384, 2203 13448 16384, 2214 13448 16384, 2214 13460 16384, 2203 13482 16384, 2203 13493 16384, 2191 13493 16384, 2180 13505 16384, 2169 13516 16384, 2158 13516 16384, 2146 13516 16384, 2146 13505 16384, 2158 13482 16384, 2180 13460 16384, 2191 13448 16384, 2203 13437 16384, 2191 13460 16384, 2158 13482 16384, 2124 13505 16384, 2090 13516 16384, 2056 13538 16384, 2045 13538 16384, 2056 13527 16384, 2090 13505 16384, 2101 13493 16384, 2135 13471 16384, 2158 13448 16384, 2203 13415 16384, 2214 13392 16384, 2214 13381 16384, 2203 13381 16384, 2180 13403 16384, 2158 13426 16384, 2135 13448 16384, 2124 13471 16384, 2113 13482 16384</inkml:trace>
  <inkml:trace contextRef="#ctx0" brushRef="#br0">2727 13254 16384, 2721 13252 16384, 2731 13252 16384, 2805 13245 16384, 2935 13234 16384, 3075 13229 16384, 3219 13225 16384, 3327 13218 16384, 3387 13214 16384, 3407 13212 16384</inkml:trace>
  <inkml:trace contextRef="#ctx0" brushRef="#br0">3121 13035 16384, 3118 13032 16384, 3145 13050 16384, 3188 13115 16384, 3212 13232 16384, 3208 13367 16384, 3183 13504 16384, 3152 13582 16384, 3120 13632 16384, 3086 13653 16384, 3051 13652 16384, 3018 13624 16384, 2998 13570 16384, 3003 13519 16384, 3030 13474 16384, 3081 13437 16384, 3140 13430 16384, 3191 13456 16384, 3217 13525 16384, 3216 13623 16384, 3185 13732 16384, 3135 13832 16384, 3095 13895 16384, 3071 13931 16384, 3058 13933 16384</inkml:trace>
  <inkml:trace contextRef="#ctx0" brushRef="#br0">3569 13202 16384, 3591 13192 16384, 3657 13176 16384, 3746 13161 16384, 3828 13154 16384, 3893 13152 16384, 3928 13149 16384, 3933 13147 16384</inkml:trace>
  <inkml:trace contextRef="#ctx0" brushRef="#br0">3810 13032 16384, 3805 13034 16384, 3781 13095 16384, 3753 13202 16384, 3684 13346 16384, 3622 13470 16384, 3594 13547 16384, 3594 13572 16384</inkml:trace>
  <inkml:trace contextRef="#ctx0" brushRef="#br0">4139 13127 16384, 4162 13130 16384, 4219 13171 16384, 4287 13226 16384, 4333 13286 16384, 4359 13338 16384, 4366 13383 16384, 4359 13420 16384, 4334 13443 16384</inkml:trace>
  <inkml:trace contextRef="#ctx0" brushRef="#br0">4022 13423 16384, 4018 13430 16384, 4048 13565 16384, 4060 13665 16384, 4037 13774 16384, 3990 13871 16384, 3945 13921 16384, 3895 13933 16384, 3848 13904 16384, 3806 13841 16384, 3796 13802 16384, 3816 13789 16384, 3871 13780 16384, 3963 13775 16384, 4095 13794 16384, 4212 13837 16384, 4286 13869 16384, 4341 13887 16384, 4383 13891 16384</inkml:trace>
  <inkml:trace contextRef="#ctx0" brushRef="#br0">4712 13034 16384, 4707 13032 16384, 4705 13039 16384, 4716 13107 16384, 4718 13279 16384, 4705 13533 16384, 4683 13746 16384, 4674 13859 16384, 4679 13914 16384, 4694 13933 16384</inkml:trace>
  <inkml:trace contextRef="#ctx0" brushRef="#br0">4582 13325 16384, 4578 13314 16384, 4580 13273 16384, 4613 13233 16384, 4655 13205 16384, 4677 13198 16384, 4681 13214 16384, 4674 13290 16384, 4637 13448 16384, 4578 13636 16384, 4545 13726 16384, 4548 13730 16384, 4565 13723 16384, 4606 13669 16384, 4677 13538 16384, 4795 13385 16384, 4943 13301 16384, 5073 13268 16384, 5175 13271 16384, 5263 13317 16384, 5318 13441 16384, 5324 13603 16384, 5307 13739 16384, 5276 13835 16384, 5241 13905 16384, 5232 13920 16384</inkml:trace>
  <inkml:trace contextRef="#ctx0" brushRef="#br0">5488 13216 16384, 5486 13210 16384, 5509 13210 16384, 5599 13216 16384, 5738 13218 16384, 5894 13208 16384, 6041 13197 16384, 6156 13189 16384, 6222 13183 16384</inkml:trace>
  <inkml:trace contextRef="#ctx0" brushRef="#br0">5890 13032 16384, 5878 13034 16384, 5857 13045 16384, 5855 13106 16384, 5818 13234 16384, 5758 13372 16384, 5721 13461 16384, 5715 13513 16384, 5723 13529 16384, 5742 13531 16384, 5785 13521 16384, 5853 13498 16384, 5944 13482 16384, 6041 13500 16384, 6125 13546 16384, 6189 13616 16384, 6231 13703 16384, 6239 13793 16384, 6210 13853 16384, 6152 13905 16384, 6074 13933 16384, 5985 13933 16384, 5934 13919 16384</inkml:trace>
  <inkml:trace contextRef="#ctx0" brushRef="#br0">6401 13617 16384, 6407 13623 16384, 6413 13629 16384, 6424 13646 16384, 6453 13680 16384, 6487 13720 16384, 6516 13772 16384, 6544 13818 16384, 6567 13852 16384, 6596 13881 16384, 6619 13904 16384, 6636 13915 16384, 6648 13921 16384, 6659 13933 16384, 6665 13933 16384</inkml:trace>
  <inkml:trace contextRef="#ctx0" brushRef="#br0">6833 13479 16384, 6831 13479 16384, 6829 13481 16384, 6827 13481 16384, 6829 13483 16384, 6838 13487 16384, 6850 13490 16384, 6867 13492 16384, 6891 13492 16384, 6920 13487 16384, 6954 13483 16384, 6995 13477 16384, 7033 13473 16384, 7071 13473 16384, 7109 13473 16384, 7139 13473 16384, 7167 13475 16384, 7192 13477 16384, 7214 13479 16384, 7233 13481 16384, 7250 13481 16384, 7269 13479 16384, 7277 13477 16384</inkml:trace>
  <inkml:trace contextRef="#ctx0" brushRef="#br0">7798 13032 16384, 7793 13034 16384, 7796 13079 16384, 7795 13220 16384, 7768 13442 16384, 7740 13649 16384, 7718 13794 16384, 7711 13891 16384, 7728 13933 16384</inkml:trace>
  <inkml:trace contextRef="#ctx0" brushRef="#br0">8453 13305 16384, 8444 13293 16384, 8425 13267 16384, 8409 13221 16384, 8413 13154 16384, 8449 13093 16384, 8510 13046 16384, 8588 13032 16384, 8663 13070 16384, 8719 13174 16384, 8741 13348 16384, 8726 13536 16384, 8681 13656 16384, 8606 13753 16384, 8564 13799 16384, 8526 13833 16384, 8470 13877 16384, 8446 13886 16384, 8465 13880 16384, 8524 13879 16384, 8611 13887 16384, 8715 13906 16384, 8811 13924 16384, 8884 13933 16384, 8940 13929 16384, 8955 13926 16384</inkml:trace>
  <inkml:trace contextRef="#ctx0" brushRef="#br0">9350 13032 16384, 9365 13042 16384, 9396 13063 16384, 9432 13109 16384, 9479 13166 16384, 9530 13248 16384, 9582 13356 16384, 9638 13459 16384, 9679 13567 16384, 9731 13660 16384, 9767 13732 16384, 9793 13794 16384, 9818 13845 16384, 9839 13876 16384, 9854 13907 16384, 9865 13922 16384, 9870 13927 16384</inkml:trace>
  <inkml:trace contextRef="#ctx0" brushRef="#br0">9957 13078 16384, 9916 13088 16384, 9901 13099 16384, 9880 13119 16384, 9849 13155 16384, 9803 13191 16384, 9746 13248 16384, 9674 13315 16384, 9597 13402 16384, 9515 13495 16384, 9438 13593 16384, 9371 13685 16384, 9319 13773 16384, 9288 13840 16384, 9273 13881 16384, 9263 13912 16384, 9263 13927 16384, 9263 13933 16384</inkml:trace>
  <inkml:trace contextRef="#ctx0" brushRef="#br0">10544 13474 16384, 10538 13474 16384, 10541 13474 16384, 10546 13474 16384, 10554 13472 16384, 10564 13472 16384, 10575 13470 16384, 10590 13470 16384, 10608 13469 16384, 10630 13467 16384, 10657 13467 16384, 10682 13465 16384, 10711 13465 16384, 10741 13464 16384, 10768 13464 16384, 10796 13465 16384, 10828 13467 16384, 10857 13470 16384, 10887 13472 16384, 10917 13474 16384, 10942 13475 16384, 10967 13475 16384, 10988 13475 16384, 11003 13475 16384, 11013 13477 16384, 11021 13477 16384, 11028 13477 16384, 11031 13477 16384, 11033 13474 16384</inkml:trace>
  <inkml:trace contextRef="#ctx0" brushRef="#br0">10795 13267 16384, 10795 13269 16384, 10793 13271 16384, 10793 13274 16384, 10793 13281 16384, 10793 13291 16384, 10795 13304 16384, 10796 13323 16384, 10798 13344 16384, 10798 13371 16384, 10800 13402 16384, 10798 13435 16384, 10796 13467 16384, 10793 13501 16384, 10789 13536 16384, 10788 13566 16384, 10788 13595 16384, 10788 13622 16384, 10788 13642 16384, 10788 13660 16384, 10789 13675 16384, 10791 13687 16384, 10793 13694 16384, 10795 13697 16384</inkml:trace>
  <inkml:trace contextRef="#ctx0" brushRef="#br0">11731 13305 16384, 11722 13293 16384, 11703 13267 16384, 11688 13221 16384, 11691 13154 16384, 11728 13093 16384, 11788 13046 16384, 11867 13032 16384, 11941 13070 16384, 11997 13174 16384, 12020 13348 16384, 12004 13536 16384, 11959 13656 16384, 11884 13753 16384, 11842 13799 16384, 11804 13833 16384, 11748 13877 16384, 11724 13886 16384, 11743 13880 16384, 11802 13879 16384, 11889 13887 16384, 11994 13906 16384, 12089 13924 16384, 12162 13933 16384, 12218 13929 16384, 12234 13926 16384</inkml:trace>
  <inkml:trace contextRef="#ctx0" brushRef="#br0">12851 13056 16384, 12842 13038 16384, 12827 13038 16384, 12801 13069 16384, 12757 13144 16384, 12706 13273 16384, 12674 13450 16384, 12665 13663 16384, 12693 13799 16384, 12755 13884 16384, 12838 13928 16384, 12917 13933 16384, 12996 13882 16384, 13061 13779 16384, 13101 13626 16384, 13112 13457 16384, 13083 13339 16384, 13026 13253 16384, 12956 13181 16384, 12882 13095 16384, 12831 13036 16384, 12812 13032 16384, 12809 13065 16384</inkml:trace>
  <inkml:trace contextRef="#ctx0" brushRef="#br0">14197 13248 16384, 14199 13239 16384, 14199 13235 16384, 14197 13235 16384, 14192 13239 16384, 14183 13246 16384, 14171 13255 16384, 14151 13267 16384, 14126 13278 16384, 14096 13294 16384, 14064 13312 16384, 14032 13331 16384, 14002 13349 16384, 13972 13368 16384, 13942 13388 16384, 13917 13409 16384, 13894 13429 16384, 13885 13439 16384, 13871 13457 16384, 13862 13473 16384, 13857 13484 16384, 13857 13494 16384, 13860 13498 16384, 13871 13507 16384, 13882 13514 16384, 13903 13523 16384, 13928 13535 16384, 13958 13546 16384, 13990 13560 16384, 14022 13578 16384, 14059 13597 16384, 14096 13617 16384, 14130 13638 16384, 14162 13659 16384, 14190 13677 16384, 14213 13693 16384, 14231 13705 16384, 14247 13716 16384, 14259 13723 16384, 14265 13728 16384, 14268 13730 16384, 14270 13730 16384</inkml:trace>
  <inkml:trace contextRef="#ctx0" brushRef="#br0">14909 13032 16384, 14920 13039 16384, 14928 13043 16384, 14935 13050 16384, 14957 13068 16384, 15005 13120 16384, 15041 13164 16384, 15085 13211 16384, 15151 13292 16384, 15191 13336 16384, 15206 13361 16384, 15221 13383 16384, 15265 13431 16384, 15287 13449 16384, 15309 13460 16384</inkml:trace>
  <inkml:trace contextRef="#ctx0" brushRef="#br0">15565 13101 16384, 15568 13094 16384, 15568 13090 16384, 15554 13105 16384, 15536 13120 16384, 15514 13134 16384, 15484 13156 16384, 15444 13182 16384, 15426 13197 16384, 15407 13211 16384, 15360 13259 16384, 15341 13277 16384, 15327 13295 16384, 15301 13317 16384, 15294 13321 16384, 15283 13332 16384, 15283 13336 16384, 15279 13343 16384, 15276 13361 16384, 15272 13380 16384, 15272 13402 16384, 15272 13435 16384, 15268 13475 16384, 15268 13548 16384, 15268 13610 16384, 15268 13669 16384, 15272 13698 16384, 15276 13753 16384, 15279 13779 16384, 15283 13837 16384, 15287 13870 16384, 15294 13896 16384, 15298 13911 16384, 15301 13925 16384, 15301 13933 16384</inkml:trace>
  <inkml:trace contextRef="#ctx0" brushRef="#br0">16547 13248 16384, 16550 13239 16384, 16550 13235 16384, 16547 13235 16384, 16543 13239 16384, 16534 13246 16384, 16522 13255 16384, 16501 13267 16384, 16476 13278 16384, 16446 13294 16384, 16414 13312 16384, 16382 13331 16384, 16352 13349 16384, 16323 13368 16384, 16293 13388 16384, 16268 13409 16384, 16245 13429 16384, 16235 13439 16384, 16222 13457 16384, 16212 13473 16384, 16208 13484 16384, 16208 13494 16384, 16210 13498 16384, 16222 13507 16384, 16233 13514 16384, 16254 13523 16384, 16279 13535 16384, 16309 13546 16384, 16341 13560 16384, 16373 13578 16384, 16410 13597 16384, 16446 13617 16384, 16481 13638 16384, 16513 13659 16384, 16540 13677 16384, 16563 13693 16384, 16582 13705 16384, 16598 13716 16384, 16609 13723 16384, 16616 13728 16384, 16618 13730 16384, 16621 13730 16384</inkml:trace>
  <inkml:trace contextRef="#ctx0" brushRef="#br0">17330 13032 16384, 17345 13042 16384, 17376 13063 16384, 17412 13109 16384, 17458 13166 16384, 17510 13248 16384, 17561 13356 16384, 17618 13459 16384, 17659 13567 16384, 17711 13660 16384, 17747 13732 16384, 17772 13794 16384, 17798 13845 16384, 17819 13876 16384, 17834 13907 16384, 17844 13922 16384, 17850 13927 16384</inkml:trace>
  <inkml:trace contextRef="#ctx0" brushRef="#br0">17937 13078 16384, 17896 13088 16384, 17880 13099 16384, 17860 13119 16384, 17829 13155 16384, 17783 13191 16384, 17726 13248 16384, 17654 13315 16384, 17577 13402 16384, 17494 13495 16384, 17417 13593 16384, 17350 13685 16384, 17299 13773 16384, 17268 13840 16384, 17253 13881 16384, 17242 13912 16384, 17242 13927 16384, 17242 13933 16384</inkml:trace>
  <inkml:trace contextRef="#ctx0" brushRef="#br0">18072 12994 16384, 18063 12976 16384, 18064 12962 16384, 18076 12948 16384, 18099 12936 16384, 18130 12933 16384, 18163 12947 16384, 18186 12977 16384, 18188 13015 16384, 18170 13054 16384, 18141 13088 16384, 18113 13108 16384, 18100 13113 16384, 18095 13109 16384, 18096 13102 16384, 18109 13095 16384, 18135 13091 16384, 18170 13094 16384, 18201 13112 16384, 18217 13139 16384, 18216 13164 16384, 18201 13184 16384, 18176 13204 16384, 18144 13217 16384, 18108 13221 16384, 18075 13214 16384, 18061 13205 16384</inkml:trace>
  <inkml:trace contextRef="#ctx0" brushRef="#br0">18701 13479 16384, 18699 13479 16384, 18696 13481 16384, 18694 13481 16384, 18696 13483 16384, 18705 13487 16384, 18718 13490 16384, 18735 13492 16384, 18758 13492 16384, 18788 13487 16384, 18822 13483 16384, 18862 13477 16384, 18900 13473 16384, 18939 13473 16384, 18977 13473 16384, 19007 13473 16384, 19034 13475 16384, 19060 13477 16384, 19081 13479 16384, 19100 13481 16384, 19117 13481 16384, 19136 13479 16384, 19145 13477 16384</inkml:trace>
  <inkml:trace contextRef="#ctx0" brushRef="#br0">20204 13272 16384, 20212 13246 16384, 20220 13224 16384, 20233 13167 16384, 20212 13076 16384, 20147 13032 16384, 20056 13040 16384, 19965 13077 16384, 19897 13139 16384, 19856 13230 16384, 19848 13334 16384, 19884 13412 16384, 19954 13458 16384, 20048 13474 16384, 20134 13450 16384, 20214 13388 16384, 20272 13313 16384, 20297 13251 16384, 20295 13238 16384, 20279 13248 16384, 20251 13307 16384, 20199 13433 16384, 20128 13630 16384, 20079 13807 16384, 20069 13902 16384, 20093 13933 16384</inkml:trace>
  <inkml:trace contextRef="#ctx0" brushRef="#br0">20740 13032 16384, 20756 13042 16384, 20786 13063 16384, 20822 13109 16384, 20869 13166 16384, 20920 13248 16384, 20972 13356 16384, 21028 13459 16384, 21069 13567 16384, 21121 13660 16384, 21157 13732 16384, 21183 13794 16384, 21208 13845 16384, 21229 13876 16384, 21244 13907 16384, 21255 13922 16384, 21260 13927 16384</inkml:trace>
  <inkml:trace contextRef="#ctx0" brushRef="#br0">21347 13078 16384, 21306 13088 16384, 21291 13099 16384, 21270 13119 16384, 21239 13155 16384, 21193 13191 16384, 21136 13248 16384, 21064 13315 16384, 20987 13402 16384, 20905 13495 16384, 20828 13593 16384, 20761 13685 16384, 20709 13773 16384, 20678 13840 16384, 20663 13881 16384, 20653 13912 16384, 20653 13927 16384, 20653 13933 16384</inkml:trace>
  <inkml:trace contextRef="#ctx0" brushRef="#br0">21476 13020 16384, 21473 13016 16384, 21467 13008 16384, 21462 12993 16384, 21463 12972 16384, 21475 12952 16384, 21494 12937 16384, 21519 12933 16384, 21543 12945 16384, 21561 12978 16384, 21568 13034 16384, 21563 13094 16384, 21549 13133 16384, 21525 13164 16384, 21512 13178 16384, 21499 13189 16384, 21481 13203 16384, 21474 13206 16384, 21480 13204 16384, 21499 13204 16384, 21527 13207 16384, 21560 13213 16384, 21591 13218 16384, 21614 13221 16384, 21632 13220 16384, 21637 13219 16384</inkml:trace>
  <inkml:trace contextRef="#ctx0" brushRef="#br0">22121 13474 16384, 22114 13474 16384, 22117 13474 16384, 22122 13474 16384, 22131 13472 16384, 22141 13472 16384, 22151 13470 16384, 22166 13470 16384, 22185 13469 16384, 22206 13467 16384, 22233 13467 16384, 22258 13465 16384, 22287 13465 16384, 22317 13464 16384, 22344 13464 16384, 22373 13465 16384, 22405 13467 16384, 22433 13470 16384, 22463 13472 16384, 22494 13474 16384, 22519 13475 16384, 22544 13475 16384, 22564 13475 16384, 22579 13475 16384, 22589 13477 16384, 22598 13477 16384, 22604 13477 16384, 22608 13477 16384, 22609 13474 16384</inkml:trace>
  <inkml:trace contextRef="#ctx0" brushRef="#br0">22371 13267 16384, 22371 13269 16384, 22369 13271 16384, 22369 13274 16384, 22369 13281 16384, 22369 13291 16384, 22371 13304 16384, 22373 13323 16384, 22374 13344 16384, 22374 13371 16384, 22376 13402 16384, 22374 13435 16384, 22373 13467 16384, 22369 13501 16384, 22366 13536 16384, 22364 13566 16384, 22364 13595 16384, 22364 13622 16384, 22364 13642 16384, 22364 13660 16384, 22366 13675 16384, 22368 13687 16384, 22369 13694 16384, 22371 13697 16384</inkml:trace>
  <inkml:trace contextRef="#ctx0" brushRef="#br0">23580 13032 16384, 23575 13034 16384, 23579 13079 16384, 23577 13220 16384, 23550 13442 16384, 23522 13649 16384, 23500 13794 16384, 23494 13891 16384, 23510 13933 16384</inkml:trace>
  <inkml:trace contextRef="#ctx0" brushRef="#br0">24309 13039 16384, 24301 13046 16384, 24299 13095 16384, 24276 13217 16384, 24234 13348 16384, 24207 13437 16384, 24198 13488 16384, 24200 13509 16384, 24212 13511 16384, 24234 13508 16384, 24276 13489 16384, 24343 13460 16384, 24425 13448 16384, 24506 13468 16384, 24566 13524 16384, 24603 13606 16384, 24612 13696 16384, 24590 13776 16384, 24530 13849 16384, 24450 13903 16384, 24367 13933 16384, 24281 13925 16384, 24240 13902 16384</inkml:trace>
  <inkml:trace contextRef="#ctx0" brushRef="#br0">24296 13043 16384, 24292 13043 16384, 24303 13043 16384, 24365 13045 16384, 24477 13037 16384, 24594 13032 16384, 24694 13052 16384, 24732 13070 16384</inkml:trace>
  <inkml:trace contextRef="#ctx0" brushRef="#br0">25132 13032 16384, 25148 13042 16384, 25179 13063 16384, 25215 13109 16384, 25261 13166 16384, 25313 13248 16384, 25364 13356 16384, 25421 13459 16384, 25462 13567 16384, 25513 13660 16384, 25549 13732 16384, 25575 13794 16384, 25601 13845 16384, 25621 13876 16384, 25637 13907 16384, 25647 13922 16384, 25652 13927 16384</inkml:trace>
  <inkml:trace contextRef="#ctx0" brushRef="#br0">25740 13078 16384, 25699 13088 16384, 25683 13099 16384, 25663 13119 16384, 25632 13155 16384, 25585 13191 16384, 25529 13248 16384, 25457 13315 16384, 25380 13402 16384, 25297 13495 16384, 25220 13593 16384, 25153 13685 16384, 25102 13773 16384, 25071 13840 16384, 25055 13881 16384, 25045 13912 16384, 25045 13927 16384, 25045 13933 16384</inkml:trace>
  <inkml:trace contextRef="#ctx0" brushRef="#br0">26326 13479 16384, 26324 13479 16384, 26322 13481 16384, 26320 13481 16384, 26322 13483 16384, 26331 13487 16384, 26343 13490 16384, 26360 13492 16384, 26384 13492 16384, 26414 13487 16384, 26447 13483 16384, 26488 13477 16384, 26526 13473 16384, 26564 13473 16384, 26603 13473 16384, 26632 13473 16384, 26660 13475 16384, 26685 13477 16384, 26707 13479 16384, 26726 13481 16384, 26743 13481 16384, 26762 13479 16384, 26770 13477 16384</inkml:trace>
  <inkml:trace contextRef="#ctx0" brushRef="#br0">27534 13053 16384, 27522 13056 16384, 27510 13070 16384, 27514 13115 16384, 27523 13195 16384, 27536 13279 16384, 27554 13337 16384, 27565 13354 16384</inkml:trace>
  <inkml:trace contextRef="#ctx0" brushRef="#br0">27546 13032 16384, 27549 13033 16384, 27598 13038 16384, 27689 13038 16384, 27756 13038 16384, 27811 13045 16384, 27852 13075 16384, 27876 13120 16384, 27886 13176 16384, 27881 13268 16384, 27857 13402 16384, 27819 13565 16384, 27782 13714 16384, 27766 13803 16384, 27766 13862 16384, 27777 13910 16384, 27783 13933 16384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14931 16384, 2180 14942 16384, 2203 14976 16384, 2214 15010 16384, 2214 15021 16384, 2214 15043 16384, 2203 15066 16384, 2180 15089 16384, 2146 15100 16384, 2124 15100 16384, 2090 15100 16384, 2056 15100 16384, 2034 15089 16384, 2023 15066 16384, 2023 15043 16384, 2023 14987 16384, 2045 14953 16384, 2068 14920 16384, 2101 14897 16384, 2135 14886 16384, 2158 14875 16384, 2191 14875 16384, 2225 14875 16384, 2236 14875 16384, 2259 14897 16384, 2270 14908 16384, 2270 14942 16384, 2259 14953 16384, 2236 14976 16384, 2214 14998 16384, 2180 15010 16384, 2135 15032 16384, 2090 15043 16384, 2045 15043 16384, 2011 15032 16384, 2000 15021 16384, 2000 14998 16384, 2000 14976 16384, 2023 14953 16384, 2034 14942 16384, 2056 14920 16384, 2101 14908 16384, 2135 14897 16384, 2158 14897 16384, 2191 14897 16384, 2214 14897 16384, 2236 14931 16384, 2248 14965 16384, 2248 14987 16384, 2248 15010 16384, 2236 15032 16384, 2214 15055 16384, 2203 15066 16384, 2191 15066 16384, 2180 15066 16384, 2169 15055 16384, 2169 15043 16384, 2169 15021 16384, 2169 15010 16384, 2169 14998 16384, 2180 14976 16384, 2191 14965 16384, 2203 14953 16384, 2214 14953 16384, 2214 14965 16384, 2203 14987 16384, 2203 14998 16384, 2191 14998 16384, 2180 15010 16384, 2169 15021 16384, 2158 15021 16384, 2146 15021 16384, 2146 15010 16384, 2158 14987 16384, 2180 14965 16384, 2191 14953 16384, 2203 14942 16384, 2191 14965 16384, 2158 14987 16384, 2124 15010 16384, 2090 15021 16384, 2056 15043 16384, 2045 15043 16384, 2056 15032 16384, 2090 15010 16384, 2101 14998 16384, 2135 14976 16384, 2158 14953 16384, 2203 14920 16384, 2214 14897 16384, 2214 14886 16384, 2203 14886 16384, 2180 14908 16384, 2158 14931 16384, 2135 14953 16384, 2124 14976 16384, 2113 14987 16384</inkml:trace>
  <inkml:trace contextRef="#ctx0" brushRef="#br0">2911 14537 16384, 2926 14547 16384, 2957 14568 16384, 2993 14614 16384, 3040 14671 16384, 3091 14753 16384, 3143 14861 16384, 3199 14964 16384, 3240 15072 16384, 3292 15165 16384, 3328 15237 16384, 3354 15299 16384, 3379 15350 16384, 3400 15381 16384, 3415 15412 16384, 3426 15427 16384, 3431 15432 16384</inkml:trace>
  <inkml:trace contextRef="#ctx0" brushRef="#br0">3518 14583 16384, 3477 14593 16384, 3462 14604 16384, 3441 14624 16384, 3410 14660 16384, 3364 14696 16384, 3307 14753 16384, 3235 14820 16384, 3158 14907 16384, 3076 15000 16384, 2998 15098 16384, 2932 15190 16384, 2880 15278 16384, 2849 15345 16384, 2834 15386 16384, 2823 15417 16384, 2823 15432 16384, 2823 15438 16384</inkml:trace>
  <inkml:trace contextRef="#ctx0" brushRef="#br0">4102 14879 16384, 4098 14879 16384, 4098 14882 16384, 4105 14885 16384, 4115 14885 16384, 4135 14889 16384, 4167 14889 16384, 4233 14885 16384, 4282 14879 16384, 4335 14876 16384, 4387 14872 16384, 4456 14872 16384, 4492 14879 16384, 4522 14885 16384, 4538 14892 16384</inkml:trace>
  <inkml:trace contextRef="#ctx0" brushRef="#br0">4112 15102 16384, 4108 15102 16384, 4112 15102 16384, 4118 15102 16384, 4141 15102 16384, 4207 15102 16384, 4230 15099 16384, 4279 15095 16384, 4302 15095 16384, 4354 15092 16384, 4404 15089 16384, 4453 15086 16384, 4499 15082 16384, 4532 15082 16384, 4558 15079 16384, 4581 15079 16384, 4594 15079 16384</inkml:trace>
  <inkml:trace contextRef="#ctx0" brushRef="#br0">5311 14728 16384, 5284 14671 16384, 5288 14628 16384, 5325 14586 16384, 5397 14547 16384, 5494 14537 16384, 5598 14580 16384, 5668 14675 16384, 5674 14794 16384, 5619 14915 16384, 5527 15022 16384, 5442 15085 16384, 5399 15100 16384, 5383 15087 16384, 5387 15065 16384, 5428 15044 16384, 5510 15030 16384, 5617 15040 16384, 5716 15096 16384, 5765 15182 16384, 5761 15258 16384, 5716 15322 16384, 5637 15383 16384, 5537 15424 16384, 5424 15438 16384, 5321 15416 16384, 5278 15387 16384</inkml:trace>
  <inkml:trace contextRef="#ctx0" brushRef="#br0">6914 14597 16384, 6921 14611 16384, 6938 14717 16384, 6926 14906 16384, 6866 15076 16384, 6773 15234 16384, 6684 15327 16384, 6617 15344 16384, 6552 15315 16384, 6492 15222 16384, 6449 15054 16384, 6476 14831 16384, 6600 14676 16384, 6753 14597 16384, 6943 14537 16384, 7139 14544 16384, 7285 14669 16384, 7343 14918 16384, 7340 15200 16384, 7328 15346 16384, 7314 15421 16384, 7307 15438 16384</inkml:trace>
  <inkml:trace contextRef="#ctx0" brushRef="#br0">7955 14577 16384, 7967 14579 16384, 8027 14618 16384, 8115 14705 16384, 8188 14781 16384, 8247 14843 16384, 8297 14888 16384, 8307 14894 16384</inkml:trace>
  <inkml:trace contextRef="#ctx0" brushRef="#br0">8603 14641 16384, 8595 14641 16384, 8548 14664 16384, 8474 14734 16384, 8360 14853 16384, 8262 14976 16384, 8198 15104 16384, 8179 15207 16384, 8202 15275 16384, 8264 15333 16384, 8352 15376 16384, 8447 15392 16384, 8560 15398 16384, 8675 15388 16384, 8778 15368 16384, 8856 15349 16384</inkml:trace>
  <inkml:trace contextRef="#ctx0" brushRef="#br0">9023 14686 16384, 9020 14686 16384, 9023 14685 16384, 9068 14677 16384, 9169 14659 16384, 9293 14629 16384, 9401 14602 16384, 9499 14584 16384, 9569 14573 16384, 9605 14567 16384</inkml:trace>
  <inkml:trace contextRef="#ctx0" brushRef="#br0">9018 14953 16384, 9039 14948 16384, 9131 14931 16384, 9261 14888 16384, 9398 14836 16384, 9526 14803 16384, 9616 14791 16384, 9657 14785 16384, 9664 14785 16384</inkml:trace>
  <inkml:trace contextRef="#ctx0" brushRef="#br0">9218 14537 16384, 9254 14557 16384, 9338 14625 16384, 9405 14713 16384, 9456 14807 16384, 9484 14897 16384, 9495 14967 16384, 9497 15023 16384, 9483 15059 16384, 9457 15081 16384, 9418 15084 16384</inkml:trace>
  <inkml:trace contextRef="#ctx0" brushRef="#br0">9111 15238 16384, 9102 15248 16384, 9115 15292 16384, 9189 15349 16384, 9281 15391 16384, 9373 15421 16384, 9454 15436 16384, 9524 15438 16384, 9591 15434 16384</inkml:trace>
  <inkml:trace contextRef="#ctx0" brushRef="#br0">9827 15122 16384, 9832 15128 16384, 9838 15134 16384, 9850 15151 16384, 9878 15185 16384, 9913 15225 16384, 9941 15277 16384, 9970 15323 16384, 9993 15357 16384, 10021 15386 16384, 10044 15409 16384, 10062 15420 16384, 10073 15426 16384, 10085 15438 16384, 10090 15438 16384</inkml:trace>
  <inkml:trace contextRef="#ctx0" brushRef="#br0">10287 14712 16384, 10283 14709 16384, 10273 14702 16384, 10276 14705 16384, 10280 14716 16384, 10283 14729 16384, 10287 14747 16384, 10287 14774 16384, 10283 14812 16384, 10276 14867 16384, 10266 14929 16384, 10259 15001 16384, 10252 15070 16384, 10252 15135 16384, 10252 15197 16384, 10259 15248 16384, 10270 15293 16384, 10287 15331 16384, 10314 15365 16384, 10338 15393 16384, 10366 15413 16384, 10397 15427 16384, 10424 15434 16384, 10455 15438 16384, 10490 15431 16384, 10524 15420 16384, 10558 15400 16384, 10593 15376 16384, 10627 15348 16384, 10658 15324 16384, 10685 15300 16384, 10706 15276 16384, 10723 15255 16384, 10734 15238 16384, 10740 15228 16384</inkml:trace>
  <inkml:trace contextRef="#ctx0" brushRef="#br0">10634 14551 16384, 10630 14551 16384, 10624 14551 16384, 10620 14554 16384, 10620 14561 16384, 10624 14571 16384, 10630 14588 16384, 10634 14609 16384, 10637 14630 16384, 10641 14650 16384, 10641 14674 16384, 10641 14695 16384, 10641 14712 16384, 10641 14726 16384, 10644 14740 16384, 10644 14750 16384, 10651 14753 16384, 10651 14757 16384</inkml:trace>
  <inkml:trace contextRef="#ctx0" brushRef="#br0">10720 14537 16384, 10713 14537 16384, 10710 14540 16384, 10710 14544 16384, 10716 14557 16384, 10727 14575 16384, 10740 14602 16384, 10747 14630 16384, 10751 14661 16384, 10754 14692 16384, 10754 14716 16384, 10754 14740 16384, 10758 14757 16384, 10761 14767 16384, 10761 14777 16384, 10765 14781 16384</inkml:trace>
  <inkml:trace contextRef="#ctx0" brushRef="#br0">11105 15129 16384, 11105 15126 16384, 11108 15118 16384, 11111 15118 16384, 11127 15113 16384, 11149 15110 16384, 11173 15105 16384, 11197 15099 16384, 11222 15096 16384, 11243 15094 16384, 11268 15088 16384, 11292 15083 16384, 11308 15080 16384, 11325 15075 16384, 11335 15075 16384, 11341 15072 16384</inkml:trace>
  <inkml:trace contextRef="#ctx0" brushRef="#br0">11073 14942 16384, 11076 14948 16384, 11081 14961 16384, 11092 14980 16384, 11100 15007 16384, 11108 15042 16384, 11111 15083 16384, 11113 15129 16384, 11113 15175 16384, 11111 15221 16384, 11108 15264 16384, 11100 15302 16384, 11089 15335 16384, 11078 15362 16384, 11065 15383 16384, 11054 15400 16384, 11043 15416 16384, 11024 15429 16384, 11005 15435 16384, 10986 15438 16384, 10973 15435 16384, 10954 15424 16384, 10940 15408 16384, 10932 15386 16384, 10927 15367 16384, 10927 15348 16384, 10932 15335 16384, 10943 15324 16384, 10959 15316 16384, 10981 15310 16384, 11005 15305 16384, 11035 15302 16384, 11067 15302 16384, 11105 15302 16384, 11143 15305 16384, 11176 15310 16384, 11203 15316 16384, 11233 15324 16384, 11251 15332 16384, 11270 15343 16384, 11287 15351 16384, 11295 15356 16384, 11300 15362 16384, 11303 15364 16384, 11303 15367 16384</inkml:trace>
  <inkml:trace contextRef="#ctx0" brushRef="#br0">11697 14537 16384, 11725 14549 16384, 11798 14570 16384, 11869 14587 16384, 11919 14608 16384, 11942 14632 16384</inkml:trace>
  <inkml:trace contextRef="#ctx0" brushRef="#br0">11513 14972 16384, 11503 14972 16384, 11512 14965 16384, 11567 14931 16384, 11663 14872 16384, 11770 14816 16384, 11876 14788 16384, 11971 14792 16384, 12044 14839 16384, 12086 14931 16384, 12093 15073 16384, 12069 15193 16384, 12013 15288 16384, 11947 15372 16384, 11895 15424 16384, 11873 15438 16384</inkml:trace>
  <inkml:trace contextRef="#ctx0" brushRef="#br0">12339 14542 16384, 12339 14537 16384, 12337 14563 16384, 12317 14648 16384, 12274 14814 16384, 12255 15013 16384, 12262 15215 16384, 12296 15350 16384, 12342 15410 16384, 12387 15438 16384, 12430 15427 16384, 12440 15417 16384</inkml:trace>
  <inkml:trace contextRef="#ctx0" brushRef="#br0">12572 14792 16384, 12579 14792 16384, 12642 14795 16384, 12764 14785 16384, 12887 14771 16384, 13000 14773 16384, 13084 14787 16384, 13123 14797 16384, 13132 14804 16384</inkml:trace>
  <inkml:trace contextRef="#ctx0" brushRef="#br0">12906 14563 16384, 12930 14590 16384, 12972 14696 16384, 12983 14879 16384, 12947 15085 16384, 12901 15246 16384, 12865 15324 16384, 12849 15362 16384</inkml:trace>
  <inkml:trace contextRef="#ctx0" brushRef="#br0">13648 14553 16384, 13650 14541 16384, 13650 14537 16384, 13642 14563 16384, 13598 14655 16384, 13498 14855 16384, 13384 15101 16384, 13314 15279 16384, 13294 15373 16384, 13294 15417 16384, 13300 15438 16384, 13314 15427 16384, 13350 15359 16384, 13402 15237 16384, 13474 15085 16384, 13560 14967 16384, 13616 14931 16384, 13650 14921 16384, 13666 14945 16384, 13678 15015 16384, 13692 15129 16384, 13716 15251 16384, 13758 15339 16384, 13812 15383 16384, 13880 15407 16384, 13950 15409 16384, 13988 15401 16384</inkml:trace>
  <inkml:trace contextRef="#ctx0" brushRef="#br0">14150 14683 16384, 14154 14681 16384, 14230 14676 16384, 14373 14657 16384, 14492 14636 16384, 14600 14625 16384, 14662 14620 16384, 14675 14620 16384, 14671 14620 16384</inkml:trace>
  <inkml:trace contextRef="#ctx0" brushRef="#br0">14419 14537 16384, 14402 14554 16384, 14402 14589 16384, 14390 14669 16384, 14353 14764 16384, 14319 14842 16384, 14310 14882 16384, 14324 14891 16384, 14355 14893 16384, 14409 14891 16384, 14492 14889 16384, 14583 14912 16384, 14652 14955 16384, 14690 15009 16384, 14699 15063 16384, 14678 15122 16384, 14633 15174 16384, 14579 15214 16384, 14551 15226 16384</inkml:trace>
  <inkml:trace contextRef="#ctx0" brushRef="#br0">14648 14835 16384, 14609 14841 16384, 14558 14877 16384, 14498 14952 16384, 14428 15056 16384, 14373 15174 16384, 14355 15287 16384, 14385 15372 16384, 14452 15417 16384, 14539 15438 16384, 14638 15429 16384, 14740 15392 16384, 14793 15373 16384</inkml:trace>
  <inkml:trace contextRef="#ctx0" brushRef="#br0">15412 14662 16384, 15405 14662 16384, 15421 14653 16384, 15478 14629 16384, 15564 14591 16384, 15642 14565 16384, 15702 14554 16384, 15748 14561 16384, 15777 14609 16384, 15782 14727 16384, 15755 14917 16384, 15704 15110 16384, 15638 15251 16384, 15575 15331 16384, 15522 15369 16384, 15474 15362 16384, 15432 15324 16384, 15409 15262 16384, 15420 15169 16384, 15482 15083 16384, 15602 15026 16384, 15779 15001 16384, 15959 14995 16384, 16114 15015 16384, 16229 15048 16384, 16293 15070 16384, 16306 15077 16384, 16302 15077 16384</inkml:trace>
  <inkml:trace contextRef="#ctx0" brushRef="#br0">16131 14645 16384, 16149 14755 16384, 16163 14953 16384, 16131 15149 16384, 16076 15305 16384, 16030 15402 16384, 16023 15420 16384</inkml:trace>
  <inkml:trace contextRef="#ctx0" brushRef="#br0">16477 14713 16384, 16468 14713 16384, 16520 14702 16384, 16608 14680 16384, 16715 14653 16384, 16809 14642 16384, 16883 14644 16384, 16929 14646 16384</inkml:trace>
  <inkml:trace contextRef="#ctx0" brushRef="#br0">16707 14537 16384, 16699 14538 16384, 16699 14559 16384, 16704 14633 16384, 16668 14803 16384, 16624 15017 16384, 16594 15215 16384, 16581 15337 16384, 16583 15404 16384, 16594 15438 16384</inkml:trace>
  <inkml:trace contextRef="#ctx0" brushRef="#br0">16842 14907 16384, 16842 14894 16384, 16910 14879 16384, 16983 14864 16384, 17057 14858 16384, 17112 14868 16384, 17145 14891 16384, 17154 14924 16384, 17140 14973 16384</inkml:trace>
  <inkml:trace contextRef="#ctx0" brushRef="#br0">16921 15239 16384, 16918 15244 16384, 16962 15318 16384, 17028 15349 16384, 17098 15371 16384, 17175 15376 16384, 17264 15349 16384</inkml:trace>
  <inkml:trace contextRef="#ctx0" brushRef="#br0">17433 14759 16384, 17427 14757 16384, 17437 14757 16384, 17511 14750 16384, 17641 14739 16384, 17781 14734 16384, 17925 14730 16384, 18033 14723 16384, 18093 14719 16384, 18113 14717 16384</inkml:trace>
  <inkml:trace contextRef="#ctx0" brushRef="#br0">17828 14540 16384, 17824 14537 16384, 17851 14555 16384, 17894 14620 16384, 17919 14737 16384, 17914 14872 16384, 17889 15009 16384, 17858 15087 16384, 17826 15137 16384, 17792 15158 16384, 17757 15157 16384, 17724 15129 16384, 17704 15075 16384, 17709 15024 16384, 17737 14979 16384, 17787 14942 16384, 17846 14935 16384, 17897 14961 16384, 17923 15030 16384, 17922 15128 16384, 17891 15237 16384, 17841 15337 16384, 17801 15400 16384, 17777 15436 16384, 17764 15438 16384</inkml:trace>
  <inkml:trace contextRef="#ctx0" brushRef="#br0">18995 14542 16384, 18995 14540 16384, 18995 14537 16384, 18992 14537 16384, 18984 14542 16384, 18979 14551 16384, 18970 14562 16384, 18959 14578 16384, 18949 14600 16384, 18924 14655 16384, 18916 14677 16384, 18910 14699 16384, 18894 14754 16384, 18872 14844 16384, 18863 14910 16384, 18861 14984 16384, 18863 15094 16384, 18872 15168 16384, 18885 15240 16384, 18913 15319 16384, 18927 15366 16384, 18943 15399 16384, 18965 15427 16384, 18973 15438 16384</inkml:trace>
  <inkml:trace contextRef="#ctx0" brushRef="#br0">19321 14537 16384, 19336 14547 16384, 19367 14568 16384, 19403 14614 16384, 19450 14671 16384, 19501 14753 16384, 19553 14861 16384, 19609 14964 16384, 19650 15072 16384, 19702 15165 16384, 19738 15237 16384, 19764 15299 16384, 19789 15350 16384, 19810 15381 16384, 19825 15412 16384, 19836 15427 16384, 19841 15432 16384</inkml:trace>
  <inkml:trace contextRef="#ctx0" brushRef="#br0">19928 14583 16384, 19887 14593 16384, 19872 14604 16384, 19851 14624 16384, 19820 14660 16384, 19774 14696 16384, 19717 14753 16384, 19645 14820 16384, 19568 14907 16384, 19486 15000 16384, 19408 15098 16384, 19342 15190 16384, 19290 15278 16384, 19259 15345 16384, 19244 15386 16384, 19233 15417 16384, 19233 15432 16384, 19233 15438 16384</inkml:trace>
  <inkml:trace contextRef="#ctx0" brushRef="#br0">20140 15212 16384, 20140 15216 16384, 20140 15237 16384, 20151 15259 16384, 20162 15287 16384, 20173 15316 16384, 20183 15341 16384, 20190 15366 16384, 20194 15395 16384, 20198 15412 16384, 20198 15430 16384, 20201 15438 16384</inkml:trace>
  <inkml:trace contextRef="#ctx0" brushRef="#br0">20431 14537 16384, 20442 14544 16384, 20450 14548 16384, 20457 14555 16384, 20479 14573 16384, 20526 14625 16384, 20563 14669 16384, 20607 14716 16384, 20673 14797 16384, 20713 14841 16384, 20728 14866 16384, 20742 14888 16384, 20786 14936 16384, 20808 14954 16384, 20830 14965 16384</inkml:trace>
  <inkml:trace contextRef="#ctx0" brushRef="#br0">21087 14606 16384, 21090 14599 16384, 21090 14595 16384, 21076 14610 16384, 21057 14625 16384, 21035 14639 16384, 21006 14661 16384, 20966 14687 16384, 20947 14702 16384, 20929 14716 16384, 20882 14764 16384, 20863 14782 16384, 20849 14800 16384, 20823 14822 16384, 20816 14826 16384, 20805 14837 16384, 20805 14841 16384, 20801 14848 16384, 20797 14866 16384, 20794 14885 16384, 20794 14907 16384, 20794 14940 16384, 20790 14980 16384, 20790 15053 16384, 20790 15115 16384, 20790 15174 16384, 20794 15203 16384, 20797 15258 16384, 20801 15284 16384, 20805 15342 16384, 20808 15375 16384, 20816 15401 16384, 20819 15416 16384, 20823 15430 16384, 20823 15438 16384</inkml:trace>
  <inkml:trace contextRef="#ctx0" brushRef="#br0">21391 14537 16384, 21394 14537 16384, 21394 14540 16384, 21397 14540 16384, 21400 14543 16384, 21420 14566 16384, 21433 14595 16384, 21446 14640 16384, 21455 14694 16384, 21465 14752 16384, 21481 14855 16384, 21484 14891 16384, 21487 14926 16384, 21491 14994 16384, 21491 15097 16384, 21487 15154 16384, 21478 15212 16384, 21468 15267 16384, 21458 15309 16384, 21446 15364 16384, 21433 15392 16384, 21420 15415 16384, 21413 15421 16384, 21394 15438 16384</inkml:trace>
  <inkml:trace contextRef="#ctx0" brushRef="#br0">22161 14635 16384, 22155 14632 16384, 22146 14656 16384, 22129 14740 16384, 22104 14903 16384, 22094 15103 16384, 22107 15248 16384, 22143 15318 16384, 22185 15343 16384</inkml:trace>
  <inkml:trace contextRef="#ctx0" brushRef="#br0">22362 14810 16384, 22440 14812 16384, 22553 14812 16384, 22662 14809 16384, 22761 14802 16384, 22826 14802 16384, 22851 14809 16384</inkml:trace>
  <inkml:trace contextRef="#ctx0" brushRef="#br0">22613 14648 16384, 22639 14708 16384, 22677 14827 16384, 22689 14983 16384, 22675 15135 16384, 22642 15247 16384, 22611 15303 16384, 22584 15311 16384, 22549 15296 16384, 22507 15251 16384, 22475 15193 16384, 22466 15147 16384, 22488 15120 16384, 22546 15099 16384, 22633 15083 16384, 22739 15097 16384, 22828 15138 16384, 22900 15187 16384, 22949 15219 16384, 22978 15231 16384, 22991 15238 16384, 22994 15238 16384</inkml:trace>
  <inkml:trace contextRef="#ctx0" brushRef="#br0">23712 14542 16384, 23734 14543 16384, 23816 14545 16384, 23926 14537 16384, 24030 14543 16384, 24127 14568 16384, 24204 14586 16384, 24244 14598 16384, 24247 14601 16384, 24216 14613 16384, 24127 14644 16384, 24010 14683 16384, 23872 14731 16384, 23740 14792 16384, 23656 14833 16384, 23612 14855 16384, 23607 14858 16384, 23628 14865 16384, 23694 14871 16384, 23806 14863 16384, 23949 14845 16384, 24116 14832 16384, 24249 14830 16384, 24311 14832 16384, 24323 14833 16384, 24305 14840 16384, 24244 14866 16384, 24147 14912 16384, 24032 14983 16384, 23948 15080 16384, 23911 15189 16384, 23911 15284 16384, 23949 15363 16384, 24020 15416 16384, 24114 15438 16384, 24211 15426 16384, 24264 15410 16384</inkml:trace>
  <inkml:trace contextRef="#ctx0" brushRef="#br0">24839 14553 16384, 24841 14541 16384, 24841 14537 16384, 24833 14563 16384, 24789 14655 16384, 24689 14855 16384, 24575 15101 16384, 24505 15279 16384, 24485 15373 16384, 24485 15417 16384, 24491 15438 16384, 24505 15427 16384, 24541 15359 16384, 24593 15237 16384, 24665 15085 16384, 24751 14967 16384, 24807 14931 16384, 24841 14921 16384, 24857 14945 16384, 24869 15015 16384, 24883 15129 16384, 24907 15251 16384, 24949 15339 16384, 25003 15383 16384, 25072 15407 16384, 25142 15409 16384, 25180 15401 16384</inkml:trace>
  <inkml:trace contextRef="#ctx0" brushRef="#br0">25342 14820 16384, 25380 14817 16384, 25414 14814 16384, 25462 14807 16384, 25510 14800 16384, 25569 14793 16384, 25630 14783 16384, 25696 14772 16384, 25761 14765 16384, 25823 14755 16384, 25878 14752 16384, 25930 14745 16384, 25971 14741 16384, 26002 14741 16384, 26019 14741 16384, 26033 14741 16384, 26043 14741 16384, 26046 14741 16384</inkml:trace>
  <inkml:trace contextRef="#ctx0" brushRef="#br0">25713 14618 16384, 25710 14614 16384, 25703 14611 16384, 25706 14611 16384, 25713 14611 16384, 25727 14621 16384, 25744 14631 16384, 25761 14652 16384, 25782 14683 16384, 25799 14728 16384, 25813 14776 16384, 25826 14817 16384, 25837 14848 16384, 25847 14875 16384, 25854 14900 16384, 25854 14920 16384, 25857 14937 16384, 25857 14951 16384, 25857 14965 16384, 25850 14975 16384, 25840 14985 16384, 25830 14989 16384</inkml:trace>
  <inkml:trace contextRef="#ctx0" brushRef="#br0">25414 15099 16384, 25400 15120 16384, 25397 15140 16384, 25400 15171 16384, 25414 15199 16384, 25438 15226 16384, 25469 15250 16384, 25496 15274 16384, 25527 15302 16384, 25558 15329 16384, 25589 15353 16384, 25620 15377 16384, 25648 15395 16384, 25682 15412 16384, 25713 15422 16384, 25744 15432 16384, 25782 15436 16384, 25813 15436 16384, 25847 15429 16384, 25878 15412 16384</inkml:trace>
  <inkml:trace contextRef="#ctx0" brushRef="#br0">26119 14559 16384, 26115 14563 16384, 26112 14563 16384, 26108 14570 16384, 26112 14580 16384, 26119 14594 16384, 26129 14614 16384, 26139 14642 16384, 26143 14669 16384, 26150 14700 16384, 26153 14728 16384, 26156 14752 16384, 26160 14772 16384, 26167 14793 16384, 26167 14803 16384, 26170 14814 16384, 26170 14817 16384, 26174 14817 16384</inkml:trace>
  <inkml:trace contextRef="#ctx0" brushRef="#br0">26174 14539 16384, 26174 14542 16384, 26167 14542 16384, 26163 14549 16384, 26163 14559 16384, 26170 14576 16384, 26177 14600 16384, 26184 14628 16384, 26191 14659 16384, 26201 14697 16384, 26208 14728 16384, 26215 14755 16384, 26222 14779 16384, 26225 14796 16384, 26229 14814 16384, 26232 14827 16384, 26235 14838 16384, 26239 14845 16384, 26242 14848 16384</inkml:trace>
  <inkml:trace contextRef="#ctx0" brushRef="#br0">26414 14549 16384, 26409 14549 16384, 26404 14552 16384, 26404 14602 16384, 26414 14736 16384, 26429 14943 16384, 26457 15161 16384, 26495 15320 16384, 26543 15400 16384, 26586 15425 16384, 26623 15418 16384, 26664 15364 16384, 26711 15254 16384, 26775 15161 16384</inkml:trace>
  <inkml:trace contextRef="#ctx0" brushRef="#br0">27075 14747 16384, 27091 14756 16384, 27153 14802 16384, 27216 14881 16384, 27264 14977 16384, 27289 15054 16384, 27298 15107 16384, 27301 15129 16384, 27305 15129 16384</inkml:trace>
  <inkml:trace contextRef="#ctx0" brushRef="#br0">27529 14539 16384, 27524 14537 16384, 27513 14537 16384, 27507 14561 16384, 27498 14648 16384, 27480 14782 16384, 27467 14959 16384, 27471 15169 16384, 27507 15304 16384, 27573 15390 16384, 27666 15434 16384, 27760 15438 16384, 27853 15399 16384, 27959 15333 16384, 28052 15262 16384, 28123 15198 16384, 28136 15185 16384</inkml:trace>
  <inkml:trace contextRef="#ctx0" brushRef="#br0">28298 14707 16384, 28320 14697 16384, 28387 14681 16384, 28475 14666 16384, 28557 14659 16384, 28622 14657 16384, 28657 14654 16384, 28662 14652 16384</inkml:trace>
  <inkml:trace contextRef="#ctx0" brushRef="#br0">28539 14537 16384, 28534 14539 16384, 28510 14600 16384, 28482 14707 16384, 28413 14851 16384, 28351 14975 16384, 28323 15052 16384, 28323 15077 16384</inkml:trace>
  <inkml:trace contextRef="#ctx0" brushRef="#br0">28868 14632 16384, 28891 14635 16384, 28948 14676 16384, 29016 14731 16384, 29062 14791 16384, 29088 14843 16384, 29095 14888 16384, 29088 14925 16384, 29063 14948 16384</inkml:trace>
  <inkml:trace contextRef="#ctx0" brushRef="#br0">28751 14928 16384, 28747 14935 16384, 28778 15070 16384, 28789 15170 16384, 28766 15279 16384, 28719 15376 16384, 28674 15426 16384, 28624 15438 16384, 28577 15409 16384, 28535 15346 16384, 28525 15307 16384, 28545 15294 16384, 28600 15285 16384, 28692 15280 16384, 28824 15299 16384, 28941 15342 16384, 29015 15374 16384, 29070 15392 16384, 29112 15396 16384</inkml:trace>
  <inkml:trace contextRef="#ctx0" brushRef="#br0">29283 14549 16384, 29278 14549 16384, 29274 14552 16384, 29274 14602 16384, 29283 14736 16384, 29299 14943 16384, 29326 15161 16384, 29365 15320 16384, 29413 15400 16384, 29456 15425 16384, 29492 15418 16384, 29533 15364 16384, 29581 15254 16384, 29645 15161 16384</inkml:trace>
  <inkml:trace contextRef="#ctx0" brushRef="#br0">29945 14747 16384, 29961 14756 16384, 30022 14802 16384, 30086 14881 16384, 30134 14977 16384, 30159 15054 16384, 30168 15107 16384, 30170 15129 16384, 30174 15129 16384</inkml:trace>
  <inkml:trace contextRef="#ctx0" brushRef="#br0">30438 15148 16384, 30428 15148 16384, 30398 15143 16384, 30387 15143 16384, 30377 15153 16384, 30367 15168 16384, 30352 15188 16384, 30342 15214 16384, 30337 15244 16384, 30342 15275 16384, 30352 15310 16384, 30367 15346 16384, 30382 15376 16384, 30403 15402 16384, 30423 15422 16384, 30443 15432 16384, 30474 15438 16384, 30499 15438 16384, 30520 15427 16384, 30535 15407 16384, 30550 15387 16384, 30565 15356 16384, 30581 15331 16384, 30586 15300 16384, 30586 15265 16384, 30581 15229 16384, 30560 15193 16384, 30540 15158 16384, 30515 15132 16384, 30494 15122 16384, 30474 15122 16384, 30448 15122 16384, 30428 15127 16384, 30418 15138 16384, 30408 15143 16384, 30408 15148 16384, 30408 15153 16384</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16337 16384, 2180 16348 16384, 2203 16382 16384, 2214 16416 16384, 2214 16427 16384, 2214 16449 16384, 2203 16472 16384, 2180 16494 16384, 2146 16506 16384, 2124 16506 16384, 2090 16506 16384, 2056 16506 16384, 2034 16494 16384, 2023 16472 16384, 2023 16449 16384, 2023 16393 16384, 2045 16359 16384, 2068 16326 16384, 2101 16303 16384, 2135 16292 16384, 2158 16281 16384, 2191 16281 16384, 2225 16281 16384, 2236 16281 16384, 2259 16303 16384, 2270 16314 16384, 2270 16348 16384, 2259 16359 16384, 2236 16382 16384, 2214 16404 16384, 2180 16416 16384, 2135 16438 16384, 2090 16449 16384, 2045 16449 16384, 2011 16438 16384, 2000 16427 16384, 2000 16404 16384, 2000 16382 16384, 2023 16359 16384, 2034 16348 16384, 2056 16326 16384, 2101 16314 16384, 2135 16303 16384, 2158 16303 16384, 2191 16303 16384, 2214 16303 16384, 2236 16337 16384, 2248 16371 16384, 2248 16393 16384, 2248 16416 16384, 2236 16438 16384, 2214 16461 16384, 2203 16472 16384, 2191 16472 16384, 2180 16472 16384, 2169 16461 16384, 2169 16449 16384, 2169 16427 16384, 2169 16416 16384, 2169 16404 16384, 2180 16382 16384, 2191 16371 16384, 2203 16359 16384, 2214 16359 16384, 2214 16371 16384, 2203 16393 16384, 2203 16404 16384, 2191 16404 16384, 2180 16416 16384, 2169 16427 16384, 2158 16427 16384, 2146 16427 16384, 2146 16416 16384, 2158 16393 16384, 2180 16371 16384, 2191 16359 16384, 2203 16348 16384, 2191 16371 16384, 2158 16393 16384, 2124 16416 16384, 2090 16427 16384, 2056 16449 16384, 2045 16449 16384, 2056 16438 16384, 2090 16416 16384, 2101 16404 16384, 2135 16382 16384, 2158 16359 16384, 2203 16326 16384, 2214 16303 16384, 2214 16292 16384, 2203 16292 16384, 2180 16314 16384, 2158 16337 16384, 2135 16359 16384, 2124 16382 16384, 2113 16393 16384</inkml:trace>
  <inkml:trace contextRef="#ctx0" brushRef="#br0">2721 15993 16384, 2733 15986 16384, 2826 15970 16384, 2983 15948 16384, 3139 15954 16384, 3278 16009 16384, 3375 16078 16384, 3414 16137 16384, 3408 16186 16384, 3351 16249 16384, 3330 16267 16384</inkml:trace>
  <inkml:trace contextRef="#ctx0" brushRef="#br0">2743 16489 16384, 2739 16505 16384, 2763 16588 16384, 2838 16696 16384, 2942 16775 16384, 3056 16822 16384, 3176 16836 16384, 3302 16838 16384, 3430 16824 16384, 3554 16794 16384, 3621 16769 16384</inkml:trace>
  <inkml:trace contextRef="#ctx0" brushRef="#br0">4248 16003 16384, 4255 16017 16384, 4272 16122 16384, 4260 16312 16384, 4200 16482 16384, 4107 16640 16384, 4018 16733 16384, 3951 16750 16384, 3886 16721 16384, 3826 16628 16384, 3783 16460 16384, 3810 16237 16384, 3934 16082 16384, 4087 16003 16384, 4277 15943 16384, 4473 15950 16384, 4619 16075 16384, 4677 16324 16384, 4674 16606 16384, 4662 16752 16384, 4648 16827 16384, 4641 16843 16384</inkml:trace>
  <inkml:trace contextRef="#ctx0" brushRef="#br0">5340 15943 16384, 5340 15948 16384, 5332 16013 16384, 5309 16135 16384, 5289 16258 16384, 5292 16362 16384, 5317 16418 16384, 5355 16437 16384, 5401 16437 16384, 5455 16391 16384</inkml:trace>
  <inkml:trace contextRef="#ctx0" brushRef="#br0">5766 15958 16384, 5774 15992 16384, 5800 16066 16384, 5823 16161 16384, 5825 16309 16384, 5800 16482 16384, 5759 16635 16384, 5710 16753 16384, 5675 16820 16384, 5659 16843 16384</inkml:trace>
  <inkml:trace contextRef="#ctx0" brushRef="#br0">6166 16535 16384, 6166 16532 16384, 6168 16524 16384, 6171 16524 16384, 6187 16519 16384, 6209 16516 16384, 6233 16510 16384, 6258 16505 16384, 6282 16502 16384, 6304 16500 16384, 6328 16494 16384, 6352 16489 16384, 6369 16486 16384, 6385 16481 16384, 6396 16481 16384, 6401 16478 16384</inkml:trace>
  <inkml:trace contextRef="#ctx0" brushRef="#br0">6133 16348 16384, 6136 16353 16384, 6141 16367 16384, 6152 16386 16384, 6160 16413 16384, 6168 16448 16384, 6171 16489 16384, 6174 16535 16384, 6174 16581 16384, 6171 16627 16384, 6168 16670 16384, 6160 16708 16384, 6149 16741 16384, 6139 16768 16384, 6125 16789 16384, 6114 16806 16384, 6103 16822 16384, 6085 16835 16384, 6066 16841 16384, 6047 16843 16384, 6033 16841 16384, 6014 16830 16384, 6001 16814 16384, 5992 16792 16384, 5987 16773 16384, 5987 16754 16384, 5992 16741 16384, 6003 16730 16384, 6020 16722 16384, 6041 16716 16384, 6066 16711 16384, 6095 16708 16384, 6128 16708 16384, 6166 16708 16384, 6204 16711 16384, 6236 16716 16384, 6263 16722 16384, 6293 16730 16384, 6312 16738 16384, 6331 16749 16384, 6347 16757 16384, 6355 16762 16384, 6361 16768 16384, 6363 16770 16384, 6363 16773 16384</inkml:trace>
  <inkml:trace contextRef="#ctx0" brushRef="#br0">6758 15943 16384, 6785 15955 16384, 6858 15976 16384, 6929 15993 16384, 6980 16014 16384, 7002 16038 16384</inkml:trace>
  <inkml:trace contextRef="#ctx0" brushRef="#br0">6574 16378 16384, 6563 16378 16384, 6572 16371 16384, 6628 16337 16384, 6723 16278 16384, 6831 16222 16384, 6936 16194 16384, 7032 16198 16384, 7105 16245 16384, 7146 16337 16384, 7153 16479 16384, 7129 16599 16384, 7074 16694 16384, 7008 16777 16384, 6956 16830 16384, 6933 16843 16384</inkml:trace>
  <inkml:trace contextRef="#ctx0" brushRef="#br0">7325 15955 16384, 7320 15955 16384, 7315 15958 16384, 7315 16008 16384, 7325 16142 16384, 7340 16349 16384, 7368 16567 16384, 7406 16726 16384, 7454 16806 16384, 7497 16831 16384, 7534 16824 16384, 7575 16770 16384, 7622 16660 16384, 7686 16567 16384</inkml:trace>
  <inkml:trace contextRef="#ctx0" brushRef="#br0">7986 16153 16384, 8002 16162 16384, 8064 16208 16384, 8127 16287 16384, 8175 16383 16384, 8200 16460 16384, 8209 16513 16384, 8212 16535 16384, 8216 16535 16384</inkml:trace>
  <inkml:trace contextRef="#ctx0" brushRef="#br0">8384 16092 16384, 8380 16092 16384, 8384 16090 16384, 8429 16083 16384, 8530 16065 16384, 8654 16035 16384, 8762 16008 16384, 8859 15990 16384, 8929 15979 16384, 8965 15973 16384</inkml:trace>
  <inkml:trace contextRef="#ctx0" brushRef="#br0">8378 16359 16384, 8400 16353 16384, 8492 16337 16384, 8621 16294 16384, 8758 16242 16384, 8886 16209 16384, 8976 16197 16384, 9018 16191 16384, 9025 16191 16384</inkml:trace>
  <inkml:trace contextRef="#ctx0" brushRef="#br0">8578 15943 16384, 8614 15963 16384, 8699 16031 16384, 8765 16119 16384, 8816 16213 16384, 8845 16303 16384, 8856 16373 16384, 8857 16429 16384, 8843 16465 16384, 8818 16487 16384, 8778 16490 16384</inkml:trace>
  <inkml:trace contextRef="#ctx0" brushRef="#br0">8472 16643 16384, 8463 16654 16384, 8475 16698 16384, 8549 16755 16384, 8641 16797 16384, 8733 16827 16384, 8814 16842 16384, 8884 16843 16384, 8951 16840 16384</inkml:trace>
  <inkml:trace contextRef="#ctx0" brushRef="#br0">9254 16040 16384, 9248 16037 16384, 9239 16062 16384, 9222 16146 16384, 9198 16309 16384, 9187 16509 16384, 9201 16654 16384, 9236 16724 16384, 9279 16749 16384</inkml:trace>
  <inkml:trace contextRef="#ctx0" brushRef="#br0">9456 16216 16384, 9534 16218 16384, 9646 16218 16384, 9755 16215 16384, 9854 16208 16384, 9920 16208 16384, 9944 16215 16384</inkml:trace>
  <inkml:trace contextRef="#ctx0" brushRef="#br0">9706 16054 16384, 9732 16114 16384, 9770 16233 16384, 9782 16389 16384, 9769 16541 16384, 9735 16653 16384, 9704 16709 16384, 9677 16717 16384, 9642 16701 16384, 9601 16657 16384, 9569 16599 16384, 9559 16553 16384, 9581 16526 16384, 9639 16505 16384, 9726 16489 16384, 9833 16503 16384, 9921 16544 16384, 9993 16593 16384, 10042 16625 16384, 10071 16637 16384, 10085 16643 16384, 10088 16643 16384</inkml:trace>
  <inkml:trace contextRef="#ctx0" brushRef="#br0">10719 16162 16384, 10708 16166 16384, 10700 16166 16384, 10700 16170 16384, 10711 16170 16384, 10734 16174 16384, 10763 16174 16384, 10804 16166 16384, 10860 16151 16384, 10923 16136 16384, 10994 16121 16384, 11061 16114 16384, 11132 16107 16384, 11199 16099 16384, 11255 16095 16384, 11303 16092 16384, 11344 16088 16384, 11377 16088 16384, 11400 16084 16384, 11418 16084 16384, 11426 16080 16384</inkml:trace>
  <inkml:trace contextRef="#ctx0" brushRef="#br0">11087 15958 16384, 11083 15958 16384, 11080 15954 16384, 11091 15958 16384, 11106 15969 16384, 11124 15987 16384, 11143 16017 16384, 11158 16058 16384, 11169 16110 16384, 11173 16159 16384, 11173 16185 16384, 11169 16263 16384, 11162 16308 16384, 11150 16352 16384, 11139 16393 16384, 11132 16408 16384, 11109 16445 16384, 11091 16468 16384, 11069 16486 16384, 11050 16494 16384, 11028 16497 16384, 11005 16497 16384, 10983 16494 16384, 10964 16482 16384, 10953 16468 16384, 10938 16449 16384, 10931 16430 16384, 10927 16415 16384, 10931 16401 16384, 10938 16389 16384, 10949 16378 16384, 10961 16371 16384, 10975 16367 16384, 10994 16367 16384, 11016 16371 16384, 11039 16375 16384, 11057 16382 16384, 11076 16397 16384, 11091 16412 16384, 11102 16434 16384, 11109 16460 16384, 11109 16497 16384, 11106 16535 16384, 11098 16572 16384, 11087 16613 16384, 11072 16650 16384, 11054 16683 16384, 11035 16721 16384, 11013 16754 16384, 10987 16784 16384, 10968 16810 16384, 10949 16829 16384, 10935 16840 16384, 10927 16843 16384</inkml:trace>
  <inkml:trace contextRef="#ctx0" brushRef="#br0">11456 15954 16384, 11452 15954 16384, 11448 15954 16384, 11452 15961 16384, 11459 15973 16384, 11470 15995 16384, 11482 16021 16384, 11485 16054 16384, 11489 16088 16384, 11489 16118 16384, 11489 16140 16384, 11493 16159 16384, 11493 16170 16384, 11493 16181 16384, 11493 16185 16384, 11493 16188 16384</inkml:trace>
  <inkml:trace contextRef="#ctx0" brushRef="#br0">11534 15943 16384, 11534 15947 16384, 11534 15954 16384, 11537 15973 16384, 11545 16006 16384, 11552 16036 16384, 11563 16069 16384, 11571 16103 16384, 11578 16121 16384, 11582 16140 16384, 11590 16155 16384, 11593 16166 16384, 11593 16177 16384, 11597 16185 16384, 11597 16188 16384</inkml:trace>
  <inkml:trace contextRef="#ctx0" brushRef="#br0">12224 16003 16384, 12231 16017 16384, 12248 16122 16384, 12236 16312 16384, 12176 16482 16384, 12082 16640 16384, 11994 16733 16384, 11927 16750 16384, 11862 16721 16384, 11802 16628 16384, 11759 16460 16384, 11785 16237 16384, 11910 16082 16384, 12063 16003 16384, 12253 15943 16384, 12449 15950 16384, 12595 16075 16384, 12653 16324 16384, 12650 16606 16384, 12638 16752 16384, 12624 16827 16384, 12617 16843 16384</inkml:trace>
  <inkml:trace contextRef="#ctx0" brushRef="#br0">13327 15945 16384, 13322 15943 16384, 13311 15943 16384, 13305 15967 16384, 13296 16054 16384, 13278 16188 16384, 13265 16365 16384, 13269 16575 16384, 13305 16710 16384, 13371 16796 16384, 13464 16840 16384, 13557 16843 16384, 13650 16805 16384, 13756 16739 16384, 13850 16668 16384, 13921 16604 16384, 13934 16591 16384</inkml:trace>
  <inkml:trace contextRef="#ctx0" brushRef="#br0">14111 16621 16384, 14099 16621 16384, 14096 16618 16384, 14099 16615 16384, 14108 16605 16384, 14124 16589 16384, 14149 16571 16384, 14184 16549 16384, 14221 16524 16384, 14268 16502 16384, 14315 16483 16384, 14362 16470 16384, 14409 16470 16384, 14453 16473 16384, 14484 16486 16384, 14513 16505 16384, 14532 16527 16384, 14538 16552 16384, 14541 16580 16384, 14532 16608 16384, 14519 16633 16384, 14497 16658 16384, 14469 16680 16384, 14444 16693 16384</inkml:trace>
  <inkml:trace contextRef="#ctx0" brushRef="#br0">14321 16348 16384, 14321 16351 16384, 14325 16354 16384, 14328 16357 16384, 14331 16361 16384, 14337 16364 16384, 14340 16364 16384, 14343 16367 16384, 14347 16367 16384, 14343 16370 16384, 14337 16370 16384, 14331 16370 16384</inkml:trace>
  <inkml:trace contextRef="#ctx0" brushRef="#br0">14168 16389 16384, 14162 16395 16384, 14155 16417 16384, 14171 16445 16384, 14190 16492 16384, 14205 16546 16384, 14227 16605 16384, 14246 16665 16384, 14262 16712 16384, 14274 16756 16384, 14290 16793 16384, 14303 16815 16384, 14315 16831 16384, 14325 16843 16384</inkml:trace>
  <inkml:trace contextRef="#ctx0" brushRef="#br0">14716 16230 16384, 14706 16230 16384, 14703 16230 16384, 14719 16230 16384, 14771 16227 16384, 14876 16210 16384, 15023 16192 16384, 15183 16175 16384, 15344 16158 16384, 15478 16145 16384, 15560 16145 16384, 15588 16144 16384</inkml:trace>
  <inkml:trace contextRef="#ctx0" brushRef="#br0">15312 15992 16384, 15325 16019 16384, 15366 16110 16384, 15382 16229 16384, 15371 16351 16384, 15350 16443 16384, 15331 16493 16384, 15316 16510 16384, 15300 16509 16384, 15284 16496 16384</inkml:trace>
  <inkml:trace contextRef="#ctx0" brushRef="#br0">15015 16011 16384, 15013 16014 16384, 15016 16063 16384, 15010 16191 16384, 14988 16351 16384, 14977 16517 16384, 14993 16629 16384, 15034 16701 16384, 15090 16759 16384, 15158 16788 16384, 15237 16794 16384, 15327 16788 16384, 15407 16778 16384, 15479 16777 16384, 15536 16767 16384, 15583 16758 16384, 15604 16753 16384</inkml:trace>
  <inkml:trace contextRef="#ctx0" brushRef="#br0">16120 15959 16384, 16122 15947 16384, 16122 15943 16384, 16114 15969 16384, 16070 16061 16384, 15970 16261 16384, 15856 16507 16384, 15786 16685 16384, 15766 16779 16384, 15766 16823 16384, 15772 16843 16384, 15786 16833 16384, 15822 16765 16384, 15874 16643 16384, 15946 16491 16384, 16032 16373 16384, 16088 16337 16384, 16122 16327 16384, 16138 16351 16384, 16150 16421 16384, 16164 16535 16384, 16188 16657 16384, 16230 16745 16384, 16284 16789 16384, 16352 16813 16384, 16422 16815 16384, 16460 16807 16384</inkml:trace>
  <inkml:trace contextRef="#ctx0" brushRef="#br0">16924 15943 16384, 16933 15949 16384, 16948 15958 16384, 16969 15973 16384, 16996 15994 16384, 17020 16018 16384, 17044 16048 16384, 17065 16078 16384, 17080 16102 16384, 17089 16124 16384, 17092 16142 16384, 17092 16154 16384, 17083 16169 16384, 17068 16184 16384, 17053 16199 16384, 17032 16211 16384, 17017 16217 16384</inkml:trace>
  <inkml:trace contextRef="#ctx0" brushRef="#br0">16963 16395 16384, 16969 16401 16384, 16987 16431 16384, 16996 16443 16384, 17011 16464 16384, 17032 16482 16384, 17050 16500 16384, 17062 16524 16384, 17074 16548 16384, 17083 16581 16384, 17092 16608 16384, 17095 16639 16384, 17098 16669 16384, 17092 16696 16384, 17083 16720 16384, 17068 16741 16384, 17056 16759 16384, 17044 16774 16384, 17026 16783 16384, 17005 16783 16384</inkml:trace>
  <inkml:trace contextRef="#ctx0" brushRef="#br0">16631 16642 16384, 16628 16642 16384, 16622 16654 16384, 16625 16663 16384, 16634 16684 16384, 16643 16711 16384, 16653 16738 16384, 16662 16768 16384, 16668 16795 16384, 16677 16813 16384, 16689 16828 16384, 16704 16837 16384, 16731 16843 16384, 16749 16843 16384, 16767 16834 16384, 16791 16822 16384</inkml:trace>
  <inkml:trace contextRef="#ctx0" brushRef="#br0">17207 16506 16384, 17207 16509 16384, 17210 16509 16384, 17219 16521 16384, 17234 16536 16384, 17249 16560 16384, 17261 16590 16384, 17270 16621 16384, 17282 16651 16384, 17291 16681 16384, 17297 16705 16384, 17300 16720 16384, 17306 16732 16384, 17306 16738 16384, 17309 16741 16384</inkml:trace>
  <inkml:trace contextRef="#ctx0" brushRef="#br0">17297 16090 16384, 17294 16087 16384, 17294 16090 16384, 17297 16102 16384, 17300 16114 16384, 17303 16121 16384, 17306 16139 16384, 17309 16148 16384, 17315 16169 16384, 17321 16202 16384, 17324 16217 16384, 17330 16232 16384, 17336 16244 16384, 17339 16250 16384</inkml:trace>
  <inkml:trace contextRef="#ctx0" brushRef="#br0">17384 16063 16384, 17387 16072 16384, 17397 16087 16384, 17409 16121 16384, 17415 16148 16384, 17421 16172 16384, 17424 16193 16384, 17427 16202 16384, 17433 16214 16384, 17439 16220 16384</inkml:trace>
  <inkml:trace contextRef="#ctx0" brushRef="#br0">18051 15983 16384, 18063 15985 16384, 18123 16024 16384, 18211 16111 16384, 18285 16187 16384, 18343 16249 16384, 18393 16294 16384, 18403 16300 16384</inkml:trace>
  <inkml:trace contextRef="#ctx0" brushRef="#br0">18699 16047 16384, 18691 16047 16384, 18644 16070 16384, 18571 16140 16384, 18456 16259 16384, 18358 16381 16384, 18294 16510 16384, 18275 16613 16384, 18298 16681 16384, 18360 16739 16384, 18448 16782 16384, 18543 16798 16384, 18656 16804 16384, 18771 16794 16384, 18874 16774 16384, 18952 16755 16384</inkml:trace>
  <inkml:trace contextRef="#ctx0" brushRef="#br0">19570 16165 16384, 19564 16163 16384, 19575 16163 16384, 19649 16156 16384, 19779 16145 16384, 19919 16140 16384, 20062 16136 16384, 20170 16129 16384, 20230 16125 16384, 20250 16123 16384</inkml:trace>
  <inkml:trace contextRef="#ctx0" brushRef="#br0">19965 15946 16384, 19962 15943 16384, 19988 15961 16384, 20032 16026 16384, 20056 16143 16384, 20052 16277 16384, 20027 16415 16384, 19996 16493 16384, 19964 16543 16384, 19930 16564 16384, 19894 16563 16384, 19862 16535 16384, 19842 16481 16384, 19846 16430 16384, 19874 16385 16384, 19925 16348 16384, 19984 16341 16384, 20035 16367 16384, 20061 16436 16384, 20059 16533 16384, 20028 16643 16384, 19979 16743 16384, 19939 16806 16384, 19914 16842 16384, 19902 16843 16384</inkml:trace>
  <inkml:trace contextRef="#ctx0" brushRef="#br0">20428 16021 16384, 20414 16019 16384, 20429 16019 16384, 20488 16014 16384, 20582 15988 16384, 20687 15954 16384, 20772 15943 16384, 20812 15956 16384, 20817 15996 16384, 20777 16078 16384, 20692 16197 16384, 20582 16319 16384, 20483 16416 16384, 20426 16467 16384, 20413 16484 16384, 20446 16472 16384, 20517 16426 16384, 20627 16361 16384, 20767 16317 16384, 20890 16312 16384, 20980 16339 16384, 21037 16392 16384, 21054 16484 16384, 21032 16592 16384, 20970 16687 16384, 20890 16762 16384, 20807 16823 16384, 20734 16843 16384, 20684 16825 16384, 20647 16777 16384, 20637 16702 16384, 20669 16660 16384, 20729 16640 16384, 20809 16630 16384, 20882 16635 16384, 20932 16649 16384, 20964 16659 16384</inkml:trace>
  <inkml:trace contextRef="#ctx0" brushRef="#br0">21317 16554 16384, 21307 16554 16384, 21277 16549 16384, 21267 16549 16384, 21256 16559 16384, 21246 16574 16384, 21231 16594 16384, 21221 16620 16384, 21216 16650 16384, 21221 16681 16384, 21231 16716 16384, 21246 16752 16384, 21261 16782 16384, 21282 16808 16384, 21302 16828 16384, 21322 16838 16384, 21353 16843 16384, 21378 16843 16384, 21399 16833 16384, 21414 16813 16384, 21429 16793 16384, 21444 16762 16384, 21460 16737 16384, 21465 16706 16384, 21465 16671 16384, 21460 16635 16384, 21439 16599 16384, 21419 16564 16384, 21394 16538 16384, 21373 16528 16384, 21353 16528 16384, 21328 16528 16384, 21307 16533 16384, 21297 16543 16384, 21287 16549 16384, 21287 16554 16384, 21287 16559 16384</inkml:trace>
  <inkml:trace contextRef="#ctx0" brushRef="#br0">21761 15948 16384, 21761 15946 16384, 21761 15943 16384, 21759 15943 16384, 21750 15948 16384, 21745 15957 16384, 21737 15968 16384, 21726 15984 16384, 21715 16006 16384, 21690 16061 16384, 21682 16083 16384, 21676 16105 16384, 21660 16160 16384, 21638 16250 16384, 21630 16316 16384, 21627 16390 16384, 21630 16500 16384, 21638 16574 16384, 21652 16646 16384, 21679 16725 16384, 21693 16772 16384, 21709 16805 16384, 21731 16832 16384, 21739 16843 16384</inkml:trace>
  <inkml:trace contextRef="#ctx0" brushRef="#br0">21929 16092 16384, 21925 16092 16384, 21929 16090 16384, 21974 16083 16384, 22075 16065 16384, 22199 16035 16384, 22307 16008 16384, 22405 15990 16384, 22475 15979 16384, 22511 15973 16384</inkml:trace>
  <inkml:trace contextRef="#ctx0" brushRef="#br0">21924 16359 16384, 21945 16353 16384, 22037 16337 16384, 22167 16294 16384, 22304 16242 16384, 22432 16209 16384, 22522 16197 16384, 22563 16191 16384, 22570 16191 16384</inkml:trace>
  <inkml:trace contextRef="#ctx0" brushRef="#br0">22124 15943 16384, 22160 15963 16384, 22244 16031 16384, 22311 16119 16384, 22361 16213 16384, 22390 16303 16384, 22401 16373 16384, 22403 16429 16384, 22388 16465 16384, 22363 16487 16384, 22323 16490 16384</inkml:trace>
  <inkml:trace contextRef="#ctx0" brushRef="#br0">22017 16643 16384, 22008 16654 16384, 22021 16698 16384, 22095 16755 16384, 22187 16797 16384, 22278 16827 16384, 22359 16842 16384, 22430 16843 16384, 22496 16840 16384</inkml:trace>
  <inkml:trace contextRef="#ctx0" brushRef="#br0">22911 16535 16384, 22911 16532 16384, 22914 16524 16384, 22916 16524 16384, 22933 16519 16384, 22954 16516 16384, 22979 16510 16384, 23003 16505 16384, 23027 16502 16384, 23049 16500 16384, 23073 16494 16384, 23098 16489 16384, 23114 16486 16384, 23130 16481 16384, 23141 16481 16384, 23146 16478 16384</inkml:trace>
  <inkml:trace contextRef="#ctx0" brushRef="#br0">22879 16348 16384, 22881 16353 16384, 22887 16367 16384, 22897 16386 16384, 22906 16413 16384, 22914 16448 16384, 22916 16489 16384, 22919 16535 16384, 22919 16581 16384, 22916 16627 16384, 22914 16670 16384, 22906 16708 16384, 22895 16741 16384, 22884 16768 16384, 22870 16789 16384, 22860 16806 16384, 22849 16822 16384, 22830 16835 16384, 22811 16841 16384, 22792 16843 16384, 22778 16841 16384, 22759 16830 16384, 22746 16814 16384, 22738 16792 16384, 22732 16773 16384, 22732 16754 16384, 22738 16741 16384, 22749 16730 16384, 22765 16722 16384, 22786 16716 16384, 22811 16711 16384, 22841 16708 16384, 22873 16708 16384, 22911 16708 16384, 22949 16711 16384, 22981 16716 16384, 23008 16722 16384, 23038 16730 16384, 23057 16738 16384, 23076 16749 16384, 23092 16757 16384, 23100 16762 16384, 23106 16768 16384, 23109 16770 16384, 23109 16773 16384</inkml:trace>
  <inkml:trace contextRef="#ctx0" brushRef="#br0">23503 15943 16384, 23531 15955 16384, 23604 15976 16384, 23675 15993 16384, 23725 16014 16384, 23748 16038 16384</inkml:trace>
  <inkml:trace contextRef="#ctx0" brushRef="#br0">23319 16378 16384, 23309 16378 16384, 23317 16371 16384, 23373 16337 16384, 23468 16278 16384, 23576 16222 16384, 23682 16194 16384, 23777 16198 16384, 23850 16245 16384, 23892 16337 16384, 23899 16479 16384, 23874 16599 16384, 23819 16694 16384, 23753 16777 16384, 23701 16830 16384, 23678 16843 16384</inkml:trace>
  <inkml:trace contextRef="#ctx0" brushRef="#br0">24074 16233 16384, 24061 16231 16384, 24064 16231 16384, 24090 16231 16384, 24141 16217 16384, 24229 16186 16384, 24337 16159 16384, 24436 16147 16384, 24524 16154 16384, 24586 16197 16384, 24623 16281 16384, 24641 16394 16384, 24641 16512 16384, 24623 16629 16384, 24591 16735 16384, 24557 16807 16384, 24534 16840 16384, 24515 16843 16384, 24490 16811 16384, 24448 16737 16384</inkml:trace>
  <inkml:trace contextRef="#ctx0" brushRef="#br0">24486 15943 16384, 24488 15960 16384, 24471 16047 16384, 24411 16226 16384, 24332 16449 16384, 24260 16636 16384, 24222 16734 16384, 24210 16785 16384, 24208 16792 16384</inkml:trace>
  <inkml:trace contextRef="#ctx0" brushRef="#br0">24642 16063 16384, 24632 16061 16384, 24647 16077 16384, 24692 16135 16384, 24754 16255 16384, 24797 16392 16384, 24821 16487 16384, 24840 16542 16384, 24852 16571 16384</inkml:trace>
  <inkml:trace contextRef="#ctx0" brushRef="#br0">25023 15955 16384, 25018 15955 16384, 25014 15958 16384, 25014 16008 16384, 25023 16142 16384, 25039 16349 16384, 25066 16567 16384, 25105 16726 16384, 25152 16806 16384, 25196 16831 16384, 25232 16824 16384, 25273 16770 16384, 25321 16660 16384, 25384 16567 16384</inkml:trace>
  <inkml:trace contextRef="#ctx0" brushRef="#br0">25685 16153 16384, 25701 16162 16384, 25762 16208 16384, 25826 16287 16384, 25873 16383 16384, 25898 16460 16384, 25908 16513 16384, 25910 16535 16384, 25914 16535 16384</inkml:trace>
  <inkml:trace contextRef="#ctx0" brushRef="#br0">26089 16230 16384, 26080 16230 16384, 26076 16230 16384, 26092 16230 16384, 26144 16227 16384, 26250 16210 16384, 26396 16192 16384, 26557 16175 16384, 26717 16158 16384, 26851 16145 16384, 26933 16145 16384, 26961 16144 16384</inkml:trace>
  <inkml:trace contextRef="#ctx0" brushRef="#br0">26686 15992 16384, 26698 16019 16384, 26739 16110 16384, 26755 16229 16384, 26744 16351 16384, 26724 16443 16384, 26705 16493 16384, 26689 16510 16384, 26673 16509 16384, 26657 16496 16384</inkml:trace>
  <inkml:trace contextRef="#ctx0" brushRef="#br0">26388 16011 16384, 26387 16014 16384, 26390 16063 16384, 26383 16191 16384, 26361 16351 16384, 26350 16517 16384, 26366 16629 16384, 26407 16701 16384, 26464 16759 16384, 26532 16788 16384, 26610 16794 16384, 26700 16788 16384, 26780 16778 16384, 26853 16777 16384, 26909 16767 16384, 26957 16758 16384, 26977 16753 16384</inkml:trace>
  <inkml:trace contextRef="#ctx0" brushRef="#br0">27493 15959 16384, 27495 15947 16384, 27495 15943 16384, 27487 15969 16384, 27443 16061 16384, 27343 16261 16384, 27229 16507 16384, 27159 16685 16384, 27139 16779 16384, 27139 16823 16384, 27145 16843 16384, 27159 16833 16384, 27195 16765 16384, 27247 16643 16384, 27319 16491 16384, 27405 16373 16384, 27461 16337 16384, 27495 16327 16384, 27511 16351 16384, 27523 16421 16384, 27537 16535 16384, 27562 16657 16384, 27604 16745 16384, 27658 16789 16384, 27726 16813 16384, 27796 16815 16384, 27834 16807 16384</inkml:trace>
  <inkml:trace contextRef="#ctx0" brushRef="#br0">27996 16089 16384, 27999 16087 16384, 28076 16082 16384, 28218 16063 16384, 28338 16042 16384, 28445 16031 16384, 28508 16026 16384, 28520 16026 16384, 28516 16026 16384</inkml:trace>
  <inkml:trace contextRef="#ctx0" brushRef="#br0">28265 15943 16384, 28247 15960 16384, 28247 15995 16384, 28235 16075 16384, 28199 16170 16384, 28164 16248 16384, 28155 16288 16384, 28169 16297 16384, 28201 16299 16384, 28254 16297 16384, 28338 16295 16384, 28428 16318 16384, 28497 16361 16384, 28536 16415 16384, 28544 16469 16384, 28523 16528 16384, 28478 16580 16384, 28424 16620 16384, 28397 16632 16384</inkml:trace>
  <inkml:trace contextRef="#ctx0" brushRef="#br0">28494 16241 16384, 28454 16246 16384, 28404 16283 16384, 28343 16358 16384, 28273 16462 16384, 28218 16580 16384, 28201 16692 16384, 28230 16777 16384, 28298 16823 16384, 28385 16843 16384, 28483 16835 16384, 28586 16798 16384, 28638 16779 16384</inkml:trace>
  <inkml:trace contextRef="#ctx0" brushRef="#br0">29558 15943 16384, 29610 15974 16384, 29671 16041 16384, 29713 16102 16384, 29728 16154 16384, 29711 16193 16384, 29669 16236 16384, 29622 16270 16384, 29613 16273 16384</inkml:trace>
  <inkml:trace contextRef="#ctx0" brushRef="#br0">29661 16455 16384, 29675 16465 16384, 29708 16505 16384, 29749 16569 16384, 29777 16633 16384, 29788 16693 16384, 29780 16755 16384, 29753 16794 16384, 29722 16819 16384, 29681 16815 16384</inkml:trace>
  <inkml:trace contextRef="#ctx0" brushRef="#br0">29250 16621 16384, 29273 16687 16384, 29299 16759 16384, 29321 16804 16384, 29354 16831 16384, 29407 16843 16384, 29437 16840 16384</inkml:trace>
  <inkml:trace contextRef="#ctx0" brushRef="#br0">30040 16581 16384, 30044 16599 16384, 30055 16640 16384, 30074 16684 16384, 30100 16714 16384, 30119 16730 16384, 30128 16738 16384</inkml:trace>
  <inkml:trace contextRef="#ctx0" brushRef="#br0">30726 15943 16384, 30714 15943 16384, 30699 15958 16384, 30644 16031 16384, 30547 16137 16384, 30459 16229 16384, 30394 16301 16384, 30349 16349 16384, 30315 16389 16384, 30294 16411 16384, 30290 16416 16384, 30297 16427 16384, 30325 16451 16384, 30378 16490 16384, 30459 16547 16384, 30564 16628 16384, 30671 16707 16384, 30750 16764 16384, 30809 16807 16384, 30842 16833 16384, 30855 16843 16384</inkml:trace>
  <inkml:trace contextRef="#ctx0" brushRef="#br0">31030 16119 16384, 31017 16119 16384, 31058 16119 16384, 31180 16111 16384, 31334 16096 16384, 31477 16098 16384, 31604 16118 16384, 31674 16126 16384, 31696 16132 16384</inkml:trace>
  <inkml:trace contextRef="#ctx0" brushRef="#br0">31079 16352 16384, 31115 16360 16384, 31286 16365 16384, 31445 16352 16384, 31581 16342 16384, 31674 16335 16384, 31715 16331 16384, 31717 16324 16384</inkml:trace>
  <inkml:trace contextRef="#ctx0" brushRef="#br0">31369 15945 16384, 31364 15943 16384, 31390 15975 16384, 31443 16081 16384, 31454 16273 16384, 31417 16501 16384, 31362 16681 16384, 31307 16785 16384, 31265 16835 16384, 31213 16843 16384, 31159 16820 16384, 31115 16776 16384, 31102 16734 16384, 31127 16700 16384, 31187 16660 16384, 31284 16628 16384, 31429 16639 16384, 31556 16693 16384, 31639 16746 16384, 31689 16780 16384, 31724 16796 16384, 31731 16798 16384</inkml:trace>
  <inkml:trace contextRef="#ctx0" brushRef="#br0">31912 16162 16384, 31900 16166 16384, 31893 16166 16384, 31893 16170 16384, 31904 16170 16384, 31927 16174 16384, 31956 16174 16384, 31997 16166 16384, 32053 16151 16384, 32116 16136 16384, 32187 16121 16384, 32254 16114 16384, 32325 16107 16384, 32392 16099 16384, 32448 16095 16384, 32496 16092 16384, 32537 16088 16384, 32570 16088 16384, 32593 16084 16384, 32611 16084 16384, 32619 16080 16384</inkml:trace>
  <inkml:trace contextRef="#ctx0" brushRef="#br0">32280 15958 16384, 32276 15958 16384, 32273 15954 16384, 32284 15958 16384, 32299 15969 16384, 32317 15987 16384, 32336 16017 16384, 32351 16058 16384, 32362 16110 16384, 32366 16159 16384, 32366 16185 16384, 32362 16263 16384, 32355 16308 16384, 32343 16352 16384, 32332 16393 16384, 32325 16408 16384, 32302 16445 16384, 32284 16468 16384, 32261 16486 16384, 32243 16494 16384, 32221 16497 16384, 32198 16497 16384, 32176 16494 16384, 32157 16482 16384, 32146 16468 16384, 32131 16449 16384, 32124 16430 16384, 32120 16415 16384, 32124 16401 16384, 32131 16389 16384, 32142 16378 16384, 32154 16371 16384, 32168 16367 16384, 32187 16367 16384, 32209 16371 16384, 32232 16375 16384, 32250 16382 16384, 32269 16397 16384, 32284 16412 16384, 32295 16434 16384, 32302 16460 16384, 32302 16497 16384, 32299 16535 16384, 32291 16572 16384, 32280 16613 16384, 32265 16650 16384, 32247 16683 16384, 32228 16721 16384, 32206 16754 16384, 32180 16784 16384, 32161 16810 16384, 32142 16829 16384, 32127 16840 16384, 32120 16843 16384</inkml:trace>
  <inkml:trace contextRef="#ctx0" brushRef="#br0">32649 15954 16384, 32645 15954 16384, 32641 15954 16384, 32645 15961 16384, 32652 15973 16384, 32663 15995 16384, 32675 16021 16384, 32678 16054 16384, 32682 16088 16384, 32682 16118 16384, 32682 16140 16384, 32686 16159 16384, 32686 16170 16384, 32686 16181 16384, 32686 16185 16384, 32686 16188 16384</inkml:trace>
  <inkml:trace contextRef="#ctx0" brushRef="#br0">32727 15943 16384, 32727 15947 16384, 32727 15954 16384, 32730 15973 16384, 32738 16006 16384, 32745 16036 16384, 32756 16069 16384, 32764 16103 16384, 32771 16121 16384, 32775 16140 16384, 32782 16155 16384, 32786 16166 16384, 32786 16177 16384, 32790 16185 16384, 32790 16188 16384</inkml:trace>
  <inkml:trace contextRef="#ctx0" brushRef="#br0">32952 15943 16384, 32955 15943 16384, 32955 15946 16384, 32958 15946 16384, 32962 15949 16384, 32981 15972 16384, 32994 16001 16384, 33007 16046 16384, 33016 16100 16384, 33026 16158 16384, 33042 16261 16384, 33045 16297 16384, 33049 16332 16384, 33052 16400 16384, 33052 16502 16384, 33049 16560 16384, 33039 16618 16384, 33029 16673 16384, 33020 16715 16384, 33007 16769 16384, 32994 16798 16384, 32981 16821 16384, 32975 16827 16384, 32955 16843 16384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000000"/>
    </inkml:brush>
  </inkml:definitions>
  <inkml:trace contextRef="#ctx0" brushRef="#br0">2180 17743 16384, 2180 17754 16384, 2203 17788 16384, 2214 17822 16384, 2214 17833 16384, 2214 17855 16384, 2203 17878 16384, 2180 17900 16384, 2146 17912 16384, 2124 17912 16384, 2090 17912 16384, 2056 17912 16384, 2034 17900 16384, 2023 17878 16384, 2023 17855 16384, 2023 17799 16384, 2045 17765 16384, 2068 17731 16384, 2101 17709 16384, 2135 17698 16384, 2158 17686 16384, 2191 17686 16384, 2225 17686 16384, 2236 17686 16384, 2259 17709 16384, 2270 17720 16384, 2270 17754 16384, 2259 17765 16384, 2236 17788 16384, 2214 17810 16384, 2180 17822 16384, 2135 17844 16384, 2090 17855 16384, 2045 17855 16384, 2011 17844 16384, 2000 17833 16384, 2000 17810 16384, 2000 17788 16384, 2023 17765 16384, 2034 17754 16384, 2056 17731 16384, 2101 17720 16384, 2135 17709 16384, 2158 17709 16384, 2191 17709 16384, 2214 17709 16384, 2236 17743 16384, 2248 17777 16384, 2248 17799 16384, 2248 17822 16384, 2236 17844 16384, 2214 17867 16384, 2203 17878 16384, 2191 17878 16384, 2180 17878 16384, 2169 17867 16384, 2169 17855 16384, 2169 17833 16384, 2169 17822 16384, 2169 17810 16384, 2180 17788 16384, 2191 17777 16384, 2203 17765 16384, 2214 17765 16384, 2214 17777 16384, 2203 17799 16384, 2203 17810 16384, 2191 17810 16384, 2180 17822 16384, 2169 17833 16384, 2158 17833 16384, 2146 17833 16384, 2146 17822 16384, 2158 17799 16384, 2180 17777 16384, 2191 17765 16384, 2203 17754 16384, 2191 17777 16384, 2158 17799 16384, 2124 17822 16384, 2090 17833 16384, 2056 17855 16384, 2045 17855 16384, 2056 17844 16384, 2090 17822 16384, 2101 17810 16384, 2135 17788 16384, 2158 17765 16384, 2203 17731 16384, 2214 17709 16384, 2214 17698 16384, 2203 17698 16384, 2180 17720 16384, 2158 17743 16384, 2135 17765 16384, 2124 17788 16384, 2113 17799 16384</inkml:trace>
  <inkml:trace contextRef="#ctx0" brushRef="#br0">2743 17349 16384, 2753 17349 16384, 2753 17353 16384, 2766 17358 16384, 2785 17376 16384, 2812 17399 16384, 2844 17431 16384, 2881 17477 16384, 2917 17527 16384, 2963 17586 16384, 3013 17660 16384, 3059 17724 16384, 3105 17788 16384, 3146 17852 16384, 3178 17911 16384, 3219 17975 16384, 3255 18034 16384, 3287 18085 16384, 3319 18135 16384, 3347 18172 16384, 3370 18204 16384, 3393 18227 16384, 3411 18240 16384, 3429 18245 16384, 3434 18249 16384</inkml:trace>
  <inkml:trace contextRef="#ctx0" brushRef="#br0">3475 17353 16384, 3461 17362 16384, 3457 17367 16384, 3447 17376 16384, 3434 17390 16384, 3415 17413 16384, 3388 17440 16384, 3356 17481 16384, 3310 17532 16384, 3260 17591 16384, 3196 17673 16384, 3123 17765 16384, 3054 17856 16384, 2981 17957 16384, 2926 18044 16384, 2876 18112 16384, 2849 18158 16384, 2835 18190 16384, 2821 18217 16384, 2812 18231 16384, 2807 18236 16384</inkml:trace>
  <inkml:trace contextRef="#ctx0" brushRef="#br0">3091 17440 16384, 3082 17449 16384, 3082 17454 16384, 3082 17458 16384, 3077 17458 16384, 3073 17458 16384, 3068 17454 16384, 3063 17449 16384, 3063 17445 16384, 3063 17436 16384, 3063 17426 16384, 3068 17417 16384, 3077 17413 16384, 3086 17404 16384, 3095 17404 16384, 3105 17404 16384, 3114 17404 16384, 3123 17413 16384, 3123 17426 16384, 3123 17436 16384, 3114 17449 16384, 3100 17458 16384, 3086 17468 16384, 3073 17477 16384, 3059 17477 16384, 3045 17477 16384, 3041 17477 16384, 3041 17468 16384, 3041 17458 16384, 3041 17445 16384, 3050 17431 16384, 3054 17417 16384, 3063 17408 16384, 3077 17404 16384, 3086 17399 16384, 3095 17399 16384, 3109 17404 16384, 3114 17417 16384, 3118 17431 16384, 3114 17445 16384, 3109 17458 16384, 3095 17472 16384, 3086 17481 16384, 3073 17490 16384, 3063 17490 16384, 3059 17490 16384, 3054 17490 16384, 3050 17481 16384, 3050 17468 16384, 3050 17458 16384, 3050 17449 16384, 3054 17436 16384, 3059 17426 16384, 3063 17426 16384, 3068 17417 16384, 3073 17417 16384, 3082 17417 16384, 3086 17422 16384, 3086 17426 16384, 3095 17431 16384, 3105 17445 16384, 3105 17454 16384, 3105 17458 16384, 3105 17468 16384, 3100 17472 16384, 3091 17477 16384, 3086 17477 16384, 3077 17477 16384, 3073 17477 16384, 3073 17472 16384, 3073 17468 16384, 3073 17463 16384, 3073 17458 16384, 3077 17454 16384, 3086 17445 16384, 3091 17445 16384, 3100 17440 16384, 3105 17440 16384, 3109 17445 16384, 3114 17445 16384, 3114 17449 16384, 3114 17454 16384, 3109 17454 16384, 3105 17458 16384, 3095 17458 16384, 3091 17458 16384, 3086 17458 16384, 3082 17458 16384</inkml:trace>
  <inkml:trace contextRef="#ctx0" brushRef="#br0">2780 17783 16384, 2780 17778 16384, 2775 17760 16384, 2785 17756 16384, 2794 17751 16384, 2798 17751 16384, 2807 17751 16384, 2807 17756 16384, 2807 17760 16384, 2803 17769 16384, 2794 17778 16384, 2780 17792 16384, 2766 17806 16384, 2753 17815 16384, 2739 17829 16384, 2730 17833 16384, 2721 17833 16384, 2721 17824 16384, 2730 17815 16384, 2743 17797 16384, 2757 17783 16384, 2771 17769 16384, 2785 17756 16384, 2794 17746 16384, 2807 17746 16384, 2817 17742 16384, 2817 17746 16384, 2817 17756 16384, 2812 17765 16384, 2798 17774 16384, 2789 17783 16384, 2775 17788 16384, 2771 17792 16384, 2762 17792 16384, 2753 17792 16384, 2748 17792 16384, 2748 17788 16384, 2743 17778 16384, 2743 17769 16384, 2748 17765 16384, 2753 17760 16384, 2757 17756 16384, 2762 17751 16384, 2771 17751 16384, 2775 17751 16384, 2785 17756 16384, 2789 17765 16384, 2794 17774 16384, 2794 17783 16384, 2794 17792 16384, 2789 17801 16384, 2785 17810 16384, 2775 17815 16384, 2766 17815 16384, 2762 17815 16384, 2757 17815 16384, 2753 17810 16384, 2743 17801 16384, 2743 17792 16384, 2739 17783 16384, 2739 17778 16384, 2743 17769 16384, 2748 17760 16384, 2753 17756 16384, 2762 17751 16384, 2771 17746 16384, 2780 17746 16384, 2789 17751 16384, 2794 17751 16384, 2807 17760 16384, 2812 17765 16384, 2812 17774 16384, 2812 17778 16384, 2803 17783 16384, 2794 17788 16384, 2780 17792 16384, 2771 17797 16384, 2762 17797 16384, 2748 17797 16384, 2739 17792 16384, 2734 17788 16384, 2734 17778 16384, 2734 17774 16384, 2739 17765 16384, 2743 17751 16384, 2762 17737 16384, 2766 17733 16384, 2785 17728 16384, 2794 17728 16384, 2807 17737 16384, 2817 17751 16384, 2826 17765 16384, 2826 17774 16384, 2826 17797 16384, 2821 17806 16384, 2817 17815 16384, 2807 17824 16384, 2794 17829 16384, 2785 17829 16384, 2771 17833 16384, 2762 17829 16384, 2753 17824 16384, 2743 17820 16384, 2739 17810 16384, 2734 17806 16384, 2734 17797 16384, 2734 17792 16384, 2743 17792 16384</inkml:trace>
  <inkml:trace contextRef="#ctx0" brushRef="#br0">3187 18098 16384, 3182 18098 16384, 3169 18112 16384, 3164 18117 16384, 3159 18121 16384, 3155 18121 16384, 3146 18126 16384, 3141 18126 16384, 3132 18126 16384, 3127 18121 16384, 3123 18117 16384, 3118 18108 16384, 3123 18094 16384, 3127 18085 16384, 3137 18071 16384, 3146 18066 16384, 3150 18062 16384, 3159 18062 16384, 3164 18062 16384, 3169 18071 16384, 3169 18076 16384, 3169 18089 16384, 3164 18098 16384, 3155 18108 16384, 3150 18121 16384, 3137 18126 16384, 3123 18130 16384, 3109 18130 16384, 3100 18130 16384, 3091 18121 16384, 3086 18108 16384, 3086 18094 16384, 3086 18080 16384, 3095 18071 16384, 3105 18062 16384, 3114 18053 16384, 3127 18053 16384, 3137 18053 16384, 3146 18053 16384, 3155 18053 16384, 3159 18062 16384, 3164 18066 16384, 3164 18076 16384, 3164 18085 16384, 3159 18094 16384, 3150 18103 16384, 3137 18108 16384, 3123 18117 16384, 3109 18121 16384, 3100 18121 16384, 3091 18117 16384, 3082 18108 16384, 3082 18098 16384, 3077 18089 16384, 3077 18076 16384, 3082 18066 16384, 3091 18057 16384, 3095 18048 16384, 3109 18044 16384, 3118 18044 16384, 3132 18044 16384, 3141 18044 16384, 3155 18048 16384, 3159 18057 16384, 3169 18071 16384, 3173 18080 16384, 3173 18094 16384, 3169 18103 16384, 3164 18112 16384, 3150 18121 16384, 3137 18130 16384, 3127 18130 16384, 3114 18130 16384, 3105 18126 16384, 3095 18117 16384, 3095 18108 16384, 3091 18094 16384, 3095 18080 16384, 3100 18066 16384, 3109 18053 16384, 3123 18048 16384, 3132 18044 16384, 3141 18044 16384, 3150 18048 16384, 3155 18053 16384, 3159 18062 16384, 3164 18071 16384, 3164 18076 16384, 3159 18085 16384, 3155 18089 16384, 3150 18094 16384, 3146 18098 16384, 3137 18098 16384, 3132 18098 16384, 3127 18098 16384, 3127 18094 16384, 3127 18089 16384, 3132 18080 16384, 3137 18076 16384, 3141 18071 16384, 3146 18066 16384, 3150 18066 16384, 3155 18066 16384, 3155 18071 16384, 3155 18076 16384, 3155 18080 16384, 3150 18085 16384, 3146 18089 16384, 3146 18085 16384</inkml:trace>
  <inkml:trace contextRef="#ctx0" brushRef="#br0">3411 17806 16384, 3383 17810 16384, 3379 17815 16384, 3370 17815 16384, 3370 17810 16384, 3370 17806 16384, 3374 17806 16384, 3379 17797 16384, 3383 17792 16384, 3397 17788 16384, 3406 17788 16384, 3415 17783 16384, 3425 17783 16384, 3429 17788 16384, 3434 17792 16384, 3434 17801 16384, 3429 17815 16384, 3420 17824 16384, 3406 17833 16384, 3393 17842 16384, 3379 17847 16384, 3365 17847 16384, 3356 17847 16384, 3351 17842 16384, 3351 17833 16384, 3351 17824 16384, 3356 17815 16384, 3365 17806 16384, 3374 17797 16384, 3383 17792 16384, 3393 17788 16384, 3402 17783 16384, 3411 17783 16384, 3420 17788 16384, 3425 17797 16384, 3429 17810 16384, 3429 17820 16384, 3425 17833 16384, 3415 17842 16384, 3406 17852 16384, 3393 17861 16384, 3379 17865 16384, 3370 17865 16384, 3361 17865 16384, 3356 17861 16384, 3351 17852 16384, 3347 17842 16384, 3342 17833 16384, 3342 17824 16384, 3342 17810 16384, 3347 17797 16384, 3356 17783 16384, 3365 17769 16384, 3374 17760 16384, 3383 17756 16384, 3397 17751 16384, 3411 17751 16384, 3425 17756 16384, 3434 17765 16384, 3434 17778 16384, 3438 17788 16384, 3434 17801 16384, 3425 17820 16384, 3411 17833 16384, 3393 17852 16384, 3374 17861 16384, 3361 17865 16384, 3351 17870 16384, 3347 17865 16384, 3347 17856 16384, 3342 17847 16384, 3342 17838 16384, 3342 17829 16384, 3347 17815 16384, 3351 17801 16384, 3361 17788 16384, 3365 17778 16384, 3379 17769 16384, 3388 17765 16384, 3397 17765 16384, 3406 17769 16384, 3420 17778 16384, 3425 17788 16384, 3429 17797 16384, 3429 17810 16384, 3429 17820 16384, 3425 17829 16384, 3415 17838 16384, 3406 17842 16384, 3393 17847 16384, 3383 17852 16384, 3374 17852 16384, 3365 17852 16384, 3361 17847 16384, 3361 17842 16384, 3361 17833 16384, 3365 17824 16384, 3370 17815 16384, 3374 17810 16384, 3379 17801 16384, 3383 17797 16384, 3388 17797 16384, 3388 17801 16384, 3388 17806 16384, 3383 17815 16384, 3379 17820 16384, 3379 17824 16384, 3374 17829 16384, 3383 17820 16384, 3393 17810 16384, 3406 17801 16384, 3415 17792 16384, 3425 17788 16384, 3429 17783 16384, 3434 17783 16384, 3429 17788 16384, 3420 17797 16384, 3415 17801 16384, 3411 17806 16384</inkml:trace>
  <inkml:trace contextRef="#ctx0" brushRef="#br0">4249 17464 16384, 4239 17435 16384, 4249 17426 16384, 4268 17407 16384, 4287 17392 16384, 4311 17373 16384, 4335 17354 16384, 4350 17349 16384, 4359 17354 16384, 4364 17363 16384, 4364 17382 16384, 4364 17407 16384, 4364 17450 16384, 4359 17493 16384, 4359 17541 16384, 4359 17594 16384, 4364 17628 16384, 4383 17647 16384, 4408 17657 16384, 4441 17657 16384, 4480 17647 16384, 4514 17633 16384, 4547 17609 16384, 4576 17580 16384, 4605 17537 16384, 4624 17503 16384, 4644 17469 16384, 4653 17431 16384, 4658 17402 16384, 4658 17382 16384, 4658 17368 16384, 4653 17373 16384, 4648 17387 16384, 4644 17411 16384, 4634 17450 16384, 4629 17503 16384, 4619 17561 16384, 4615 17633 16384, 4605 17724 16384, 4595 17826 16384, 4581 17927 16384, 4567 18018 16384, 4547 18095 16384, 4523 18148 16384, 4504 18192 16384, 4485 18220 16384, 4465 18240 16384, 4432 18249 16384, 4393 18249 16384, 4364 18245 16384, 4335 18235 16384, 4306 18216 16384, 4287 18182 16384, 4273 18139 16384, 4273 18100 16384, 4278 18066 16384, 4297 18037 16384, 4331 18018 16384, 4374 17999 16384, 4427 17975 16384, 4480 17956 16384, 4552 17941 16384, 4615 17931 16384, 4677 17931 16384, 4725 17931 16384, 4769 17931 16384, 4798 17931 16384, 4817 17931 16384, 4831 17931 16384, 4836 17936 16384</inkml:trace>
  <inkml:trace contextRef="#ctx0" brushRef="#br0">5469 17691 16384, 5465 17691 16384, 5465 17694 16384, 5472 17697 16384, 5482 17697 16384, 5501 17701 16384, 5534 17701 16384, 5600 17697 16384, 5649 17691 16384, 5701 17688 16384, 5754 17684 16384, 5823 17684 16384, 5859 17691 16384, 5888 17697 16384, 5905 17704 16384</inkml:trace>
  <inkml:trace contextRef="#ctx0" brushRef="#br0">5478 17914 16384, 5475 17914 16384, 5478 17914 16384, 5485 17914 16384, 5508 17914 16384, 5574 17914 16384, 5596 17911 16384, 5646 17907 16384, 5669 17907 16384, 5721 17904 16384, 5770 17901 16384, 5820 17897 16384, 5865 17894 16384, 5898 17894 16384, 5925 17891 16384, 5948 17891 16384, 5961 17891 16384</inkml:trace>
  <inkml:trace contextRef="#ctx0" brushRef="#br0">6444 17796 16384, 6442 17796 16384, 6440 17798 16384, 6438 17798 16384, 6440 17800 16384, 6449 17804 16384, 6461 17806 16384, 6478 17809 16384, 6502 17809 16384, 6531 17804 16384, 6565 17800 16384, 6606 17794 16384, 6644 17789 16384, 6682 17789 16384, 6720 17789 16384, 6750 17789 16384, 6778 17792 16384, 6803 17794 16384, 6825 17796 16384, 6844 17798 16384, 6861 17798 16384, 6880 17796 16384, 6888 17794 16384</inkml:trace>
  <inkml:trace contextRef="#ctx0" brushRef="#br0">7409 17349 16384, 7404 17350 16384, 7407 17395 16384, 7406 17537 16384, 7379 17759 16384, 7351 17966 16384, 7329 18111 16384, 7322 18208 16384, 7339 18249 16384</inkml:trace>
  <inkml:trace contextRef="#ctx0" brushRef="#br0">8064 17622 16384, 8055 17610 16384, 8036 17583 16384, 8020 17538 16384, 8024 17470 16384, 8060 17410 16384, 8121 17363 16384, 8199 17349 16384, 8274 17387 16384, 8330 17491 16384, 8352 17665 16384, 8337 17853 16384, 8292 17973 16384, 8217 18070 16384, 8175 18115 16384, 8137 18150 16384, 8081 18194 16384, 8057 18202 16384, 8076 18197 16384, 8135 18195 16384, 8222 18204 16384, 8326 18223 16384, 8422 18241 16384, 8495 18249 16384, 8551 18246 16384, 8566 18242 16384</inkml:trace>
  <inkml:trace contextRef="#ctx0" brushRef="#br0">8863 17589 16384, 8853 17562 16384, 8853 17551 16384, 8869 17534 16384, 8891 17512 16384, 8923 17491 16384, 8967 17469 16384, 9011 17452 16384, 9060 17447 16384, 9142 17458 16384, 9164 17469 16384, 9213 17502 16384, 9251 17556 16384, 9273 17622 16384, 9284 17704 16384, 9284 17780 16384, 9273 17851 16384, 9246 17922 16384, 9218 17982 16384, 9180 18042 16384, 9136 18097 16384, 9093 18146 16384, 9049 18184 16384, 9005 18217 16384, 8945 18244 16384, 8907 18249 16384, 8896 18249 16384</inkml:trace>
  <inkml:trace contextRef="#ctx0" brushRef="#br0">9589 17354 16384, 9578 17349 16384, 9540 17360 16384, 9524 17371 16384, 9491 17398 16384, 9453 17431 16384, 9409 17474 16384, 9366 17523 16384, 9333 17583 16384, 9295 17665 16384, 9273 17747 16384, 9256 17845 16384, 9251 17938 16384, 9262 18015 16384, 9284 18086 16384, 9327 18140 16384, 9371 18173 16384, 9420 18195 16384, 9475 18206 16384, 9524 18206 16384, 9551 18206 16384</inkml:trace>
  <inkml:trace contextRef="#ctx0" brushRef="#br0">10155 17791 16384, 10149 17791 16384, 10152 17791 16384, 10157 17791 16384, 10165 17789 16384, 10175 17789 16384, 10186 17787 16384, 10201 17787 16384, 10219 17786 16384, 10241 17784 16384, 10268 17784 16384, 10293 17782 16384, 10322 17782 16384, 10352 17781 16384, 10379 17781 16384, 10407 17782 16384, 10439 17784 16384, 10468 17787 16384, 10498 17789 16384, 10528 17791 16384, 10553 17792 16384, 10578 17792 16384, 10599 17792 16384, 10614 17792 16384, 10624 17794 16384, 10632 17794 16384, 10639 17794 16384, 10642 17794 16384, 10644 17791 16384</inkml:trace>
  <inkml:trace contextRef="#ctx0" brushRef="#br0">10406 17584 16384, 10406 17586 16384, 10404 17587 16384, 10404 17591 16384, 10404 17598 16384, 10404 17608 16384, 10406 17621 16384, 10407 17640 16384, 10409 17661 16384, 10409 17688 16384, 10411 17718 16384, 10409 17752 16384, 10407 17784 16384, 10404 17818 16384, 10400 17853 16384, 10399 17883 16384, 10399 17912 16384, 10399 17938 16384, 10399 17959 16384, 10399 17977 16384, 10400 17992 16384, 10402 18004 16384, 10404 18011 16384, 10406 18014 16384</inkml:trace>
  <inkml:trace contextRef="#ctx0" brushRef="#br0">11342 17622 16384, 11333 17610 16384, 11314 17583 16384, 11299 17538 16384, 11302 17470 16384, 11339 17410 16384, 11399 17363 16384, 11478 17349 16384, 11552 17387 16384, 11608 17491 16384, 11631 17665 16384, 11615 17853 16384, 11570 17973 16384, 11495 18070 16384, 11453 18115 16384, 11415 18150 16384, 11359 18194 16384, 11335 18202 16384, 11354 18197 16384, 11413 18195 16384, 11500 18204 16384, 11605 18223 16384, 11700 18241 16384, 11773 18249 16384, 11829 18246 16384, 11845 18242 16384</inkml:trace>
  <inkml:trace contextRef="#ctx0" brushRef="#br0">12462 17373 16384, 12453 17355 16384, 12438 17355 16384, 12412 17386 16384, 12368 17460 16384, 12317 17590 16384, 12285 17767 16384, 12276 17980 16384, 12304 18116 16384, 12366 18201 16384, 12449 18245 16384, 12528 18249 16384, 12607 18199 16384, 12672 18096 16384, 12712 17943 16384, 12723 17774 16384, 12694 17656 16384, 12637 17570 16384, 12567 17498 16384, 12493 17412 16384, 12442 17353 16384, 12423 17349 16384, 12420 17382 16384</inkml:trace>
  <inkml:trace contextRef="#ctx0" brushRef="#br0">13494 17446 16384, 13488 17443 16384, 13479 17468 16384, 13462 17552 16384, 13438 17715 16384, 13427 17915 16384, 13441 18060 16384, 13476 18130 16384, 13519 18155 16384</inkml:trace>
  <inkml:trace contextRef="#ctx0" brushRef="#br0">13696 17622 16384, 13773 17623 16384, 13886 17623 16384, 13995 17620 16384, 14094 17614 16384, 14160 17614 16384, 14184 17620 16384</inkml:trace>
  <inkml:trace contextRef="#ctx0" brushRef="#br0">13946 17460 16384, 13972 17520 16384, 14010 17639 16384, 14022 17794 16384, 14009 17947 16384, 13975 18059 16384, 13944 18115 16384, 13917 18123 16384, 13882 18107 16384, 13841 18063 16384, 13809 18005 16384, 13799 17959 16384, 13821 17932 16384, 13879 17910 16384, 13966 17895 16384, 14073 17909 16384, 14161 17950 16384, 14233 17999 16384, 14282 18031 16384, 14311 18043 16384, 14325 18049 16384, 14328 18049 16384</inkml:trace>
  <inkml:trace contextRef="#ctx0" brushRef="#br0">14945 17498 16384, 14942 17498 16384, 14945 17496 16384, 14990 17489 16384, 15091 17471 16384, 15216 17441 16384, 15324 17414 16384, 15421 17396 16384, 15491 17385 16384, 15527 17379 16384</inkml:trace>
  <inkml:trace contextRef="#ctx0" brushRef="#br0">14940 17765 16384, 14962 17759 16384, 15053 17743 16384, 15183 17700 16384, 15320 17648 16384, 15448 17615 16384, 15538 17603 16384, 15579 17597 16384, 15587 17597 16384</inkml:trace>
  <inkml:trace contextRef="#ctx0" brushRef="#br0">15140 17349 16384, 15176 17369 16384, 15261 17437 16384, 15327 17525 16384, 15378 17619 16384, 15407 17709 16384, 15417 17779 16384, 15419 17835 16384, 15405 17871 16384, 15380 17893 16384, 15340 17896 16384</inkml:trace>
  <inkml:trace contextRef="#ctx0" brushRef="#br0">15034 18049 16384, 15025 18060 16384, 15037 18103 16384, 15111 18161 16384, 15203 18203 16384, 15295 18233 16384, 15376 18248 16384, 15446 18249 16384, 15513 18246 16384</inkml:trace>
  <inkml:trace contextRef="#ctx0" brushRef="#br0">15927 17941 16384, 15927 17938 16384, 15930 17930 16384, 15933 17930 16384, 15949 17925 16384, 15971 17922 16384, 15995 17916 16384, 16019 17911 16384, 16044 17908 16384, 16065 17906 16384, 16090 17900 16384, 16114 17895 16384, 16130 17892 16384, 16147 17887 16384, 16158 17887 16384, 16163 17884 16384</inkml:trace>
  <inkml:trace contextRef="#ctx0" brushRef="#br0">15895 17754 16384, 15898 17759 16384, 15903 17773 16384, 15914 17792 16384, 15922 17819 16384, 15930 17854 16384, 15933 17895 16384, 15936 17941 16384, 15936 17987 16384, 15933 18033 16384, 15930 18076 16384, 15922 18114 16384, 15911 18146 16384, 15900 18174 16384, 15887 18195 16384, 15876 18211 16384, 15865 18228 16384, 15846 18241 16384, 15827 18247 16384, 15808 18249 16384, 15795 18247 16384, 15776 18236 16384, 15762 18220 16384, 15754 18198 16384, 15749 18179 16384, 15749 18160 16384, 15754 18146 16384, 15765 18136 16384, 15781 18128 16384, 15803 18122 16384, 15827 18117 16384, 15857 18114 16384, 15890 18114 16384, 15927 18114 16384, 15965 18117 16384, 15998 18122 16384, 16025 18128 16384, 16055 18136 16384, 16074 18144 16384, 16093 18155 16384, 16109 18163 16384, 16117 18168 16384, 16122 18174 16384, 16125 18176 16384, 16125 18179 16384</inkml:trace>
  <inkml:trace contextRef="#ctx0" brushRef="#br0">16761 17349 16384, 16749 17349 16384, 16733 17364 16384, 16678 17437 16384, 16582 17543 16384, 16494 17635 16384, 16428 17707 16384, 16384 17755 16384, 16349 17795 16384, 16328 17817 16384, 16325 17822 16384, 16332 17833 16384, 16359 17857 16384, 16413 17896 16384, 16494 17953 16384, 16599 18034 16384, 16706 18113 16384, 16785 18170 16384, 16843 18213 16384, 16876 18239 16384, 16890 18249 16384</inkml:trace>
  <inkml:trace contextRef="#ctx0" brushRef="#br0">17054 17533 16384, 17052 17527 16384, 17075 17527 16384, 17165 17533 16384, 17304 17535 16384, 17460 17525 16384, 17607 17514 16384, 17722 17506 16384, 17788 17500 16384</inkml:trace>
  <inkml:trace contextRef="#ctx0" brushRef="#br0">17456 17349 16384, 17444 17351 16384, 17423 17362 16384, 17421 17422 16384, 17384 17551 16384, 17324 17688 16384, 17287 17778 16384, 17281 17830 16384, 17289 17846 16384, 17308 17848 16384, 17351 17838 16384, 17419 17815 16384, 17510 17799 16384, 17607 17817 16384, 17691 17863 16384, 17755 17933 16384, 17797 18020 16384, 17805 18110 16384, 17776 18170 16384, 17718 18222 16384, 17640 18249 16384, 17551 18249 16384, 17500 18236 16384</inkml:trace>
  <inkml:trace contextRef="#ctx0" brushRef="#br0">18882 17409 16384, 18889 17423 16384, 18906 17528 16384, 18894 17718 16384, 18834 17888 16384, 18741 18046 16384, 18652 18139 16384, 18585 18156 16384, 18521 18127 16384, 18461 18034 16384, 18418 17866 16384, 18444 17643 16384, 18568 17488 16384, 18722 17409 16384, 18911 17349 16384, 19107 17356 16384, 19254 17480 16384, 19311 17730 16384, 19309 18012 16384, 19297 18158 16384, 19282 18233 16384, 19275 18249 16384</inkml:trace>
  <inkml:trace contextRef="#ctx0" brushRef="#br0">20118 17349 16384, 20146 17361 16384, 20218 17382 16384, 20290 17399 16384, 20340 17420 16384, 20362 17444 16384</inkml:trace>
  <inkml:trace contextRef="#ctx0" brushRef="#br0">19934 17784 16384, 19923 17784 16384, 19932 17777 16384, 19988 17743 16384, 20083 17684 16384, 20191 17628 16384, 20297 17600 16384, 20392 17604 16384, 20465 17651 16384, 20507 17743 16384, 20513 17885 16384, 20489 18005 16384, 20434 18100 16384, 20368 18183 16384, 20316 18235 16384, 20293 18249 16384</inkml:trace>
  <inkml:trace contextRef="#ctx0" brushRef="#br0">20857 17349 16384, 20861 17359 16384, 20895 17389 16384, 20948 17427 16384, 20985 17459 16384, 21001 17483 16384</inkml:trace>
  <inkml:trace contextRef="#ctx0" brushRef="#br0">20686 17735 16384, 20679 17735 16384, 20676 17735 16384, 20721 17723 16384, 20798 17692 16384, 20888 17657 16384, 20963 17630 16384, 21013 17623 16384, 21029 17633 16384, 21018 17673 16384, 20975 17753 16384, 20900 17875 16384, 20817 18011 16384, 20745 18142 16384, 20704 18218 16384, 20695 18245 16384, 20693 18249 16384, 20704 18241 16384, 20733 18201 16384, 20776 18133 16384, 20835 18043 16384, 20914 17966 16384, 20975 17941 16384, 21009 17935 16384, 21021 17946 16384, 21023 17987 16384, 21018 18059 16384, 21016 18133 16384, 21035 18187 16384, 21071 18218 16384, 21115 18236 16384, 21172 18238 16384, 21236 18217 16384</inkml:trace>
  <inkml:trace contextRef="#ctx0" brushRef="#br0">21422 17576 16384, 21401 17579 16384, 21398 17582 16384, 21398 17586 16384, 21405 17589 16384, 21418 17589 16384, 21449 17593 16384, 21480 17593 16384, 21498 17593 16384, 21546 17586 16384, 21597 17582 16384, 21659 17576 16384, 21731 17569 16384, 21793 17569 16384, 21862 17569 16384, 21927 17569 16384, 21989 17569 16384, 22037 17569 16384, 22078 17569 16384, 22099 17569 16384, 22116 17569 16384, 22123 17569 16384, 22116 17569 16384, 22099 17576 16384, 22078 17582 16384, 22048 17593 16384, 22010 17603 16384, 21975 17617 16384, 21934 17634 16384, 21893 17658 16384, 21852 17686 16384, 21810 17720 16384, 21776 17761 16384, 21755 17802 16384, 21731 17844 16384, 21714 17888 16384, 21707 17930 16384, 21704 17971 16384, 21707 18012 16384, 21718 18043 16384, 21738 18077 16384, 21766 18102 16384, 21793 18122 16384, 21828 18143 16384, 21862 18160 16384, 21896 18167 16384, 21931 18170 16384, 21968 18170 16384, 22006 18160 16384, 22048 18150 16384, 22085 18132 16384</inkml:trace>
  <inkml:trace contextRef="#ctx0" brushRef="#br0">22178 17435 16384, 22178 17438 16384, 22171 17448 16384, 22171 17459 16384, 22175 17479 16384, 22182 17500 16384, 22188 17524 16384, 22195 17565 16384, 22195 17589 16384, 22199 17600 16384, 22199 17607 16384, 22202 17620 16384, 22213 17627 16384, 22216 17631 16384</inkml:trace>
  <inkml:trace contextRef="#ctx0" brushRef="#br0">22250 17428 16384, 22250 17431 16384, 22250 17438 16384, 22257 17459 16384, 22261 17486 16384, 22264 17517 16384, 22268 17552 16384, 22271 17565 16384, 22271 17579 16384, 22278 17596 16384, 22288 17610 16384, 22295 17617 16384, 22298 17620 16384</inkml:trace>
  <inkml:trace contextRef="#ctx0" brushRef="#br0">22925 17409 16384, 22932 17423 16384, 22949 17528 16384, 22937 17718 16384, 22877 17888 16384, 22784 18046 16384, 22695 18139 16384, 22628 18156 16384, 22564 18127 16384, 22504 18034 16384, 22461 17866 16384, 22487 17643 16384, 22612 17488 16384, 22765 17409 16384, 22954 17349 16384, 23150 17356 16384, 23297 17480 16384, 23354 17730 16384, 23352 18012 16384, 23340 18158 16384, 23325 18233 16384, 23318 18249 16384</inkml:trace>
  <inkml:trace contextRef="#ctx0" brushRef="#br0">23979 17636 16384, 23970 17636 16384, 23966 17636 16384, 23982 17636 16384, 24034 17633 16384, 24140 17616 16384, 24286 17598 16384, 24447 17581 16384, 24607 17564 16384, 24741 17551 16384, 24823 17551 16384, 24851 17549 16384</inkml:trace>
  <inkml:trace contextRef="#ctx0" brushRef="#br0">24576 17398 16384, 24588 17425 16384, 24629 17516 16384, 24645 17634 16384, 24634 17757 16384, 24614 17849 16384, 24595 17899 16384, 24579 17916 16384, 24563 17915 16384, 24547 17902 16384</inkml:trace>
  <inkml:trace contextRef="#ctx0" brushRef="#br0">24278 17417 16384, 24277 17420 16384, 24280 17469 16384, 24274 17597 16384, 24251 17757 16384, 24240 17923 16384, 24256 18034 16384, 24297 18107 16384, 24354 18165 16384, 24422 18193 16384, 24500 18200 16384, 24590 18193 16384, 24670 18184 16384, 24743 18182 16384, 24799 18173 16384, 24847 18164 16384, 24867 18159 16384</inkml:trace>
  <inkml:trace contextRef="#ctx0" brushRef="#br0">25045 17944 16384, 25029 17932 16384, 25033 17924 16384, 25049 17913 16384, 25072 17897 16384, 25099 17882 16384, 25138 17862 16384, 25176 17839 16384, 25223 17820 16384, 25265 17808 16384, 25316 17797 16384, 25358 17793 16384, 25405 17797 16384, 25447 17808 16384, 25478 17828 16384, 25501 17855 16384, 25517 17886 16384, 25525 17920 16384, 25521 17963 16384, 25509 18006 16384, 25490 18044 16384, 25470 18083 16384, 25447 18126 16384, 25420 18153 16384, 25397 18184 16384, 25370 18211 16384</inkml:trace>
  <inkml:trace contextRef="#ctx0" brushRef="#br0">25699 17636 16384, 25690 17636 16384, 25687 17636 16384, 25702 17636 16384, 25754 17633 16384, 25860 17616 16384, 26006 17598 16384, 26167 17581 16384, 26328 17564 16384, 26461 17551 16384, 26543 17551 16384, 26572 17549 16384</inkml:trace>
  <inkml:trace contextRef="#ctx0" brushRef="#br0">26296 17398 16384, 26309 17425 16384, 26350 17516 16384, 26365 17634 16384, 26354 17757 16384, 26334 17849 16384, 26315 17899 16384, 26299 17916 16384, 26283 17915 16384, 26268 17902 16384</inkml:trace>
  <inkml:trace contextRef="#ctx0" brushRef="#br0">25998 17417 16384, 25997 17420 16384, 26000 17469 16384, 25994 17597 16384, 25972 17757 16384, 25961 17923 16384, 25976 18034 16384, 26017 18107 16384, 26074 18165 16384, 26142 18193 16384, 26220 18200 16384, 26310 18193 16384, 26391 18184 16384, 26463 18182 16384, 26520 18173 16384, 26567 18164 16384, 26587 18159 16384</inkml:trace>
  <inkml:trace contextRef="#ctx0" brushRef="#br0">27104 17365 16384, 27106 17353 16384, 27106 17349 16384, 27098 17375 16384, 27054 17467 16384, 26954 17667 16384, 26840 17913 16384, 26769 18091 16384, 26749 18185 16384, 26749 18229 16384, 26755 18249 16384, 26769 18239 16384, 26806 18171 16384, 26858 18049 16384, 26930 17897 16384, 27016 17779 16384, 27072 17743 16384, 27106 17733 16384, 27122 17757 16384, 27134 17827 16384, 27148 17941 16384, 27172 18063 16384, 27214 18151 16384, 27268 18195 16384, 27336 18219 16384, 27406 18221 16384, 27444 18213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10" Type="http://schemas.openxmlformats.org/officeDocument/2006/relationships/customXml" Target="../ink/ink6.xml"/><Relationship Id="rId1012" Type="http://schemas.openxmlformats.org/officeDocument/2006/relationships/customXml" Target="../ink/ink7.xml"/><Relationship Id="rId1014" Type="http://schemas.openxmlformats.org/officeDocument/2006/relationships/customXml" Target="../ink/ink8.xml"/><Relationship Id="rId1016" Type="http://schemas.openxmlformats.org/officeDocument/2006/relationships/customXml" Target="../ink/ink9.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 Id="rId1011" Type="http://schemas.openxmlformats.org/officeDocument/2006/relationships/image" Target="../media/image6.png"/><Relationship Id="rId1013" Type="http://schemas.openxmlformats.org/officeDocument/2006/relationships/image" Target="../media/image7.png"/><Relationship Id="rId1015" Type="http://schemas.openxmlformats.org/officeDocument/2006/relationships/image" Target="../media/image8.png"/><Relationship Id="rId1017"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0.xml"/><Relationship Id="rId1002" Type="http://schemas.openxmlformats.org/officeDocument/2006/relationships/customXml" Target="../ink/ink11.xml"/><Relationship Id="rId1004" Type="http://schemas.openxmlformats.org/officeDocument/2006/relationships/customXml" Target="../ink/ink12.xml"/><Relationship Id="rId1006" Type="http://schemas.openxmlformats.org/officeDocument/2006/relationships/customXml" Target="../ink/ink13.xml"/><Relationship Id="rId1008" Type="http://schemas.openxmlformats.org/officeDocument/2006/relationships/customXml" Target="../ink/ink14.xml"/><Relationship Id="rId1010" Type="http://schemas.openxmlformats.org/officeDocument/2006/relationships/customXml" Target="../ink/ink15.xml"/><Relationship Id="rId1001" Type="http://schemas.openxmlformats.org/officeDocument/2006/relationships/image" Target="../media/image10.png"/><Relationship Id="rId1003" Type="http://schemas.openxmlformats.org/officeDocument/2006/relationships/image" Target="../media/image11.png"/><Relationship Id="rId1005" Type="http://schemas.openxmlformats.org/officeDocument/2006/relationships/image" Target="../media/image12.png"/><Relationship Id="rId1007" Type="http://schemas.openxmlformats.org/officeDocument/2006/relationships/image" Target="../media/image13.png"/><Relationship Id="rId1009" Type="http://schemas.openxmlformats.org/officeDocument/2006/relationships/image" Target="../media/image14.png"/><Relationship Id="rId1011"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6.xml"/><Relationship Id="rId1002" Type="http://schemas.openxmlformats.org/officeDocument/2006/relationships/customXml" Target="../ink/ink17.xml"/><Relationship Id="rId1004" Type="http://schemas.openxmlformats.org/officeDocument/2006/relationships/customXml" Target="../ink/ink18.xml"/><Relationship Id="rId1006" Type="http://schemas.openxmlformats.org/officeDocument/2006/relationships/customXml" Target="../ink/ink19.xml"/><Relationship Id="rId1008" Type="http://schemas.openxmlformats.org/officeDocument/2006/relationships/customXml" Target="../ink/ink20.xml"/><Relationship Id="rId1010" Type="http://schemas.openxmlformats.org/officeDocument/2006/relationships/customXml" Target="../ink/ink21.xml"/><Relationship Id="rId1012" Type="http://schemas.openxmlformats.org/officeDocument/2006/relationships/customXml" Target="../ink/ink22.xml"/><Relationship Id="rId1014" Type="http://schemas.openxmlformats.org/officeDocument/2006/relationships/customXml" Target="../ink/ink23.xml"/><Relationship Id="rId1016" Type="http://schemas.openxmlformats.org/officeDocument/2006/relationships/customXml" Target="../ink/ink24.xml"/><Relationship Id="rId1018" Type="http://schemas.openxmlformats.org/officeDocument/2006/relationships/customXml" Target="../ink/ink25.xml"/><Relationship Id="rId1020" Type="http://schemas.openxmlformats.org/officeDocument/2006/relationships/customXml" Target="../ink/ink26.xml"/><Relationship Id="rId1022" Type="http://schemas.openxmlformats.org/officeDocument/2006/relationships/customXml" Target="../ink/ink27.xml"/><Relationship Id="rId1001" Type="http://schemas.openxmlformats.org/officeDocument/2006/relationships/image" Target="../media/image16.png"/><Relationship Id="rId1003" Type="http://schemas.openxmlformats.org/officeDocument/2006/relationships/image" Target="../media/image17.png"/><Relationship Id="rId1005" Type="http://schemas.openxmlformats.org/officeDocument/2006/relationships/image" Target="../media/image18.png"/><Relationship Id="rId1007" Type="http://schemas.openxmlformats.org/officeDocument/2006/relationships/image" Target="../media/image19.png"/><Relationship Id="rId1009" Type="http://schemas.openxmlformats.org/officeDocument/2006/relationships/image" Target="../media/image20.png"/><Relationship Id="rId1011" Type="http://schemas.openxmlformats.org/officeDocument/2006/relationships/image" Target="../media/image21.png"/><Relationship Id="rId1013" Type="http://schemas.openxmlformats.org/officeDocument/2006/relationships/image" Target="../media/image22.png"/><Relationship Id="rId1015" Type="http://schemas.openxmlformats.org/officeDocument/2006/relationships/image" Target="../media/image23.png"/><Relationship Id="rId1017" Type="http://schemas.openxmlformats.org/officeDocument/2006/relationships/image" Target="../media/image24.png"/><Relationship Id="rId1019" Type="http://schemas.openxmlformats.org/officeDocument/2006/relationships/image" Target="../media/image25.png"/><Relationship Id="rId1021" Type="http://schemas.openxmlformats.org/officeDocument/2006/relationships/image" Target="../media/image26.png"/><Relationship Id="rId1023" Type="http://schemas.openxmlformats.org/officeDocument/2006/relationships/image" Target="../media/image2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28.xml"/><Relationship Id="rId1002" Type="http://schemas.openxmlformats.org/officeDocument/2006/relationships/customXml" Target="../ink/ink29.xml"/><Relationship Id="rId1004" Type="http://schemas.openxmlformats.org/officeDocument/2006/relationships/customXml" Target="../ink/ink30.xml"/><Relationship Id="rId1006" Type="http://schemas.openxmlformats.org/officeDocument/2006/relationships/customXml" Target="../ink/ink31.xml"/><Relationship Id="rId1008" Type="http://schemas.openxmlformats.org/officeDocument/2006/relationships/customXml" Target="../ink/ink32.xml"/><Relationship Id="rId1010" Type="http://schemas.openxmlformats.org/officeDocument/2006/relationships/customXml" Target="../ink/ink33.xml"/><Relationship Id="rId1012" Type="http://schemas.openxmlformats.org/officeDocument/2006/relationships/customXml" Target="../ink/ink34.xml"/><Relationship Id="rId1014" Type="http://schemas.openxmlformats.org/officeDocument/2006/relationships/customXml" Target="../ink/ink35.xml"/><Relationship Id="rId1016" Type="http://schemas.openxmlformats.org/officeDocument/2006/relationships/customXml" Target="../ink/ink36.xml"/><Relationship Id="rId1018" Type="http://schemas.openxmlformats.org/officeDocument/2006/relationships/customXml" Target="../ink/ink37.xml"/><Relationship Id="rId1020" Type="http://schemas.openxmlformats.org/officeDocument/2006/relationships/customXml" Target="../ink/ink38.xml"/><Relationship Id="rId1022" Type="http://schemas.openxmlformats.org/officeDocument/2006/relationships/customXml" Target="../ink/ink39.xml"/><Relationship Id="rId1001" Type="http://schemas.openxmlformats.org/officeDocument/2006/relationships/image" Target="../media/image28.png"/><Relationship Id="rId1003" Type="http://schemas.openxmlformats.org/officeDocument/2006/relationships/image" Target="../media/image29.png"/><Relationship Id="rId1005" Type="http://schemas.openxmlformats.org/officeDocument/2006/relationships/image" Target="../media/image30.png"/><Relationship Id="rId1007" Type="http://schemas.openxmlformats.org/officeDocument/2006/relationships/image" Target="../media/image31.png"/><Relationship Id="rId1009" Type="http://schemas.openxmlformats.org/officeDocument/2006/relationships/image" Target="../media/image32.png"/><Relationship Id="rId1011" Type="http://schemas.openxmlformats.org/officeDocument/2006/relationships/image" Target="../media/image33.png"/><Relationship Id="rId1013" Type="http://schemas.openxmlformats.org/officeDocument/2006/relationships/image" Target="../media/image34.png"/><Relationship Id="rId1015" Type="http://schemas.openxmlformats.org/officeDocument/2006/relationships/image" Target="../media/image35.png"/><Relationship Id="rId1017" Type="http://schemas.openxmlformats.org/officeDocument/2006/relationships/image" Target="../media/image36.png"/><Relationship Id="rId1019" Type="http://schemas.openxmlformats.org/officeDocument/2006/relationships/image" Target="../media/image37.png"/><Relationship Id="rId1021" Type="http://schemas.openxmlformats.org/officeDocument/2006/relationships/image" Target="../media/image38.png"/><Relationship Id="rId1023" Type="http://schemas.openxmlformats.org/officeDocument/2006/relationships/image" Target="../media/image3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40.xml"/><Relationship Id="rId1002" Type="http://schemas.openxmlformats.org/officeDocument/2006/relationships/customXml" Target="../ink/ink41.xml"/><Relationship Id="rId1004" Type="http://schemas.openxmlformats.org/officeDocument/2006/relationships/customXml" Target="../ink/ink42.xml"/><Relationship Id="rId1006" Type="http://schemas.openxmlformats.org/officeDocument/2006/relationships/customXml" Target="../ink/ink43.xml"/><Relationship Id="rId1008" Type="http://schemas.openxmlformats.org/officeDocument/2006/relationships/customXml" Target="../ink/ink44.xml"/><Relationship Id="rId1010" Type="http://schemas.openxmlformats.org/officeDocument/2006/relationships/customXml" Target="../ink/ink45.xml"/><Relationship Id="rId1012" Type="http://schemas.openxmlformats.org/officeDocument/2006/relationships/customXml" Target="../ink/ink46.xml"/><Relationship Id="rId1014" Type="http://schemas.openxmlformats.org/officeDocument/2006/relationships/customXml" Target="../ink/ink47.xml"/><Relationship Id="rId1016" Type="http://schemas.openxmlformats.org/officeDocument/2006/relationships/customXml" Target="../ink/ink48.xml"/><Relationship Id="rId1018" Type="http://schemas.openxmlformats.org/officeDocument/2006/relationships/customXml" Target="../ink/ink49.xml"/><Relationship Id="rId1020" Type="http://schemas.openxmlformats.org/officeDocument/2006/relationships/customXml" Target="../ink/ink50.xml"/><Relationship Id="rId1022" Type="http://schemas.openxmlformats.org/officeDocument/2006/relationships/customXml" Target="../ink/ink51.xml"/><Relationship Id="rId1001" Type="http://schemas.openxmlformats.org/officeDocument/2006/relationships/image" Target="../media/image40.png"/><Relationship Id="rId1003" Type="http://schemas.openxmlformats.org/officeDocument/2006/relationships/image" Target="../media/image41.png"/><Relationship Id="rId1005" Type="http://schemas.openxmlformats.org/officeDocument/2006/relationships/image" Target="../media/image42.png"/><Relationship Id="rId1007" Type="http://schemas.openxmlformats.org/officeDocument/2006/relationships/image" Target="../media/image43.png"/><Relationship Id="rId1009" Type="http://schemas.openxmlformats.org/officeDocument/2006/relationships/image" Target="../media/image44.png"/><Relationship Id="rId1011" Type="http://schemas.openxmlformats.org/officeDocument/2006/relationships/image" Target="../media/image45.png"/><Relationship Id="rId1013" Type="http://schemas.openxmlformats.org/officeDocument/2006/relationships/image" Target="../media/image46.png"/><Relationship Id="rId1015" Type="http://schemas.openxmlformats.org/officeDocument/2006/relationships/image" Target="../media/image47.png"/><Relationship Id="rId1017" Type="http://schemas.openxmlformats.org/officeDocument/2006/relationships/image" Target="../media/image48.png"/><Relationship Id="rId1019" Type="http://schemas.openxmlformats.org/officeDocument/2006/relationships/image" Target="../media/image49.png"/><Relationship Id="rId1021" Type="http://schemas.openxmlformats.org/officeDocument/2006/relationships/image" Target="../media/image50.png"/><Relationship Id="rId102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52.xml"/><Relationship Id="rId1002" Type="http://schemas.openxmlformats.org/officeDocument/2006/relationships/customXml" Target="../ink/ink53.xml"/><Relationship Id="rId1004" Type="http://schemas.openxmlformats.org/officeDocument/2006/relationships/customXml" Target="../ink/ink54.xml"/><Relationship Id="rId1006" Type="http://schemas.openxmlformats.org/officeDocument/2006/relationships/customXml" Target="../ink/ink55.xml"/><Relationship Id="rId1008" Type="http://schemas.openxmlformats.org/officeDocument/2006/relationships/customXml" Target="../ink/ink56.xml"/><Relationship Id="rId1010" Type="http://schemas.openxmlformats.org/officeDocument/2006/relationships/customXml" Target="../ink/ink57.xml"/><Relationship Id="rId1012" Type="http://schemas.openxmlformats.org/officeDocument/2006/relationships/customXml" Target="../ink/ink58.xml"/><Relationship Id="rId1014" Type="http://schemas.openxmlformats.org/officeDocument/2006/relationships/customXml" Target="../ink/ink59.xml"/><Relationship Id="rId1016" Type="http://schemas.openxmlformats.org/officeDocument/2006/relationships/customXml" Target="../ink/ink60.xml"/><Relationship Id="rId1018" Type="http://schemas.openxmlformats.org/officeDocument/2006/relationships/customXml" Target="../ink/ink61.xml"/><Relationship Id="rId1020" Type="http://schemas.openxmlformats.org/officeDocument/2006/relationships/customXml" Target="../ink/ink62.xml"/><Relationship Id="rId1001" Type="http://schemas.openxmlformats.org/officeDocument/2006/relationships/image" Target="../media/image52.png"/><Relationship Id="rId1003" Type="http://schemas.openxmlformats.org/officeDocument/2006/relationships/image" Target="../media/image53.png"/><Relationship Id="rId1005" Type="http://schemas.openxmlformats.org/officeDocument/2006/relationships/image" Target="../media/image54.png"/><Relationship Id="rId1007" Type="http://schemas.openxmlformats.org/officeDocument/2006/relationships/image" Target="../media/image55.png"/><Relationship Id="rId1009" Type="http://schemas.openxmlformats.org/officeDocument/2006/relationships/image" Target="../media/image56.png"/><Relationship Id="rId1011" Type="http://schemas.openxmlformats.org/officeDocument/2006/relationships/image" Target="../media/image57.png"/><Relationship Id="rId1013" Type="http://schemas.openxmlformats.org/officeDocument/2006/relationships/image" Target="../media/image58.png"/><Relationship Id="rId1015" Type="http://schemas.openxmlformats.org/officeDocument/2006/relationships/image" Target="../media/image59.png"/><Relationship Id="rId1017" Type="http://schemas.openxmlformats.org/officeDocument/2006/relationships/image" Target="../media/image60.png"/><Relationship Id="rId1019" Type="http://schemas.openxmlformats.org/officeDocument/2006/relationships/image" Target="../media/image61.png"/><Relationship Id="rId1021"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7599460" cy="684000"/>
            <a:chOff x="540000" y="342000"/>
            <a:chExt cx="759946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7599460" cy="684000"/>
              </p14:xfrm>
            </p:contentPart>
          </mc:Choice>
          <mc:Fallback xmlns="">
            <p:pic>
              <p:nvPicPr>
                <p:cNvPr id="1000" name="インク 1"/>
                <p:cNvPicPr/>
                <p:nvPr/>
              </p:nvPicPr>
              <p:blipFill>
                <a:blip r:embed="rId1001"/>
                <a:stretch>
                  <a:fillRect/>
                </a:stretch>
              </p:blipFill>
              <p:spPr>
                <a:xfrm>
                  <a:off x="540000" y="342000"/>
                  <a:ext cx="7599460" cy="684000"/>
                </a:xfrm>
                <a:prstGeom prst="rect">
                  <a:avLst/>
                </a:prstGeom>
              </p:spPr>
            </p:pic>
          </mc:Fallback>
        </mc:AlternateContent>
      </p:grpSp>
      <p:grpSp>
        <p:nvGrpSpPr>
          <p:cNvPr id="101" name="グループ化 101"/>
          <p:cNvGrpSpPr/>
          <p:nvPr/>
        </p:nvGrpSpPr>
        <p:grpSpPr>
          <a:xfrm>
            <a:off x="720000" y="1494000"/>
            <a:ext cx="12864758" cy="396000"/>
            <a:chOff x="720000" y="1494000"/>
            <a:chExt cx="12864758"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12864758" cy="396000"/>
              </p14:xfrm>
            </p:contentPart>
          </mc:Choice>
          <mc:Fallback xmlns="">
            <p:pic>
              <p:nvPicPr>
                <p:cNvPr id="1001" name="インク 2"/>
                <p:cNvPicPr/>
                <p:nvPr/>
              </p:nvPicPr>
              <p:blipFill>
                <a:blip r:embed="rId1003"/>
                <a:stretch>
                  <a:fillRect/>
                </a:stretch>
              </p:blipFill>
              <p:spPr>
                <a:xfrm>
                  <a:off x="720000" y="1494000"/>
                  <a:ext cx="12864758" cy="396000"/>
                </a:xfrm>
                <a:prstGeom prst="rect">
                  <a:avLst/>
                </a:prstGeom>
              </p:spPr>
            </p:pic>
          </mc:Fallback>
        </mc:AlternateContent>
      </p:grpSp>
      <p:grpSp>
        <p:nvGrpSpPr>
          <p:cNvPr id="102" name="グループ化 102"/>
          <p:cNvGrpSpPr/>
          <p:nvPr/>
        </p:nvGrpSpPr>
        <p:grpSpPr>
          <a:xfrm>
            <a:off x="720000" y="2131714"/>
            <a:ext cx="4459869" cy="396000"/>
            <a:chOff x="720000" y="2131714"/>
            <a:chExt cx="4459869"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131714"/>
                <a:ext cx="4459869" cy="396000"/>
              </p14:xfrm>
            </p:contentPart>
          </mc:Choice>
          <mc:Fallback xmlns="">
            <p:pic>
              <p:nvPicPr>
                <p:cNvPr id="1002" name="インク 3"/>
                <p:cNvPicPr/>
                <p:nvPr/>
              </p:nvPicPr>
              <p:blipFill>
                <a:blip r:embed="rId1005"/>
                <a:stretch>
                  <a:fillRect/>
                </a:stretch>
              </p:blipFill>
              <p:spPr>
                <a:xfrm>
                  <a:off x="720000" y="2131714"/>
                  <a:ext cx="4459869" cy="396000"/>
                </a:xfrm>
                <a:prstGeom prst="rect">
                  <a:avLst/>
                </a:prstGeom>
              </p:spPr>
            </p:pic>
          </mc:Fallback>
        </mc:AlternateContent>
      </p:grpSp>
      <p:grpSp>
        <p:nvGrpSpPr>
          <p:cNvPr id="103" name="グループ化 103"/>
          <p:cNvGrpSpPr/>
          <p:nvPr/>
        </p:nvGrpSpPr>
        <p:grpSpPr>
          <a:xfrm>
            <a:off x="720000" y="2769429"/>
            <a:ext cx="7481622" cy="396000"/>
            <a:chOff x="720000" y="2769429"/>
            <a:chExt cx="7481622"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769429"/>
                <a:ext cx="7481622" cy="396000"/>
              </p14:xfrm>
            </p:contentPart>
          </mc:Choice>
          <mc:Fallback xmlns="">
            <p:pic>
              <p:nvPicPr>
                <p:cNvPr id="1003" name="インク 4"/>
                <p:cNvPicPr/>
                <p:nvPr/>
              </p:nvPicPr>
              <p:blipFill>
                <a:blip r:embed="rId1007"/>
                <a:stretch>
                  <a:fillRect/>
                </a:stretch>
              </p:blipFill>
              <p:spPr>
                <a:xfrm>
                  <a:off x="720000" y="2769429"/>
                  <a:ext cx="7481622" cy="396000"/>
                </a:xfrm>
                <a:prstGeom prst="rect">
                  <a:avLst/>
                </a:prstGeom>
              </p:spPr>
            </p:pic>
          </mc:Fallback>
        </mc:AlternateContent>
      </p:grpSp>
      <p:grpSp>
        <p:nvGrpSpPr>
          <p:cNvPr id="104" name="グループ化 104"/>
          <p:cNvGrpSpPr/>
          <p:nvPr/>
        </p:nvGrpSpPr>
        <p:grpSpPr>
          <a:xfrm>
            <a:off x="720000" y="3367543"/>
            <a:ext cx="8744695" cy="435600"/>
            <a:chOff x="720000" y="3367543"/>
            <a:chExt cx="8744695"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3367543"/>
                <a:ext cx="8744695" cy="435600"/>
              </p14:xfrm>
            </p:contentPart>
          </mc:Choice>
          <mc:Fallback xmlns="">
            <p:pic>
              <p:nvPicPr>
                <p:cNvPr id="1004" name="インク 5"/>
                <p:cNvPicPr/>
                <p:nvPr/>
              </p:nvPicPr>
              <p:blipFill>
                <a:blip r:embed="rId1009"/>
                <a:stretch>
                  <a:fillRect/>
                </a:stretch>
              </p:blipFill>
              <p:spPr>
                <a:xfrm>
                  <a:off x="720000" y="3367543"/>
                  <a:ext cx="8744695" cy="435600"/>
                </a:xfrm>
                <a:prstGeom prst="rect">
                  <a:avLst/>
                </a:prstGeom>
              </p:spPr>
            </p:pic>
          </mc:Fallback>
        </mc:AlternateContent>
      </p:grpSp>
      <p:grpSp>
        <p:nvGrpSpPr>
          <p:cNvPr id="105" name="グループ化 105"/>
          <p:cNvGrpSpPr/>
          <p:nvPr/>
        </p:nvGrpSpPr>
        <p:grpSpPr>
          <a:xfrm>
            <a:off x="720000" y="4044857"/>
            <a:ext cx="17096128" cy="435600"/>
            <a:chOff x="720000" y="4044857"/>
            <a:chExt cx="17096128"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720000" y="4044857"/>
                <a:ext cx="17096128" cy="435600"/>
              </p14:xfrm>
            </p:contentPart>
          </mc:Choice>
          <mc:Fallback xmlns="">
            <p:pic>
              <p:nvPicPr>
                <p:cNvPr id="1005" name="インク 6"/>
                <p:cNvPicPr/>
                <p:nvPr/>
              </p:nvPicPr>
              <p:blipFill>
                <a:blip r:embed="rId1011"/>
                <a:stretch>
                  <a:fillRect/>
                </a:stretch>
              </p:blipFill>
              <p:spPr>
                <a:xfrm>
                  <a:off x="720000" y="4044857"/>
                  <a:ext cx="17096128" cy="435600"/>
                </a:xfrm>
                <a:prstGeom prst="rect">
                  <a:avLst/>
                </a:prstGeom>
              </p:spPr>
            </p:pic>
          </mc:Fallback>
        </mc:AlternateContent>
      </p:grpSp>
      <p:grpSp>
        <p:nvGrpSpPr>
          <p:cNvPr id="106" name="グループ化 106"/>
          <p:cNvGrpSpPr/>
          <p:nvPr/>
        </p:nvGrpSpPr>
        <p:grpSpPr>
          <a:xfrm>
            <a:off x="720000" y="4722171"/>
            <a:ext cx="8644844" cy="435600"/>
            <a:chOff x="720000" y="4722171"/>
            <a:chExt cx="8644844"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12">
              <p14:nvContentPartPr>
                <p14:cNvPr id="1006" name="インク 7"/>
                <p14:cNvContentPartPr/>
                <p14:nvPr/>
              </p14:nvContentPartPr>
              <p14:xfrm>
                <a:off x="720000" y="4722171"/>
                <a:ext cx="8644844" cy="435600"/>
              </p14:xfrm>
            </p:contentPart>
          </mc:Choice>
          <mc:Fallback xmlns="">
            <p:pic>
              <p:nvPicPr>
                <p:cNvPr id="1006" name="インク 7"/>
                <p:cNvPicPr/>
                <p:nvPr/>
              </p:nvPicPr>
              <p:blipFill>
                <a:blip r:embed="rId1013"/>
                <a:stretch>
                  <a:fillRect/>
                </a:stretch>
              </p:blipFill>
              <p:spPr>
                <a:xfrm>
                  <a:off x="720000" y="4722171"/>
                  <a:ext cx="8644844" cy="435600"/>
                </a:xfrm>
                <a:prstGeom prst="rect">
                  <a:avLst/>
                </a:prstGeom>
              </p:spPr>
            </p:pic>
          </mc:Fallback>
        </mc:AlternateContent>
      </p:grpSp>
      <p:grpSp>
        <p:nvGrpSpPr>
          <p:cNvPr id="107" name="グループ化 107"/>
          <p:cNvGrpSpPr/>
          <p:nvPr/>
        </p:nvGrpSpPr>
        <p:grpSpPr>
          <a:xfrm>
            <a:off x="109160" y="5399486"/>
            <a:ext cx="11973800" cy="435600"/>
            <a:chOff x="109160" y="5399486"/>
            <a:chExt cx="11973800"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14">
              <p14:nvContentPartPr>
                <p14:cNvPr id="1007" name="インク 8"/>
                <p14:cNvContentPartPr/>
                <p14:nvPr/>
              </p14:nvContentPartPr>
              <p14:xfrm>
                <a:off x="109160" y="5399486"/>
                <a:ext cx="11973800" cy="435600"/>
              </p14:xfrm>
            </p:contentPart>
          </mc:Choice>
          <mc:Fallback xmlns="">
            <p:pic>
              <p:nvPicPr>
                <p:cNvPr id="1007" name="インク 8"/>
                <p:cNvPicPr/>
                <p:nvPr/>
              </p:nvPicPr>
              <p:blipFill>
                <a:blip r:embed="rId1015"/>
                <a:stretch>
                  <a:fillRect/>
                </a:stretch>
              </p:blipFill>
              <p:spPr>
                <a:xfrm>
                  <a:off x="109160" y="5399486"/>
                  <a:ext cx="11973800" cy="435600"/>
                </a:xfrm>
                <a:prstGeom prst="rect">
                  <a:avLst/>
                </a:prstGeom>
              </p:spPr>
            </p:pic>
          </mc:Fallback>
        </mc:AlternateContent>
      </p:grpSp>
      <p:grpSp>
        <p:nvGrpSpPr>
          <p:cNvPr id="108" name="グループ化 108"/>
          <p:cNvGrpSpPr/>
          <p:nvPr/>
        </p:nvGrpSpPr>
        <p:grpSpPr>
          <a:xfrm>
            <a:off x="1824560" y="6076800"/>
            <a:ext cx="8543000" cy="435600"/>
            <a:chOff x="1824560" y="6076800"/>
            <a:chExt cx="8543000"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16">
              <p14:nvContentPartPr>
                <p14:cNvPr id="1008" name="インク 9"/>
                <p14:cNvContentPartPr/>
                <p14:nvPr/>
              </p14:nvContentPartPr>
              <p14:xfrm>
                <a:off x="1824560" y="6076800"/>
                <a:ext cx="8543000" cy="435600"/>
              </p14:xfrm>
            </p:contentPart>
          </mc:Choice>
          <mc:Fallback xmlns="">
            <p:pic>
              <p:nvPicPr>
                <p:cNvPr id="1008" name="インク 9"/>
                <p:cNvPicPr/>
                <p:nvPr/>
              </p:nvPicPr>
              <p:blipFill>
                <a:blip r:embed="rId1017"/>
                <a:stretch>
                  <a:fillRect/>
                </a:stretch>
              </p:blipFill>
              <p:spPr>
                <a:xfrm>
                  <a:off x="1824560" y="6076800"/>
                  <a:ext cx="8543000" cy="4356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p:cTn id="37" dur="1000" fill="hold"/>
                                        <p:tgtEl>
                                          <p:spTgt spid="106"/>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63"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 calcmode="lin" valueType="num">
                                      <p:cBhvr>
                                        <p:cTn id="42" dur="1000" fill="hold"/>
                                        <p:tgtEl>
                                          <p:spTgt spid="107"/>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63"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1000" fill="hold"/>
                                        <p:tgtEl>
                                          <p:spTgt spid="108"/>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14988650" cy="684000"/>
            <a:chOff x="540000" y="342000"/>
            <a:chExt cx="14988650"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14988650" cy="684000"/>
              </p14:xfrm>
            </p:contentPart>
          </mc:Choice>
          <mc:Fallback xmlns="">
            <p:pic>
              <p:nvPicPr>
                <p:cNvPr id="1000" name="インク 1"/>
                <p:cNvPicPr/>
                <p:nvPr/>
              </p:nvPicPr>
              <p:blipFill>
                <a:blip r:embed="rId1001"/>
                <a:stretch>
                  <a:fillRect/>
                </a:stretch>
              </p:blipFill>
              <p:spPr>
                <a:xfrm>
                  <a:off x="540000" y="342000"/>
                  <a:ext cx="14988650" cy="684000"/>
                </a:xfrm>
                <a:prstGeom prst="rect">
                  <a:avLst/>
                </a:prstGeom>
              </p:spPr>
            </p:pic>
          </mc:Fallback>
        </mc:AlternateContent>
      </p:grpSp>
      <p:grpSp>
        <p:nvGrpSpPr>
          <p:cNvPr id="101" name="グループ化 101"/>
          <p:cNvGrpSpPr/>
          <p:nvPr/>
        </p:nvGrpSpPr>
        <p:grpSpPr>
          <a:xfrm>
            <a:off x="720000" y="1454400"/>
            <a:ext cx="16600406" cy="435600"/>
            <a:chOff x="720000" y="1454400"/>
            <a:chExt cx="16600406"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54400"/>
                <a:ext cx="16600406" cy="435600"/>
              </p14:xfrm>
            </p:contentPart>
          </mc:Choice>
          <mc:Fallback xmlns="">
            <p:pic>
              <p:nvPicPr>
                <p:cNvPr id="1001" name="インク 2"/>
                <p:cNvPicPr/>
                <p:nvPr/>
              </p:nvPicPr>
              <p:blipFill>
                <a:blip r:embed="rId1003"/>
                <a:stretch>
                  <a:fillRect/>
                </a:stretch>
              </p:blipFill>
              <p:spPr>
                <a:xfrm>
                  <a:off x="720000" y="1454400"/>
                  <a:ext cx="16600406" cy="435600"/>
                </a:xfrm>
                <a:prstGeom prst="rect">
                  <a:avLst/>
                </a:prstGeom>
              </p:spPr>
            </p:pic>
          </mc:Fallback>
        </mc:AlternateContent>
      </p:grpSp>
      <p:grpSp>
        <p:nvGrpSpPr>
          <p:cNvPr id="102" name="グループ化 102"/>
          <p:cNvGrpSpPr/>
          <p:nvPr/>
        </p:nvGrpSpPr>
        <p:grpSpPr>
          <a:xfrm>
            <a:off x="720000" y="2438280"/>
            <a:ext cx="6708049" cy="1432080"/>
            <a:chOff x="720000" y="2438280"/>
            <a:chExt cx="6708049" cy="143208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438280"/>
                <a:ext cx="6708049" cy="1432080"/>
              </p14:xfrm>
            </p:contentPart>
          </mc:Choice>
          <mc:Fallback xmlns="">
            <p:pic>
              <p:nvPicPr>
                <p:cNvPr id="1002" name="インク 3"/>
                <p:cNvPicPr/>
                <p:nvPr/>
              </p:nvPicPr>
              <p:blipFill>
                <a:blip r:embed="rId1005"/>
                <a:stretch>
                  <a:fillRect/>
                </a:stretch>
              </p:blipFill>
              <p:spPr>
                <a:xfrm>
                  <a:off x="720000" y="2438280"/>
                  <a:ext cx="6708049" cy="1432080"/>
                </a:xfrm>
                <a:prstGeom prst="rect">
                  <a:avLst/>
                </a:prstGeom>
              </p:spPr>
            </p:pic>
          </mc:Fallback>
        </mc:AlternateContent>
      </p:grpSp>
      <p:grpSp>
        <p:nvGrpSpPr>
          <p:cNvPr id="103" name="グループ化 103"/>
          <p:cNvGrpSpPr/>
          <p:nvPr/>
        </p:nvGrpSpPr>
        <p:grpSpPr>
          <a:xfrm>
            <a:off x="720000" y="4303440"/>
            <a:ext cx="23320437" cy="435600"/>
            <a:chOff x="720000" y="4303440"/>
            <a:chExt cx="23320437" cy="4356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4303440"/>
                <a:ext cx="23320437" cy="435600"/>
              </p14:xfrm>
            </p:contentPart>
          </mc:Choice>
          <mc:Fallback xmlns="">
            <p:pic>
              <p:nvPicPr>
                <p:cNvPr id="1003" name="インク 4"/>
                <p:cNvPicPr/>
                <p:nvPr/>
              </p:nvPicPr>
              <p:blipFill>
                <a:blip r:embed="rId1007"/>
                <a:stretch>
                  <a:fillRect/>
                </a:stretch>
              </p:blipFill>
              <p:spPr>
                <a:xfrm>
                  <a:off x="720000" y="4303440"/>
                  <a:ext cx="23320437" cy="435600"/>
                </a:xfrm>
                <a:prstGeom prst="rect">
                  <a:avLst/>
                </a:prstGeom>
              </p:spPr>
            </p:pic>
          </mc:Fallback>
        </mc:AlternateContent>
      </p:grpSp>
      <p:grpSp>
        <p:nvGrpSpPr>
          <p:cNvPr id="104" name="グループ化 104"/>
          <p:cNvGrpSpPr/>
          <p:nvPr/>
        </p:nvGrpSpPr>
        <p:grpSpPr>
          <a:xfrm>
            <a:off x="720000" y="5269320"/>
            <a:ext cx="9084771" cy="396000"/>
            <a:chOff x="720000" y="5269320"/>
            <a:chExt cx="9084771"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5269320"/>
                <a:ext cx="9084771" cy="396000"/>
              </p14:xfrm>
            </p:contentPart>
          </mc:Choice>
          <mc:Fallback xmlns="">
            <p:pic>
              <p:nvPicPr>
                <p:cNvPr id="1004" name="インク 5"/>
                <p:cNvPicPr/>
                <p:nvPr/>
              </p:nvPicPr>
              <p:blipFill>
                <a:blip r:embed="rId1009"/>
                <a:stretch>
                  <a:fillRect/>
                </a:stretch>
              </p:blipFill>
              <p:spPr>
                <a:xfrm>
                  <a:off x="720000" y="5269320"/>
                  <a:ext cx="9084771" cy="396000"/>
                </a:xfrm>
                <a:prstGeom prst="rect">
                  <a:avLst/>
                </a:prstGeom>
              </p:spPr>
            </p:pic>
          </mc:Fallback>
        </mc:AlternateContent>
      </p:grpSp>
      <p:grpSp>
        <p:nvGrpSpPr>
          <p:cNvPr id="105" name="グループ化 105"/>
          <p:cNvGrpSpPr/>
          <p:nvPr/>
        </p:nvGrpSpPr>
        <p:grpSpPr>
          <a:xfrm>
            <a:off x="720000" y="6156000"/>
            <a:ext cx="9548387" cy="396000"/>
            <a:chOff x="720000" y="6156000"/>
            <a:chExt cx="9548387" cy="396000"/>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720000" y="6156000"/>
                <a:ext cx="9548387" cy="396000"/>
              </p14:xfrm>
            </p:contentPart>
          </mc:Choice>
          <mc:Fallback xmlns="">
            <p:pic>
              <p:nvPicPr>
                <p:cNvPr id="1005" name="インク 6"/>
                <p:cNvPicPr/>
                <p:nvPr/>
              </p:nvPicPr>
              <p:blipFill>
                <a:blip r:embed="rId1011"/>
                <a:stretch>
                  <a:fillRect/>
                </a:stretch>
              </p:blipFill>
              <p:spPr>
                <a:xfrm>
                  <a:off x="720000" y="6156000"/>
                  <a:ext cx="9548387" cy="396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14374767" cy="684000"/>
            <a:chOff x="540000" y="342000"/>
            <a:chExt cx="14374767"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14374767" cy="684000"/>
              </p14:xfrm>
            </p:contentPart>
          </mc:Choice>
          <mc:Fallback xmlns="">
            <p:pic>
              <p:nvPicPr>
                <p:cNvPr id="1000" name="インク 1"/>
                <p:cNvPicPr/>
                <p:nvPr/>
              </p:nvPicPr>
              <p:blipFill>
                <a:blip r:embed="rId1001"/>
                <a:stretch>
                  <a:fillRect/>
                </a:stretch>
              </p:blipFill>
              <p:spPr>
                <a:xfrm>
                  <a:off x="540000" y="342000"/>
                  <a:ext cx="14374767" cy="684000"/>
                </a:xfrm>
                <a:prstGeom prst="rect">
                  <a:avLst/>
                </a:prstGeom>
              </p:spPr>
            </p:pic>
          </mc:Fallback>
        </mc:AlternateContent>
      </p:grpSp>
      <p:grpSp>
        <p:nvGrpSpPr>
          <p:cNvPr id="101" name="グループ化 101"/>
          <p:cNvGrpSpPr/>
          <p:nvPr/>
        </p:nvGrpSpPr>
        <p:grpSpPr>
          <a:xfrm>
            <a:off x="2906328" y="1466220"/>
            <a:ext cx="6379464" cy="316327"/>
            <a:chOff x="2906328" y="1466220"/>
            <a:chExt cx="6379464" cy="316327"/>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2906328" y="1466220"/>
                <a:ext cx="6379464" cy="316327"/>
              </p14:xfrm>
            </p:contentPart>
          </mc:Choice>
          <mc:Fallback xmlns="">
            <p:pic>
              <p:nvPicPr>
                <p:cNvPr id="1001" name="インク 2"/>
                <p:cNvPicPr/>
                <p:nvPr/>
              </p:nvPicPr>
              <p:blipFill>
                <a:blip r:embed="rId1003"/>
                <a:stretch>
                  <a:fillRect/>
                </a:stretch>
              </p:blipFill>
              <p:spPr>
                <a:xfrm>
                  <a:off x="2906328" y="1466220"/>
                  <a:ext cx="6379464" cy="316327"/>
                </a:xfrm>
                <a:prstGeom prst="rect">
                  <a:avLst/>
                </a:prstGeom>
              </p:spPr>
            </p:pic>
          </mc:Fallback>
        </mc:AlternateContent>
      </p:grpSp>
      <p:grpSp>
        <p:nvGrpSpPr>
          <p:cNvPr id="102" name="グループ化 102"/>
          <p:cNvGrpSpPr/>
          <p:nvPr/>
        </p:nvGrpSpPr>
        <p:grpSpPr>
          <a:xfrm>
            <a:off x="720000" y="1923972"/>
            <a:ext cx="4274676" cy="288546"/>
            <a:chOff x="720000" y="1923972"/>
            <a:chExt cx="4274676" cy="288546"/>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1923972"/>
                <a:ext cx="4274676" cy="288546"/>
              </p14:xfrm>
            </p:contentPart>
          </mc:Choice>
          <mc:Fallback xmlns="">
            <p:pic>
              <p:nvPicPr>
                <p:cNvPr id="1002" name="インク 3"/>
                <p:cNvPicPr/>
                <p:nvPr/>
              </p:nvPicPr>
              <p:blipFill>
                <a:blip r:embed="rId1005"/>
                <a:stretch>
                  <a:fillRect/>
                </a:stretch>
              </p:blipFill>
              <p:spPr>
                <a:xfrm>
                  <a:off x="720000" y="1923972"/>
                  <a:ext cx="4274676" cy="288546"/>
                </a:xfrm>
                <a:prstGeom prst="rect">
                  <a:avLst/>
                </a:prstGeom>
              </p:spPr>
            </p:pic>
          </mc:Fallback>
        </mc:AlternateContent>
      </p:grpSp>
      <p:grpSp>
        <p:nvGrpSpPr>
          <p:cNvPr id="103" name="グループ化 103"/>
          <p:cNvGrpSpPr/>
          <p:nvPr/>
        </p:nvGrpSpPr>
        <p:grpSpPr>
          <a:xfrm>
            <a:off x="720000" y="2298385"/>
            <a:ext cx="7936670" cy="316327"/>
            <a:chOff x="720000" y="2298385"/>
            <a:chExt cx="7936670" cy="316327"/>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298385"/>
                <a:ext cx="7936670" cy="316327"/>
              </p14:xfrm>
            </p:contentPart>
          </mc:Choice>
          <mc:Fallback xmlns="">
            <p:pic>
              <p:nvPicPr>
                <p:cNvPr id="1003" name="インク 4"/>
                <p:cNvPicPr/>
                <p:nvPr/>
              </p:nvPicPr>
              <p:blipFill>
                <a:blip r:embed="rId1007"/>
                <a:stretch>
                  <a:fillRect/>
                </a:stretch>
              </p:blipFill>
              <p:spPr>
                <a:xfrm>
                  <a:off x="720000" y="2298385"/>
                  <a:ext cx="7936670" cy="316327"/>
                </a:xfrm>
                <a:prstGeom prst="rect">
                  <a:avLst/>
                </a:prstGeom>
              </p:spPr>
            </p:pic>
          </mc:Fallback>
        </mc:AlternateContent>
      </p:grpSp>
      <p:grpSp>
        <p:nvGrpSpPr>
          <p:cNvPr id="104" name="グループ化 104"/>
          <p:cNvGrpSpPr/>
          <p:nvPr/>
        </p:nvGrpSpPr>
        <p:grpSpPr>
          <a:xfrm>
            <a:off x="720000" y="2756137"/>
            <a:ext cx="12416774" cy="288546"/>
            <a:chOff x="720000" y="2756137"/>
            <a:chExt cx="12416774" cy="288546"/>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2756137"/>
                <a:ext cx="12416774" cy="288546"/>
              </p14:xfrm>
            </p:contentPart>
          </mc:Choice>
          <mc:Fallback xmlns="">
            <p:pic>
              <p:nvPicPr>
                <p:cNvPr id="1004" name="インク 5"/>
                <p:cNvPicPr/>
                <p:nvPr/>
              </p:nvPicPr>
              <p:blipFill>
                <a:blip r:embed="rId1009"/>
                <a:stretch>
                  <a:fillRect/>
                </a:stretch>
              </p:blipFill>
              <p:spPr>
                <a:xfrm>
                  <a:off x="720000" y="2756137"/>
                  <a:ext cx="12416774" cy="288546"/>
                </a:xfrm>
                <a:prstGeom prst="rect">
                  <a:avLst/>
                </a:prstGeom>
              </p:spPr>
            </p:pic>
          </mc:Fallback>
        </mc:AlternateContent>
      </p:grpSp>
      <p:grpSp>
        <p:nvGrpSpPr>
          <p:cNvPr id="105" name="グループ化 105"/>
          <p:cNvGrpSpPr/>
          <p:nvPr/>
        </p:nvGrpSpPr>
        <p:grpSpPr>
          <a:xfrm>
            <a:off x="720000" y="3130549"/>
            <a:ext cx="4975146" cy="316327"/>
            <a:chOff x="720000" y="3130549"/>
            <a:chExt cx="4975146" cy="316327"/>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720000" y="3130549"/>
                <a:ext cx="4975146" cy="316327"/>
              </p14:xfrm>
            </p:contentPart>
          </mc:Choice>
          <mc:Fallback xmlns="">
            <p:pic>
              <p:nvPicPr>
                <p:cNvPr id="1005" name="インク 6"/>
                <p:cNvPicPr/>
                <p:nvPr/>
              </p:nvPicPr>
              <p:blipFill>
                <a:blip r:embed="rId1011"/>
                <a:stretch>
                  <a:fillRect/>
                </a:stretch>
              </p:blipFill>
              <p:spPr>
                <a:xfrm>
                  <a:off x="720000" y="3130549"/>
                  <a:ext cx="4975146" cy="316327"/>
                </a:xfrm>
                <a:prstGeom prst="rect">
                  <a:avLst/>
                </a:prstGeom>
              </p:spPr>
            </p:pic>
          </mc:Fallback>
        </mc:AlternateContent>
      </p:grpSp>
      <p:grpSp>
        <p:nvGrpSpPr>
          <p:cNvPr id="106" name="グループ化 106"/>
          <p:cNvGrpSpPr/>
          <p:nvPr/>
        </p:nvGrpSpPr>
        <p:grpSpPr>
          <a:xfrm>
            <a:off x="720000" y="3560522"/>
            <a:ext cx="5467770" cy="316327"/>
            <a:chOff x="720000" y="3560522"/>
            <a:chExt cx="5467770" cy="316327"/>
          </a:xfrm>
        </p:grpSpPr>
        <mc:AlternateContent xmlns:mc="http://schemas.openxmlformats.org/markup-compatibility/2006" xmlns:p14="http://schemas.microsoft.com/office/powerpoint/2010/main">
          <mc:Choice Requires="p14">
            <p:contentPart xmlns:r="http://schemas.openxmlformats.org/officeDocument/2006/relationships" p14:bwMode="auto" r:id="rId1012">
              <p14:nvContentPartPr>
                <p14:cNvPr id="1006" name="インク 7"/>
                <p14:cNvContentPartPr/>
                <p14:nvPr/>
              </p14:nvContentPartPr>
              <p14:xfrm>
                <a:off x="720000" y="3560522"/>
                <a:ext cx="5467770" cy="316327"/>
              </p14:xfrm>
            </p:contentPart>
          </mc:Choice>
          <mc:Fallback xmlns="">
            <p:pic>
              <p:nvPicPr>
                <p:cNvPr id="1006" name="インク 7"/>
                <p:cNvPicPr/>
                <p:nvPr/>
              </p:nvPicPr>
              <p:blipFill>
                <a:blip r:embed="rId1013"/>
                <a:stretch>
                  <a:fillRect/>
                </a:stretch>
              </p:blipFill>
              <p:spPr>
                <a:xfrm>
                  <a:off x="720000" y="3560522"/>
                  <a:ext cx="5467770" cy="316327"/>
                </a:xfrm>
                <a:prstGeom prst="rect">
                  <a:avLst/>
                </a:prstGeom>
              </p:spPr>
            </p:pic>
          </mc:Fallback>
        </mc:AlternateContent>
      </p:grpSp>
      <p:grpSp>
        <p:nvGrpSpPr>
          <p:cNvPr id="107" name="グループ化 107"/>
          <p:cNvGrpSpPr/>
          <p:nvPr/>
        </p:nvGrpSpPr>
        <p:grpSpPr>
          <a:xfrm>
            <a:off x="720000" y="3990494"/>
            <a:ext cx="9277669" cy="316327"/>
            <a:chOff x="720000" y="3990494"/>
            <a:chExt cx="9277669" cy="316327"/>
          </a:xfrm>
        </p:grpSpPr>
        <mc:AlternateContent xmlns:mc="http://schemas.openxmlformats.org/markup-compatibility/2006" xmlns:p14="http://schemas.microsoft.com/office/powerpoint/2010/main">
          <mc:Choice Requires="p14">
            <p:contentPart xmlns:r="http://schemas.openxmlformats.org/officeDocument/2006/relationships" p14:bwMode="auto" r:id="rId1014">
              <p14:nvContentPartPr>
                <p14:cNvPr id="1007" name="インク 8"/>
                <p14:cNvContentPartPr/>
                <p14:nvPr/>
              </p14:nvContentPartPr>
              <p14:xfrm>
                <a:off x="720000" y="3990494"/>
                <a:ext cx="9277669" cy="316327"/>
              </p14:xfrm>
            </p:contentPart>
          </mc:Choice>
          <mc:Fallback xmlns="">
            <p:pic>
              <p:nvPicPr>
                <p:cNvPr id="1007" name="インク 8"/>
                <p:cNvPicPr/>
                <p:nvPr/>
              </p:nvPicPr>
              <p:blipFill>
                <a:blip r:embed="rId1015"/>
                <a:stretch>
                  <a:fillRect/>
                </a:stretch>
              </p:blipFill>
              <p:spPr>
                <a:xfrm>
                  <a:off x="720000" y="3990494"/>
                  <a:ext cx="9277669" cy="316327"/>
                </a:xfrm>
                <a:prstGeom prst="rect">
                  <a:avLst/>
                </a:prstGeom>
              </p:spPr>
            </p:pic>
          </mc:Fallback>
        </mc:AlternateContent>
      </p:grpSp>
      <p:grpSp>
        <p:nvGrpSpPr>
          <p:cNvPr id="108" name="グループ化 108"/>
          <p:cNvGrpSpPr/>
          <p:nvPr/>
        </p:nvGrpSpPr>
        <p:grpSpPr>
          <a:xfrm>
            <a:off x="720000" y="4466247"/>
            <a:ext cx="4705816" cy="1004630"/>
            <a:chOff x="720000" y="4466247"/>
            <a:chExt cx="4705816" cy="1004630"/>
          </a:xfrm>
        </p:grpSpPr>
        <mc:AlternateContent xmlns:mc="http://schemas.openxmlformats.org/markup-compatibility/2006" xmlns:p14="http://schemas.microsoft.com/office/powerpoint/2010/main">
          <mc:Choice Requires="p14">
            <p:contentPart xmlns:r="http://schemas.openxmlformats.org/officeDocument/2006/relationships" p14:bwMode="auto" r:id="rId1016">
              <p14:nvContentPartPr>
                <p14:cNvPr id="1008" name="インク 9"/>
                <p14:cNvContentPartPr/>
                <p14:nvPr/>
              </p14:nvContentPartPr>
              <p14:xfrm>
                <a:off x="720000" y="4466247"/>
                <a:ext cx="4705816" cy="1004630"/>
              </p14:xfrm>
            </p:contentPart>
          </mc:Choice>
          <mc:Fallback xmlns="">
            <p:pic>
              <p:nvPicPr>
                <p:cNvPr id="1008" name="インク 9"/>
                <p:cNvPicPr/>
                <p:nvPr/>
              </p:nvPicPr>
              <p:blipFill>
                <a:blip r:embed="rId1017"/>
                <a:stretch>
                  <a:fillRect/>
                </a:stretch>
              </p:blipFill>
              <p:spPr>
                <a:xfrm>
                  <a:off x="720000" y="4466247"/>
                  <a:ext cx="4705816" cy="1004630"/>
                </a:xfrm>
                <a:prstGeom prst="rect">
                  <a:avLst/>
                </a:prstGeom>
              </p:spPr>
            </p:pic>
          </mc:Fallback>
        </mc:AlternateContent>
      </p:grpSp>
      <p:grpSp>
        <p:nvGrpSpPr>
          <p:cNvPr id="109" name="グループ化 109"/>
          <p:cNvGrpSpPr/>
          <p:nvPr/>
        </p:nvGrpSpPr>
        <p:grpSpPr>
          <a:xfrm>
            <a:off x="720000" y="5566522"/>
            <a:ext cx="6847920" cy="288546"/>
            <a:chOff x="720000" y="5566522"/>
            <a:chExt cx="6847920" cy="288546"/>
          </a:xfrm>
        </p:grpSpPr>
        <mc:AlternateContent xmlns:mc="http://schemas.openxmlformats.org/markup-compatibility/2006" xmlns:p14="http://schemas.microsoft.com/office/powerpoint/2010/main">
          <mc:Choice Requires="p14">
            <p:contentPart xmlns:r="http://schemas.openxmlformats.org/officeDocument/2006/relationships" p14:bwMode="auto" r:id="rId1018">
              <p14:nvContentPartPr>
                <p14:cNvPr id="1009" name="インク 10"/>
                <p14:cNvContentPartPr/>
                <p14:nvPr/>
              </p14:nvContentPartPr>
              <p14:xfrm>
                <a:off x="720000" y="5566522"/>
                <a:ext cx="6847920" cy="288546"/>
              </p14:xfrm>
            </p:contentPart>
          </mc:Choice>
          <mc:Fallback xmlns="">
            <p:pic>
              <p:nvPicPr>
                <p:cNvPr id="1009" name="インク 10"/>
                <p:cNvPicPr/>
                <p:nvPr/>
              </p:nvPicPr>
              <p:blipFill>
                <a:blip r:embed="rId1019"/>
                <a:stretch>
                  <a:fillRect/>
                </a:stretch>
              </p:blipFill>
              <p:spPr>
                <a:xfrm>
                  <a:off x="720000" y="5566522"/>
                  <a:ext cx="6847920" cy="288546"/>
                </a:xfrm>
                <a:prstGeom prst="rect">
                  <a:avLst/>
                </a:prstGeom>
              </p:spPr>
            </p:pic>
          </mc:Fallback>
        </mc:AlternateContent>
      </p:grpSp>
      <p:grpSp>
        <p:nvGrpSpPr>
          <p:cNvPr id="110" name="グループ化 110"/>
          <p:cNvGrpSpPr/>
          <p:nvPr/>
        </p:nvGrpSpPr>
        <p:grpSpPr>
          <a:xfrm>
            <a:off x="720000" y="5968715"/>
            <a:ext cx="12133312" cy="288546"/>
            <a:chOff x="720000" y="5968715"/>
            <a:chExt cx="12133312" cy="288546"/>
          </a:xfrm>
        </p:grpSpPr>
        <mc:AlternateContent xmlns:mc="http://schemas.openxmlformats.org/markup-compatibility/2006" xmlns:p14="http://schemas.microsoft.com/office/powerpoint/2010/main">
          <mc:Choice Requires="p14">
            <p:contentPart xmlns:r="http://schemas.openxmlformats.org/officeDocument/2006/relationships" p14:bwMode="auto" r:id="rId1020">
              <p14:nvContentPartPr>
                <p14:cNvPr id="1010" name="インク 11"/>
                <p14:cNvContentPartPr/>
                <p14:nvPr/>
              </p14:nvContentPartPr>
              <p14:xfrm>
                <a:off x="720000" y="5968715"/>
                <a:ext cx="12133312" cy="288546"/>
              </p14:xfrm>
            </p:contentPart>
          </mc:Choice>
          <mc:Fallback xmlns="">
            <p:pic>
              <p:nvPicPr>
                <p:cNvPr id="1010" name="インク 11"/>
                <p:cNvPicPr/>
                <p:nvPr/>
              </p:nvPicPr>
              <p:blipFill>
                <a:blip r:embed="rId1021"/>
                <a:stretch>
                  <a:fillRect/>
                </a:stretch>
              </p:blipFill>
              <p:spPr>
                <a:xfrm>
                  <a:off x="720000" y="5968715"/>
                  <a:ext cx="12133312" cy="288546"/>
                </a:xfrm>
                <a:prstGeom prst="rect">
                  <a:avLst/>
                </a:prstGeom>
              </p:spPr>
            </p:pic>
          </mc:Fallback>
        </mc:AlternateContent>
      </p:grpSp>
      <p:grpSp>
        <p:nvGrpSpPr>
          <p:cNvPr id="111" name="グループ化 111"/>
          <p:cNvGrpSpPr/>
          <p:nvPr/>
        </p:nvGrpSpPr>
        <p:grpSpPr>
          <a:xfrm>
            <a:off x="720000" y="6370907"/>
            <a:ext cx="6163582" cy="288546"/>
            <a:chOff x="720000" y="6370907"/>
            <a:chExt cx="6163582" cy="288546"/>
          </a:xfrm>
        </p:grpSpPr>
        <mc:AlternateContent xmlns:mc="http://schemas.openxmlformats.org/markup-compatibility/2006" xmlns:p14="http://schemas.microsoft.com/office/powerpoint/2010/main">
          <mc:Choice Requires="p14">
            <p:contentPart xmlns:r="http://schemas.openxmlformats.org/officeDocument/2006/relationships" p14:bwMode="auto" r:id="rId1022">
              <p14:nvContentPartPr>
                <p14:cNvPr id="1011" name="インク 12"/>
                <p14:cNvContentPartPr/>
                <p14:nvPr/>
              </p14:nvContentPartPr>
              <p14:xfrm>
                <a:off x="720000" y="6370907"/>
                <a:ext cx="6163582" cy="288546"/>
              </p14:xfrm>
            </p:contentPart>
          </mc:Choice>
          <mc:Fallback xmlns="">
            <p:pic>
              <p:nvPicPr>
                <p:cNvPr id="1011" name="インク 12"/>
                <p:cNvPicPr/>
                <p:nvPr/>
              </p:nvPicPr>
              <p:blipFill>
                <a:blip r:embed="rId1023"/>
                <a:stretch>
                  <a:fillRect/>
                </a:stretch>
              </p:blipFill>
              <p:spPr>
                <a:xfrm>
                  <a:off x="720000" y="6370907"/>
                  <a:ext cx="6163582" cy="288546"/>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p:cTn id="37" dur="1000" fill="hold"/>
                                        <p:tgtEl>
                                          <p:spTgt spid="106"/>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63"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 calcmode="lin" valueType="num">
                                      <p:cBhvr>
                                        <p:cTn id="42" dur="1000" fill="hold"/>
                                        <p:tgtEl>
                                          <p:spTgt spid="107"/>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63"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1000" fill="hold"/>
                                        <p:tgtEl>
                                          <p:spTgt spid="108"/>
                                        </p:tgtEl>
                                        <p:attrNameLst>
                                          <p:attrName>drawProgress</p:attrName>
                                        </p:attrNameLst>
                                      </p:cBhvr>
                                      <p:tavLst>
                                        <p:tav tm="0">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63" presetClass="entr" presetSubtype="0" fill="hold" nodeType="clickEffect">
                                  <p:stCondLst>
                                    <p:cond delay="0"/>
                                  </p:stCondLst>
                                  <p:childTnLst>
                                    <p:set>
                                      <p:cBhvr>
                                        <p:cTn id="51" dur="1" fill="hold">
                                          <p:stCondLst>
                                            <p:cond delay="0"/>
                                          </p:stCondLst>
                                        </p:cTn>
                                        <p:tgtEl>
                                          <p:spTgt spid="109"/>
                                        </p:tgtEl>
                                        <p:attrNameLst>
                                          <p:attrName>style.visibility</p:attrName>
                                        </p:attrNameLst>
                                      </p:cBhvr>
                                      <p:to>
                                        <p:strVal val="visible"/>
                                      </p:to>
                                    </p:set>
                                    <p:anim calcmode="lin" valueType="num">
                                      <p:cBhvr>
                                        <p:cTn id="52" dur="1000" fill="hold"/>
                                        <p:tgtEl>
                                          <p:spTgt spid="109"/>
                                        </p:tgtEl>
                                        <p:attrNameLst>
                                          <p:attrName>drawProgress</p:attrName>
                                        </p:attrNameLst>
                                      </p:cBhvr>
                                      <p:tavLst>
                                        <p:tav tm="0">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55" presetID="63" presetClass="entr" presetSubtype="0" fill="hold" nodeType="clickEffect">
                                  <p:stCondLst>
                                    <p:cond delay="0"/>
                                  </p:stCondLst>
                                  <p:childTnLst>
                                    <p:set>
                                      <p:cBhvr>
                                        <p:cTn id="56" dur="1" fill="hold">
                                          <p:stCondLst>
                                            <p:cond delay="0"/>
                                          </p:stCondLst>
                                        </p:cTn>
                                        <p:tgtEl>
                                          <p:spTgt spid="110"/>
                                        </p:tgtEl>
                                        <p:attrNameLst>
                                          <p:attrName>style.visibility</p:attrName>
                                        </p:attrNameLst>
                                      </p:cBhvr>
                                      <p:to>
                                        <p:strVal val="visible"/>
                                      </p:to>
                                    </p:set>
                                    <p:anim calcmode="lin" valueType="num">
                                      <p:cBhvr>
                                        <p:cTn id="57" dur="1000" fill="hold"/>
                                        <p:tgtEl>
                                          <p:spTgt spid="110"/>
                                        </p:tgtEl>
                                        <p:attrNameLst>
                                          <p:attrName>drawProgress</p:attrName>
                                        </p:attrNameLst>
                                      </p:cBhvr>
                                      <p:tavLst>
                                        <p:tav tm="0">
                                          <p:val>
                                            <p:fltVal val="0"/>
                                          </p:val>
                                        </p:tav>
                                        <p:tav tm="100000">
                                          <p:val>
                                            <p:fltVal val="1"/>
                                          </p:val>
                                        </p:tav>
                                      </p:tavLst>
                                    </p:anim>
                                  </p:childTnLst>
                                </p:cTn>
                              </p:par>
                            </p:childTnLst>
                          </p:cTn>
                        </p:par>
                      </p:childTnLst>
                    </p:cTn>
                  </p:par>
                  <p:par>
                    <p:cTn id="58" fill="hold">
                      <p:stCondLst>
                        <p:cond delay="indefinite"/>
                      </p:stCondLst>
                      <p:childTnLst>
                        <p:par>
                          <p:cTn id="59" fill="hold">
                            <p:stCondLst>
                              <p:cond delay="0"/>
                            </p:stCondLst>
                            <p:childTnLst>
                              <p:par>
                                <p:cTn id="60" presetID="63" presetClass="entr" presetSubtype="0" fill="hold" nodeType="clickEffect">
                                  <p:stCondLst>
                                    <p:cond delay="0"/>
                                  </p:stCondLst>
                                  <p:childTnLst>
                                    <p:set>
                                      <p:cBhvr>
                                        <p:cTn id="61" dur="1" fill="hold">
                                          <p:stCondLst>
                                            <p:cond delay="0"/>
                                          </p:stCondLst>
                                        </p:cTn>
                                        <p:tgtEl>
                                          <p:spTgt spid="111"/>
                                        </p:tgtEl>
                                        <p:attrNameLst>
                                          <p:attrName>style.visibility</p:attrName>
                                        </p:attrNameLst>
                                      </p:cBhvr>
                                      <p:to>
                                        <p:strVal val="visible"/>
                                      </p:to>
                                    </p:set>
                                    <p:anim calcmode="lin" valueType="num">
                                      <p:cBhvr>
                                        <p:cTn id="62" dur="1000" fill="hold"/>
                                        <p:tgtEl>
                                          <p:spTgt spid="111"/>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8235122" cy="684000"/>
            <a:chOff x="540000" y="342000"/>
            <a:chExt cx="8235122"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8235122" cy="684000"/>
              </p14:xfrm>
            </p:contentPart>
          </mc:Choice>
          <mc:Fallback xmlns="">
            <p:pic>
              <p:nvPicPr>
                <p:cNvPr id="1000" name="インク 1"/>
                <p:cNvPicPr/>
                <p:nvPr/>
              </p:nvPicPr>
              <p:blipFill>
                <a:blip r:embed="rId1001"/>
                <a:stretch>
                  <a:fillRect/>
                </a:stretch>
              </p:blipFill>
              <p:spPr>
                <a:xfrm>
                  <a:off x="540000" y="342000"/>
                  <a:ext cx="8235122" cy="684000"/>
                </a:xfrm>
                <a:prstGeom prst="rect">
                  <a:avLst/>
                </a:prstGeom>
              </p:spPr>
            </p:pic>
          </mc:Fallback>
        </mc:AlternateContent>
      </p:grpSp>
      <p:grpSp>
        <p:nvGrpSpPr>
          <p:cNvPr id="101" name="グループ化 101"/>
          <p:cNvGrpSpPr/>
          <p:nvPr/>
        </p:nvGrpSpPr>
        <p:grpSpPr>
          <a:xfrm>
            <a:off x="720000" y="1494000"/>
            <a:ext cx="9937608" cy="329048"/>
            <a:chOff x="720000" y="1494000"/>
            <a:chExt cx="9937608" cy="329048"/>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9937608" cy="329048"/>
              </p14:xfrm>
            </p:contentPart>
          </mc:Choice>
          <mc:Fallback xmlns="">
            <p:pic>
              <p:nvPicPr>
                <p:cNvPr id="1001" name="インク 2"/>
                <p:cNvPicPr/>
                <p:nvPr/>
              </p:nvPicPr>
              <p:blipFill>
                <a:blip r:embed="rId1003"/>
                <a:stretch>
                  <a:fillRect/>
                </a:stretch>
              </p:blipFill>
              <p:spPr>
                <a:xfrm>
                  <a:off x="720000" y="1494000"/>
                  <a:ext cx="9937608" cy="329048"/>
                </a:xfrm>
                <a:prstGeom prst="rect">
                  <a:avLst/>
                </a:prstGeom>
              </p:spPr>
            </p:pic>
          </mc:Fallback>
        </mc:AlternateContent>
      </p:grpSp>
      <p:grpSp>
        <p:nvGrpSpPr>
          <p:cNvPr id="102" name="グループ化 102"/>
          <p:cNvGrpSpPr/>
          <p:nvPr/>
        </p:nvGrpSpPr>
        <p:grpSpPr>
          <a:xfrm>
            <a:off x="379565" y="1922684"/>
            <a:ext cx="11432991" cy="361283"/>
            <a:chOff x="379565" y="1922684"/>
            <a:chExt cx="11432991"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379565" y="1922684"/>
                <a:ext cx="11432991" cy="361283"/>
              </p14:xfrm>
            </p:contentPart>
          </mc:Choice>
          <mc:Fallback xmlns="">
            <p:pic>
              <p:nvPicPr>
                <p:cNvPr id="1002" name="インク 3"/>
                <p:cNvPicPr/>
                <p:nvPr/>
              </p:nvPicPr>
              <p:blipFill>
                <a:blip r:embed="rId1005"/>
                <a:stretch>
                  <a:fillRect/>
                </a:stretch>
              </p:blipFill>
              <p:spPr>
                <a:xfrm>
                  <a:off x="379565" y="1922684"/>
                  <a:ext cx="11432991" cy="361283"/>
                </a:xfrm>
                <a:prstGeom prst="rect">
                  <a:avLst/>
                </a:prstGeom>
              </p:spPr>
            </p:pic>
          </mc:Fallback>
        </mc:AlternateContent>
      </p:grpSp>
      <p:grpSp>
        <p:nvGrpSpPr>
          <p:cNvPr id="103" name="グループ化 103"/>
          <p:cNvGrpSpPr/>
          <p:nvPr/>
        </p:nvGrpSpPr>
        <p:grpSpPr>
          <a:xfrm>
            <a:off x="720000" y="2448073"/>
            <a:ext cx="11797881" cy="329048"/>
            <a:chOff x="720000" y="2448073"/>
            <a:chExt cx="11797881" cy="329048"/>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448073"/>
                <a:ext cx="11797881" cy="329048"/>
              </p14:xfrm>
            </p:contentPart>
          </mc:Choice>
          <mc:Fallback xmlns="">
            <p:pic>
              <p:nvPicPr>
                <p:cNvPr id="1003" name="インク 4"/>
                <p:cNvPicPr/>
                <p:nvPr/>
              </p:nvPicPr>
              <p:blipFill>
                <a:blip r:embed="rId1007"/>
                <a:stretch>
                  <a:fillRect/>
                </a:stretch>
              </p:blipFill>
              <p:spPr>
                <a:xfrm>
                  <a:off x="720000" y="2448073"/>
                  <a:ext cx="11797881" cy="329048"/>
                </a:xfrm>
                <a:prstGeom prst="rect">
                  <a:avLst/>
                </a:prstGeom>
              </p:spPr>
            </p:pic>
          </mc:Fallback>
        </mc:AlternateContent>
      </p:grpSp>
      <p:grpSp>
        <p:nvGrpSpPr>
          <p:cNvPr id="104" name="グループ化 104"/>
          <p:cNvGrpSpPr/>
          <p:nvPr/>
        </p:nvGrpSpPr>
        <p:grpSpPr>
          <a:xfrm>
            <a:off x="720000" y="2908992"/>
            <a:ext cx="3955553" cy="329048"/>
            <a:chOff x="720000" y="2908992"/>
            <a:chExt cx="3955553" cy="329048"/>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2908992"/>
                <a:ext cx="3955553" cy="329048"/>
              </p14:xfrm>
            </p:contentPart>
          </mc:Choice>
          <mc:Fallback xmlns="">
            <p:pic>
              <p:nvPicPr>
                <p:cNvPr id="1004" name="インク 5"/>
                <p:cNvPicPr/>
                <p:nvPr/>
              </p:nvPicPr>
              <p:blipFill>
                <a:blip r:embed="rId1009"/>
                <a:stretch>
                  <a:fillRect/>
                </a:stretch>
              </p:blipFill>
              <p:spPr>
                <a:xfrm>
                  <a:off x="720000" y="2908992"/>
                  <a:ext cx="3955553" cy="329048"/>
                </a:xfrm>
                <a:prstGeom prst="rect">
                  <a:avLst/>
                </a:prstGeom>
              </p:spPr>
            </p:pic>
          </mc:Fallback>
        </mc:AlternateContent>
      </p:grpSp>
      <p:grpSp>
        <p:nvGrpSpPr>
          <p:cNvPr id="105" name="グループ化 105"/>
          <p:cNvGrpSpPr/>
          <p:nvPr/>
        </p:nvGrpSpPr>
        <p:grpSpPr>
          <a:xfrm>
            <a:off x="2394788" y="3337676"/>
            <a:ext cx="7402543" cy="361283"/>
            <a:chOff x="2394788" y="3337676"/>
            <a:chExt cx="7402543"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2394788" y="3337676"/>
                <a:ext cx="7402543" cy="361283"/>
              </p14:xfrm>
            </p:contentPart>
          </mc:Choice>
          <mc:Fallback xmlns="">
            <p:pic>
              <p:nvPicPr>
                <p:cNvPr id="1005" name="インク 6"/>
                <p:cNvPicPr/>
                <p:nvPr/>
              </p:nvPicPr>
              <p:blipFill>
                <a:blip r:embed="rId1011"/>
                <a:stretch>
                  <a:fillRect/>
                </a:stretch>
              </p:blipFill>
              <p:spPr>
                <a:xfrm>
                  <a:off x="2394788" y="3337676"/>
                  <a:ext cx="7402543" cy="361283"/>
                </a:xfrm>
                <a:prstGeom prst="rect">
                  <a:avLst/>
                </a:prstGeom>
              </p:spPr>
            </p:pic>
          </mc:Fallback>
        </mc:AlternateContent>
      </p:grpSp>
      <p:grpSp>
        <p:nvGrpSpPr>
          <p:cNvPr id="106" name="グループ化 106"/>
          <p:cNvGrpSpPr/>
          <p:nvPr/>
        </p:nvGrpSpPr>
        <p:grpSpPr>
          <a:xfrm>
            <a:off x="720000" y="3830830"/>
            <a:ext cx="10764684" cy="361283"/>
            <a:chOff x="720000" y="3830830"/>
            <a:chExt cx="10764684"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12">
              <p14:nvContentPartPr>
                <p14:cNvPr id="1006" name="インク 7"/>
                <p14:cNvContentPartPr/>
                <p14:nvPr/>
              </p14:nvContentPartPr>
              <p14:xfrm>
                <a:off x="720000" y="3830830"/>
                <a:ext cx="10764684" cy="361283"/>
              </p14:xfrm>
            </p:contentPart>
          </mc:Choice>
          <mc:Fallback xmlns="">
            <p:pic>
              <p:nvPicPr>
                <p:cNvPr id="1006" name="インク 7"/>
                <p:cNvPicPr/>
                <p:nvPr/>
              </p:nvPicPr>
              <p:blipFill>
                <a:blip r:embed="rId1013"/>
                <a:stretch>
                  <a:fillRect/>
                </a:stretch>
              </p:blipFill>
              <p:spPr>
                <a:xfrm>
                  <a:off x="720000" y="3830830"/>
                  <a:ext cx="10764684" cy="361283"/>
                </a:xfrm>
                <a:prstGeom prst="rect">
                  <a:avLst/>
                </a:prstGeom>
              </p:spPr>
            </p:pic>
          </mc:Fallback>
        </mc:AlternateContent>
      </p:grpSp>
      <p:grpSp>
        <p:nvGrpSpPr>
          <p:cNvPr id="107" name="グループ化 107"/>
          <p:cNvGrpSpPr/>
          <p:nvPr/>
        </p:nvGrpSpPr>
        <p:grpSpPr>
          <a:xfrm>
            <a:off x="720000" y="4356219"/>
            <a:ext cx="8288668" cy="329048"/>
            <a:chOff x="720000" y="4356219"/>
            <a:chExt cx="8288668" cy="329048"/>
          </a:xfrm>
        </p:grpSpPr>
        <mc:AlternateContent xmlns:mc="http://schemas.openxmlformats.org/markup-compatibility/2006" xmlns:p14="http://schemas.microsoft.com/office/powerpoint/2010/main">
          <mc:Choice Requires="p14">
            <p:contentPart xmlns:r="http://schemas.openxmlformats.org/officeDocument/2006/relationships" p14:bwMode="auto" r:id="rId1014">
              <p14:nvContentPartPr>
                <p14:cNvPr id="1007" name="インク 8"/>
                <p14:cNvContentPartPr/>
                <p14:nvPr/>
              </p14:nvContentPartPr>
              <p14:xfrm>
                <a:off x="720000" y="4356219"/>
                <a:ext cx="8288668" cy="329048"/>
              </p14:xfrm>
            </p:contentPart>
          </mc:Choice>
          <mc:Fallback xmlns="">
            <p:pic>
              <p:nvPicPr>
                <p:cNvPr id="1007" name="インク 8"/>
                <p:cNvPicPr/>
                <p:nvPr/>
              </p:nvPicPr>
              <p:blipFill>
                <a:blip r:embed="rId1015"/>
                <a:stretch>
                  <a:fillRect/>
                </a:stretch>
              </p:blipFill>
              <p:spPr>
                <a:xfrm>
                  <a:off x="720000" y="4356219"/>
                  <a:ext cx="8288668" cy="329048"/>
                </a:xfrm>
                <a:prstGeom prst="rect">
                  <a:avLst/>
                </a:prstGeom>
              </p:spPr>
            </p:pic>
          </mc:Fallback>
        </mc:AlternateContent>
      </p:grpSp>
      <p:grpSp>
        <p:nvGrpSpPr>
          <p:cNvPr id="108" name="グループ化 108"/>
          <p:cNvGrpSpPr/>
          <p:nvPr/>
        </p:nvGrpSpPr>
        <p:grpSpPr>
          <a:xfrm>
            <a:off x="720000" y="4784903"/>
            <a:ext cx="19383303" cy="361283"/>
            <a:chOff x="720000" y="4784903"/>
            <a:chExt cx="19383303"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16">
              <p14:nvContentPartPr>
                <p14:cNvPr id="1008" name="インク 9"/>
                <p14:cNvContentPartPr/>
                <p14:nvPr/>
              </p14:nvContentPartPr>
              <p14:xfrm>
                <a:off x="720000" y="4784903"/>
                <a:ext cx="19383303" cy="361283"/>
              </p14:xfrm>
            </p:contentPart>
          </mc:Choice>
          <mc:Fallback xmlns="">
            <p:pic>
              <p:nvPicPr>
                <p:cNvPr id="1008" name="インク 9"/>
                <p:cNvPicPr/>
                <p:nvPr/>
              </p:nvPicPr>
              <p:blipFill>
                <a:blip r:embed="rId1017"/>
                <a:stretch>
                  <a:fillRect/>
                </a:stretch>
              </p:blipFill>
              <p:spPr>
                <a:xfrm>
                  <a:off x="720000" y="4784903"/>
                  <a:ext cx="19383303" cy="361283"/>
                </a:xfrm>
                <a:prstGeom prst="rect">
                  <a:avLst/>
                </a:prstGeom>
              </p:spPr>
            </p:pic>
          </mc:Fallback>
        </mc:AlternateContent>
      </p:grpSp>
      <p:grpSp>
        <p:nvGrpSpPr>
          <p:cNvPr id="109" name="グループ化 109"/>
          <p:cNvGrpSpPr/>
          <p:nvPr/>
        </p:nvGrpSpPr>
        <p:grpSpPr>
          <a:xfrm>
            <a:off x="1498064" y="5278057"/>
            <a:ext cx="9195992" cy="361283"/>
            <a:chOff x="1498064" y="5278057"/>
            <a:chExt cx="9195992"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18">
              <p14:nvContentPartPr>
                <p14:cNvPr id="1009" name="インク 10"/>
                <p14:cNvContentPartPr/>
                <p14:nvPr/>
              </p14:nvContentPartPr>
              <p14:xfrm>
                <a:off x="1498064" y="5278057"/>
                <a:ext cx="9195992" cy="361283"/>
              </p14:xfrm>
            </p:contentPart>
          </mc:Choice>
          <mc:Fallback xmlns="">
            <p:pic>
              <p:nvPicPr>
                <p:cNvPr id="1009" name="インク 10"/>
                <p:cNvPicPr/>
                <p:nvPr/>
              </p:nvPicPr>
              <p:blipFill>
                <a:blip r:embed="rId1019"/>
                <a:stretch>
                  <a:fillRect/>
                </a:stretch>
              </p:blipFill>
              <p:spPr>
                <a:xfrm>
                  <a:off x="1498064" y="5278057"/>
                  <a:ext cx="9195992" cy="361283"/>
                </a:xfrm>
                <a:prstGeom prst="rect">
                  <a:avLst/>
                </a:prstGeom>
              </p:spPr>
            </p:pic>
          </mc:Fallback>
        </mc:AlternateContent>
      </p:grpSp>
      <p:grpSp>
        <p:nvGrpSpPr>
          <p:cNvPr id="110" name="グループ化 110"/>
          <p:cNvGrpSpPr/>
          <p:nvPr/>
        </p:nvGrpSpPr>
        <p:grpSpPr>
          <a:xfrm>
            <a:off x="720000" y="5771211"/>
            <a:ext cx="4755080" cy="361283"/>
            <a:chOff x="720000" y="5771211"/>
            <a:chExt cx="4755080" cy="361283"/>
          </a:xfrm>
        </p:grpSpPr>
        <mc:AlternateContent xmlns:mc="http://schemas.openxmlformats.org/markup-compatibility/2006" xmlns:p14="http://schemas.microsoft.com/office/powerpoint/2010/main">
          <mc:Choice Requires="p14">
            <p:contentPart xmlns:r="http://schemas.openxmlformats.org/officeDocument/2006/relationships" p14:bwMode="auto" r:id="rId1020">
              <p14:nvContentPartPr>
                <p14:cNvPr id="1010" name="インク 11"/>
                <p14:cNvContentPartPr/>
                <p14:nvPr/>
              </p14:nvContentPartPr>
              <p14:xfrm>
                <a:off x="720000" y="5771211"/>
                <a:ext cx="4755080" cy="361283"/>
              </p14:xfrm>
            </p:contentPart>
          </mc:Choice>
          <mc:Fallback xmlns="">
            <p:pic>
              <p:nvPicPr>
                <p:cNvPr id="1010" name="インク 11"/>
                <p:cNvPicPr/>
                <p:nvPr/>
              </p:nvPicPr>
              <p:blipFill>
                <a:blip r:embed="rId1021"/>
                <a:stretch>
                  <a:fillRect/>
                </a:stretch>
              </p:blipFill>
              <p:spPr>
                <a:xfrm>
                  <a:off x="720000" y="5771211"/>
                  <a:ext cx="4755080" cy="361283"/>
                </a:xfrm>
                <a:prstGeom prst="rect">
                  <a:avLst/>
                </a:prstGeom>
              </p:spPr>
            </p:pic>
          </mc:Fallback>
        </mc:AlternateContent>
      </p:grpSp>
      <p:grpSp>
        <p:nvGrpSpPr>
          <p:cNvPr id="111" name="グループ化 111"/>
          <p:cNvGrpSpPr/>
          <p:nvPr/>
        </p:nvGrpSpPr>
        <p:grpSpPr>
          <a:xfrm>
            <a:off x="720000" y="6296600"/>
            <a:ext cx="12248377" cy="329048"/>
            <a:chOff x="720000" y="6296600"/>
            <a:chExt cx="12248377" cy="329048"/>
          </a:xfrm>
        </p:grpSpPr>
        <mc:AlternateContent xmlns:mc="http://schemas.openxmlformats.org/markup-compatibility/2006" xmlns:p14="http://schemas.microsoft.com/office/powerpoint/2010/main">
          <mc:Choice Requires="p14">
            <p:contentPart xmlns:r="http://schemas.openxmlformats.org/officeDocument/2006/relationships" p14:bwMode="auto" r:id="rId1022">
              <p14:nvContentPartPr>
                <p14:cNvPr id="1011" name="インク 12"/>
                <p14:cNvContentPartPr/>
                <p14:nvPr/>
              </p14:nvContentPartPr>
              <p14:xfrm>
                <a:off x="720000" y="6296600"/>
                <a:ext cx="12248377" cy="329048"/>
              </p14:xfrm>
            </p:contentPart>
          </mc:Choice>
          <mc:Fallback xmlns="">
            <p:pic>
              <p:nvPicPr>
                <p:cNvPr id="1011" name="インク 12"/>
                <p:cNvPicPr/>
                <p:nvPr/>
              </p:nvPicPr>
              <p:blipFill>
                <a:blip r:embed="rId1023"/>
                <a:stretch>
                  <a:fillRect/>
                </a:stretch>
              </p:blipFill>
              <p:spPr>
                <a:xfrm>
                  <a:off x="720000" y="6296600"/>
                  <a:ext cx="12248377" cy="329048"/>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p:cTn id="37" dur="1000" fill="hold"/>
                                        <p:tgtEl>
                                          <p:spTgt spid="106"/>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63"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 calcmode="lin" valueType="num">
                                      <p:cBhvr>
                                        <p:cTn id="42" dur="1000" fill="hold"/>
                                        <p:tgtEl>
                                          <p:spTgt spid="107"/>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63"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1000" fill="hold"/>
                                        <p:tgtEl>
                                          <p:spTgt spid="108"/>
                                        </p:tgtEl>
                                        <p:attrNameLst>
                                          <p:attrName>drawProgress</p:attrName>
                                        </p:attrNameLst>
                                      </p:cBhvr>
                                      <p:tavLst>
                                        <p:tav tm="0">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63" presetClass="entr" presetSubtype="0" fill="hold" nodeType="clickEffect">
                                  <p:stCondLst>
                                    <p:cond delay="0"/>
                                  </p:stCondLst>
                                  <p:childTnLst>
                                    <p:set>
                                      <p:cBhvr>
                                        <p:cTn id="51" dur="1" fill="hold">
                                          <p:stCondLst>
                                            <p:cond delay="0"/>
                                          </p:stCondLst>
                                        </p:cTn>
                                        <p:tgtEl>
                                          <p:spTgt spid="109"/>
                                        </p:tgtEl>
                                        <p:attrNameLst>
                                          <p:attrName>style.visibility</p:attrName>
                                        </p:attrNameLst>
                                      </p:cBhvr>
                                      <p:to>
                                        <p:strVal val="visible"/>
                                      </p:to>
                                    </p:set>
                                    <p:anim calcmode="lin" valueType="num">
                                      <p:cBhvr>
                                        <p:cTn id="52" dur="1000" fill="hold"/>
                                        <p:tgtEl>
                                          <p:spTgt spid="109"/>
                                        </p:tgtEl>
                                        <p:attrNameLst>
                                          <p:attrName>drawProgress</p:attrName>
                                        </p:attrNameLst>
                                      </p:cBhvr>
                                      <p:tavLst>
                                        <p:tav tm="0">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55" presetID="63" presetClass="entr" presetSubtype="0" fill="hold" nodeType="clickEffect">
                                  <p:stCondLst>
                                    <p:cond delay="0"/>
                                  </p:stCondLst>
                                  <p:childTnLst>
                                    <p:set>
                                      <p:cBhvr>
                                        <p:cTn id="56" dur="1" fill="hold">
                                          <p:stCondLst>
                                            <p:cond delay="0"/>
                                          </p:stCondLst>
                                        </p:cTn>
                                        <p:tgtEl>
                                          <p:spTgt spid="110"/>
                                        </p:tgtEl>
                                        <p:attrNameLst>
                                          <p:attrName>style.visibility</p:attrName>
                                        </p:attrNameLst>
                                      </p:cBhvr>
                                      <p:to>
                                        <p:strVal val="visible"/>
                                      </p:to>
                                    </p:set>
                                    <p:anim calcmode="lin" valueType="num">
                                      <p:cBhvr>
                                        <p:cTn id="57" dur="1000" fill="hold"/>
                                        <p:tgtEl>
                                          <p:spTgt spid="110"/>
                                        </p:tgtEl>
                                        <p:attrNameLst>
                                          <p:attrName>drawProgress</p:attrName>
                                        </p:attrNameLst>
                                      </p:cBhvr>
                                      <p:tavLst>
                                        <p:tav tm="0">
                                          <p:val>
                                            <p:fltVal val="0"/>
                                          </p:val>
                                        </p:tav>
                                        <p:tav tm="100000">
                                          <p:val>
                                            <p:fltVal val="1"/>
                                          </p:val>
                                        </p:tav>
                                      </p:tavLst>
                                    </p:anim>
                                  </p:childTnLst>
                                </p:cTn>
                              </p:par>
                            </p:childTnLst>
                          </p:cTn>
                        </p:par>
                      </p:childTnLst>
                    </p:cTn>
                  </p:par>
                  <p:par>
                    <p:cTn id="58" fill="hold">
                      <p:stCondLst>
                        <p:cond delay="indefinite"/>
                      </p:stCondLst>
                      <p:childTnLst>
                        <p:par>
                          <p:cTn id="59" fill="hold">
                            <p:stCondLst>
                              <p:cond delay="0"/>
                            </p:stCondLst>
                            <p:childTnLst>
                              <p:par>
                                <p:cTn id="60" presetID="63" presetClass="entr" presetSubtype="0" fill="hold" nodeType="clickEffect">
                                  <p:stCondLst>
                                    <p:cond delay="0"/>
                                  </p:stCondLst>
                                  <p:childTnLst>
                                    <p:set>
                                      <p:cBhvr>
                                        <p:cTn id="61" dur="1" fill="hold">
                                          <p:stCondLst>
                                            <p:cond delay="0"/>
                                          </p:stCondLst>
                                        </p:cTn>
                                        <p:tgtEl>
                                          <p:spTgt spid="111"/>
                                        </p:tgtEl>
                                        <p:attrNameLst>
                                          <p:attrName>style.visibility</p:attrName>
                                        </p:attrNameLst>
                                      </p:cBhvr>
                                      <p:to>
                                        <p:strVal val="visible"/>
                                      </p:to>
                                    </p:set>
                                    <p:anim calcmode="lin" valueType="num">
                                      <p:cBhvr>
                                        <p:cTn id="62" dur="1000" fill="hold"/>
                                        <p:tgtEl>
                                          <p:spTgt spid="111"/>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9687847" cy="684000"/>
            <a:chOff x="540000" y="342000"/>
            <a:chExt cx="9687847"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9687847" cy="684000"/>
              </p14:xfrm>
            </p:contentPart>
          </mc:Choice>
          <mc:Fallback xmlns="">
            <p:pic>
              <p:nvPicPr>
                <p:cNvPr id="1000" name="インク 1"/>
                <p:cNvPicPr/>
                <p:nvPr/>
              </p:nvPicPr>
              <p:blipFill>
                <a:blip r:embed="rId1001"/>
                <a:stretch>
                  <a:fillRect/>
                </a:stretch>
              </p:blipFill>
              <p:spPr>
                <a:xfrm>
                  <a:off x="540000" y="342000"/>
                  <a:ext cx="9687847" cy="684000"/>
                </a:xfrm>
                <a:prstGeom prst="rect">
                  <a:avLst/>
                </a:prstGeom>
              </p:spPr>
            </p:pic>
          </mc:Fallback>
        </mc:AlternateContent>
      </p:grpSp>
      <p:grpSp>
        <p:nvGrpSpPr>
          <p:cNvPr id="101" name="グループ化 101"/>
          <p:cNvGrpSpPr/>
          <p:nvPr/>
        </p:nvGrpSpPr>
        <p:grpSpPr>
          <a:xfrm>
            <a:off x="720000" y="1494000"/>
            <a:ext cx="2083445" cy="257339"/>
            <a:chOff x="720000" y="1494000"/>
            <a:chExt cx="2083445" cy="257339"/>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2083445" cy="257339"/>
              </p14:xfrm>
            </p:contentPart>
          </mc:Choice>
          <mc:Fallback xmlns="">
            <p:pic>
              <p:nvPicPr>
                <p:cNvPr id="1001" name="インク 2"/>
                <p:cNvPicPr/>
                <p:nvPr/>
              </p:nvPicPr>
              <p:blipFill>
                <a:blip r:embed="rId1003"/>
                <a:stretch>
                  <a:fillRect/>
                </a:stretch>
              </p:blipFill>
              <p:spPr>
                <a:xfrm>
                  <a:off x="720000" y="1494000"/>
                  <a:ext cx="2083445" cy="257339"/>
                </a:xfrm>
                <a:prstGeom prst="rect">
                  <a:avLst/>
                </a:prstGeom>
              </p:spPr>
            </p:pic>
          </mc:Fallback>
        </mc:AlternateContent>
      </p:grpSp>
      <p:grpSp>
        <p:nvGrpSpPr>
          <p:cNvPr id="102" name="グループ化 102"/>
          <p:cNvGrpSpPr/>
          <p:nvPr/>
        </p:nvGrpSpPr>
        <p:grpSpPr>
          <a:xfrm>
            <a:off x="720000" y="1858270"/>
            <a:ext cx="2970269" cy="786150"/>
            <a:chOff x="720000" y="1858270"/>
            <a:chExt cx="2970269" cy="78615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1858270"/>
                <a:ext cx="2970269" cy="786150"/>
              </p14:xfrm>
            </p:contentPart>
          </mc:Choice>
          <mc:Fallback xmlns="">
            <p:pic>
              <p:nvPicPr>
                <p:cNvPr id="1002" name="インク 3"/>
                <p:cNvPicPr/>
                <p:nvPr/>
              </p:nvPicPr>
              <p:blipFill>
                <a:blip r:embed="rId1005"/>
                <a:stretch>
                  <a:fillRect/>
                </a:stretch>
              </p:blipFill>
              <p:spPr>
                <a:xfrm>
                  <a:off x="720000" y="1858270"/>
                  <a:ext cx="2970269" cy="786150"/>
                </a:xfrm>
                <a:prstGeom prst="rect">
                  <a:avLst/>
                </a:prstGeom>
              </p:spPr>
            </p:pic>
          </mc:Fallback>
        </mc:AlternateContent>
      </p:grpSp>
      <p:grpSp>
        <p:nvGrpSpPr>
          <p:cNvPr id="103" name="グループ化 103"/>
          <p:cNvGrpSpPr/>
          <p:nvPr/>
        </p:nvGrpSpPr>
        <p:grpSpPr>
          <a:xfrm>
            <a:off x="720000" y="2715351"/>
            <a:ext cx="8655445" cy="233624"/>
            <a:chOff x="720000" y="2715351"/>
            <a:chExt cx="8655445" cy="233624"/>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715351"/>
                <a:ext cx="8655445" cy="233624"/>
              </p14:xfrm>
            </p:contentPart>
          </mc:Choice>
          <mc:Fallback xmlns="">
            <p:pic>
              <p:nvPicPr>
                <p:cNvPr id="1003" name="インク 4"/>
                <p:cNvPicPr/>
                <p:nvPr/>
              </p:nvPicPr>
              <p:blipFill>
                <a:blip r:embed="rId1007"/>
                <a:stretch>
                  <a:fillRect/>
                </a:stretch>
              </p:blipFill>
              <p:spPr>
                <a:xfrm>
                  <a:off x="720000" y="2715351"/>
                  <a:ext cx="8655445" cy="233624"/>
                </a:xfrm>
                <a:prstGeom prst="rect">
                  <a:avLst/>
                </a:prstGeom>
              </p:spPr>
            </p:pic>
          </mc:Fallback>
        </mc:AlternateContent>
      </p:grpSp>
      <p:grpSp>
        <p:nvGrpSpPr>
          <p:cNvPr id="104" name="グループ化 104"/>
          <p:cNvGrpSpPr/>
          <p:nvPr/>
        </p:nvGrpSpPr>
        <p:grpSpPr>
          <a:xfrm>
            <a:off x="720000" y="3037907"/>
            <a:ext cx="2156083" cy="233624"/>
            <a:chOff x="720000" y="3037907"/>
            <a:chExt cx="2156083" cy="233624"/>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3037907"/>
                <a:ext cx="2156083" cy="233624"/>
              </p14:xfrm>
            </p:contentPart>
          </mc:Choice>
          <mc:Fallback xmlns="">
            <p:pic>
              <p:nvPicPr>
                <p:cNvPr id="1004" name="インク 5"/>
                <p:cNvPicPr/>
                <p:nvPr/>
              </p:nvPicPr>
              <p:blipFill>
                <a:blip r:embed="rId1009"/>
                <a:stretch>
                  <a:fillRect/>
                </a:stretch>
              </p:blipFill>
              <p:spPr>
                <a:xfrm>
                  <a:off x="720000" y="3037907"/>
                  <a:ext cx="2156083" cy="233624"/>
                </a:xfrm>
                <a:prstGeom prst="rect">
                  <a:avLst/>
                </a:prstGeom>
              </p:spPr>
            </p:pic>
          </mc:Fallback>
        </mc:AlternateContent>
      </p:grpSp>
      <p:grpSp>
        <p:nvGrpSpPr>
          <p:cNvPr id="105" name="グループ化 105"/>
          <p:cNvGrpSpPr/>
          <p:nvPr/>
        </p:nvGrpSpPr>
        <p:grpSpPr>
          <a:xfrm>
            <a:off x="720000" y="3360462"/>
            <a:ext cx="2172594" cy="257339"/>
            <a:chOff x="720000" y="3360462"/>
            <a:chExt cx="2172594" cy="257339"/>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720000" y="3360462"/>
                <a:ext cx="2172594" cy="257339"/>
              </p14:xfrm>
            </p:contentPart>
          </mc:Choice>
          <mc:Fallback xmlns="">
            <p:pic>
              <p:nvPicPr>
                <p:cNvPr id="1005" name="インク 6"/>
                <p:cNvPicPr/>
                <p:nvPr/>
              </p:nvPicPr>
              <p:blipFill>
                <a:blip r:embed="rId1011"/>
                <a:stretch>
                  <a:fillRect/>
                </a:stretch>
              </p:blipFill>
              <p:spPr>
                <a:xfrm>
                  <a:off x="720000" y="3360462"/>
                  <a:ext cx="2172594" cy="257339"/>
                </a:xfrm>
                <a:prstGeom prst="rect">
                  <a:avLst/>
                </a:prstGeom>
              </p:spPr>
            </p:pic>
          </mc:Fallback>
        </mc:AlternateContent>
      </p:grpSp>
      <p:grpSp>
        <p:nvGrpSpPr>
          <p:cNvPr id="106" name="グループ化 106"/>
          <p:cNvGrpSpPr/>
          <p:nvPr/>
        </p:nvGrpSpPr>
        <p:grpSpPr>
          <a:xfrm>
            <a:off x="720000" y="3724733"/>
            <a:ext cx="1330838" cy="786150"/>
            <a:chOff x="720000" y="3724733"/>
            <a:chExt cx="1330838" cy="786150"/>
          </a:xfrm>
        </p:grpSpPr>
        <mc:AlternateContent xmlns:mc="http://schemas.openxmlformats.org/markup-compatibility/2006" xmlns:p14="http://schemas.microsoft.com/office/powerpoint/2010/main">
          <mc:Choice Requires="p14">
            <p:contentPart xmlns:r="http://schemas.openxmlformats.org/officeDocument/2006/relationships" p14:bwMode="auto" r:id="rId1012">
              <p14:nvContentPartPr>
                <p14:cNvPr id="1006" name="インク 7"/>
                <p14:cNvContentPartPr/>
                <p14:nvPr/>
              </p14:nvContentPartPr>
              <p14:xfrm>
                <a:off x="720000" y="3724733"/>
                <a:ext cx="1330838" cy="786150"/>
              </p14:xfrm>
            </p:contentPart>
          </mc:Choice>
          <mc:Fallback xmlns="">
            <p:pic>
              <p:nvPicPr>
                <p:cNvPr id="1006" name="インク 7"/>
                <p:cNvPicPr/>
                <p:nvPr/>
              </p:nvPicPr>
              <p:blipFill>
                <a:blip r:embed="rId1013"/>
                <a:stretch>
                  <a:fillRect/>
                </a:stretch>
              </p:blipFill>
              <p:spPr>
                <a:xfrm>
                  <a:off x="720000" y="3724733"/>
                  <a:ext cx="1330838" cy="786150"/>
                </a:xfrm>
                <a:prstGeom prst="rect">
                  <a:avLst/>
                </a:prstGeom>
              </p:spPr>
            </p:pic>
          </mc:Fallback>
        </mc:AlternateContent>
      </p:grpSp>
      <p:grpSp>
        <p:nvGrpSpPr>
          <p:cNvPr id="107" name="グループ化 107"/>
          <p:cNvGrpSpPr/>
          <p:nvPr/>
        </p:nvGrpSpPr>
        <p:grpSpPr>
          <a:xfrm>
            <a:off x="720000" y="4581814"/>
            <a:ext cx="9179238" cy="233624"/>
            <a:chOff x="720000" y="4581814"/>
            <a:chExt cx="9179238" cy="233624"/>
          </a:xfrm>
        </p:grpSpPr>
        <mc:AlternateContent xmlns:mc="http://schemas.openxmlformats.org/markup-compatibility/2006" xmlns:p14="http://schemas.microsoft.com/office/powerpoint/2010/main">
          <mc:Choice Requires="p14">
            <p:contentPart xmlns:r="http://schemas.openxmlformats.org/officeDocument/2006/relationships" p14:bwMode="auto" r:id="rId1014">
              <p14:nvContentPartPr>
                <p14:cNvPr id="1007" name="インク 8"/>
                <p14:cNvContentPartPr/>
                <p14:nvPr/>
              </p14:nvContentPartPr>
              <p14:xfrm>
                <a:off x="720000" y="4581814"/>
                <a:ext cx="9179238" cy="233624"/>
              </p14:xfrm>
            </p:contentPart>
          </mc:Choice>
          <mc:Fallback xmlns="">
            <p:pic>
              <p:nvPicPr>
                <p:cNvPr id="1007" name="インク 8"/>
                <p:cNvPicPr/>
                <p:nvPr/>
              </p:nvPicPr>
              <p:blipFill>
                <a:blip r:embed="rId1015"/>
                <a:stretch>
                  <a:fillRect/>
                </a:stretch>
              </p:blipFill>
              <p:spPr>
                <a:xfrm>
                  <a:off x="720000" y="4581814"/>
                  <a:ext cx="9179238" cy="233624"/>
                </a:xfrm>
                <a:prstGeom prst="rect">
                  <a:avLst/>
                </a:prstGeom>
              </p:spPr>
            </p:pic>
          </mc:Fallback>
        </mc:AlternateContent>
      </p:grpSp>
      <p:grpSp>
        <p:nvGrpSpPr>
          <p:cNvPr id="108" name="グループ化 108"/>
          <p:cNvGrpSpPr/>
          <p:nvPr/>
        </p:nvGrpSpPr>
        <p:grpSpPr>
          <a:xfrm>
            <a:off x="720000" y="4904369"/>
            <a:ext cx="2261744" cy="257339"/>
            <a:chOff x="720000" y="4904369"/>
            <a:chExt cx="2261744" cy="257339"/>
          </a:xfrm>
        </p:grpSpPr>
        <mc:AlternateContent xmlns:mc="http://schemas.openxmlformats.org/markup-compatibility/2006" xmlns:p14="http://schemas.microsoft.com/office/powerpoint/2010/main">
          <mc:Choice Requires="p14">
            <p:contentPart xmlns:r="http://schemas.openxmlformats.org/officeDocument/2006/relationships" p14:bwMode="auto" r:id="rId1016">
              <p14:nvContentPartPr>
                <p14:cNvPr id="1008" name="インク 9"/>
                <p14:cNvContentPartPr/>
                <p14:nvPr/>
              </p14:nvContentPartPr>
              <p14:xfrm>
                <a:off x="720000" y="4904369"/>
                <a:ext cx="2261744" cy="257339"/>
              </p14:xfrm>
            </p:contentPart>
          </mc:Choice>
          <mc:Fallback xmlns="">
            <p:pic>
              <p:nvPicPr>
                <p:cNvPr id="1008" name="インク 9"/>
                <p:cNvPicPr/>
                <p:nvPr/>
              </p:nvPicPr>
              <p:blipFill>
                <a:blip r:embed="rId1017"/>
                <a:stretch>
                  <a:fillRect/>
                </a:stretch>
              </p:blipFill>
              <p:spPr>
                <a:xfrm>
                  <a:off x="720000" y="4904369"/>
                  <a:ext cx="2261744" cy="257339"/>
                </a:xfrm>
                <a:prstGeom prst="rect">
                  <a:avLst/>
                </a:prstGeom>
              </p:spPr>
            </p:pic>
          </mc:Fallback>
        </mc:AlternateContent>
      </p:grpSp>
      <p:grpSp>
        <p:nvGrpSpPr>
          <p:cNvPr id="109" name="グループ化 109"/>
          <p:cNvGrpSpPr/>
          <p:nvPr/>
        </p:nvGrpSpPr>
        <p:grpSpPr>
          <a:xfrm>
            <a:off x="720000" y="5268640"/>
            <a:ext cx="2970269" cy="786150"/>
            <a:chOff x="720000" y="5268640"/>
            <a:chExt cx="2970269" cy="786150"/>
          </a:xfrm>
        </p:grpSpPr>
        <mc:AlternateContent xmlns:mc="http://schemas.openxmlformats.org/markup-compatibility/2006" xmlns:p14="http://schemas.microsoft.com/office/powerpoint/2010/main">
          <mc:Choice Requires="p14">
            <p:contentPart xmlns:r="http://schemas.openxmlformats.org/officeDocument/2006/relationships" p14:bwMode="auto" r:id="rId1018">
              <p14:nvContentPartPr>
                <p14:cNvPr id="1009" name="インク 10"/>
                <p14:cNvContentPartPr/>
                <p14:nvPr/>
              </p14:nvContentPartPr>
              <p14:xfrm>
                <a:off x="720000" y="5268640"/>
                <a:ext cx="2970269" cy="786150"/>
              </p14:xfrm>
            </p:contentPart>
          </mc:Choice>
          <mc:Fallback xmlns="">
            <p:pic>
              <p:nvPicPr>
                <p:cNvPr id="1009" name="インク 10"/>
                <p:cNvPicPr/>
                <p:nvPr/>
              </p:nvPicPr>
              <p:blipFill>
                <a:blip r:embed="rId1019"/>
                <a:stretch>
                  <a:fillRect/>
                </a:stretch>
              </p:blipFill>
              <p:spPr>
                <a:xfrm>
                  <a:off x="720000" y="5268640"/>
                  <a:ext cx="2970269" cy="786150"/>
                </a:xfrm>
                <a:prstGeom prst="rect">
                  <a:avLst/>
                </a:prstGeom>
              </p:spPr>
            </p:pic>
          </mc:Fallback>
        </mc:AlternateContent>
      </p:grpSp>
      <p:grpSp>
        <p:nvGrpSpPr>
          <p:cNvPr id="110" name="グループ化 110"/>
          <p:cNvGrpSpPr/>
          <p:nvPr/>
        </p:nvGrpSpPr>
        <p:grpSpPr>
          <a:xfrm>
            <a:off x="720000" y="6125721"/>
            <a:ext cx="8655445" cy="233624"/>
            <a:chOff x="720000" y="6125721"/>
            <a:chExt cx="8655445" cy="233624"/>
          </a:xfrm>
        </p:grpSpPr>
        <mc:AlternateContent xmlns:mc="http://schemas.openxmlformats.org/markup-compatibility/2006" xmlns:p14="http://schemas.microsoft.com/office/powerpoint/2010/main">
          <mc:Choice Requires="p14">
            <p:contentPart xmlns:r="http://schemas.openxmlformats.org/officeDocument/2006/relationships" p14:bwMode="auto" r:id="rId1020">
              <p14:nvContentPartPr>
                <p14:cNvPr id="1010" name="インク 11"/>
                <p14:cNvContentPartPr/>
                <p14:nvPr/>
              </p14:nvContentPartPr>
              <p14:xfrm>
                <a:off x="720000" y="6125721"/>
                <a:ext cx="8655445" cy="233624"/>
              </p14:xfrm>
            </p:contentPart>
          </mc:Choice>
          <mc:Fallback xmlns="">
            <p:pic>
              <p:nvPicPr>
                <p:cNvPr id="1010" name="インク 11"/>
                <p:cNvPicPr/>
                <p:nvPr/>
              </p:nvPicPr>
              <p:blipFill>
                <a:blip r:embed="rId1021"/>
                <a:stretch>
                  <a:fillRect/>
                </a:stretch>
              </p:blipFill>
              <p:spPr>
                <a:xfrm>
                  <a:off x="720000" y="6125721"/>
                  <a:ext cx="8655445" cy="233624"/>
                </a:xfrm>
                <a:prstGeom prst="rect">
                  <a:avLst/>
                </a:prstGeom>
              </p:spPr>
            </p:pic>
          </mc:Fallback>
        </mc:AlternateContent>
      </p:grpSp>
      <p:grpSp>
        <p:nvGrpSpPr>
          <p:cNvPr id="111" name="グループ化 111"/>
          <p:cNvGrpSpPr/>
          <p:nvPr/>
        </p:nvGrpSpPr>
        <p:grpSpPr>
          <a:xfrm>
            <a:off x="720000" y="6448276"/>
            <a:ext cx="2156083" cy="233624"/>
            <a:chOff x="720000" y="6448276"/>
            <a:chExt cx="2156083" cy="233624"/>
          </a:xfrm>
        </p:grpSpPr>
        <mc:AlternateContent xmlns:mc="http://schemas.openxmlformats.org/markup-compatibility/2006" xmlns:p14="http://schemas.microsoft.com/office/powerpoint/2010/main">
          <mc:Choice Requires="p14">
            <p:contentPart xmlns:r="http://schemas.openxmlformats.org/officeDocument/2006/relationships" p14:bwMode="auto" r:id="rId1022">
              <p14:nvContentPartPr>
                <p14:cNvPr id="1011" name="インク 12"/>
                <p14:cNvContentPartPr/>
                <p14:nvPr/>
              </p14:nvContentPartPr>
              <p14:xfrm>
                <a:off x="720000" y="6448276"/>
                <a:ext cx="2156083" cy="233624"/>
              </p14:xfrm>
            </p:contentPart>
          </mc:Choice>
          <mc:Fallback xmlns="">
            <p:pic>
              <p:nvPicPr>
                <p:cNvPr id="1011" name="インク 12"/>
                <p:cNvPicPr/>
                <p:nvPr/>
              </p:nvPicPr>
              <p:blipFill>
                <a:blip r:embed="rId1023"/>
                <a:stretch>
                  <a:fillRect/>
                </a:stretch>
              </p:blipFill>
              <p:spPr>
                <a:xfrm>
                  <a:off x="720000" y="6448276"/>
                  <a:ext cx="2156083" cy="233624"/>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p:cTn id="37" dur="1000" fill="hold"/>
                                        <p:tgtEl>
                                          <p:spTgt spid="106"/>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63"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 calcmode="lin" valueType="num">
                                      <p:cBhvr>
                                        <p:cTn id="42" dur="1000" fill="hold"/>
                                        <p:tgtEl>
                                          <p:spTgt spid="107"/>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63"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1000" fill="hold"/>
                                        <p:tgtEl>
                                          <p:spTgt spid="108"/>
                                        </p:tgtEl>
                                        <p:attrNameLst>
                                          <p:attrName>drawProgress</p:attrName>
                                        </p:attrNameLst>
                                      </p:cBhvr>
                                      <p:tavLst>
                                        <p:tav tm="0">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63" presetClass="entr" presetSubtype="0" fill="hold" nodeType="clickEffect">
                                  <p:stCondLst>
                                    <p:cond delay="0"/>
                                  </p:stCondLst>
                                  <p:childTnLst>
                                    <p:set>
                                      <p:cBhvr>
                                        <p:cTn id="51" dur="1" fill="hold">
                                          <p:stCondLst>
                                            <p:cond delay="0"/>
                                          </p:stCondLst>
                                        </p:cTn>
                                        <p:tgtEl>
                                          <p:spTgt spid="109"/>
                                        </p:tgtEl>
                                        <p:attrNameLst>
                                          <p:attrName>style.visibility</p:attrName>
                                        </p:attrNameLst>
                                      </p:cBhvr>
                                      <p:to>
                                        <p:strVal val="visible"/>
                                      </p:to>
                                    </p:set>
                                    <p:anim calcmode="lin" valueType="num">
                                      <p:cBhvr>
                                        <p:cTn id="52" dur="1000" fill="hold"/>
                                        <p:tgtEl>
                                          <p:spTgt spid="109"/>
                                        </p:tgtEl>
                                        <p:attrNameLst>
                                          <p:attrName>drawProgress</p:attrName>
                                        </p:attrNameLst>
                                      </p:cBhvr>
                                      <p:tavLst>
                                        <p:tav tm="0">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55" presetID="63" presetClass="entr" presetSubtype="0" fill="hold" nodeType="clickEffect">
                                  <p:stCondLst>
                                    <p:cond delay="0"/>
                                  </p:stCondLst>
                                  <p:childTnLst>
                                    <p:set>
                                      <p:cBhvr>
                                        <p:cTn id="56" dur="1" fill="hold">
                                          <p:stCondLst>
                                            <p:cond delay="0"/>
                                          </p:stCondLst>
                                        </p:cTn>
                                        <p:tgtEl>
                                          <p:spTgt spid="110"/>
                                        </p:tgtEl>
                                        <p:attrNameLst>
                                          <p:attrName>style.visibility</p:attrName>
                                        </p:attrNameLst>
                                      </p:cBhvr>
                                      <p:to>
                                        <p:strVal val="visible"/>
                                      </p:to>
                                    </p:set>
                                    <p:anim calcmode="lin" valueType="num">
                                      <p:cBhvr>
                                        <p:cTn id="57" dur="1000" fill="hold"/>
                                        <p:tgtEl>
                                          <p:spTgt spid="110"/>
                                        </p:tgtEl>
                                        <p:attrNameLst>
                                          <p:attrName>drawProgress</p:attrName>
                                        </p:attrNameLst>
                                      </p:cBhvr>
                                      <p:tavLst>
                                        <p:tav tm="0">
                                          <p:val>
                                            <p:fltVal val="0"/>
                                          </p:val>
                                        </p:tav>
                                        <p:tav tm="100000">
                                          <p:val>
                                            <p:fltVal val="1"/>
                                          </p:val>
                                        </p:tav>
                                      </p:tavLst>
                                    </p:anim>
                                  </p:childTnLst>
                                </p:cTn>
                              </p:par>
                            </p:childTnLst>
                          </p:cTn>
                        </p:par>
                      </p:childTnLst>
                    </p:cTn>
                  </p:par>
                  <p:par>
                    <p:cTn id="58" fill="hold">
                      <p:stCondLst>
                        <p:cond delay="indefinite"/>
                      </p:stCondLst>
                      <p:childTnLst>
                        <p:par>
                          <p:cTn id="59" fill="hold">
                            <p:stCondLst>
                              <p:cond delay="0"/>
                            </p:stCondLst>
                            <p:childTnLst>
                              <p:par>
                                <p:cTn id="60" presetID="63" presetClass="entr" presetSubtype="0" fill="hold" nodeType="clickEffect">
                                  <p:stCondLst>
                                    <p:cond delay="0"/>
                                  </p:stCondLst>
                                  <p:childTnLst>
                                    <p:set>
                                      <p:cBhvr>
                                        <p:cTn id="61" dur="1" fill="hold">
                                          <p:stCondLst>
                                            <p:cond delay="0"/>
                                          </p:stCondLst>
                                        </p:cTn>
                                        <p:tgtEl>
                                          <p:spTgt spid="111"/>
                                        </p:tgtEl>
                                        <p:attrNameLst>
                                          <p:attrName>style.visibility</p:attrName>
                                        </p:attrNameLst>
                                      </p:cBhvr>
                                      <p:to>
                                        <p:strVal val="visible"/>
                                      </p:to>
                                    </p:set>
                                    <p:anim calcmode="lin" valueType="num">
                                      <p:cBhvr>
                                        <p:cTn id="62" dur="1000" fill="hold"/>
                                        <p:tgtEl>
                                          <p:spTgt spid="111"/>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42000"/>
            <a:ext cx="9253796" cy="684000"/>
            <a:chOff x="540000" y="342000"/>
            <a:chExt cx="9253796" cy="684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42000"/>
                <a:ext cx="9253796" cy="684000"/>
              </p14:xfrm>
            </p:contentPart>
          </mc:Choice>
          <mc:Fallback xmlns="">
            <p:pic>
              <p:nvPicPr>
                <p:cNvPr id="1000" name="インク 1"/>
                <p:cNvPicPr/>
                <p:nvPr/>
              </p:nvPicPr>
              <p:blipFill>
                <a:blip r:embed="rId1001"/>
                <a:stretch>
                  <a:fillRect/>
                </a:stretch>
              </p:blipFill>
              <p:spPr>
                <a:xfrm>
                  <a:off x="540000" y="342000"/>
                  <a:ext cx="9253796" cy="684000"/>
                </a:xfrm>
                <a:prstGeom prst="rect">
                  <a:avLst/>
                </a:prstGeom>
              </p:spPr>
            </p:pic>
          </mc:Fallback>
        </mc:AlternateContent>
      </p:grpSp>
      <p:grpSp>
        <p:nvGrpSpPr>
          <p:cNvPr id="101" name="グループ化 101"/>
          <p:cNvGrpSpPr/>
          <p:nvPr/>
        </p:nvGrpSpPr>
        <p:grpSpPr>
          <a:xfrm>
            <a:off x="720000" y="1494000"/>
            <a:ext cx="4743496" cy="360231"/>
            <a:chOff x="720000" y="1494000"/>
            <a:chExt cx="4743496" cy="360231"/>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94000"/>
                <a:ext cx="4743496" cy="360231"/>
              </p14:xfrm>
            </p:contentPart>
          </mc:Choice>
          <mc:Fallback xmlns="">
            <p:pic>
              <p:nvPicPr>
                <p:cNvPr id="1001" name="インク 2"/>
                <p:cNvPicPr/>
                <p:nvPr/>
              </p:nvPicPr>
              <p:blipFill>
                <a:blip r:embed="rId1003"/>
                <a:stretch>
                  <a:fillRect/>
                </a:stretch>
              </p:blipFill>
              <p:spPr>
                <a:xfrm>
                  <a:off x="720000" y="1494000"/>
                  <a:ext cx="4743496" cy="360231"/>
                </a:xfrm>
                <a:prstGeom prst="rect">
                  <a:avLst/>
                </a:prstGeom>
              </p:spPr>
            </p:pic>
          </mc:Fallback>
        </mc:AlternateContent>
      </p:grpSp>
      <p:grpSp>
        <p:nvGrpSpPr>
          <p:cNvPr id="102" name="グループ化 102"/>
          <p:cNvGrpSpPr/>
          <p:nvPr/>
        </p:nvGrpSpPr>
        <p:grpSpPr>
          <a:xfrm>
            <a:off x="720000" y="1964469"/>
            <a:ext cx="6738672" cy="395896"/>
            <a:chOff x="720000" y="1964469"/>
            <a:chExt cx="6738672" cy="395896"/>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1964469"/>
                <a:ext cx="6738672" cy="395896"/>
              </p14:xfrm>
            </p:contentPart>
          </mc:Choice>
          <mc:Fallback xmlns="">
            <p:pic>
              <p:nvPicPr>
                <p:cNvPr id="1002" name="インク 3"/>
                <p:cNvPicPr/>
                <p:nvPr/>
              </p:nvPicPr>
              <p:blipFill>
                <a:blip r:embed="rId1005"/>
                <a:stretch>
                  <a:fillRect/>
                </a:stretch>
              </p:blipFill>
              <p:spPr>
                <a:xfrm>
                  <a:off x="720000" y="1964469"/>
                  <a:ext cx="6738672" cy="395896"/>
                </a:xfrm>
                <a:prstGeom prst="rect">
                  <a:avLst/>
                </a:prstGeom>
              </p:spPr>
            </p:pic>
          </mc:Fallback>
        </mc:AlternateContent>
      </p:grpSp>
      <p:grpSp>
        <p:nvGrpSpPr>
          <p:cNvPr id="103" name="グループ化 103"/>
          <p:cNvGrpSpPr/>
          <p:nvPr/>
        </p:nvGrpSpPr>
        <p:grpSpPr>
          <a:xfrm>
            <a:off x="720000" y="2541935"/>
            <a:ext cx="4584636" cy="360231"/>
            <a:chOff x="720000" y="2541935"/>
            <a:chExt cx="4584636" cy="360231"/>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541935"/>
                <a:ext cx="4584636" cy="360231"/>
              </p14:xfrm>
            </p:contentPart>
          </mc:Choice>
          <mc:Fallback xmlns="">
            <p:pic>
              <p:nvPicPr>
                <p:cNvPr id="1003" name="インク 4"/>
                <p:cNvPicPr/>
                <p:nvPr/>
              </p:nvPicPr>
              <p:blipFill>
                <a:blip r:embed="rId1007"/>
                <a:stretch>
                  <a:fillRect/>
                </a:stretch>
              </p:blipFill>
              <p:spPr>
                <a:xfrm>
                  <a:off x="720000" y="2541935"/>
                  <a:ext cx="4584636" cy="360231"/>
                </a:xfrm>
                <a:prstGeom prst="rect">
                  <a:avLst/>
                </a:prstGeom>
              </p:spPr>
            </p:pic>
          </mc:Fallback>
        </mc:AlternateContent>
      </p:grpSp>
      <p:grpSp>
        <p:nvGrpSpPr>
          <p:cNvPr id="104" name="グループ化 104"/>
          <p:cNvGrpSpPr/>
          <p:nvPr/>
        </p:nvGrpSpPr>
        <p:grpSpPr>
          <a:xfrm>
            <a:off x="720000" y="3012404"/>
            <a:ext cx="12432172" cy="395896"/>
            <a:chOff x="720000" y="3012404"/>
            <a:chExt cx="12432172" cy="395896"/>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3012404"/>
                <a:ext cx="12432172" cy="395896"/>
              </p14:xfrm>
            </p:contentPart>
          </mc:Choice>
          <mc:Fallback xmlns="">
            <p:pic>
              <p:nvPicPr>
                <p:cNvPr id="1004" name="インク 5"/>
                <p:cNvPicPr/>
                <p:nvPr/>
              </p:nvPicPr>
              <p:blipFill>
                <a:blip r:embed="rId1009"/>
                <a:stretch>
                  <a:fillRect/>
                </a:stretch>
              </p:blipFill>
              <p:spPr>
                <a:xfrm>
                  <a:off x="720000" y="3012404"/>
                  <a:ext cx="12432172" cy="395896"/>
                </a:xfrm>
                <a:prstGeom prst="rect">
                  <a:avLst/>
                </a:prstGeom>
              </p:spPr>
            </p:pic>
          </mc:Fallback>
        </mc:AlternateContent>
      </p:grpSp>
      <p:grpSp>
        <p:nvGrpSpPr>
          <p:cNvPr id="105" name="グループ化 105"/>
          <p:cNvGrpSpPr/>
          <p:nvPr/>
        </p:nvGrpSpPr>
        <p:grpSpPr>
          <a:xfrm>
            <a:off x="720000" y="3554204"/>
            <a:ext cx="9423133" cy="395896"/>
            <a:chOff x="720000" y="3554204"/>
            <a:chExt cx="9423133" cy="395896"/>
          </a:xfrm>
        </p:grpSpPr>
        <mc:AlternateContent xmlns:mc="http://schemas.openxmlformats.org/markup-compatibility/2006" xmlns:p14="http://schemas.microsoft.com/office/powerpoint/2010/main">
          <mc:Choice Requires="p14">
            <p:contentPart xmlns:r="http://schemas.openxmlformats.org/officeDocument/2006/relationships" p14:bwMode="auto" r:id="rId1010">
              <p14:nvContentPartPr>
                <p14:cNvPr id="1005" name="インク 6"/>
                <p14:cNvContentPartPr/>
                <p14:nvPr/>
              </p14:nvContentPartPr>
              <p14:xfrm>
                <a:off x="720000" y="3554204"/>
                <a:ext cx="9423133" cy="395896"/>
              </p14:xfrm>
            </p:contentPart>
          </mc:Choice>
          <mc:Fallback xmlns="">
            <p:pic>
              <p:nvPicPr>
                <p:cNvPr id="1005" name="インク 6"/>
                <p:cNvPicPr/>
                <p:nvPr/>
              </p:nvPicPr>
              <p:blipFill>
                <a:blip r:embed="rId1011"/>
                <a:stretch>
                  <a:fillRect/>
                </a:stretch>
              </p:blipFill>
              <p:spPr>
                <a:xfrm>
                  <a:off x="720000" y="3554204"/>
                  <a:ext cx="9423133" cy="395896"/>
                </a:xfrm>
                <a:prstGeom prst="rect">
                  <a:avLst/>
                </a:prstGeom>
              </p:spPr>
            </p:pic>
          </mc:Fallback>
        </mc:AlternateContent>
      </p:grpSp>
      <p:grpSp>
        <p:nvGrpSpPr>
          <p:cNvPr id="106" name="グループ化 106"/>
          <p:cNvGrpSpPr/>
          <p:nvPr/>
        </p:nvGrpSpPr>
        <p:grpSpPr>
          <a:xfrm>
            <a:off x="720000" y="4096004"/>
            <a:ext cx="12432172" cy="395896"/>
            <a:chOff x="720000" y="4096004"/>
            <a:chExt cx="12432172" cy="395896"/>
          </a:xfrm>
        </p:grpSpPr>
        <mc:AlternateContent xmlns:mc="http://schemas.openxmlformats.org/markup-compatibility/2006" xmlns:p14="http://schemas.microsoft.com/office/powerpoint/2010/main">
          <mc:Choice Requires="p14">
            <p:contentPart xmlns:r="http://schemas.openxmlformats.org/officeDocument/2006/relationships" p14:bwMode="auto" r:id="rId1012">
              <p14:nvContentPartPr>
                <p14:cNvPr id="1006" name="インク 7"/>
                <p14:cNvContentPartPr/>
                <p14:nvPr/>
              </p14:nvContentPartPr>
              <p14:xfrm>
                <a:off x="720000" y="4096004"/>
                <a:ext cx="12432172" cy="395896"/>
              </p14:xfrm>
            </p:contentPart>
          </mc:Choice>
          <mc:Fallback xmlns="">
            <p:pic>
              <p:nvPicPr>
                <p:cNvPr id="1006" name="インク 7"/>
                <p:cNvPicPr/>
                <p:nvPr/>
              </p:nvPicPr>
              <p:blipFill>
                <a:blip r:embed="rId1013"/>
                <a:stretch>
                  <a:fillRect/>
                </a:stretch>
              </p:blipFill>
              <p:spPr>
                <a:xfrm>
                  <a:off x="720000" y="4096004"/>
                  <a:ext cx="12432172" cy="395896"/>
                </a:xfrm>
                <a:prstGeom prst="rect">
                  <a:avLst/>
                </a:prstGeom>
              </p:spPr>
            </p:pic>
          </mc:Fallback>
        </mc:AlternateContent>
      </p:grpSp>
      <p:grpSp>
        <p:nvGrpSpPr>
          <p:cNvPr id="107" name="グループ化 107"/>
          <p:cNvGrpSpPr/>
          <p:nvPr/>
        </p:nvGrpSpPr>
        <p:grpSpPr>
          <a:xfrm>
            <a:off x="720000" y="4637804"/>
            <a:ext cx="9423133" cy="395896"/>
            <a:chOff x="720000" y="4637804"/>
            <a:chExt cx="9423133" cy="395896"/>
          </a:xfrm>
        </p:grpSpPr>
        <mc:AlternateContent xmlns:mc="http://schemas.openxmlformats.org/markup-compatibility/2006" xmlns:p14="http://schemas.microsoft.com/office/powerpoint/2010/main">
          <mc:Choice Requires="p14">
            <p:contentPart xmlns:r="http://schemas.openxmlformats.org/officeDocument/2006/relationships" p14:bwMode="auto" r:id="rId1014">
              <p14:nvContentPartPr>
                <p14:cNvPr id="1007" name="インク 8"/>
                <p14:cNvContentPartPr/>
                <p14:nvPr/>
              </p14:nvContentPartPr>
              <p14:xfrm>
                <a:off x="720000" y="4637804"/>
                <a:ext cx="9423133" cy="395896"/>
              </p14:xfrm>
            </p:contentPart>
          </mc:Choice>
          <mc:Fallback xmlns="">
            <p:pic>
              <p:nvPicPr>
                <p:cNvPr id="1007" name="インク 8"/>
                <p:cNvPicPr/>
                <p:nvPr/>
              </p:nvPicPr>
              <p:blipFill>
                <a:blip r:embed="rId1015"/>
                <a:stretch>
                  <a:fillRect/>
                </a:stretch>
              </p:blipFill>
              <p:spPr>
                <a:xfrm>
                  <a:off x="720000" y="4637804"/>
                  <a:ext cx="9423133" cy="395896"/>
                </a:xfrm>
                <a:prstGeom prst="rect">
                  <a:avLst/>
                </a:prstGeom>
              </p:spPr>
            </p:pic>
          </mc:Fallback>
        </mc:AlternateContent>
      </p:grpSp>
      <p:grpSp>
        <p:nvGrpSpPr>
          <p:cNvPr id="108" name="グループ化 108"/>
          <p:cNvGrpSpPr/>
          <p:nvPr/>
        </p:nvGrpSpPr>
        <p:grpSpPr>
          <a:xfrm>
            <a:off x="720000" y="5215269"/>
            <a:ext cx="10349215" cy="360231"/>
            <a:chOff x="720000" y="5215269"/>
            <a:chExt cx="10349215" cy="360231"/>
          </a:xfrm>
        </p:grpSpPr>
        <mc:AlternateContent xmlns:mc="http://schemas.openxmlformats.org/markup-compatibility/2006" xmlns:p14="http://schemas.microsoft.com/office/powerpoint/2010/main">
          <mc:Choice Requires="p14">
            <p:contentPart xmlns:r="http://schemas.openxmlformats.org/officeDocument/2006/relationships" p14:bwMode="auto" r:id="rId1016">
              <p14:nvContentPartPr>
                <p14:cNvPr id="1008" name="インク 9"/>
                <p14:cNvContentPartPr/>
                <p14:nvPr/>
              </p14:nvContentPartPr>
              <p14:xfrm>
                <a:off x="720000" y="5215269"/>
                <a:ext cx="10349215" cy="360231"/>
              </p14:xfrm>
            </p:contentPart>
          </mc:Choice>
          <mc:Fallback xmlns="">
            <p:pic>
              <p:nvPicPr>
                <p:cNvPr id="1008" name="インク 9"/>
                <p:cNvPicPr/>
                <p:nvPr/>
              </p:nvPicPr>
              <p:blipFill>
                <a:blip r:embed="rId1017"/>
                <a:stretch>
                  <a:fillRect/>
                </a:stretch>
              </p:blipFill>
              <p:spPr>
                <a:xfrm>
                  <a:off x="720000" y="5215269"/>
                  <a:ext cx="10349215" cy="360231"/>
                </a:xfrm>
                <a:prstGeom prst="rect">
                  <a:avLst/>
                </a:prstGeom>
              </p:spPr>
            </p:pic>
          </mc:Fallback>
        </mc:AlternateContent>
      </p:grpSp>
      <p:grpSp>
        <p:nvGrpSpPr>
          <p:cNvPr id="109" name="グループ化 109"/>
          <p:cNvGrpSpPr/>
          <p:nvPr/>
        </p:nvGrpSpPr>
        <p:grpSpPr>
          <a:xfrm>
            <a:off x="720000" y="5721404"/>
            <a:ext cx="11236997" cy="360231"/>
            <a:chOff x="720000" y="5721404"/>
            <a:chExt cx="11236997" cy="360231"/>
          </a:xfrm>
        </p:grpSpPr>
        <mc:AlternateContent xmlns:mc="http://schemas.openxmlformats.org/markup-compatibility/2006" xmlns:p14="http://schemas.microsoft.com/office/powerpoint/2010/main">
          <mc:Choice Requires="p14">
            <p:contentPart xmlns:r="http://schemas.openxmlformats.org/officeDocument/2006/relationships" p14:bwMode="auto" r:id="rId1018">
              <p14:nvContentPartPr>
                <p14:cNvPr id="1009" name="インク 10"/>
                <p14:cNvContentPartPr/>
                <p14:nvPr/>
              </p14:nvContentPartPr>
              <p14:xfrm>
                <a:off x="720000" y="5721404"/>
                <a:ext cx="11236997" cy="360231"/>
              </p14:xfrm>
            </p:contentPart>
          </mc:Choice>
          <mc:Fallback xmlns="">
            <p:pic>
              <p:nvPicPr>
                <p:cNvPr id="1009" name="インク 10"/>
                <p:cNvPicPr/>
                <p:nvPr/>
              </p:nvPicPr>
              <p:blipFill>
                <a:blip r:embed="rId1019"/>
                <a:stretch>
                  <a:fillRect/>
                </a:stretch>
              </p:blipFill>
              <p:spPr>
                <a:xfrm>
                  <a:off x="720000" y="5721404"/>
                  <a:ext cx="11236997" cy="360231"/>
                </a:xfrm>
                <a:prstGeom prst="rect">
                  <a:avLst/>
                </a:prstGeom>
              </p:spPr>
            </p:pic>
          </mc:Fallback>
        </mc:AlternateContent>
      </p:grpSp>
      <p:grpSp>
        <p:nvGrpSpPr>
          <p:cNvPr id="110" name="グループ化 110"/>
          <p:cNvGrpSpPr/>
          <p:nvPr/>
        </p:nvGrpSpPr>
        <p:grpSpPr>
          <a:xfrm>
            <a:off x="720000" y="6227538"/>
            <a:ext cx="9218188" cy="360231"/>
            <a:chOff x="720000" y="6227538"/>
            <a:chExt cx="9218188" cy="360231"/>
          </a:xfrm>
        </p:grpSpPr>
        <mc:AlternateContent xmlns:mc="http://schemas.openxmlformats.org/markup-compatibility/2006" xmlns:p14="http://schemas.microsoft.com/office/powerpoint/2010/main">
          <mc:Choice Requires="p14">
            <p:contentPart xmlns:r="http://schemas.openxmlformats.org/officeDocument/2006/relationships" p14:bwMode="auto" r:id="rId1020">
              <p14:nvContentPartPr>
                <p14:cNvPr id="1010" name="インク 11"/>
                <p14:cNvContentPartPr/>
                <p14:nvPr/>
              </p14:nvContentPartPr>
              <p14:xfrm>
                <a:off x="720000" y="6227538"/>
                <a:ext cx="9218188" cy="360231"/>
              </p14:xfrm>
            </p:contentPart>
          </mc:Choice>
          <mc:Fallback xmlns="">
            <p:pic>
              <p:nvPicPr>
                <p:cNvPr id="1010" name="インク 11"/>
                <p:cNvPicPr/>
                <p:nvPr/>
              </p:nvPicPr>
              <p:blipFill>
                <a:blip r:embed="rId1021"/>
                <a:stretch>
                  <a:fillRect/>
                </a:stretch>
              </p:blipFill>
              <p:spPr>
                <a:xfrm>
                  <a:off x="720000" y="6227538"/>
                  <a:ext cx="9218188" cy="360231"/>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par>
                    <p:cTn id="28" fill="hold">
                      <p:stCondLst>
                        <p:cond delay="indefinite"/>
                      </p:stCondLst>
                      <p:childTnLst>
                        <p:par>
                          <p:cTn id="29" fill="hold">
                            <p:stCondLst>
                              <p:cond delay="0"/>
                            </p:stCondLst>
                            <p:childTnLst>
                              <p:par>
                                <p:cTn id="30" presetID="63" presetClass="entr" presetSubtype="0" fill="hold"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p:cTn id="32" dur="1000" fill="hold"/>
                                        <p:tgtEl>
                                          <p:spTgt spid="105"/>
                                        </p:tgtEl>
                                        <p:attrNameLst>
                                          <p:attrName>drawProgress</p:attrName>
                                        </p:attrNameLst>
                                      </p:cBhvr>
                                      <p:tavLst>
                                        <p:tav tm="0">
                                          <p:val>
                                            <p:fltVal val="0"/>
                                          </p:val>
                                        </p:tav>
                                        <p:tav tm="100000">
                                          <p:val>
                                            <p:fltVal val="1"/>
                                          </p:val>
                                        </p:tav>
                                      </p:tavLst>
                                    </p:anim>
                                  </p:childTnLst>
                                </p:cTn>
                              </p:par>
                            </p:childTnLst>
                          </p:cTn>
                        </p:par>
                      </p:childTnLst>
                    </p:cTn>
                  </p:par>
                  <p:par>
                    <p:cTn id="33" fill="hold">
                      <p:stCondLst>
                        <p:cond delay="indefinite"/>
                      </p:stCondLst>
                      <p:childTnLst>
                        <p:par>
                          <p:cTn id="34" fill="hold">
                            <p:stCondLst>
                              <p:cond delay="0"/>
                            </p:stCondLst>
                            <p:childTnLst>
                              <p:par>
                                <p:cTn id="35" presetID="63" presetClass="entr" presetSubtype="0" fill="hold" nodeType="clickEffect">
                                  <p:stCondLst>
                                    <p:cond delay="0"/>
                                  </p:stCondLst>
                                  <p:childTnLst>
                                    <p:set>
                                      <p:cBhvr>
                                        <p:cTn id="36" dur="1" fill="hold">
                                          <p:stCondLst>
                                            <p:cond delay="0"/>
                                          </p:stCondLst>
                                        </p:cTn>
                                        <p:tgtEl>
                                          <p:spTgt spid="106"/>
                                        </p:tgtEl>
                                        <p:attrNameLst>
                                          <p:attrName>style.visibility</p:attrName>
                                        </p:attrNameLst>
                                      </p:cBhvr>
                                      <p:to>
                                        <p:strVal val="visible"/>
                                      </p:to>
                                    </p:set>
                                    <p:anim calcmode="lin" valueType="num">
                                      <p:cBhvr>
                                        <p:cTn id="37" dur="1000" fill="hold"/>
                                        <p:tgtEl>
                                          <p:spTgt spid="106"/>
                                        </p:tgtEl>
                                        <p:attrNameLst>
                                          <p:attrName>drawProgress</p:attrName>
                                        </p:attrNameLst>
                                      </p:cBhvr>
                                      <p:tavLst>
                                        <p:tav tm="0">
                                          <p:val>
                                            <p:fltVal val="0"/>
                                          </p:val>
                                        </p:tav>
                                        <p:tav tm="100000">
                                          <p:val>
                                            <p:fltVal val="1"/>
                                          </p:val>
                                        </p:tav>
                                      </p:tavLst>
                                    </p:anim>
                                  </p:childTnLst>
                                </p:cTn>
                              </p:par>
                            </p:childTnLst>
                          </p:cTn>
                        </p:par>
                      </p:childTnLst>
                    </p:cTn>
                  </p:par>
                  <p:par>
                    <p:cTn id="38" fill="hold">
                      <p:stCondLst>
                        <p:cond delay="indefinite"/>
                      </p:stCondLst>
                      <p:childTnLst>
                        <p:par>
                          <p:cTn id="39" fill="hold">
                            <p:stCondLst>
                              <p:cond delay="0"/>
                            </p:stCondLst>
                            <p:childTnLst>
                              <p:par>
                                <p:cTn id="40" presetID="63" presetClass="entr" presetSubtype="0" fill="hold" nodeType="clickEffect">
                                  <p:stCondLst>
                                    <p:cond delay="0"/>
                                  </p:stCondLst>
                                  <p:childTnLst>
                                    <p:set>
                                      <p:cBhvr>
                                        <p:cTn id="41" dur="1" fill="hold">
                                          <p:stCondLst>
                                            <p:cond delay="0"/>
                                          </p:stCondLst>
                                        </p:cTn>
                                        <p:tgtEl>
                                          <p:spTgt spid="107"/>
                                        </p:tgtEl>
                                        <p:attrNameLst>
                                          <p:attrName>style.visibility</p:attrName>
                                        </p:attrNameLst>
                                      </p:cBhvr>
                                      <p:to>
                                        <p:strVal val="visible"/>
                                      </p:to>
                                    </p:set>
                                    <p:anim calcmode="lin" valueType="num">
                                      <p:cBhvr>
                                        <p:cTn id="42" dur="1000" fill="hold"/>
                                        <p:tgtEl>
                                          <p:spTgt spid="107"/>
                                        </p:tgtEl>
                                        <p:attrNameLst>
                                          <p:attrName>drawProgress</p:attrName>
                                        </p:attrNameLst>
                                      </p:cBhvr>
                                      <p:tavLst>
                                        <p:tav tm="0">
                                          <p:val>
                                            <p:fltVal val="0"/>
                                          </p:val>
                                        </p:tav>
                                        <p:tav tm="100000">
                                          <p:val>
                                            <p:fltVal val="1"/>
                                          </p:val>
                                        </p:tav>
                                      </p:tavLst>
                                    </p:anim>
                                  </p:childTnLst>
                                </p:cTn>
                              </p:par>
                            </p:childTnLst>
                          </p:cTn>
                        </p:par>
                      </p:childTnLst>
                    </p:cTn>
                  </p:par>
                  <p:par>
                    <p:cTn id="43" fill="hold">
                      <p:stCondLst>
                        <p:cond delay="indefinite"/>
                      </p:stCondLst>
                      <p:childTnLst>
                        <p:par>
                          <p:cTn id="44" fill="hold">
                            <p:stCondLst>
                              <p:cond delay="0"/>
                            </p:stCondLst>
                            <p:childTnLst>
                              <p:par>
                                <p:cTn id="45" presetID="63" presetClass="entr" presetSubtype="0" fill="hold" nodeType="clickEffect">
                                  <p:stCondLst>
                                    <p:cond delay="0"/>
                                  </p:stCondLst>
                                  <p:childTnLst>
                                    <p:set>
                                      <p:cBhvr>
                                        <p:cTn id="46" dur="1" fill="hold">
                                          <p:stCondLst>
                                            <p:cond delay="0"/>
                                          </p:stCondLst>
                                        </p:cTn>
                                        <p:tgtEl>
                                          <p:spTgt spid="108"/>
                                        </p:tgtEl>
                                        <p:attrNameLst>
                                          <p:attrName>style.visibility</p:attrName>
                                        </p:attrNameLst>
                                      </p:cBhvr>
                                      <p:to>
                                        <p:strVal val="visible"/>
                                      </p:to>
                                    </p:set>
                                    <p:anim calcmode="lin" valueType="num">
                                      <p:cBhvr>
                                        <p:cTn id="47" dur="1000" fill="hold"/>
                                        <p:tgtEl>
                                          <p:spTgt spid="108"/>
                                        </p:tgtEl>
                                        <p:attrNameLst>
                                          <p:attrName>drawProgress</p:attrName>
                                        </p:attrNameLst>
                                      </p:cBhvr>
                                      <p:tavLst>
                                        <p:tav tm="0">
                                          <p:val>
                                            <p:fltVal val="0"/>
                                          </p:val>
                                        </p:tav>
                                        <p:tav tm="100000">
                                          <p:val>
                                            <p:fltVal val="1"/>
                                          </p:val>
                                        </p:tav>
                                      </p:tavLst>
                                    </p:anim>
                                  </p:childTnLst>
                                </p:cTn>
                              </p:par>
                            </p:childTnLst>
                          </p:cTn>
                        </p:par>
                      </p:childTnLst>
                    </p:cTn>
                  </p:par>
                  <p:par>
                    <p:cTn id="48" fill="hold">
                      <p:stCondLst>
                        <p:cond delay="indefinite"/>
                      </p:stCondLst>
                      <p:childTnLst>
                        <p:par>
                          <p:cTn id="49" fill="hold">
                            <p:stCondLst>
                              <p:cond delay="0"/>
                            </p:stCondLst>
                            <p:childTnLst>
                              <p:par>
                                <p:cTn id="50" presetID="63" presetClass="entr" presetSubtype="0" fill="hold" nodeType="clickEffect">
                                  <p:stCondLst>
                                    <p:cond delay="0"/>
                                  </p:stCondLst>
                                  <p:childTnLst>
                                    <p:set>
                                      <p:cBhvr>
                                        <p:cTn id="51" dur="1" fill="hold">
                                          <p:stCondLst>
                                            <p:cond delay="0"/>
                                          </p:stCondLst>
                                        </p:cTn>
                                        <p:tgtEl>
                                          <p:spTgt spid="109"/>
                                        </p:tgtEl>
                                        <p:attrNameLst>
                                          <p:attrName>style.visibility</p:attrName>
                                        </p:attrNameLst>
                                      </p:cBhvr>
                                      <p:to>
                                        <p:strVal val="visible"/>
                                      </p:to>
                                    </p:set>
                                    <p:anim calcmode="lin" valueType="num">
                                      <p:cBhvr>
                                        <p:cTn id="52" dur="1000" fill="hold"/>
                                        <p:tgtEl>
                                          <p:spTgt spid="109"/>
                                        </p:tgtEl>
                                        <p:attrNameLst>
                                          <p:attrName>drawProgress</p:attrName>
                                        </p:attrNameLst>
                                      </p:cBhvr>
                                      <p:tavLst>
                                        <p:tav tm="0">
                                          <p:val>
                                            <p:fltVal val="0"/>
                                          </p:val>
                                        </p:tav>
                                        <p:tav tm="100000">
                                          <p:val>
                                            <p:fltVal val="1"/>
                                          </p:val>
                                        </p:tav>
                                      </p:tavLst>
                                    </p:anim>
                                  </p:childTnLst>
                                </p:cTn>
                              </p:par>
                            </p:childTnLst>
                          </p:cTn>
                        </p:par>
                      </p:childTnLst>
                    </p:cTn>
                  </p:par>
                  <p:par>
                    <p:cTn id="53" fill="hold">
                      <p:stCondLst>
                        <p:cond delay="indefinite"/>
                      </p:stCondLst>
                      <p:childTnLst>
                        <p:par>
                          <p:cTn id="54" fill="hold">
                            <p:stCondLst>
                              <p:cond delay="0"/>
                            </p:stCondLst>
                            <p:childTnLst>
                              <p:par>
                                <p:cTn id="55" presetID="63" presetClass="entr" presetSubtype="0" fill="hold" nodeType="clickEffect">
                                  <p:stCondLst>
                                    <p:cond delay="0"/>
                                  </p:stCondLst>
                                  <p:childTnLst>
                                    <p:set>
                                      <p:cBhvr>
                                        <p:cTn id="56" dur="1" fill="hold">
                                          <p:stCondLst>
                                            <p:cond delay="0"/>
                                          </p:stCondLst>
                                        </p:cTn>
                                        <p:tgtEl>
                                          <p:spTgt spid="110"/>
                                        </p:tgtEl>
                                        <p:attrNameLst>
                                          <p:attrName>style.visibility</p:attrName>
                                        </p:attrNameLst>
                                      </p:cBhvr>
                                      <p:to>
                                        <p:strVal val="visible"/>
                                      </p:to>
                                    </p:set>
                                    <p:anim calcmode="lin" valueType="num">
                                      <p:cBhvr>
                                        <p:cTn id="57" dur="1000" fill="hold"/>
                                        <p:tgtEl>
                                          <p:spTgt spid="110"/>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