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ink/ink1.xml" ContentType="application/inkml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1"/>
  </p:sldIdLst>
  <p:sldSz cx="1219212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>
    <p:cSldViewPr>
      <p:cViewPr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101" Type="http://schemas.openxmlformats.org/officeDocument/2006/relationships/slide" Target="slides/slid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0:00:00.000"/>
    </inkml:context>
    <inkml:brush xml:id="br0">
      <inkml:brushProperty name="width" value="0.08600" units="cm"/>
      <inkml:brushProperty name="height" value="0.08600" units="cm"/>
      <inkml:brushProperty name="color" value="#FF0066"/>
    </inkml:brush>
  </inkml:definitions>
  <inkml:trace contextRef="#ctx0" brushRef="#br0">1770 1270 16384, 3030 1270 16384, 3030 2530 16384, 1770 2530 16384, 1770 1270 16384</inkml:trace>
  <inkml:trace contextRef="#ctx0" brushRef="#br0">3570 1270 16384, 4830 1270 16384, 4830 2530 16384, 3570 2530 16384, 3570 1270 16384</inkml:trace>
  <inkml:trace contextRef="#ctx0" brushRef="#br0">5370 1270 16384, 6630 1270 16384, 6630 2530 16384, 5370 2530 16384, 5370 1270 16384</inkml:trace>
  <inkml:trace contextRef="#ctx0" brushRef="#br0">7170 1270 16384, 8430 1270 16384, 8430 2530 16384, 7170 2530 16384, 7170 1270 16384</inkml:trace>
  <inkml:trace contextRef="#ctx0" brushRef="#br0">8970 1270 16384, 10230 1270 16384, 10230 2530 16384, 8970 2530 16384, 8970 1270 16384</inkml:trace>
  <inkml:trace contextRef="#ctx0" brushRef="#br0">10770 1270 16384, 12030 1270 16384, 12030 2530 16384, 10770 2530 16384, 10770 1270 16384</inkml:trace>
  <inkml:trace contextRef="#ctx0" brushRef="#br0">12570 1270 16384, 13830 1270 16384, 13830 2530 16384, 12570 2530 16384, 12570 1270 16384</inkml:trace>
</inkml:ink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00" Type="http://schemas.openxmlformats.org/officeDocument/2006/relationships/customXml" Target="../ink/ink1.xml"/><Relationship Id="rId100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グループ化 100"/>
          <p:cNvGrpSpPr/>
          <p:nvPr/>
        </p:nvGrpSpPr>
        <p:grpSpPr>
          <a:xfrm>
            <a:off x="540000" y="360000"/>
            <a:ext cx="4536000" cy="648000"/>
            <a:chOff x="540000" y="360000"/>
            <a:chExt cx="4536000" cy="648000"/>
          </a:xfrm>
        </p:grpSpPr>
        <mc:AlternateContent>
          <mc:Choice xmlns:mc="http://schemas.openxmlformats.org/markup-compatibility/2006" xmlns:p14="http://schemas.microsoft.com/office/powerpoint/2010/main" Requires="p14">
            <p:contentPart xmlns:r="http://schemas.openxmlformats.org/officeDocument/2006/relationships" p14:bwMode="auto" r:id="rId1000">
              <p14:nvContentPartPr>
                <p14:cNvPr id="1000" name="インク 1"/>
                <p14:cNvContentPartPr/>
                <p14:nvPr/>
              </p14:nvContentPartPr>
              <p14:xfrm>
                <a:off x="540000" y="360000"/>
                <a:ext cx="4536000" cy="648000"/>
              </p14:xfrm>
            </p:contentPart>
          </mc:Choice>
          <mc:Fallback>
            <p:pic>
              <p:nvPicPr>
                <p:cNvPr id="1000" name="インク 1"/>
                <p:cNvPicPr/>
                <p:nvPr/>
              </p:nvPicPr>
              <p:blipFill>
                <a:blip r:embed="rId1001"/>
                <a:stretch>
                  <a:fillRect/>
                </a:stretch>
              </p:blipFill>
              <p:spPr>
                <a:xfrm>
                  <a:off x="540000" y="360000"/>
                  <a:ext cx="4536000" cy="648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9525" cap="flat" cmpd="sng" algn="ctr">
          <a:solidFill>
            <a:schemeClr val="phClr"/>
          </a:solidFill>
        </a:ln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handwriting_pptx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Handwritten</dc:title>
  <dc:creator>handwriting_pptx</dc:creator>
  <cp:lastModifiedBy>handwriting_pptx</cp:lastModifiedBy>
</cp:coreProperties>
</file>