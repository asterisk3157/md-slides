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1"/>
  </p:sldIdLst>
  <p:sldSz cx="1219212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>
    <p:cSldViewPr>
      <p:cViewPr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101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handwriting_pptx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Handwritten</dc:title>
  <dc:creator>handwriting_pptx</dc:creator>
  <cp:lastModifiedBy>handwriting_pptx</cp:lastModifiedBy>
</cp:coreProperties>
</file>