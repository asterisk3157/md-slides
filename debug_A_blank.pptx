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1"/>
  </p:sldIdLst>
  <p:sldSz cx="1219212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/>
  <p:slideViewPr>
    <p:cSldViewPr>
      <p:cViewPr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theme" Target="theme/theme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ableStyles" Target="tableStyles.xml"/><Relationship Id="rId101" Type="http://schemas.openxmlformats.org/officeDocument/2006/relationships/slide" Target="slides/slid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/>
      </a:lvl1pPr>
    </p:titleStyle>
    <p:bodyStyle>
      <a:lvl1pPr>
        <a:defRPr sz="32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  <a:ln w="9525" cap="flat" cmpd="sng" algn="ctr">
          <a:solidFill>
            <a:schemeClr val="phClr"/>
          </a:solidFill>
        </a:ln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handwriting_pptx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Handwritten</dc:title>
  <dc:creator>handwriting_pptx</dc:creator>
  <cp:lastModifiedBy>handwriting_pptx</cp:lastModifiedBy>
</cp:coreProperties>
</file>