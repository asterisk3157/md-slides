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definitions>
  <inkml:trace contextRef="#ctx0" brushRef="#br0">1727 1444 16384, 1714 1441 16384, 1736 1441 16384, 1884 1425 16384, 2143 1404 16384, 2423 1395 16384, 2710 1385 16384, 2926 1373 16384, 3046 1364 16384, 3086 1361 16384</inkml:trace>
  <inkml:trace contextRef="#ctx0" brushRef="#br0">2516 1006 16384, 2509 1000 16384, 2562 1037 16384, 2648 1166 16384, 2697 1401 16384, 2688 1669 16384, 2639 1943 16384, 2577 2100 16384, 2512 2199 16384, 2445 2242 16384, 2374 2239 16384, 2309 2184 16384, 2269 2076 16384, 2278 1974 16384, 2334 1885 16384, 2435 1811 16384, 2553 1795 16384, 2654 1848 16384, 2707 1986 16384, 2704 2180 16384, 2642 2399 16384, 2543 2600 16384, 2463 2726 16384, 2414 2797 16384, 2389 2800 16384</inkml:trace>
  <inkml:trace contextRef="#ctx0" brushRef="#br0">4053 1000 16384, 4108 1024 16384, 4254 1066 16384, 4396 1101 16384, 4497 1142 16384, 4542 1191 16384</inkml:trace>
  <inkml:trace contextRef="#ctx0" brushRef="#br0">3685 1871 16384, 3664 1871 16384, 3682 1857 16384, 3793 1787 16384, 3983 1669 16384, 4199 1558 16384, 4410 1503 16384, 4601 1510 16384, 4746 1603 16384, 4830 1787 16384, 4844 2072 16384, 4795 2311 16384, 4684 2502 16384, 4552 2668 16384, 4448 2772 16384, 4403 2800 16384</inkml:trace>
  <inkml:trace contextRef="#ctx0" brushRef="#br0">5564 1004 16384, 5553 1000 16384, 5531 1000 16384, 5520 1047 16384, 5502 1223 16384, 5465 1489 16384, 5440 1843 16384, 5447 2263 16384, 5520 2533 16384, 5652 2705 16384, 5838 2793 16384, 6024 2800 16384, 6210 2723 16384, 6422 2592 16384, 6608 2449 16384, 6751 2322 16384, 6776 2296 16384</inkml:trace>
  <inkml:trace contextRef="#ctx0" brushRef="#br0">7327 1299 16384, 7319 1299 16384, 7327 1295 16384, 7417 1281 16384, 7618 1245 16384, 7867 1184 16384, 8083 1130 16384, 8277 1094 16384, 8417 1072 16384, 8489 1061 16384</inkml:trace>
  <inkml:trace contextRef="#ctx0" brushRef="#br0">7316 1832 16384, 7359 1821 16384, 7543 1788 16384, 7802 1702 16384, 8075 1598 16384, 8331 1533 16384, 8511 1508 16384, 8594 1497 16384, 8608 1497 16384</inkml:trace>
  <inkml:trace contextRef="#ctx0" brushRef="#br0">7715 1000 16384, 7787 1040 16384, 7957 1176 16384, 8090 1353 16384, 8191 1540 16384, 8248 1720 16384, 8270 1860 16384, 8273 1972 16384, 8245 2044 16384, 8194 2087 16384, 8115 2094 16384</inkml:trace>
  <inkml:trace contextRef="#ctx0" brushRef="#br0">7503 2400 16384, 7485 2422 16384, 7510 2508 16384, 7658 2624 16384, 7841 2706 16384, 8025 2768 16384, 8187 2796 16384, 8327 2800 16384, 8461 2793 16384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definitions>
  <inkml:trace contextRef="#ctx0" brushRef="#br0">2200 4438 16384, 2200 4450 16384, 2225 4488 16384, 2238 4525 16384, 2238 4538 16384, 2238 4562 16384, 2225 4587 16384, 2200 4612 16384, 2162 4625 16384, 2138 4625 16384, 2100 4625 16384, 2062 4625 16384, 2038 4612 16384, 2025 4587 16384, 2025 4562 16384, 2025 4500 16384, 2050 4462 16384, 2075 4425 16384, 2112 4400 16384, 2150 4387 16384, 2175 4375 16384, 2212 4375 16384, 2250 4375 16384, 2262 4375 16384, 2288 4400 16384, 2300 4412 16384, 2300 4450 16384, 2288 4462 16384, 2262 4488 16384, 2238 4512 16384, 2200 4525 16384, 2150 4550 16384, 2100 4562 16384, 2050 4562 16384, 2013 4550 16384, 2000 4538 16384, 2000 4512 16384, 2000 4488 16384, 2025 4462 16384, 2038 4450 16384, 2062 4425 16384, 2112 4412 16384, 2150 4400 16384, 2175 4400 16384, 2212 4400 16384, 2238 4400 16384, 2262 4438 16384, 2275 4475 16384, 2275 4500 16384, 2275 4525 16384, 2262 4550 16384, 2238 4575 16384, 2225 4587 16384, 2212 4587 16384, 2200 4587 16384, 2188 4575 16384, 2188 4562 16384, 2188 4538 16384, 2188 4525 16384, 2188 4512 16384, 2200 4488 16384, 2212 4475 16384, 2225 4462 16384, 2238 4462 16384, 2238 4475 16384, 2225 4500 16384, 2225 4512 16384, 2212 4512 16384, 2200 4525 16384, 2188 4538 16384, 2175 4538 16384, 2162 4538 16384, 2162 4525 16384, 2175 4500 16384, 2200 4475 16384, 2212 4462 16384, 2225 4450 16384, 2212 4475 16384, 2175 4500 16384, 2138 4525 16384, 2100 4538 16384, 2062 4562 16384, 2050 4562 16384, 2062 4550 16384, 2100 4525 16384, 2112 4512 16384, 2150 4488 16384, 2175 4462 16384, 2225 4425 16384, 2238 4400 16384, 2238 4387 16384, 2225 4387 16384, 2200 4412 16384, 2175 4438 16384, 2150 4462 16384, 2138 4488 16384, 2125 4500 16384</inkml:trace>
  <inkml:trace contextRef="#ctx0" brushRef="#br0">2979 4128 16384, 2968 4096 16384, 2979 4086 16384, 3001 4064 16384, 3022 4048 16384, 3049 4027 16384, 3075 4005 16384, 3091 4000 16384, 3102 4005 16384, 3107 4016 16384, 3107 4037 16384, 3107 4064 16384, 3107 4112 16384, 3102 4160 16384, 3102 4214 16384, 3102 4273 16384, 3107 4310 16384, 3129 4332 16384, 3156 4342 16384, 3193 4342 16384, 3236 4332 16384, 3273 4316 16384, 3311 4289 16384, 3343 4257 16384, 3375 4209 16384, 3396 4171 16384, 3418 4134 16384, 3428 4091 16384, 3434 4059 16384, 3434 4037 16384, 3434 4021 16384, 3428 4027 16384, 3423 4043 16384, 3418 4070 16384, 3407 4112 16384, 3402 4171 16384, 3391 4235 16384, 3386 4316 16384, 3375 4417 16384, 3364 4529 16384, 3348 4642 16384, 3332 4743 16384, 3311 4829 16384, 3284 4888 16384, 3263 4936 16384, 3241 4968 16384, 3220 4989 16384, 3182 5000 16384, 3140 5000 16384, 3107 4995 16384, 3075 4984 16384, 3043 4963 16384, 3022 4925 16384, 3006 4877 16384, 3006 4834 16384, 3011 4797 16384, 3033 4765 16384, 3070 4743 16384, 3118 4722 16384, 3177 4695 16384, 3236 4674 16384, 3316 4658 16384, 3386 4647 16384, 3455 4647 16384, 3509 4647 16384, 3557 4647 16384, 3589 4647 16384, 3610 4647 16384, 3626 4647 16384, 3632 4652 16384</inkml:trace>
  <inkml:trace contextRef="#ctx0" brushRef="#br0">4334 4380 16384, 4330 4380 16384, 4330 4383 16384, 4337 4387 16384, 4348 4387 16384, 4370 4391 16384, 4406 4391 16384, 4479 4387 16384, 4534 4380 16384, 4592 4376 16384, 4651 4373 16384, 4727 4373 16384, 4767 4380 16384, 4800 4387 16384, 4818 4394 16384</inkml:trace>
  <inkml:trace contextRef="#ctx0" brushRef="#br0">4345 4627 16384, 4341 4627 16384, 4345 4627 16384, 4352 4627 16384, 4377 4627 16384, 4450 4627 16384, 4476 4624 16384, 4530 4620 16384, 4556 4620 16384, 4614 4617 16384, 4669 4613 16384, 4723 4609 16384, 4774 4606 16384, 4811 4606 16384, 4840 4602 16384, 4865 4602 16384, 4880 4602 16384</inkml:trace>
  <inkml:trace contextRef="#ctx0" brushRef="#br0">6067 4436 16384, 6073 4417 16384, 6073 4346 16384, 6067 4295 16384, 6054 4224 16384, 6029 4154 16384, 5984 4083 16384, 5939 4038 16384, 5907 4013 16384, 5862 4006 16384, 5811 4000 16384, 5766 4006 16384, 5708 4026 16384, 5650 4064 16384, 5612 4122 16384, 5567 4199 16384, 5522 4295 16384, 5503 4417 16384, 5497 4558 16384, 5503 4712 16384, 5522 4821 16384, 5554 4897 16384, 5599 4949 16384, 5644 4974 16384, 5689 4994 16384, 5753 5000 16384, 5804 4994 16384, 5856 4968 16384, 5907 4917 16384, 5952 4840 16384, 5997 4744 16384, 6041 4622 16384, 6067 4481 16384, 6086 4340 16384, 6093 4231 16384, 6099 4167 16384, 6099 4135 16384, 6099 4128 16384, 6099 4135 16384, 6093 4154 16384, 6080 4192 16384, 6073 4256 16384, 6067 4340 16384, 6067 4429 16384, 6073 4532 16384, 6093 4641 16384, 6118 4737 16384, 6150 4795 16384, 6189 4827 16384, 6221 4853 16384, 6259 4865 16384, 6298 4865 16384, 6323 4853 16384</inkml:trace>
  <inkml:trace contextRef="#ctx0" brushRef="#br0">6543 4267 16384, 6531 4236 16384, 6531 4224 16384, 6549 4206 16384, 6573 4182 16384, 6610 4158 16384, 6658 4133 16384, 6707 4115 16384, 6761 4109 16384, 6852 4121 16384, 6876 4133 16384, 6931 4170 16384, 6973 4230 16384, 6998 4303 16384, 7010 4394 16384, 7010 4479 16384, 6998 4558 16384, 6967 4636 16384, 6937 4703 16384, 6895 4770 16384, 6846 4830 16384, 6798 4885 16384, 6749 4927 16384, 6701 4964 16384, 6634 4994 16384, 6592 5000 16384, 6579 5000 16384</inkml:trace>
  <inkml:trace contextRef="#ctx0" brushRef="#br0">7349 4006 16384, 7337 4000 16384, 7295 4012 16384, 7276 4024 16384, 7240 4055 16384, 7198 4091 16384, 7149 4139 16384, 7101 4194 16384, 7064 4261 16384, 7022 4352 16384, 6998 4442 16384, 6979 4552 16384, 6973 4655 16384, 6985 4739 16384, 7010 4818 16384, 7058 4879 16384, 7107 4915 16384, 7161 4939 16384, 7222 4952 16384, 7276 4952 16384, 7307 4952 16384</inkml:trace>
  <inkml:trace contextRef="#ctx0" brushRef="#br0">7977 4491 16384, 7970 4491 16384, 7974 4491 16384, 7979 4491 16384, 7989 4489 16384, 8000 4489 16384, 8011 4487 16384, 8028 4487 16384, 8048 4485 16384, 8073 4483 16384, 8102 4483 16384, 8130 4481 16384, 8162 4481 16384, 8196 4479 16384, 8225 4479 16384, 8257 4481 16384, 8293 4483 16384, 8324 4487 16384, 8358 4489 16384, 8391 4491 16384, 8419 4493 16384, 8447 4493 16384, 8470 4493 16384, 8486 4493 16384, 8498 4494 16384, 8507 4494 16384, 8514 4494 16384, 8518 4494 16384, 8520 4491 16384</inkml:trace>
  <inkml:trace contextRef="#ctx0" brushRef="#br0">8255 4261 16384, 8255 4263 16384, 8253 4265 16384, 8253 4269 16384, 8253 4276 16384, 8253 4287 16384, 8255 4302 16384, 8257 4323 16384, 8259 4347 16384, 8259 4377 16384, 8261 4411 16384, 8259 4448 16384, 8257 4483 16384, 8253 4521 16384, 8250 4560 16384, 8248 4593 16384, 8248 4625 16384, 8248 4655 16384, 8248 4677 16384, 8248 4698 16384, 8250 4714 16384, 8252 4727 16384, 8253 4735 16384, 8255 4739 16384</inkml:trace>
  <inkml:trace contextRef="#ctx0" brushRef="#br0">9386 4011 16384, 9375 4006 16384, 9369 4000 16384, 9364 4011 16384, 9364 4034 16384, 9364 4062 16384, 9364 4158 16384, 9358 4209 16384, 9352 4271 16384, 9341 4407 16384, 9324 4627 16384, 9318 4740 16384, 9307 4853 16384, 9307 4893 16384, 9307 4904 16384, 9307 4921 16384, 9307 4927 16384, 9301 4932 16384, 9301 4927 16384, 9296 4904 16384, 9296 4870 16384, 9296 4819 16384, 9318 4712 16384, 9341 4644 16384, 9352 4616 16384, 9386 4554 16384, 9409 4537 16384, 9465 4514 16384, 9550 4497 16384, 9601 4497 16384, 9652 4503 16384, 9703 4520 16384, 9753 4571 16384, 9765 4588 16384, 9787 4638 16384, 9799 4684 16384, 9804 4740 16384, 9776 4814 16384, 9759 4836 16384, 9708 4904 16384, 9663 4938 16384, 9618 4972 16384, 9573 4994 16384, 9527 5000 16384, 9482 4994 16384, 9465 4989 16384, 9403 4944 16384, 9386 4927 16384, 9369 4904 16384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definitions>
  <inkml:trace contextRef="#ctx0" brushRef="#br0">2200 6438 16384, 2200 6450 16384, 2225 6488 16384, 2238 6525 16384, 2238 6538 16384, 2238 6562 16384, 2225 6587 16384, 2200 6612 16384, 2162 6625 16384, 2138 6625 16384, 2100 6625 16384, 2062 6625 16384, 2038 6612 16384, 2025 6587 16384, 2025 6562 16384, 2025 6500 16384, 2050 6462 16384, 2075 6425 16384, 2112 6400 16384, 2150 6387 16384, 2175 6375 16384, 2212 6375 16384, 2250 6375 16384, 2262 6375 16384, 2288 6400 16384, 2300 6412 16384, 2300 6450 16384, 2288 6462 16384, 2262 6488 16384, 2238 6512 16384, 2200 6525 16384, 2150 6550 16384, 2100 6562 16384, 2050 6562 16384, 2013 6550 16384, 2000 6538 16384, 2000 6512 16384, 2000 6488 16384, 2025 6462 16384, 2038 6450 16384, 2062 6425 16384, 2112 6412 16384, 2150 6400 16384, 2175 6400 16384, 2212 6400 16384, 2238 6400 16384, 2262 6438 16384, 2275 6475 16384, 2275 6500 16384, 2275 6525 16384, 2262 6550 16384, 2238 6575 16384, 2225 6587 16384, 2212 6587 16384, 2200 6587 16384, 2188 6575 16384, 2188 6562 16384, 2188 6538 16384, 2188 6525 16384, 2188 6512 16384, 2200 6488 16384, 2212 6475 16384, 2225 6462 16384, 2238 6462 16384, 2238 6475 16384, 2225 6500 16384, 2225 6512 16384, 2212 6512 16384, 2200 6525 16384, 2188 6538 16384, 2175 6538 16384, 2162 6538 16384, 2162 6525 16384, 2175 6500 16384, 2200 6475 16384, 2212 6462 16384, 2225 6450 16384, 2212 6475 16384, 2175 6500 16384, 2138 6525 16384, 2100 6538 16384, 2062 6562 16384, 2050 6562 16384, 2062 6550 16384, 2100 6525 16384, 2112 6512 16384, 2150 6488 16384, 2175 6462 16384, 2225 6425 16384, 2238 6400 16384, 2238 6387 16384, 2225 6387 16384, 2200 6412 16384, 2175 6438 16384, 2150 6462 16384, 2138 6488 16384, 2125 6500 16384</inkml:trace>
  <inkml:trace contextRef="#ctx0" brushRef="#br0">2903 6267 16384, 2891 6236 16384, 2891 6224 16384, 2909 6206 16384, 2933 6182 16384, 2970 6158 16384, 3018 6133 16384, 3067 6115 16384, 3121 6109 16384, 3212 6121 16384, 3236 6133 16384, 3291 6170 16384, 3333 6230 16384, 3358 6303 16384, 3370 6394 16384, 3370 6479 16384, 3358 6558 16384, 3327 6636 16384, 3297 6703 16384, 3255 6770 16384, 3206 6830 16384, 3158 6885 16384, 3109 6927 16384, 3061 6964 16384, 2994 6994 16384, 2952 7000 16384, 2939 7000 16384</inkml:trace>
  <inkml:trace contextRef="#ctx0" brushRef="#br0">3709 6006 16384, 3697 6000 16384, 3655 6012 16384, 3636 6024 16384, 3600 6055 16384, 3558 6091 16384, 3509 6139 16384, 3461 6194 16384, 3424 6261 16384, 3382 6352 16384, 3358 6442 16384, 3339 6552 16384, 3333 6655 16384, 3345 6739 16384, 3370 6818 16384, 3418 6879 16384, 3467 6915 16384, 3521 6939 16384, 3582 6952 16384, 3636 6952 16384, 3667 6952 16384</inkml:trace>
  <inkml:trace contextRef="#ctx0" brushRef="#br0">3803 5967 16384, 3799 5962 16384, 3790 5949 16384, 3783 5928 16384, 3784 5897 16384, 3801 5868 16384, 3830 5846 16384, 3866 5840 16384, 3901 5858 16384, 3927 5906 16384, 3938 5988 16384, 3930 6075 16384, 3909 6131 16384, 3874 6176 16384, 3855 6198 16384, 3837 6214 16384, 3811 6234 16384, 3800 6238 16384, 3809 6236 16384, 3836 6235 16384, 3877 6239 16384, 3925 6248 16384, 3970 6256 16384, 4004 6260 16384, 4030 6258 16384, 4037 6257 16384</inkml:trace>
  <inkml:trace contextRef="#ctx0" brushRef="#br0">4575 6491 16384, 4567 6491 16384, 4571 6491 16384, 4577 6491 16384, 4586 6489 16384, 4597 6489 16384, 4608 6487 16384, 4625 6487 16384, 4646 6485 16384, 4670 6483 16384, 4700 6483 16384, 4728 6481 16384, 4759 6481 16384, 4793 6479 16384, 4823 6479 16384, 4854 6481 16384, 4890 6483 16384, 4922 6487 16384, 4955 6489 16384, 4989 6491 16384, 5017 6493 16384, 5045 6493 16384, 5067 6493 16384, 5084 6493 16384, 5095 6494 16384, 5104 6494 16384, 5112 6494 16384, 5115 6494 16384, 5117 6491 16384</inkml:trace>
  <inkml:trace contextRef="#ctx0" brushRef="#br0">4853 6261 16384, 4853 6263 16384, 4851 6265 16384, 4851 6269 16384, 4851 6276 16384, 4851 6287 16384, 4853 6302 16384, 4854 6323 16384, 4856 6347 16384, 4856 6377 16384, 4858 6411 16384, 4856 6448 16384, 4854 6483 16384, 4851 6521 16384, 4847 6560 16384, 4845 6593 16384, 4845 6625 16384, 4845 6655 16384, 4845 6677 16384, 4845 6698 16384, 4847 6714 16384, 4849 6727 16384, 4851 6735 16384, 4853 6739 16384</inkml:trace>
  <inkml:trace contextRef="#ctx0" brushRef="#br0">5826 6128 16384, 5816 6096 16384, 5826 6086 16384, 5848 6064 16384, 5869 6048 16384, 5896 6027 16384, 5923 6005 16384, 5939 6000 16384, 5949 6005 16384, 5955 6016 16384, 5955 6037 16384, 5955 6064 16384, 5955 6112 16384, 5949 6160 16384, 5949 6214 16384, 5949 6273 16384, 5955 6310 16384, 5976 6332 16384, 6003 6342 16384, 6040 6342 16384, 6083 6332 16384, 6121 6316 16384, 6158 6289 16384, 6190 6257 16384, 6222 6209 16384, 6244 6171 16384, 6265 6134 16384, 6276 6091 16384, 6281 6059 16384, 6281 6037 16384, 6281 6021 16384, 6276 6027 16384, 6270 6043 16384, 6265 6070 16384, 6254 6112 16384, 6249 6171 16384, 6238 6235 16384, 6233 6316 16384, 6222 6417 16384, 6211 6529 16384, 6195 6642 16384, 6179 6743 16384, 6158 6829 16384, 6131 6888 16384, 6110 6936 16384, 6088 6968 16384, 6067 6989 16384, 6030 7000 16384, 5987 7000 16384, 5955 6995 16384, 5923 6984 16384, 5891 6963 16384, 5869 6925 16384, 5853 6877 16384, 5853 6834 16384, 5859 6797 16384, 5880 6765 16384, 5917 6743 16384, 5965 6722 16384, 6024 6695 16384, 6083 6674 16384, 6163 6658 16384, 6233 6647 16384, 6302 6647 16384, 6356 6647 16384, 6404 6647 16384, 6436 6647 16384, 6457 6647 16384, 6474 6647 16384, 6479 6652 16384</inkml:trace>
  <inkml:trace contextRef="#ctx0" brushRef="#br0">6650 5967 16384, 6646 5962 16384, 6637 5949 16384, 6630 5928 16384, 6632 5897 16384, 6649 5868 16384, 6677 5846 16384, 6714 5840 16384, 6748 5858 16384, 6774 5906 16384, 6785 5988 16384, 6778 6075 16384, 6756 6131 16384, 6722 6176 16384, 6702 6198 16384, 6684 6214 16384, 6658 6234 16384, 6647 6238 16384, 6656 6236 16384, 6684 6235 16384, 6724 6239 16384, 6773 6248 16384, 6817 6256 16384, 6851 6260 16384, 6877 6258 16384, 6885 6257 16384</inkml:trace>
  <inkml:trace contextRef="#ctx0" brushRef="#br0">7418 6380 16384, 7415 6380 16384, 7415 6383 16384, 7422 6387 16384, 7433 6387 16384, 7455 6391 16384, 7491 6391 16384, 7564 6387 16384, 7619 6380 16384, 7677 6376 16384, 7735 6373 16384, 7812 6373 16384, 7852 6380 16384, 7884 6387 16384, 7903 6394 16384</inkml:trace>
  <inkml:trace contextRef="#ctx0" brushRef="#br0">7429 6627 16384, 7426 6627 16384, 7429 6627 16384, 7436 6627 16384, 7462 6627 16384, 7535 6627 16384, 7560 6624 16384, 7615 6620 16384, 7640 6620 16384, 7699 6617 16384, 7753 6613 16384, 7808 6609 16384, 7859 6606 16384, 7895 6606 16384, 7925 6602 16384, 7950 6602 16384, 7965 6602 16384</inkml:trace>
  <inkml:trace contextRef="#ctx0" brushRef="#br0">8635 6073 16384, 8614 6057 16384, 8614 6052 16384, 8620 6047 16384, 8635 6036 16384, 8656 6031 16384, 8677 6026 16384, 8698 6016 16384, 8719 6010 16384, 8734 6005 16384, 8750 6000 16384, 8760 6000 16384, 8771 6000 16384, 8781 6010 16384, 8786 6031 16384, 8791 6068 16384, 8797 6120 16384, 8802 6193 16384, 8802 6297 16384, 8802 6422 16384, 8797 6547 16384, 8791 6672 16384, 8781 6781 16384, 8771 6870 16384, 8765 6932 16384, 8755 6974 16384, 8750 6995 16384, 8739 7000 16384, 8734 6995 16384, 8729 6979 16384, 8724 6943 16384, 8724 6896 16384, 8729 6828 16384, 8745 6740 16384, 8760 6646 16384, 8781 6526 16384, 8812 6375 16384, 8870 6266 16384, 8932 6203 16384, 9005 6172 16384, 9057 6161 16384, 9120 6156 16384, 9172 6156 16384, 9219 6156 16384, 9260 6161 16384, 9302 6161 16384, 9333 6161 16384, 9359 6161 16384, 9375 6161 16384</inkml:trace>
  <inkml:trace contextRef="#ctx0" brushRef="#br0">9498 5967 16384, 9494 5962 16384, 9485 5949 16384, 9477 5928 16384, 9479 5897 16384, 9496 5868 16384, 9524 5846 16384, 9561 5840 16384, 9596 5858 16384, 9622 5906 16384, 9632 5988 16384, 9625 6075 16384, 9604 6131 16384, 9569 6176 16384, 9549 6198 16384, 9532 6214 16384, 9506 6234 16384, 9494 6238 16384, 9503 6236 16384, 9531 6235 16384, 9571 6239 16384, 9620 6248 16384, 9665 6256 16384, 9699 6260 16384, 9725 6258 16384, 9732 6257 16384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definitions>
  <inkml:trace contextRef="#ctx0" brushRef="#br0">2200 8438 16384, 2200 8450 16384, 2225 8487 16384, 2238 8525 16384, 2238 8538 16384, 2238 8562 16384, 2225 8588 16384, 2200 8612 16384, 2162 8625 16384, 2138 8625 16384, 2100 8625 16384, 2062 8625 16384, 2038 8612 16384, 2025 8588 16384, 2025 8562 16384, 2025 8500 16384, 2050 8462 16384, 2075 8425 16384, 2112 8400 16384, 2150 8388 16384, 2175 8375 16384, 2212 8375 16384, 2250 8375 16384, 2262 8375 16384, 2288 8400 16384, 2300 8412 16384, 2300 8450 16384, 2288 8462 16384, 2262 8487 16384, 2238 8512 16384, 2200 8525 16384, 2150 8550 16384, 2100 8562 16384, 2050 8562 16384, 2013 8550 16384, 2000 8538 16384, 2000 8512 16384, 2000 8487 16384, 2025 8462 16384, 2038 8450 16384, 2062 8425 16384, 2112 8412 16384, 2150 8400 16384, 2175 8400 16384, 2212 8400 16384, 2238 8400 16384, 2262 8438 16384, 2275 8475 16384, 2275 8500 16384, 2275 8525 16384, 2262 8550 16384, 2238 8575 16384, 2225 8588 16384, 2212 8588 16384, 2200 8588 16384, 2188 8575 16384, 2188 8562 16384, 2188 8538 16384, 2188 8525 16384, 2188 8512 16384, 2200 8487 16384, 2212 8475 16384, 2225 8462 16384, 2238 8462 16384, 2238 8475 16384, 2225 8500 16384, 2225 8512 16384, 2212 8512 16384, 2200 8525 16384, 2188 8538 16384, 2175 8538 16384, 2162 8538 16384, 2162 8525 16384, 2175 8500 16384, 2200 8475 16384, 2212 8462 16384, 2225 8450 16384, 2212 8475 16384, 2175 8500 16384, 2138 8525 16384, 2100 8538 16384, 2062 8562 16384, 2050 8562 16384, 2062 8550 16384, 2100 8525 16384, 2112 8512 16384, 2150 8487 16384, 2175 8462 16384, 2225 8425 16384, 2238 8400 16384, 2238 8388 16384, 2225 8388 16384, 2200 8412 16384, 2175 8438 16384, 2150 8462 16384, 2138 8487 16384, 2125 8500 16384</inkml:trace>
  <inkml:trace contextRef="#ctx0" brushRef="#br0">3457 8436 16384, 3463 8417 16384, 3463 8346 16384, 3457 8295 16384, 3444 8224 16384, 3419 8154 16384, 3374 8083 16384, 3329 8038 16384, 3297 8013 16384, 3252 8006 16384, 3201 8000 16384, 3156 8006 16384, 3098 8026 16384, 3040 8064 16384, 3002 8122 16384, 2957 8199 16384, 2912 8295 16384, 2893 8417 16384, 2887 8558 16384, 2893 8712 16384, 2912 8821 16384, 2944 8897 16384, 2989 8949 16384, 3034 8974 16384, 3079 8994 16384, 3143 9000 16384, 3194 8994 16384, 3246 8968 16384, 3297 8917 16384, 3342 8840 16384, 3387 8744 16384, 3431 8622 16384, 3457 8481 16384, 3476 8340 16384, 3483 8231 16384, 3489 8167 16384, 3489 8135 16384, 3489 8128 16384, 3489 8135 16384, 3483 8154 16384, 3470 8192 16384, 3463 8256 16384, 3457 8340 16384, 3457 8429 16384, 3463 8532 16384, 3483 8641 16384, 3508 8737 16384, 3540 8795 16384, 3579 8827 16384, 3611 8853 16384, 3649 8865 16384, 3688 8865 16384, 3713 8853 16384</inkml:trace>
  <inkml:trace contextRef="#ctx0" brushRef="#br0">3716 8821 16384, 3704 8812 16384, 3704 8807 16384, 3708 8795 16384, 3725 8778 16384, 3739 8764 16384, 3751 8750 16384, 3761 8740 16384, 3770 8740 16384, 3782 8740 16384, 3792 8750 16384, 3799 8764 16384, 3804 8785 16384, 3809 8821 16384, 3811 8864 16384, 3813 8926 16384, 3813 8995 16384, 3811 9053 16384, 3809 9098 16384, 3806 9131 16384, 3804 9148 16384, 3804 9155 16384, 3804 9160 16384, 3806 9160 16384, 3806 9155 16384, 3806 9141 16384, 3809 9122 16384, 3813 9091 16384, 3821 9050 16384, 3830 9002 16384, 3840 8945 16384, 3852 8881 16384, 3871 8826 16384, 3894 8790 16384, 3916 8771 16384, 3940 8761 16384, 3959 8757 16384, 3976 8754 16384, 3992 8757 16384, 4007 8766 16384, 4019 8783 16384, 4031 8814 16384, 4040 8855 16384, 4050 8902 16384, 4054 8955 16384, 4062 9010 16384, 4066 9055 16384, 4071 9088 16384, 4081 9112 16384, 4090 9127 16384, 4100 9131 16384, 4109 9134 16384, 4116 9131 16384</inkml:trace>
  <inkml:trace contextRef="#ctx0" brushRef="#br0">4650 8380 16384, 4646 8380 16384, 4646 8383 16384, 4654 8387 16384, 4665 8387 16384, 4686 8391 16384, 4723 8391 16384, 4796 8387 16384, 4850 8380 16384, 4909 8376 16384, 4967 8373 16384, 5043 8373 16384, 5084 8380 16384, 5116 8387 16384, 5134 8394 16384</inkml:trace>
  <inkml:trace contextRef="#ctx0" brushRef="#br0">4661 8627 16384, 4657 8627 16384, 4661 8627 16384, 4668 8627 16384, 4694 8627 16384, 4767 8627 16384, 4792 8624 16384, 4847 8620 16384, 4872 8620 16384, 4931 8617 16384, 4985 8613 16384, 5040 8609 16384, 5091 8606 16384, 5127 8606 16384, 5156 8602 16384, 5182 8602 16384, 5196 8602 16384</inkml:trace>
  <inkml:trace contextRef="#ctx0" brushRef="#br0">6383 8436 16384, 6390 8417 16384, 6390 8346 16384, 6383 8295 16384, 6371 8224 16384, 6345 8154 16384, 6300 8083 16384, 6255 8038 16384, 6223 8013 16384, 6178 8006 16384, 6127 8000 16384, 6082 8006 16384, 6024 8026 16384, 5967 8064 16384, 5928 8122 16384, 5883 8199 16384, 5839 8295 16384, 5819 8417 16384, 5813 8558 16384, 5819 8712 16384, 5839 8821 16384, 5871 8897 16384, 5916 8949 16384, 5960 8974 16384, 6005 8994 16384, 6069 9000 16384, 6121 8994 16384, 6172 8968 16384, 6223 8917 16384, 6268 8840 16384, 6313 8744 16384, 6358 8622 16384, 6383 8481 16384, 6403 8340 16384, 6409 8231 16384, 6416 8167 16384, 6416 8135 16384, 6416 8128 16384, 6416 8135 16384, 6409 8154 16384, 6396 8192 16384, 6390 8256 16384, 6383 8340 16384, 6383 8429 16384, 6390 8532 16384, 6409 8641 16384, 6435 8737 16384, 6467 8795 16384, 6505 8827 16384, 6537 8853 16384, 6576 8865 16384, 6614 8865 16384, 6640 8853 16384</inkml:trace>
  <inkml:trace contextRef="#ctx0" brushRef="#br0">6857 8740 16384, 6854 8741 16384, 6856 8762 16384, 6855 8828 16384, 6843 8931 16384, 6829 9028 16384, 6819 9095 16384, 6816 9141 16384, 6824 9160 16384</inkml:trace>
  <inkml:trace contextRef="#ctx0" brushRef="#br0">7394 8491 16384, 7387 8491 16384, 7390 8491 16384, 7396 8491 16384, 7405 8489 16384, 7416 8489 16384, 7428 8487 16384, 7444 8487 16384, 7465 8485 16384, 7489 8483 16384, 7519 8483 16384, 7547 8481 16384, 7579 8481 16384, 7612 8479 16384, 7642 8479 16384, 7674 8481 16384, 7709 8483 16384, 7741 8487 16384, 7774 8489 16384, 7808 8491 16384, 7836 8493 16384, 7864 8493 16384, 7886 8493 16384, 7903 8493 16384, 7914 8494 16384, 7924 8494 16384, 7931 8494 16384, 7935 8494 16384, 7937 8491 16384</inkml:trace>
  <inkml:trace contextRef="#ctx0" brushRef="#br0">7672 8261 16384, 7672 8263 16384, 7670 8265 16384, 7670 8269 16384, 7670 8276 16384, 7670 8287 16384, 7672 8302 16384, 7674 8323 16384, 7676 8347 16384, 7676 8377 16384, 7677 8411 16384, 7676 8448 16384, 7674 8483 16384, 7670 8521 16384, 7666 8560 16384, 7664 8593 16384, 7664 8625 16384, 7664 8655 16384, 7664 8677 16384, 7664 8698 16384, 7666 8714 16384, 7668 8727 16384, 7670 8735 16384, 7672 8739 16384</inkml:trace>
  <inkml:trace contextRef="#ctx0" brushRef="#br0">8766 8006 16384, 8766 8003 16384, 8766 8000 16384, 8763 8000 16384, 8754 8006 16384, 8748 8015 16384, 8739 8027 16384, 8727 8046 16384, 8715 8070 16384, 8687 8131 16384, 8678 8155 16384, 8672 8180 16384, 8654 8241 16384, 8629 8341 16384, 8620 8415 16384, 8617 8497 16384, 8620 8619 16384, 8629 8701 16384, 8644 8780 16384, 8675 8869 16384, 8690 8921 16384, 8708 8957 16384, 8733 8988 16384, 8742 9000 16384</inkml:trace>
  <inkml:trace contextRef="#ctx0" brushRef="#br0">8954 8193 16384, 8925 8170 16384, 8925 8159 16384, 8937 8131 16384, 8976 8091 16384, 9010 8057 16384, 9039 8023 16384, 9062 8000 16384, 9084 8000 16384, 9113 8000 16384, 9135 8023 16384, 9152 8057 16384, 9164 8108 16384, 9175 8193 16384, 9181 8295 16384, 9187 8443 16384, 9187 8608 16384, 9181 8744 16384, 9175 8852 16384, 9169 8932 16384, 9164 8972 16384, 9164 8989 16384, 9164 9000 16384, 9169 9000 16384, 9169 8989 16384, 9169 8955 16384, 9175 8909 16384, 9187 8835 16384, 9204 8739 16384, 9226 8625 16384, 9249 8489 16384, 9277 8335 16384, 9323 8205 16384, 9380 8119 16384, 9431 8074 16384, 9488 8051 16384, 9533 8040 16384, 9573 8034 16384, 9613 8040 16384, 9647 8062 16384, 9675 8102 16384, 9704 8176 16384, 9726 8273 16384, 9749 8386 16384, 9760 8511 16384, 9777 8642 16384, 9789 8750 16384, 9800 8830 16384, 9823 8886 16384, 9846 8920 16384, 9868 8932 16384, 9891 8938 16384, 9908 8932 16384</inkml:trace>
  <inkml:trace contextRef="#ctx0" brushRef="#br0">9954 8496 16384, 9951 8496 16384, 9949 8499 16384, 9947 8499 16384, 9949 8501 16384, 9958 8506 16384, 9973 8508 16384, 9991 8511 16384, 10017 8511 16384, 10050 8506 16384, 10088 8501 16384, 10133 8494 16384, 10175 8489 16384, 10218 8489 16384, 10260 8489 16384, 10293 8489 16384, 10324 8492 16384, 10352 8494 16384, 10376 8496 16384, 10397 8499 16384, 10416 8499 16384, 10437 8496 16384, 10447 8494 16384</inkml:trace>
  <inkml:trace contextRef="#ctx0" brushRef="#br0">11025 8000 16384, 11019 8002 16384, 11023 8052 16384, 11021 8209 16384, 10991 8456 16384, 10960 8685 16384, 10936 8846 16384, 10928 8954 16384, 10947 9000 16384</inkml:trace>
  <inkml:trace contextRef="#ctx0" brushRef="#br0">11676 8000 16384, 11680 8000 16384, 11680 8004 16384, 11683 8004 16384, 11687 8007 16384, 11708 8032 16384, 11723 8064 16384, 11737 8114 16384, 11748 8175 16384, 11758 8239 16384, 11776 8354 16384, 11780 8393 16384, 11783 8432 16384, 11787 8507 16384, 11787 8621 16384, 11783 8686 16384, 11773 8750 16384, 11762 8811 16384, 11751 8857 16384, 11737 8918 16384, 11723 8950 16384, 11708 8975 16384, 11701 8982 16384, 11680 9000 16384</inkml:trace>
  <inkml:trace contextRef="#ctx0" brushRef="#br0">12630 8000 16384, 12626 8000 16384, 12618 8000 16384, 12618 8004 16384, 12626 8020 16384, 12626 8031 16384, 12630 8075 16384, 12626 8142 16384, 12614 8220 16384, 12602 8323 16384, 12591 8496 16384, 12583 8610 16384, 12575 8724 16384, 12571 8776 16384, 12567 8854 16384, 12567 8909 16384, 12575 8961 16384, 12579 8984 16384, 12583 8996 16384, 12587 9000 16384, 12591 9000 16384, 12591 8988 16384, 12591 8965 16384, 12591 8929 16384, 12587 8886 16384, 12579 8831 16384, 12571 8768 16384, 12559 8697 16384, 12539 8630 16384, 12528 8598 16384, 12476 8535 16384, 12461 8528 16384, 12405 8535 16384, 12374 8555 16384, 12342 8579 16384, 12323 8614 16384, 12295 8689 16384, 12287 8744 16384, 12283 8772 16384, 12283 8799 16384, 12291 8850 16384, 12315 8909 16384, 12335 8933 16384, 12354 8953 16384, 12386 8965 16384, 12417 8972 16384, 12445 8972 16384, 12492 8957 16384, 12520 8937 16384, 12547 8909 16384, 12571 8874 16384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571" units="cm"/>
      <inkml:brushProperty name="height" value="0.08571" units="cm"/>
      <inkml:brushProperty name="color" value="#000000"/>
    </inkml:brush>
  </inkml:definitions>
  <inkml:trace contextRef="#ctx0" brushRef="#br0">2200 10438 16384, 2200 10450 16384, 2225 10487 16384, 2238 10525 16384, 2238 10538 16384, 2238 10562 16384, 2225 10588 16384, 2200 10612 16384, 2162 10625 16384, 2138 10625 16384, 2100 10625 16384, 2062 10625 16384, 2038 10612 16384, 2025 10588 16384, 2025 10562 16384, 2025 10500 16384, 2050 10462 16384, 2075 10425 16384, 2112 10400 16384, 2150 10388 16384, 2175 10375 16384, 2212 10375 16384, 2250 10375 16384, 2262 10375 16384, 2288 10400 16384, 2300 10412 16384, 2300 10450 16384, 2288 10462 16384, 2262 10487 16384, 2238 10512 16384, 2200 10525 16384, 2150 10550 16384, 2100 10562 16384, 2050 10562 16384, 2013 10550 16384, 2000 10538 16384, 2000 10512 16384, 2000 10487 16384, 2025 10462 16384, 2038 10450 16384, 2062 10425 16384, 2112 10412 16384, 2150 10400 16384, 2175 10400 16384, 2212 10400 16384, 2238 10400 16384, 2262 10438 16384, 2275 10475 16384, 2275 10500 16384, 2275 10525 16384, 2262 10550 16384, 2238 10575 16384, 2225 10588 16384, 2212 10588 16384, 2200 10588 16384, 2188 10575 16384, 2188 10562 16384, 2188 10538 16384, 2188 10525 16384, 2188 10512 16384, 2200 10487 16384, 2212 10475 16384, 2225 10462 16384, 2238 10462 16384, 2238 10475 16384, 2225 10500 16384, 2225 10512 16384, 2212 10512 16384, 2200 10525 16384, 2188 10538 16384, 2175 10538 16384, 2162 10538 16384, 2162 10525 16384, 2175 10500 16384, 2200 10475 16384, 2212 10462 16384, 2225 10450 16384, 2212 10475 16384, 2175 10500 16384, 2138 10525 16384, 2100 10538 16384, 2062 10562 16384, 2050 10562 16384, 2062 10550 16384, 2100 10525 16384, 2112 10512 16384, 2150 10487 16384, 2175 10462 16384, 2225 10425 16384, 2238 10400 16384, 2238 10388 16384, 2225 10388 16384, 2200 10412 16384, 2175 10438 16384, 2150 10462 16384, 2138 10487 16384, 2125 10500 16384</inkml:trace>
  <inkml:trace contextRef="#ctx0" brushRef="#br0">3659 10101 16384, 3662 10097 16384, 3666 10090 16384, 3670 10086 16384, 3670 10079 16384, 3670 10067 16384, 3670 10060 16384, 3666 10049 16384, 3659 10041 16384, 3651 10034 16384, 3644 10026 16384, 3629 10022 16384, 3617 10022 16384, 3602 10022 16384, 3591 10026 16384, 3580 10030 16384, 3569 10037 16384, 3561 10041 16384, 3539 10060 16384, 3531 10064 16384, 3509 10086 16384, 3497 10101 16384, 3482 10124 16384, 3479 10135 16384, 3460 10169 16384, 3449 10199 16384, 3434 10225 16384, 3426 10251 16384, 3419 10281 16384, 3411 10311 16384, 3400 10341 16384, 3389 10379 16384, 3374 10412 16384, 3359 10454 16384, 3344 10499 16384, 3332 10536 16384, 3321 10574 16384, 3306 10611 16384, 3291 10641 16384, 3280 10675 16384, 3269 10709 16384, 3258 10742 16384, 3250 10776 16384, 3239 10810 16384, 3228 10840 16384, 3212 10874 16384, 3201 10904 16384, 3190 10930 16384, 3179 10960 16384, 3171 10982 16384, 3164 11009 16384, 3156 11035 16384, 3145 11057 16384, 3134 11080 16384, 3126 11102 16384, 3115 11121 16384, 3108 11140 16384, 3100 11159 16384, 3096 11177 16384, 3089 11196 16384, 3081 11211 16384, 3070 11226 16384, 3062 11241 16384, 3055 11252 16384, 3044 11264 16384, 3036 11271 16384, 3032 11279 16384, 3025 11282 16384, 3017 11286 16384, 3014 11290 16384, 3006 11294 16384, 2999 11297 16384, 2991 11297 16384, 2980 11297 16384, 2972 11297 16384, 2961 11294 16384, 2950 11290 16384, 2939 11282 16384, 2931 11275 16384, 2924 11267 16384, 2916 11264 16384, 2905 11260 16384, 2898 11256 16384, 2890 11252 16384, 2886 11249 16384, 2886 11245 16384</inkml:trace>
  <inkml:trace contextRef="#ctx0" brushRef="#br0">3533 10176 16384, 3529 10168 16384, 3521 10168 16384, 3509 10182 16384, 3489 10217 16384, 3465 10277 16384, 3450 10360 16384, 3446 10459 16384, 3459 10523 16384, 3488 10563 16384, 3526 10583 16384, 3563 10585 16384, 3600 10561 16384, 3631 10513 16384, 3649 10442 16384, 3654 10363 16384, 3641 10308 16384, 3614 10268 16384, 3582 10234 16384, 3547 10195 16384, 3523 10167 16384, 3514 10165 16384, 3513 10180 16384</inkml:trace>
  <inkml:trace contextRef="#ctx0" brushRef="#br0">3345 10915 16384, 3343 10916 16384, 3344 10937 16384, 3344 11003 16384, 3331 11106 16384, 3318 11203 16384, 3308 11270 16384, 3305 11316 16384, 3313 11335 16384</inkml:trace>
  <inkml:trace contextRef="#ctx0" brushRef="#br0">5241 10080 16384, 5233 10064 16384, 5214 10023 16384, 5203 10015 16384, 5188 10008 16384, 5169 10000 16384, 5153 10000 16384, 5138 10000 16384, 5119 10008 16384, 5097 10027 16384, 5078 10049 16384, 5062 10080 16384, 5044 10133 16384, 5025 10193 16384, 5006 10273 16384, 4991 10375 16384, 4979 10485 16384, 4968 10602 16384, 4956 10712 16384, 4953 10792 16384, 4945 10860 16384, 4945 10905 16384, 4945 10936 16384, 4945 10958 16384, 4941 10977 16384, 4934 10992 16384, 4930 11000 16384</inkml:trace>
  <inkml:trace contextRef="#ctx0" brushRef="#br0">4748 10549 16384, 4752 10542 16384, 4771 10519 16384, 4786 10515 16384, 4824 10496 16384, 4862 10470 16384, 4911 10451 16384, 4960 10432 16384, 5013 10424 16384, 5070 10420 16384, 5116 10420 16384, 5157 10424 16384, 5191 10432 16384, 5222 10436 16384, 5244 10443 16384, 5252 10447 16384</inkml:trace>
  <inkml:trace contextRef="#ctx0" brushRef="#br0">5830 10006 16384, 5830 10003 16384, 5830 10000 16384, 5827 10000 16384, 5818 10006 16384, 5811 10015 16384, 5802 10027 16384, 5790 10046 16384, 5778 10070 16384, 5750 10131 16384, 5741 10155 16384, 5735 10180 16384, 5717 10241 16384, 5692 10341 16384, 5683 10415 16384, 5680 10497 16384, 5683 10619 16384, 5692 10701 16384, 5708 10780 16384, 5738 10869 16384, 5753 10921 16384, 5772 10957 16384, 5796 10988 16384, 5805 11000 16384</inkml:trace>
  <inkml:trace contextRef="#ctx0" brushRef="#br0">6083 10267 16384, 6071 10236 16384, 6071 10224 16384, 6089 10206 16384, 6113 10182 16384, 6150 10158 16384, 6198 10133 16384, 6247 10115 16384, 6301 10109 16384, 6392 10121 16384, 6416 10133 16384, 6471 10170 16384, 6513 10230 16384, 6538 10303 16384, 6550 10394 16384, 6550 10479 16384, 6538 10558 16384, 6507 10636 16384, 6477 10703 16384, 6435 10770 16384, 6386 10830 16384, 6338 10885 16384, 6289 10927 16384, 6241 10964 16384, 6174 10994 16384, 6132 11000 16384, 6119 11000 16384</inkml:trace>
  <inkml:trace contextRef="#ctx0" brushRef="#br0">6889 10006 16384, 6877 10000 16384, 6835 10012 16384, 6816 10024 16384, 6780 10055 16384, 6738 10091 16384, 6689 10139 16384, 6641 10194 16384, 6604 10261 16384, 6562 10352 16384, 6538 10442 16384, 6519 10552 16384, 6513 10655 16384, 6525 10739 16384, 6550 10818 16384, 6598 10879 16384, 6647 10915 16384, 6701 10939 16384, 6762 10952 16384, 6816 10952 16384, 6847 10952 16384</inkml:trace>
  <inkml:trace contextRef="#ctx0" brushRef="#br0">7180 10000 16384, 7183 10000 16384, 7183 10004 16384, 7187 10004 16384, 7190 10007 16384, 7212 10032 16384, 7226 10064 16384, 7240 10114 16384, 7251 10175 16384, 7262 10239 16384, 7280 10354 16384, 7283 10393 16384, 7287 10432 16384, 7290 10507 16384, 7290 10621 16384, 7287 10686 16384, 7276 10750 16384, 7265 10811 16384, 7255 10857 16384, 7240 10918 16384, 7226 10950 16384, 7212 10975 16384, 7205 10982 16384, 7183 11000 16384</inkml:trace>
  <inkml:trace contextRef="#ctx0" brushRef="#br0">8633 10000 16384, 8629 10000 16384, 8621 10000 16384, 8621 10004 16384, 8629 10020 16384, 8629 10031 16384, 8633 10075 16384, 8629 10142 16384, 8617 10220 16384, 8606 10323 16384, 8594 10496 16384, 8586 10610 16384, 8578 10724 16384, 8574 10776 16384, 8570 10854 16384, 8570 10909 16384, 8578 10961 16384, 8582 10984 16384, 8586 10996 16384, 8590 11000 16384, 8594 11000 16384, 8594 10988 16384, 8594 10965 16384, 8594 10929 16384, 8590 10886 16384, 8582 10831 16384, 8574 10768 16384, 8562 10697 16384, 8543 10630 16384, 8531 10598 16384, 8480 10535 16384, 8464 10528 16384, 8409 10535 16384, 8377 10555 16384, 8346 10579 16384, 8326 10614 16384, 8299 10689 16384, 8291 10744 16384, 8287 10772 16384, 8287 10799 16384, 8295 10850 16384, 8318 10909 16384, 8338 10933 16384, 8358 10953 16384, 8389 10965 16384, 8421 10972 16384, 8448 10972 16384, 8495 10957 16384, 8523 10937 16384, 8551 10909 16384, 8574 10874 16384</inkml:trace>
  <inkml:trace contextRef="#ctx0" brushRef="#br0">9093 10267 16384, 9081 10236 16384, 9081 10224 16384, 9099 10206 16384, 9123 10182 16384, 9160 10158 16384, 9208 10133 16384, 9257 10115 16384, 9311 10109 16384, 9402 10121 16384, 9426 10133 16384, 9481 10170 16384, 9523 10230 16384, 9548 10303 16384, 9560 10394 16384, 9560 10479 16384, 9548 10558 16384, 9517 10636 16384, 9487 10703 16384, 9445 10770 16384, 9396 10830 16384, 9348 10885 16384, 9299 10927 16384, 9251 10964 16384, 9184 10994 16384, 9142 11000 16384, 9129 11000 16384</inkml:trace>
  <inkml:trace contextRef="#ctx0" brushRef="#br0">9899 10006 16384, 9887 10000 16384, 9845 10012 16384, 9826 10024 16384, 9790 10055 16384, 9748 10091 16384, 9699 10139 16384, 9651 10194 16384, 9614 10261 16384, 9572 10352 16384, 9548 10442 16384, 9529 10552 16384, 9523 10655 16384, 9535 10739 16384, 9560 10818 16384, 9608 10879 16384, 9657 10915 16384, 9711 10939 16384, 9772 10952 16384, 9826 10952 16384, 9857 10952 16384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xml"/><Relationship Id="rId1002" Type="http://schemas.openxmlformats.org/officeDocument/2006/relationships/customXml" Target="../ink/ink2.xml"/><Relationship Id="rId1004" Type="http://schemas.openxmlformats.org/officeDocument/2006/relationships/customXml" Target="../ink/ink3.xml"/><Relationship Id="rId1006" Type="http://schemas.openxmlformats.org/officeDocument/2006/relationships/customXml" Target="../ink/ink4.xml"/><Relationship Id="rId1008" Type="http://schemas.openxmlformats.org/officeDocument/2006/relationships/customXml" Target="../ink/ink5.xml"/><Relationship Id="rId1001" Type="http://schemas.openxmlformats.org/officeDocument/2006/relationships/image" Target="../media/image1.png"/><Relationship Id="rId1003" Type="http://schemas.openxmlformats.org/officeDocument/2006/relationships/image" Target="../media/image2.png"/><Relationship Id="rId1005" Type="http://schemas.openxmlformats.org/officeDocument/2006/relationships/image" Target="../media/image3.png"/><Relationship Id="rId1007" Type="http://schemas.openxmlformats.org/officeDocument/2006/relationships/image" Target="../media/image4.png"/><Relationship Id="rId100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60000"/>
            <a:ext cx="2669760" cy="648000"/>
            <a:chOff x="540000" y="360000"/>
            <a:chExt cx="2669760" cy="648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60000"/>
                <a:ext cx="2669760" cy="648000"/>
              </p14:xfrm>
            </p:contentPart>
          </mc:Choice>
          <mc:Fallback xmlns="">
            <p:pic>
              <p:nvPicPr>
                <p:cNvPr id="1000" name="インク 1"/>
                <p:cNvPicPr/>
                <p:nvPr/>
              </p:nvPicPr>
              <p:blipFill>
                <a:blip r:embed="rId1001"/>
                <a:stretch>
                  <a:fillRect/>
                </a:stretch>
              </p:blipFill>
              <p:spPr>
                <a:xfrm>
                  <a:off x="540000" y="360000"/>
                  <a:ext cx="2669760" cy="648000"/>
                </a:xfrm>
                <a:prstGeom prst="rect">
                  <a:avLst/>
                </a:prstGeom>
              </p:spPr>
            </p:pic>
          </mc:Fallback>
        </mc:AlternateContent>
      </p:grpSp>
      <p:grpSp>
        <p:nvGrpSpPr>
          <p:cNvPr id="101" name="グループ化 101"/>
          <p:cNvGrpSpPr/>
          <p:nvPr/>
        </p:nvGrpSpPr>
        <p:grpSpPr>
          <a:xfrm>
            <a:off x="720000" y="1440000"/>
            <a:ext cx="2908800" cy="360000"/>
            <a:chOff x="720000" y="1440000"/>
            <a:chExt cx="2908800" cy="360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40000"/>
                <a:ext cx="2908800" cy="360000"/>
              </p14:xfrm>
            </p:contentPart>
          </mc:Choice>
          <mc:Fallback xmlns="">
            <p:pic>
              <p:nvPicPr>
                <p:cNvPr id="1001" name="インク 2"/>
                <p:cNvPicPr/>
                <p:nvPr/>
              </p:nvPicPr>
              <p:blipFill>
                <a:blip r:embed="rId1003"/>
                <a:stretch>
                  <a:fillRect/>
                </a:stretch>
              </p:blipFill>
              <p:spPr>
                <a:xfrm>
                  <a:off x="720000" y="1440000"/>
                  <a:ext cx="2908800" cy="360000"/>
                </a:xfrm>
                <a:prstGeom prst="rect">
                  <a:avLst/>
                </a:prstGeom>
              </p:spPr>
            </p:pic>
          </mc:Fallback>
        </mc:AlternateContent>
      </p:grpSp>
      <p:grpSp>
        <p:nvGrpSpPr>
          <p:cNvPr id="102" name="グループ化 102"/>
          <p:cNvGrpSpPr/>
          <p:nvPr/>
        </p:nvGrpSpPr>
        <p:grpSpPr>
          <a:xfrm>
            <a:off x="720000" y="2160000"/>
            <a:ext cx="2794281" cy="360000"/>
            <a:chOff x="720000" y="2160000"/>
            <a:chExt cx="2794281" cy="3600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160000"/>
                <a:ext cx="2794281" cy="360000"/>
              </p14:xfrm>
            </p:contentPart>
          </mc:Choice>
          <mc:Fallback xmlns="">
            <p:pic>
              <p:nvPicPr>
                <p:cNvPr id="1002" name="インク 3"/>
                <p:cNvPicPr/>
                <p:nvPr/>
              </p:nvPicPr>
              <p:blipFill>
                <a:blip r:embed="rId1005"/>
                <a:stretch>
                  <a:fillRect/>
                </a:stretch>
              </p:blipFill>
              <p:spPr>
                <a:xfrm>
                  <a:off x="720000" y="2160000"/>
                  <a:ext cx="2794281" cy="360000"/>
                </a:xfrm>
                <a:prstGeom prst="rect">
                  <a:avLst/>
                </a:prstGeom>
              </p:spPr>
            </p:pic>
          </mc:Fallback>
        </mc:AlternateContent>
      </p:grpSp>
      <p:grpSp>
        <p:nvGrpSpPr>
          <p:cNvPr id="103" name="グループ化 103"/>
          <p:cNvGrpSpPr/>
          <p:nvPr/>
        </p:nvGrpSpPr>
        <p:grpSpPr>
          <a:xfrm>
            <a:off x="720000" y="2880000"/>
            <a:ext cx="3955191" cy="360000"/>
            <a:chOff x="720000" y="2880000"/>
            <a:chExt cx="3955191" cy="3600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2880000"/>
                <a:ext cx="3955191" cy="360000"/>
              </p14:xfrm>
            </p:contentPart>
          </mc:Choice>
          <mc:Fallback xmlns="">
            <p:pic>
              <p:nvPicPr>
                <p:cNvPr id="1003" name="インク 4"/>
                <p:cNvPicPr/>
                <p:nvPr/>
              </p:nvPicPr>
              <p:blipFill>
                <a:blip r:embed="rId1007"/>
                <a:stretch>
                  <a:fillRect/>
                </a:stretch>
              </p:blipFill>
              <p:spPr>
                <a:xfrm>
                  <a:off x="720000" y="2880000"/>
                  <a:ext cx="3955191" cy="360000"/>
                </a:xfrm>
                <a:prstGeom prst="rect">
                  <a:avLst/>
                </a:prstGeom>
              </p:spPr>
            </p:pic>
          </mc:Fallback>
        </mc:AlternateContent>
      </p:grpSp>
      <p:grpSp>
        <p:nvGrpSpPr>
          <p:cNvPr id="104" name="グループ化 104"/>
          <p:cNvGrpSpPr/>
          <p:nvPr/>
        </p:nvGrpSpPr>
        <p:grpSpPr>
          <a:xfrm>
            <a:off x="720000" y="3600000"/>
            <a:ext cx="2887200" cy="360000"/>
            <a:chOff x="720000" y="3600000"/>
            <a:chExt cx="2887200" cy="3600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3600000"/>
                <a:ext cx="2887200" cy="360000"/>
              </p14:xfrm>
            </p:contentPart>
          </mc:Choice>
          <mc:Fallback xmlns="">
            <p:pic>
              <p:nvPicPr>
                <p:cNvPr id="1004" name="インク 5"/>
                <p:cNvPicPr/>
                <p:nvPr/>
              </p:nvPicPr>
              <p:blipFill>
                <a:blip r:embed="rId1009"/>
                <a:stretch>
                  <a:fillRect/>
                </a:stretch>
              </p:blipFill>
              <p:spPr>
                <a:xfrm>
                  <a:off x="720000" y="3600000"/>
                  <a:ext cx="2887200" cy="3600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